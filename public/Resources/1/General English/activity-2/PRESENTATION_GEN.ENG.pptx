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glb" ContentType="model/gltf.binary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4"/>
  </p:sldMasterIdLst>
  <p:notesMasterIdLst>
    <p:notesMasterId r:id="rId20"/>
  </p:notesMasterIdLst>
  <p:sldIdLst>
    <p:sldId id="256" r:id="rId5"/>
    <p:sldId id="283" r:id="rId6"/>
    <p:sldId id="287" r:id="rId7"/>
    <p:sldId id="259" r:id="rId8"/>
    <p:sldId id="260" r:id="rId9"/>
    <p:sldId id="312" r:id="rId10"/>
    <p:sldId id="263" r:id="rId11"/>
    <p:sldId id="309" r:id="rId12"/>
    <p:sldId id="310" r:id="rId13"/>
    <p:sldId id="308" r:id="rId14"/>
    <p:sldId id="307" r:id="rId15"/>
    <p:sldId id="311" r:id="rId16"/>
    <p:sldId id="276" r:id="rId17"/>
    <p:sldId id="265" r:id="rId18"/>
    <p:sldId id="284" r:id="rId1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1"/>
    </p:embeddedFont>
    <p:embeddedFont>
      <p:font typeface="Dosis" pitchFamily="2" charset="0"/>
      <p:regular r:id="rId22"/>
      <p:bold r:id="rId23"/>
    </p:embeddedFont>
    <p:embeddedFont>
      <p:font typeface="Merriweather" panose="00000500000000000000" pitchFamily="2" charset="0"/>
      <p:regular r:id="rId24"/>
      <p:bold r:id="rId25"/>
      <p:italic r:id="rId26"/>
      <p:boldItalic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apyrus" panose="03070502060502030205" pitchFamily="66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2F1FEAF-737E-4530-9F9D-79218C1EBD9F}">
          <p14:sldIdLst/>
        </p14:section>
        <p14:section name="Untitled Section" id="{9695EA21-E8A7-44C4-A5EF-193CD65FF0D9}">
          <p14:sldIdLst>
            <p14:sldId id="256"/>
          </p14:sldIdLst>
        </p14:section>
        <p14:section name="Untitled Section" id="{B872F628-FE49-4AD3-B160-755333B98C47}">
          <p14:sldIdLst>
            <p14:sldId id="283"/>
          </p14:sldIdLst>
        </p14:section>
        <p14:section name="Untitled Section" id="{6534BF91-A13D-4B88-899A-D4D2128C4A02}">
          <p14:sldIdLst>
            <p14:sldId id="287"/>
            <p14:sldId id="259"/>
            <p14:sldId id="260"/>
            <p14:sldId id="312"/>
            <p14:sldId id="263"/>
            <p14:sldId id="309"/>
            <p14:sldId id="310"/>
            <p14:sldId id="308"/>
            <p14:sldId id="307"/>
          </p14:sldIdLst>
        </p14:section>
        <p14:section name="Untitled Section" id="{B547BCAF-263B-4E27-A618-D6DB4989122D}">
          <p14:sldIdLst>
            <p14:sldId id="311"/>
            <p14:sldId id="276"/>
            <p14:sldId id="265"/>
            <p14:sldId id="284"/>
          </p14:sldIdLst>
        </p14:section>
        <p14:section name="Untitled Section" id="{2F5B8836-1FC2-47E3-99F5-277BDCF3852F}">
          <p14:sldIdLst/>
        </p14:section>
        <p14:section name="Untitled Section" id="{8FB92248-A278-4630-96BE-E45BD8AC0A9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EB6A6-CC17-4609-8A63-AEB1D9AF90D0}" v="2104" dt="2023-10-04T10:17:57.374"/>
  </p1510:revLst>
</p1510:revInfo>
</file>

<file path=ppt/tableStyles.xml><?xml version="1.0" encoding="utf-8"?>
<a:tblStyleLst xmlns:a="http://schemas.openxmlformats.org/drawingml/2006/main" def="{04C5F177-D620-412C-9AAF-91B1911534AF}">
  <a:tblStyle styleId="{04C5F177-D620-412C-9AAF-91B1911534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2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E7B61E-FA6D-4FDB-BB41-B18CE7597DD9}" type="doc">
      <dgm:prSet loTypeId="urn:microsoft.com/office/officeart/2005/8/layout/chevron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85C9A35-87E7-4485-9DF1-B938194D37CD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400" b="1" i="0" dirty="0"/>
            <a:t>Renowned Poet</a:t>
          </a:r>
        </a:p>
      </dgm:t>
    </dgm:pt>
    <dgm:pt modelId="{91662035-A4AE-4541-A0B5-F00E3208E4E9}" type="parTrans" cxnId="{BE614868-7C9C-4FC0-B3C3-A7D80BDC46F0}">
      <dgm:prSet/>
      <dgm:spPr/>
      <dgm:t>
        <a:bodyPr/>
        <a:lstStyle/>
        <a:p>
          <a:endParaRPr lang="en-US"/>
        </a:p>
      </dgm:t>
    </dgm:pt>
    <dgm:pt modelId="{9C5E0108-8075-41B2-8E42-2F4D431DEEE9}" type="sibTrans" cxnId="{BE614868-7C9C-4FC0-B3C3-A7D80BDC46F0}">
      <dgm:prSet/>
      <dgm:spPr/>
      <dgm:t>
        <a:bodyPr/>
        <a:lstStyle/>
        <a:p>
          <a:endParaRPr lang="en-US"/>
        </a:p>
      </dgm:t>
    </dgm:pt>
    <dgm:pt modelId="{9B50E088-0675-42D4-92D7-536DA0102034}">
      <dgm:prSet phldrT="[Text]"/>
      <dgm:spPr/>
      <dgm:t>
        <a:bodyPr/>
        <a:lstStyle/>
        <a:p>
          <a:r>
            <a:rPr lang="en-US" dirty="0"/>
            <a:t>Highly celebrated English poet.</a:t>
          </a:r>
        </a:p>
      </dgm:t>
    </dgm:pt>
    <dgm:pt modelId="{CD4E7E7D-CA9B-44BC-A52B-3724CD78AB1C}" type="parTrans" cxnId="{3ECED3D9-B2C0-4B3B-A99E-E6AD36C1A918}">
      <dgm:prSet/>
      <dgm:spPr/>
      <dgm:t>
        <a:bodyPr/>
        <a:lstStyle/>
        <a:p>
          <a:endParaRPr lang="en-US"/>
        </a:p>
      </dgm:t>
    </dgm:pt>
    <dgm:pt modelId="{1763DCFD-4287-4A60-A4F4-1F90F4AF7F96}" type="sibTrans" cxnId="{3ECED3D9-B2C0-4B3B-A99E-E6AD36C1A918}">
      <dgm:prSet/>
      <dgm:spPr/>
      <dgm:t>
        <a:bodyPr/>
        <a:lstStyle/>
        <a:p>
          <a:endParaRPr lang="en-US"/>
        </a:p>
      </dgm:t>
    </dgm:pt>
    <dgm:pt modelId="{80205B86-2B6D-4A16-9197-0F521A57BB2F}">
      <dgm:prSet phldrT="[Text]" custT="1"/>
      <dgm:spPr/>
      <dgm:t>
        <a:bodyPr/>
        <a:lstStyle/>
        <a:p>
          <a:pPr>
            <a:buFont typeface="+mj-lt"/>
            <a:buAutoNum type="arabicPeriod"/>
          </a:pPr>
          <a:endParaRPr lang="en-US" sz="1400" b="1" i="0" dirty="0"/>
        </a:p>
        <a:p>
          <a:pPr>
            <a:buFont typeface="+mj-lt"/>
            <a:buAutoNum type="arabicPeriod"/>
          </a:pPr>
          <a:r>
            <a:rPr lang="en-US" sz="1400" b="1" i="0" dirty="0"/>
            <a:t>Rural Dweller</a:t>
          </a:r>
        </a:p>
        <a:p>
          <a:pPr>
            <a:buFont typeface="+mj-lt"/>
            <a:buAutoNum type="arabicPeriod"/>
          </a:pPr>
          <a:endParaRPr lang="en-US" sz="1400" b="1" dirty="0"/>
        </a:p>
      </dgm:t>
    </dgm:pt>
    <dgm:pt modelId="{DA5A737E-A30A-48A1-BBF9-59C4346C70F2}" type="parTrans" cxnId="{28A7D4DB-3F7C-4ACD-A470-AE6DAAC0F9F6}">
      <dgm:prSet/>
      <dgm:spPr/>
      <dgm:t>
        <a:bodyPr/>
        <a:lstStyle/>
        <a:p>
          <a:endParaRPr lang="en-US"/>
        </a:p>
      </dgm:t>
    </dgm:pt>
    <dgm:pt modelId="{56C79695-5C6A-46A3-A26D-C9733E0852FB}" type="sibTrans" cxnId="{28A7D4DB-3F7C-4ACD-A470-AE6DAAC0F9F6}">
      <dgm:prSet/>
      <dgm:spPr/>
      <dgm:t>
        <a:bodyPr/>
        <a:lstStyle/>
        <a:p>
          <a:endParaRPr lang="en-US"/>
        </a:p>
      </dgm:t>
    </dgm:pt>
    <dgm:pt modelId="{63C3FABC-B597-4FC9-A2DD-E5BA72ADFF1F}">
      <dgm:prSet phldrT="[Text]"/>
      <dgm:spPr/>
      <dgm:t>
        <a:bodyPr/>
        <a:lstStyle/>
        <a:p>
          <a:r>
            <a:rPr lang="en-US" dirty="0"/>
            <a:t>Spent most of the time in rural areas.</a:t>
          </a:r>
        </a:p>
      </dgm:t>
    </dgm:pt>
    <dgm:pt modelId="{84B4CF14-5F48-4579-9395-E72112AB2B17}" type="parTrans" cxnId="{39832B28-26D6-46F1-A1C2-48E7DA5AE03C}">
      <dgm:prSet/>
      <dgm:spPr/>
      <dgm:t>
        <a:bodyPr/>
        <a:lstStyle/>
        <a:p>
          <a:endParaRPr lang="en-US"/>
        </a:p>
      </dgm:t>
    </dgm:pt>
    <dgm:pt modelId="{ED3FFE74-CDD7-4093-ABED-321A0E820486}" type="sibTrans" cxnId="{39832B28-26D6-46F1-A1C2-48E7DA5AE03C}">
      <dgm:prSet/>
      <dgm:spPr/>
      <dgm:t>
        <a:bodyPr/>
        <a:lstStyle/>
        <a:p>
          <a:endParaRPr lang="en-US"/>
        </a:p>
      </dgm:t>
    </dgm:pt>
    <dgm:pt modelId="{8E162130-09E8-4A76-A734-B6E86F67291D}">
      <dgm:prSet phldrT="[Text]" custT="1"/>
      <dgm:spPr/>
      <dgm:t>
        <a:bodyPr/>
        <a:lstStyle/>
        <a:p>
          <a:r>
            <a:rPr lang="en-US" sz="1400" b="1" i="0" dirty="0"/>
            <a:t>Symbolic</a:t>
          </a:r>
          <a:endParaRPr lang="en-US" sz="1400" b="1" dirty="0"/>
        </a:p>
      </dgm:t>
    </dgm:pt>
    <dgm:pt modelId="{A34C0258-B683-49E7-BDAE-B455F35F9FA2}" type="parTrans" cxnId="{2306AE18-E757-45E7-904E-0C0BF0A2E1B6}">
      <dgm:prSet/>
      <dgm:spPr/>
      <dgm:t>
        <a:bodyPr/>
        <a:lstStyle/>
        <a:p>
          <a:endParaRPr lang="en-US"/>
        </a:p>
      </dgm:t>
    </dgm:pt>
    <dgm:pt modelId="{62F95440-C6D8-47AF-8DFB-825B7BC6466B}" type="sibTrans" cxnId="{2306AE18-E757-45E7-904E-0C0BF0A2E1B6}">
      <dgm:prSet/>
      <dgm:spPr/>
      <dgm:t>
        <a:bodyPr/>
        <a:lstStyle/>
        <a:p>
          <a:endParaRPr lang="en-US"/>
        </a:p>
      </dgm:t>
    </dgm:pt>
    <dgm:pt modelId="{51D2AFB9-5F32-49AB-9533-BDF6377C9ECC}">
      <dgm:prSet phldrT="[Text]"/>
      <dgm:spPr/>
      <dgm:t>
        <a:bodyPr/>
        <a:lstStyle/>
        <a:p>
          <a:r>
            <a:rPr lang="en-US" dirty="0"/>
            <a:t>The imperial Eagle- Nazi party symbol.</a:t>
          </a:r>
        </a:p>
      </dgm:t>
    </dgm:pt>
    <dgm:pt modelId="{CA21E3BF-48C2-4462-8797-606C1FE865A7}" type="parTrans" cxnId="{E68505E5-3186-410D-ACE7-E90B4E03B971}">
      <dgm:prSet/>
      <dgm:spPr/>
      <dgm:t>
        <a:bodyPr/>
        <a:lstStyle/>
        <a:p>
          <a:endParaRPr lang="en-US"/>
        </a:p>
      </dgm:t>
    </dgm:pt>
    <dgm:pt modelId="{6089FF79-4707-4EEA-88DC-A889F2A8690E}" type="sibTrans" cxnId="{E68505E5-3186-410D-ACE7-E90B4E03B971}">
      <dgm:prSet/>
      <dgm:spPr/>
      <dgm:t>
        <a:bodyPr/>
        <a:lstStyle/>
        <a:p>
          <a:endParaRPr lang="en-US"/>
        </a:p>
      </dgm:t>
    </dgm:pt>
    <dgm:pt modelId="{7A3CE53F-A866-49BF-B451-8A9EEA974C0E}">
      <dgm:prSet phldrT="[Text]"/>
      <dgm:spPr/>
      <dgm:t>
        <a:bodyPr/>
        <a:lstStyle/>
        <a:p>
          <a:r>
            <a:rPr lang="en-US" b="0" i="0" dirty="0"/>
            <a:t>Playwright, translator, and children's author.</a:t>
          </a:r>
          <a:endParaRPr lang="en-US" dirty="0"/>
        </a:p>
      </dgm:t>
    </dgm:pt>
    <dgm:pt modelId="{F4996E72-6AB6-4EE9-A3CA-E4ABD8D6337C}" type="parTrans" cxnId="{ADABBFC3-0803-4287-A4BE-33B8987B55C4}">
      <dgm:prSet/>
      <dgm:spPr/>
      <dgm:t>
        <a:bodyPr/>
        <a:lstStyle/>
        <a:p>
          <a:endParaRPr lang="en-US"/>
        </a:p>
      </dgm:t>
    </dgm:pt>
    <dgm:pt modelId="{D3179B92-E6DE-496C-AAC5-F6A5DA15C638}" type="sibTrans" cxnId="{ADABBFC3-0803-4287-A4BE-33B8987B55C4}">
      <dgm:prSet/>
      <dgm:spPr/>
      <dgm:t>
        <a:bodyPr/>
        <a:lstStyle/>
        <a:p>
          <a:endParaRPr lang="en-US"/>
        </a:p>
      </dgm:t>
    </dgm:pt>
    <dgm:pt modelId="{38E68D94-90CF-4888-8DBC-F4006C2EA743}">
      <dgm:prSet phldrT="[Text]"/>
      <dgm:spPr/>
      <dgm:t>
        <a:bodyPr/>
        <a:lstStyle/>
        <a:p>
          <a:r>
            <a:rPr lang="en-US" b="0" i="0" dirty="0"/>
            <a:t>Poet Laureate of the UK from 1984 until his death.</a:t>
          </a:r>
          <a:endParaRPr lang="en-US" dirty="0"/>
        </a:p>
      </dgm:t>
    </dgm:pt>
    <dgm:pt modelId="{32FFEBAC-A292-4F70-9BE1-10B3F60A204E}" type="parTrans" cxnId="{D4022C65-1055-4A13-9674-640E4536DDA0}">
      <dgm:prSet/>
      <dgm:spPr/>
      <dgm:t>
        <a:bodyPr/>
        <a:lstStyle/>
        <a:p>
          <a:endParaRPr lang="en-US"/>
        </a:p>
      </dgm:t>
    </dgm:pt>
    <dgm:pt modelId="{B3818E36-3F8B-4D4B-81D2-A129B838ADA7}" type="sibTrans" cxnId="{D4022C65-1055-4A13-9674-640E4536DDA0}">
      <dgm:prSet/>
      <dgm:spPr/>
      <dgm:t>
        <a:bodyPr/>
        <a:lstStyle/>
        <a:p>
          <a:endParaRPr lang="en-US"/>
        </a:p>
      </dgm:t>
    </dgm:pt>
    <dgm:pt modelId="{279DF7E8-D418-4894-9B94-3A122A4BAFA5}">
      <dgm:prSet phldrT="[Text]"/>
      <dgm:spPr/>
      <dgm:t>
        <a:bodyPr/>
        <a:lstStyle/>
        <a:p>
          <a:r>
            <a:rPr lang="en-US" dirty="0"/>
            <a:t>Studied anthropology in university.</a:t>
          </a:r>
        </a:p>
      </dgm:t>
    </dgm:pt>
    <dgm:pt modelId="{D8F89016-17BA-49C7-B8A6-A15D55BF21F3}" type="sibTrans" cxnId="{E97C41C8-2FF4-445C-9437-A74628CB6E51}">
      <dgm:prSet/>
      <dgm:spPr/>
      <dgm:t>
        <a:bodyPr/>
        <a:lstStyle/>
        <a:p>
          <a:endParaRPr lang="en-US"/>
        </a:p>
      </dgm:t>
    </dgm:pt>
    <dgm:pt modelId="{5C80C287-8AE5-4F47-932B-447ADC882CC9}" type="parTrans" cxnId="{E97C41C8-2FF4-445C-9437-A74628CB6E51}">
      <dgm:prSet/>
      <dgm:spPr/>
      <dgm:t>
        <a:bodyPr/>
        <a:lstStyle/>
        <a:p>
          <a:endParaRPr lang="en-US"/>
        </a:p>
      </dgm:t>
    </dgm:pt>
    <dgm:pt modelId="{3D0A3F6C-C71A-4B56-BE63-E35E29B3D3EB}">
      <dgm:prSet phldrT="[Text]"/>
      <dgm:spPr/>
      <dgm:t>
        <a:bodyPr/>
        <a:lstStyle/>
        <a:p>
          <a:r>
            <a:rPr lang="en-US" dirty="0"/>
            <a:t>Also called “War poet once removed”</a:t>
          </a:r>
        </a:p>
      </dgm:t>
    </dgm:pt>
    <dgm:pt modelId="{A86E5697-ACF9-4AD3-8081-AC9B22DE91D5}" type="sibTrans" cxnId="{B360B0C5-3380-457D-AA6D-15469156281A}">
      <dgm:prSet/>
      <dgm:spPr/>
      <dgm:t>
        <a:bodyPr/>
        <a:lstStyle/>
        <a:p>
          <a:endParaRPr lang="en-US"/>
        </a:p>
      </dgm:t>
    </dgm:pt>
    <dgm:pt modelId="{C74BA8C4-9DF9-4E45-B18C-038797F9D888}" type="parTrans" cxnId="{B360B0C5-3380-457D-AA6D-15469156281A}">
      <dgm:prSet/>
      <dgm:spPr/>
      <dgm:t>
        <a:bodyPr/>
        <a:lstStyle/>
        <a:p>
          <a:endParaRPr lang="en-US"/>
        </a:p>
      </dgm:t>
    </dgm:pt>
    <dgm:pt modelId="{7900F9A4-FEC9-421C-9120-F65EDA41BC7B}">
      <dgm:prSet phldrT="[Text]"/>
      <dgm:spPr/>
      <dgm:t>
        <a:bodyPr/>
        <a:lstStyle/>
        <a:p>
          <a:r>
            <a:rPr lang="en-US" dirty="0"/>
            <a:t>Did many jobs before poet, including working at zoo.</a:t>
          </a:r>
        </a:p>
      </dgm:t>
    </dgm:pt>
    <dgm:pt modelId="{5BF17FDB-45CE-486A-9D71-B40FCE8C039C}" type="sibTrans" cxnId="{702EF946-0E06-4676-B72D-0E7C83EB05CD}">
      <dgm:prSet/>
      <dgm:spPr/>
      <dgm:t>
        <a:bodyPr/>
        <a:lstStyle/>
        <a:p>
          <a:endParaRPr lang="en-US"/>
        </a:p>
      </dgm:t>
    </dgm:pt>
    <dgm:pt modelId="{015D17FA-A93F-4FDB-AA73-7B0BF32E7174}" type="parTrans" cxnId="{702EF946-0E06-4676-B72D-0E7C83EB05CD}">
      <dgm:prSet/>
      <dgm:spPr/>
      <dgm:t>
        <a:bodyPr/>
        <a:lstStyle/>
        <a:p>
          <a:endParaRPr lang="en-US"/>
        </a:p>
      </dgm:t>
    </dgm:pt>
    <dgm:pt modelId="{A5852806-10C7-402F-A9B5-6C64C0F94F8B}" type="pres">
      <dgm:prSet presAssocID="{BFE7B61E-FA6D-4FDB-BB41-B18CE7597DD9}" presName="linearFlow" presStyleCnt="0">
        <dgm:presLayoutVars>
          <dgm:dir/>
          <dgm:animLvl val="lvl"/>
          <dgm:resizeHandles val="exact"/>
        </dgm:presLayoutVars>
      </dgm:prSet>
      <dgm:spPr/>
    </dgm:pt>
    <dgm:pt modelId="{79B811A2-0B71-4434-9C01-318F553675F5}" type="pres">
      <dgm:prSet presAssocID="{E85C9A35-87E7-4485-9DF1-B938194D37CD}" presName="composite" presStyleCnt="0"/>
      <dgm:spPr/>
    </dgm:pt>
    <dgm:pt modelId="{2F6105E5-AA7D-48B3-B91E-407ABA81E481}" type="pres">
      <dgm:prSet presAssocID="{E85C9A35-87E7-4485-9DF1-B938194D37C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1FC9B8-5CDD-476F-A78C-099B436A64A8}" type="pres">
      <dgm:prSet presAssocID="{E85C9A35-87E7-4485-9DF1-B938194D37CD}" presName="descendantText" presStyleLbl="alignAcc1" presStyleIdx="0" presStyleCnt="3" custLinFactNeighborX="0" custLinFactNeighborY="15">
        <dgm:presLayoutVars>
          <dgm:bulletEnabled val="1"/>
        </dgm:presLayoutVars>
      </dgm:prSet>
      <dgm:spPr/>
    </dgm:pt>
    <dgm:pt modelId="{662DF9A8-EC1B-46BB-A5C6-327A67A48FCB}" type="pres">
      <dgm:prSet presAssocID="{9C5E0108-8075-41B2-8E42-2F4D431DEEE9}" presName="sp" presStyleCnt="0"/>
      <dgm:spPr/>
    </dgm:pt>
    <dgm:pt modelId="{1B5EFEAE-D611-46ED-81E2-CECBB6690B19}" type="pres">
      <dgm:prSet presAssocID="{80205B86-2B6D-4A16-9197-0F521A57BB2F}" presName="composite" presStyleCnt="0"/>
      <dgm:spPr/>
    </dgm:pt>
    <dgm:pt modelId="{807E4FA3-6A12-48BB-AF26-7633895A23E5}" type="pres">
      <dgm:prSet presAssocID="{80205B86-2B6D-4A16-9197-0F521A57BB2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BA7120E7-9264-4233-A141-654EADA14FD4}" type="pres">
      <dgm:prSet presAssocID="{80205B86-2B6D-4A16-9197-0F521A57BB2F}" presName="descendantText" presStyleLbl="alignAcc1" presStyleIdx="1" presStyleCnt="3">
        <dgm:presLayoutVars>
          <dgm:bulletEnabled val="1"/>
        </dgm:presLayoutVars>
      </dgm:prSet>
      <dgm:spPr/>
    </dgm:pt>
    <dgm:pt modelId="{4935433A-B8ED-4788-A478-1A7E9BBE9E18}" type="pres">
      <dgm:prSet presAssocID="{56C79695-5C6A-46A3-A26D-C9733E0852FB}" presName="sp" presStyleCnt="0"/>
      <dgm:spPr/>
    </dgm:pt>
    <dgm:pt modelId="{CC22E2F5-B73E-4B84-A5EF-B78728192FA1}" type="pres">
      <dgm:prSet presAssocID="{8E162130-09E8-4A76-A734-B6E86F67291D}" presName="composite" presStyleCnt="0"/>
      <dgm:spPr/>
    </dgm:pt>
    <dgm:pt modelId="{7B35EBE4-B968-49C9-AFA7-DF941CFD9CC1}" type="pres">
      <dgm:prSet presAssocID="{8E162130-09E8-4A76-A734-B6E86F67291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44AE8160-DD66-426F-83E5-410600BEC781}" type="pres">
      <dgm:prSet presAssocID="{8E162130-09E8-4A76-A734-B6E86F67291D}" presName="descendantText" presStyleLbl="alignAcc1" presStyleIdx="2" presStyleCnt="3" custLinFactNeighborX="0">
        <dgm:presLayoutVars>
          <dgm:bulletEnabled val="1"/>
        </dgm:presLayoutVars>
      </dgm:prSet>
      <dgm:spPr/>
    </dgm:pt>
  </dgm:ptLst>
  <dgm:cxnLst>
    <dgm:cxn modelId="{2FCE4006-3CC1-4C3C-8BC5-312A95EC90B2}" type="presOf" srcId="{9B50E088-0675-42D4-92D7-536DA0102034}" destId="{E01FC9B8-5CDD-476F-A78C-099B436A64A8}" srcOrd="0" destOrd="0" presId="urn:microsoft.com/office/officeart/2005/8/layout/chevron2"/>
    <dgm:cxn modelId="{2306AE18-E757-45E7-904E-0C0BF0A2E1B6}" srcId="{BFE7B61E-FA6D-4FDB-BB41-B18CE7597DD9}" destId="{8E162130-09E8-4A76-A734-B6E86F67291D}" srcOrd="2" destOrd="0" parTransId="{A34C0258-B683-49E7-BDAE-B455F35F9FA2}" sibTransId="{62F95440-C6D8-47AF-8DFB-825B7BC6466B}"/>
    <dgm:cxn modelId="{39832B28-26D6-46F1-A1C2-48E7DA5AE03C}" srcId="{80205B86-2B6D-4A16-9197-0F521A57BB2F}" destId="{63C3FABC-B597-4FC9-A2DD-E5BA72ADFF1F}" srcOrd="0" destOrd="0" parTransId="{84B4CF14-5F48-4579-9395-E72112AB2B17}" sibTransId="{ED3FFE74-CDD7-4093-ABED-321A0E820486}"/>
    <dgm:cxn modelId="{98421B39-487D-46B0-A24C-7618DF6EDF9F}" type="presOf" srcId="{38E68D94-90CF-4888-8DBC-F4006C2EA743}" destId="{E01FC9B8-5CDD-476F-A78C-099B436A64A8}" srcOrd="0" destOrd="2" presId="urn:microsoft.com/office/officeart/2005/8/layout/chevron2"/>
    <dgm:cxn modelId="{9BD5BE3F-B22F-476A-A210-A4E39681C744}" type="presOf" srcId="{8E162130-09E8-4A76-A734-B6E86F67291D}" destId="{7B35EBE4-B968-49C9-AFA7-DF941CFD9CC1}" srcOrd="0" destOrd="0" presId="urn:microsoft.com/office/officeart/2005/8/layout/chevron2"/>
    <dgm:cxn modelId="{D4022C65-1055-4A13-9674-640E4536DDA0}" srcId="{E85C9A35-87E7-4485-9DF1-B938194D37CD}" destId="{38E68D94-90CF-4888-8DBC-F4006C2EA743}" srcOrd="2" destOrd="0" parTransId="{32FFEBAC-A292-4F70-9BE1-10B3F60A204E}" sibTransId="{B3818E36-3F8B-4D4B-81D2-A129B838ADA7}"/>
    <dgm:cxn modelId="{702EF946-0E06-4676-B72D-0E7C83EB05CD}" srcId="{8E162130-09E8-4A76-A734-B6E86F67291D}" destId="{7900F9A4-FEC9-421C-9120-F65EDA41BC7B}" srcOrd="1" destOrd="0" parTransId="{015D17FA-A93F-4FDB-AA73-7B0BF32E7174}" sibTransId="{5BF17FDB-45CE-486A-9D71-B40FCE8C039C}"/>
    <dgm:cxn modelId="{BE614868-7C9C-4FC0-B3C3-A7D80BDC46F0}" srcId="{BFE7B61E-FA6D-4FDB-BB41-B18CE7597DD9}" destId="{E85C9A35-87E7-4485-9DF1-B938194D37CD}" srcOrd="0" destOrd="0" parTransId="{91662035-A4AE-4541-A0B5-F00E3208E4E9}" sibTransId="{9C5E0108-8075-41B2-8E42-2F4D431DEEE9}"/>
    <dgm:cxn modelId="{D1D43C4C-106A-45C4-95B4-2525B5BF4E01}" type="presOf" srcId="{63C3FABC-B597-4FC9-A2DD-E5BA72ADFF1F}" destId="{BA7120E7-9264-4233-A141-654EADA14FD4}" srcOrd="0" destOrd="0" presId="urn:microsoft.com/office/officeart/2005/8/layout/chevron2"/>
    <dgm:cxn modelId="{8EB79753-6A42-47A3-9E05-BE286CB707F8}" type="presOf" srcId="{BFE7B61E-FA6D-4FDB-BB41-B18CE7597DD9}" destId="{A5852806-10C7-402F-A9B5-6C64C0F94F8B}" srcOrd="0" destOrd="0" presId="urn:microsoft.com/office/officeart/2005/8/layout/chevron2"/>
    <dgm:cxn modelId="{6CCD3159-E2C4-45A2-AEB3-2609853049C7}" type="presOf" srcId="{80205B86-2B6D-4A16-9197-0F521A57BB2F}" destId="{807E4FA3-6A12-48BB-AF26-7633895A23E5}" srcOrd="0" destOrd="0" presId="urn:microsoft.com/office/officeart/2005/8/layout/chevron2"/>
    <dgm:cxn modelId="{BD9E7794-CD4D-4D53-9413-77AEDD718E7C}" type="presOf" srcId="{7A3CE53F-A866-49BF-B451-8A9EEA974C0E}" destId="{E01FC9B8-5CDD-476F-A78C-099B436A64A8}" srcOrd="0" destOrd="1" presId="urn:microsoft.com/office/officeart/2005/8/layout/chevron2"/>
    <dgm:cxn modelId="{82CFF5AF-F544-47AF-B26B-D589D3E0C925}" type="presOf" srcId="{3D0A3F6C-C71A-4B56-BE63-E35E29B3D3EB}" destId="{BA7120E7-9264-4233-A141-654EADA14FD4}" srcOrd="0" destOrd="2" presId="urn:microsoft.com/office/officeart/2005/8/layout/chevron2"/>
    <dgm:cxn modelId="{ADABBFC3-0803-4287-A4BE-33B8987B55C4}" srcId="{E85C9A35-87E7-4485-9DF1-B938194D37CD}" destId="{7A3CE53F-A866-49BF-B451-8A9EEA974C0E}" srcOrd="1" destOrd="0" parTransId="{F4996E72-6AB6-4EE9-A3CA-E4ABD8D6337C}" sibTransId="{D3179B92-E6DE-496C-AAC5-F6A5DA15C638}"/>
    <dgm:cxn modelId="{B360B0C5-3380-457D-AA6D-15469156281A}" srcId="{80205B86-2B6D-4A16-9197-0F521A57BB2F}" destId="{3D0A3F6C-C71A-4B56-BE63-E35E29B3D3EB}" srcOrd="2" destOrd="0" parTransId="{C74BA8C4-9DF9-4E45-B18C-038797F9D888}" sibTransId="{A86E5697-ACF9-4AD3-8081-AC9B22DE91D5}"/>
    <dgm:cxn modelId="{E97C41C8-2FF4-445C-9437-A74628CB6E51}" srcId="{80205B86-2B6D-4A16-9197-0F521A57BB2F}" destId="{279DF7E8-D418-4894-9B94-3A122A4BAFA5}" srcOrd="1" destOrd="0" parTransId="{5C80C287-8AE5-4F47-932B-447ADC882CC9}" sibTransId="{D8F89016-17BA-49C7-B8A6-A15D55BF21F3}"/>
    <dgm:cxn modelId="{3729BDCB-DE56-4956-A2A1-C63B3DD8D419}" type="presOf" srcId="{7900F9A4-FEC9-421C-9120-F65EDA41BC7B}" destId="{44AE8160-DD66-426F-83E5-410600BEC781}" srcOrd="0" destOrd="1" presId="urn:microsoft.com/office/officeart/2005/8/layout/chevron2"/>
    <dgm:cxn modelId="{3ECED3D9-B2C0-4B3B-A99E-E6AD36C1A918}" srcId="{E85C9A35-87E7-4485-9DF1-B938194D37CD}" destId="{9B50E088-0675-42D4-92D7-536DA0102034}" srcOrd="0" destOrd="0" parTransId="{CD4E7E7D-CA9B-44BC-A52B-3724CD78AB1C}" sibTransId="{1763DCFD-4287-4A60-A4F4-1F90F4AF7F96}"/>
    <dgm:cxn modelId="{28A7D4DB-3F7C-4ACD-A470-AE6DAAC0F9F6}" srcId="{BFE7B61E-FA6D-4FDB-BB41-B18CE7597DD9}" destId="{80205B86-2B6D-4A16-9197-0F521A57BB2F}" srcOrd="1" destOrd="0" parTransId="{DA5A737E-A30A-48A1-BBF9-59C4346C70F2}" sibTransId="{56C79695-5C6A-46A3-A26D-C9733E0852FB}"/>
    <dgm:cxn modelId="{E68505E5-3186-410D-ACE7-E90B4E03B971}" srcId="{8E162130-09E8-4A76-A734-B6E86F67291D}" destId="{51D2AFB9-5F32-49AB-9533-BDF6377C9ECC}" srcOrd="0" destOrd="0" parTransId="{CA21E3BF-48C2-4462-8797-606C1FE865A7}" sibTransId="{6089FF79-4707-4EEA-88DC-A889F2A8690E}"/>
    <dgm:cxn modelId="{1E5D73E7-574C-45A1-B1ED-9FFB70EE21F9}" type="presOf" srcId="{279DF7E8-D418-4894-9B94-3A122A4BAFA5}" destId="{BA7120E7-9264-4233-A141-654EADA14FD4}" srcOrd="0" destOrd="1" presId="urn:microsoft.com/office/officeart/2005/8/layout/chevron2"/>
    <dgm:cxn modelId="{968769EE-0E54-4B59-A098-4E74D2B301A0}" type="presOf" srcId="{E85C9A35-87E7-4485-9DF1-B938194D37CD}" destId="{2F6105E5-AA7D-48B3-B91E-407ABA81E481}" srcOrd="0" destOrd="0" presId="urn:microsoft.com/office/officeart/2005/8/layout/chevron2"/>
    <dgm:cxn modelId="{E5CA39F2-20F1-4A5C-990E-F1475ED454FC}" type="presOf" srcId="{51D2AFB9-5F32-49AB-9533-BDF6377C9ECC}" destId="{44AE8160-DD66-426F-83E5-410600BEC781}" srcOrd="0" destOrd="0" presId="urn:microsoft.com/office/officeart/2005/8/layout/chevron2"/>
    <dgm:cxn modelId="{0AFB0BAA-F195-41AE-BB70-FCCDAE7F4CA5}" type="presParOf" srcId="{A5852806-10C7-402F-A9B5-6C64C0F94F8B}" destId="{79B811A2-0B71-4434-9C01-318F553675F5}" srcOrd="0" destOrd="0" presId="urn:microsoft.com/office/officeart/2005/8/layout/chevron2"/>
    <dgm:cxn modelId="{A41680F7-873C-4FDB-A0B6-BC9760C67DFD}" type="presParOf" srcId="{79B811A2-0B71-4434-9C01-318F553675F5}" destId="{2F6105E5-AA7D-48B3-B91E-407ABA81E481}" srcOrd="0" destOrd="0" presId="urn:microsoft.com/office/officeart/2005/8/layout/chevron2"/>
    <dgm:cxn modelId="{93E3F300-6292-4AC9-AADE-9CA2A6C468F1}" type="presParOf" srcId="{79B811A2-0B71-4434-9C01-318F553675F5}" destId="{E01FC9B8-5CDD-476F-A78C-099B436A64A8}" srcOrd="1" destOrd="0" presId="urn:microsoft.com/office/officeart/2005/8/layout/chevron2"/>
    <dgm:cxn modelId="{C0DAF644-26E4-45EA-B751-8261C3A867E6}" type="presParOf" srcId="{A5852806-10C7-402F-A9B5-6C64C0F94F8B}" destId="{662DF9A8-EC1B-46BB-A5C6-327A67A48FCB}" srcOrd="1" destOrd="0" presId="urn:microsoft.com/office/officeart/2005/8/layout/chevron2"/>
    <dgm:cxn modelId="{55871109-FE61-49F3-8AD2-8E05CD7346A4}" type="presParOf" srcId="{A5852806-10C7-402F-A9B5-6C64C0F94F8B}" destId="{1B5EFEAE-D611-46ED-81E2-CECBB6690B19}" srcOrd="2" destOrd="0" presId="urn:microsoft.com/office/officeart/2005/8/layout/chevron2"/>
    <dgm:cxn modelId="{E56E83F2-E72D-49D7-BD0E-E257BA6BB83A}" type="presParOf" srcId="{1B5EFEAE-D611-46ED-81E2-CECBB6690B19}" destId="{807E4FA3-6A12-48BB-AF26-7633895A23E5}" srcOrd="0" destOrd="0" presId="urn:microsoft.com/office/officeart/2005/8/layout/chevron2"/>
    <dgm:cxn modelId="{F0D943BF-C59C-4B9B-BEDF-0F007BAE226C}" type="presParOf" srcId="{1B5EFEAE-D611-46ED-81E2-CECBB6690B19}" destId="{BA7120E7-9264-4233-A141-654EADA14FD4}" srcOrd="1" destOrd="0" presId="urn:microsoft.com/office/officeart/2005/8/layout/chevron2"/>
    <dgm:cxn modelId="{26477CA5-A6AE-44B6-999F-F87540F087EA}" type="presParOf" srcId="{A5852806-10C7-402F-A9B5-6C64C0F94F8B}" destId="{4935433A-B8ED-4788-A478-1A7E9BBE9E18}" srcOrd="3" destOrd="0" presId="urn:microsoft.com/office/officeart/2005/8/layout/chevron2"/>
    <dgm:cxn modelId="{2CC0D150-69BC-4248-88F6-D3F2780B7699}" type="presParOf" srcId="{A5852806-10C7-402F-A9B5-6C64C0F94F8B}" destId="{CC22E2F5-B73E-4B84-A5EF-B78728192FA1}" srcOrd="4" destOrd="0" presId="urn:microsoft.com/office/officeart/2005/8/layout/chevron2"/>
    <dgm:cxn modelId="{99554352-3F8D-457F-8C58-B925F2B0F0FE}" type="presParOf" srcId="{CC22E2F5-B73E-4B84-A5EF-B78728192FA1}" destId="{7B35EBE4-B968-49C9-AFA7-DF941CFD9CC1}" srcOrd="0" destOrd="0" presId="urn:microsoft.com/office/officeart/2005/8/layout/chevron2"/>
    <dgm:cxn modelId="{D3ACE093-1EFC-479B-97C3-E588B2868E5F}" type="presParOf" srcId="{CC22E2F5-B73E-4B84-A5EF-B78728192FA1}" destId="{44AE8160-DD66-426F-83E5-410600BEC7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66BC21-1A85-492C-AFA8-AE184537C588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102E59-A2F9-4CCC-9812-2DD6158EE87D}">
      <dgm:prSet phldrT="[Text]" custT="1"/>
      <dgm:spPr/>
      <dgm:t>
        <a:bodyPr/>
        <a:lstStyle/>
        <a:p>
          <a:r>
            <a:rPr lang="en-US" sz="800" b="1" i="0" dirty="0"/>
            <a:t>Introduction</a:t>
          </a:r>
          <a:endParaRPr lang="en-US" sz="800" b="1" dirty="0"/>
        </a:p>
      </dgm:t>
    </dgm:pt>
    <dgm:pt modelId="{D46AB108-F07F-4544-B56D-844C214E1DD8}" type="parTrans" cxnId="{0E03A9A2-13E4-47CD-93DE-5EB41B8AC725}">
      <dgm:prSet/>
      <dgm:spPr/>
      <dgm:t>
        <a:bodyPr/>
        <a:lstStyle/>
        <a:p>
          <a:endParaRPr lang="en-US"/>
        </a:p>
      </dgm:t>
    </dgm:pt>
    <dgm:pt modelId="{6C5C75A7-2D2E-4636-9A9D-1CB72DEB2D58}" type="sibTrans" cxnId="{0E03A9A2-13E4-47CD-93DE-5EB41B8AC725}">
      <dgm:prSet/>
      <dgm:spPr/>
      <dgm:t>
        <a:bodyPr/>
        <a:lstStyle/>
        <a:p>
          <a:endParaRPr lang="en-US"/>
        </a:p>
      </dgm:t>
    </dgm:pt>
    <dgm:pt modelId="{B37A84B7-BDFC-4FD6-B835-B40C646E8133}">
      <dgm:prSet phldrT="[Text]"/>
      <dgm:spPr/>
      <dgm:t>
        <a:bodyPr/>
        <a:lstStyle/>
        <a:p>
          <a:endParaRPr lang="en-US" dirty="0"/>
        </a:p>
      </dgm:t>
    </dgm:pt>
    <dgm:pt modelId="{F128E9CB-BA48-4CC3-B4B5-80CDC0BDF1F6}" type="parTrans" cxnId="{9591B630-D13D-441A-8DA2-EB4459F51F2C}">
      <dgm:prSet/>
      <dgm:spPr/>
      <dgm:t>
        <a:bodyPr/>
        <a:lstStyle/>
        <a:p>
          <a:endParaRPr lang="en-US"/>
        </a:p>
      </dgm:t>
    </dgm:pt>
    <dgm:pt modelId="{B54DA241-ECA0-4C8A-8A13-2CA0E65EF477}" type="sibTrans" cxnId="{9591B630-D13D-441A-8DA2-EB4459F51F2C}">
      <dgm:prSet/>
      <dgm:spPr/>
      <dgm:t>
        <a:bodyPr/>
        <a:lstStyle/>
        <a:p>
          <a:endParaRPr lang="en-US"/>
        </a:p>
      </dgm:t>
    </dgm:pt>
    <dgm:pt modelId="{CA7F633E-20E4-4FB9-9B9E-BB1A22511D85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Full Name: Ted Hughes (Edward James Hughes)</a:t>
          </a:r>
          <a:endParaRPr lang="en-US" sz="700" dirty="0"/>
        </a:p>
      </dgm:t>
    </dgm:pt>
    <dgm:pt modelId="{EC1F1746-205F-4942-9E55-97EDB74E48F8}" type="parTrans" cxnId="{CC918426-B00E-4B4D-B01A-CA3FC49E2889}">
      <dgm:prSet/>
      <dgm:spPr/>
      <dgm:t>
        <a:bodyPr/>
        <a:lstStyle/>
        <a:p>
          <a:endParaRPr lang="en-US"/>
        </a:p>
      </dgm:t>
    </dgm:pt>
    <dgm:pt modelId="{4F6F7168-A3C4-458E-97AB-4A4F4A1A8876}" type="sibTrans" cxnId="{CC918426-B00E-4B4D-B01A-CA3FC49E2889}">
      <dgm:prSet/>
      <dgm:spPr/>
      <dgm:t>
        <a:bodyPr/>
        <a:lstStyle/>
        <a:p>
          <a:endParaRPr lang="en-US"/>
        </a:p>
      </dgm:t>
    </dgm:pt>
    <dgm:pt modelId="{E1F5E6DD-562C-4ADE-B570-A9E163456F9E}">
      <dgm:prSet phldrT="[Text]" custT="1"/>
      <dgm:spPr/>
      <dgm:t>
        <a:bodyPr/>
        <a:lstStyle/>
        <a:p>
          <a:endParaRPr lang="en-US" sz="900" b="1" i="0" dirty="0"/>
        </a:p>
        <a:p>
          <a:r>
            <a:rPr lang="en-US" sz="900" b="1" i="0" dirty="0"/>
            <a:t>Early Life</a:t>
          </a:r>
          <a:r>
            <a:rPr lang="en-US" sz="900" b="0" i="0" dirty="0"/>
            <a:t>:</a:t>
          </a:r>
        </a:p>
        <a:p>
          <a:endParaRPr lang="en-US" sz="900" dirty="0"/>
        </a:p>
      </dgm:t>
    </dgm:pt>
    <dgm:pt modelId="{6BD79375-79A2-48EE-A987-85F4C9D3723E}" type="parTrans" cxnId="{BFFFDCAB-AE25-4858-81FB-E44DC61D54CD}">
      <dgm:prSet/>
      <dgm:spPr/>
      <dgm:t>
        <a:bodyPr/>
        <a:lstStyle/>
        <a:p>
          <a:endParaRPr lang="en-US"/>
        </a:p>
      </dgm:t>
    </dgm:pt>
    <dgm:pt modelId="{4999F05B-3E93-410C-980C-F6D592266281}" type="sibTrans" cxnId="{BFFFDCAB-AE25-4858-81FB-E44DC61D54CD}">
      <dgm:prSet/>
      <dgm:spPr/>
      <dgm:t>
        <a:bodyPr/>
        <a:lstStyle/>
        <a:p>
          <a:endParaRPr lang="en-US"/>
        </a:p>
      </dgm:t>
    </dgm:pt>
    <dgm:pt modelId="{2B9DDE42-7DAE-485B-B10A-0B41A00B0F44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Hughes grew up in the countryside of Yorkshire, which deeply influenced his poetry.</a:t>
          </a:r>
          <a:endParaRPr lang="en-US" sz="700" dirty="0"/>
        </a:p>
      </dgm:t>
    </dgm:pt>
    <dgm:pt modelId="{DE791B0B-5CB2-4F00-B0AD-EA63DFAF1AC1}" type="parTrans" cxnId="{F53D51FA-2379-4CA0-9DBA-AE31C3A7578E}">
      <dgm:prSet/>
      <dgm:spPr/>
      <dgm:t>
        <a:bodyPr/>
        <a:lstStyle/>
        <a:p>
          <a:endParaRPr lang="en-US"/>
        </a:p>
      </dgm:t>
    </dgm:pt>
    <dgm:pt modelId="{D8CADA08-0D08-494A-87E1-8B64E3AD4097}" type="sibTrans" cxnId="{F53D51FA-2379-4CA0-9DBA-AE31C3A7578E}">
      <dgm:prSet/>
      <dgm:spPr/>
      <dgm:t>
        <a:bodyPr/>
        <a:lstStyle/>
        <a:p>
          <a:endParaRPr lang="en-US"/>
        </a:p>
      </dgm:t>
    </dgm:pt>
    <dgm:pt modelId="{84AA7CE3-235B-43DD-9FEB-D45D9B2378A6}">
      <dgm:prSet phldrT="[Text]" custT="1"/>
      <dgm:spPr/>
      <dgm:t>
        <a:bodyPr/>
        <a:lstStyle/>
        <a:p>
          <a:r>
            <a:rPr lang="en-US" sz="1100" b="1" i="0" dirty="0"/>
            <a:t>Poetry</a:t>
          </a:r>
          <a:endParaRPr lang="en-US" sz="1100" dirty="0"/>
        </a:p>
      </dgm:t>
    </dgm:pt>
    <dgm:pt modelId="{04A3E07A-DFA0-4A2F-AC97-EFECAC7F3887}" type="parTrans" cxnId="{30981C2B-2914-46D8-9FC9-EF7B9BFBFC4B}">
      <dgm:prSet/>
      <dgm:spPr/>
      <dgm:t>
        <a:bodyPr/>
        <a:lstStyle/>
        <a:p>
          <a:endParaRPr lang="en-US"/>
        </a:p>
      </dgm:t>
    </dgm:pt>
    <dgm:pt modelId="{EBB034D6-9852-4D60-BDBB-8C7D2E524B46}" type="sibTrans" cxnId="{30981C2B-2914-46D8-9FC9-EF7B9BFBFC4B}">
      <dgm:prSet/>
      <dgm:spPr/>
      <dgm:t>
        <a:bodyPr/>
        <a:lstStyle/>
        <a:p>
          <a:endParaRPr lang="en-US"/>
        </a:p>
      </dgm:t>
    </dgm:pt>
    <dgm:pt modelId="{FA2ED61E-18BA-4E6C-B5A2-E2A95B292BFB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7C21E0E7-9377-46D4-AA0C-BA6FC76FA484}" type="parTrans" cxnId="{B628B89F-E110-48D8-BFF9-473DE8EC505C}">
      <dgm:prSet/>
      <dgm:spPr/>
      <dgm:t>
        <a:bodyPr/>
        <a:lstStyle/>
        <a:p>
          <a:endParaRPr lang="en-US"/>
        </a:p>
      </dgm:t>
    </dgm:pt>
    <dgm:pt modelId="{80954E7C-5D76-4271-885D-1B1F8829427B}" type="sibTrans" cxnId="{B628B89F-E110-48D8-BFF9-473DE8EC505C}">
      <dgm:prSet/>
      <dgm:spPr/>
      <dgm:t>
        <a:bodyPr/>
        <a:lstStyle/>
        <a:p>
          <a:endParaRPr lang="en-US"/>
        </a:p>
      </dgm:t>
    </dgm:pt>
    <dgm:pt modelId="{28281CF1-4511-40E6-A5A2-7D75FEE90010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700" b="0" i="0" dirty="0"/>
            <a:t>     Known for his powerful and evocative imagery.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 Frequently explored themes of nature, animals, and the human experience.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 Major works include "Crow" (1970) and "Birthday Letters"        (1998).</a:t>
          </a:r>
        </a:p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 Often associated with the Confessional poetry movement.</a:t>
          </a:r>
          <a:endParaRPr lang="en-US" sz="700" dirty="0"/>
        </a:p>
      </dgm:t>
    </dgm:pt>
    <dgm:pt modelId="{0D4B6C2D-676E-4927-A9FE-1C72E274C87C}" type="parTrans" cxnId="{E23F9BC2-FCCB-469E-84D5-CA50CD872049}">
      <dgm:prSet/>
      <dgm:spPr/>
      <dgm:t>
        <a:bodyPr/>
        <a:lstStyle/>
        <a:p>
          <a:endParaRPr lang="en-US"/>
        </a:p>
      </dgm:t>
    </dgm:pt>
    <dgm:pt modelId="{5B57A474-77F0-4A3E-94A8-A7C0F941DF91}" type="sibTrans" cxnId="{E23F9BC2-FCCB-469E-84D5-CA50CD872049}">
      <dgm:prSet/>
      <dgm:spPr/>
      <dgm:t>
        <a:bodyPr/>
        <a:lstStyle/>
        <a:p>
          <a:endParaRPr lang="en-US"/>
        </a:p>
      </dgm:t>
    </dgm:pt>
    <dgm:pt modelId="{93698063-73C7-4806-B37D-F5BA2E974C85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Birth Date and Place: Born on August 17, 1930, in Mytholmroyd, Yorkshire, England.</a:t>
          </a:r>
          <a:endParaRPr lang="en-US" sz="700" dirty="0"/>
        </a:p>
      </dgm:t>
    </dgm:pt>
    <dgm:pt modelId="{EDEA3871-68E1-49BD-BF45-2D3E2329E4DE}" type="parTrans" cxnId="{BE9F28AB-837C-46CD-8043-064D4F2BE207}">
      <dgm:prSet/>
      <dgm:spPr/>
      <dgm:t>
        <a:bodyPr/>
        <a:lstStyle/>
        <a:p>
          <a:endParaRPr lang="en-US"/>
        </a:p>
      </dgm:t>
    </dgm:pt>
    <dgm:pt modelId="{3E127CD1-4A9D-4B8C-95E6-85C2F8C3EF0D}" type="sibTrans" cxnId="{BE9F28AB-837C-46CD-8043-064D4F2BE207}">
      <dgm:prSet/>
      <dgm:spPr/>
      <dgm:t>
        <a:bodyPr/>
        <a:lstStyle/>
        <a:p>
          <a:endParaRPr lang="en-US"/>
        </a:p>
      </dgm:t>
    </dgm:pt>
    <dgm:pt modelId="{41E2C2CA-548E-429B-BB62-9C35F3CA0E88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700" b="0" i="0" dirty="0"/>
            <a:t>Death Date: Died on October 28, 1998.</a:t>
          </a:r>
        </a:p>
        <a:p>
          <a:pPr algn="l">
            <a:buFont typeface="Arial" panose="020B0604020202020204" pitchFamily="34" charset="0"/>
            <a:buChar char="•"/>
          </a:pPr>
          <a:endParaRPr lang="en-US" sz="400" dirty="0"/>
        </a:p>
      </dgm:t>
    </dgm:pt>
    <dgm:pt modelId="{A3499FCE-795D-4AC3-B57B-294B6D8A496D}" type="parTrans" cxnId="{05B0D179-4890-43E4-AC66-A0C044369AEB}">
      <dgm:prSet/>
      <dgm:spPr/>
      <dgm:t>
        <a:bodyPr/>
        <a:lstStyle/>
        <a:p>
          <a:endParaRPr lang="en-US"/>
        </a:p>
      </dgm:t>
    </dgm:pt>
    <dgm:pt modelId="{B43B245B-18DD-4D7C-840F-D4C379C59C1D}" type="sibTrans" cxnId="{05B0D179-4890-43E4-AC66-A0C044369AEB}">
      <dgm:prSet/>
      <dgm:spPr/>
      <dgm:t>
        <a:bodyPr/>
        <a:lstStyle/>
        <a:p>
          <a:endParaRPr lang="en-US"/>
        </a:p>
      </dgm:t>
    </dgm:pt>
    <dgm:pt modelId="{0ED9DA58-F596-4FF6-A02A-AEAE2D4FF3A4}">
      <dgm:prSet custT="1"/>
      <dgm:spPr/>
      <dgm:t>
        <a:bodyPr/>
        <a:lstStyle/>
        <a:p>
          <a:pPr algn="ctr"/>
          <a:r>
            <a:rPr lang="en-US" sz="700" b="0" i="0" dirty="0"/>
            <a:t>Studied at Mexborough Grammar School and Pembroke College, Cambridge.</a:t>
          </a:r>
          <a:endParaRPr lang="en-US" sz="700" dirty="0"/>
        </a:p>
      </dgm:t>
    </dgm:pt>
    <dgm:pt modelId="{A5C212A6-157C-4876-871C-0E379B7F5638}" type="parTrans" cxnId="{22110E71-17A9-4104-BD29-6B06FBBAD4BE}">
      <dgm:prSet/>
      <dgm:spPr/>
      <dgm:t>
        <a:bodyPr/>
        <a:lstStyle/>
        <a:p>
          <a:endParaRPr lang="en-US"/>
        </a:p>
      </dgm:t>
    </dgm:pt>
    <dgm:pt modelId="{6E59316B-8166-4AE6-B4F7-C5D33B5B6BD2}" type="sibTrans" cxnId="{22110E71-17A9-4104-BD29-6B06FBBAD4BE}">
      <dgm:prSet/>
      <dgm:spPr/>
      <dgm:t>
        <a:bodyPr/>
        <a:lstStyle/>
        <a:p>
          <a:endParaRPr lang="en-US"/>
        </a:p>
      </dgm:t>
    </dgm:pt>
    <dgm:pt modelId="{D22EE5B1-1ED2-4AE4-863E-F18A3180793E}">
      <dgm:prSet custT="1"/>
      <dgm:spPr/>
      <dgm:t>
        <a:bodyPr/>
        <a:lstStyle/>
        <a:p>
          <a:pPr algn="l"/>
          <a:endParaRPr lang="en-US" sz="700" dirty="0"/>
        </a:p>
      </dgm:t>
    </dgm:pt>
    <dgm:pt modelId="{572C0372-B006-4A1F-8DFC-1C1B89168187}" type="parTrans" cxnId="{96069729-C070-4774-A5CC-FBF90E93E3BA}">
      <dgm:prSet/>
      <dgm:spPr/>
      <dgm:t>
        <a:bodyPr/>
        <a:lstStyle/>
        <a:p>
          <a:endParaRPr lang="en-US"/>
        </a:p>
      </dgm:t>
    </dgm:pt>
    <dgm:pt modelId="{703F8CAB-E678-4FF3-9159-A3B94071721D}" type="sibTrans" cxnId="{96069729-C070-4774-A5CC-FBF90E93E3BA}">
      <dgm:prSet/>
      <dgm:spPr/>
      <dgm:t>
        <a:bodyPr/>
        <a:lstStyle/>
        <a:p>
          <a:endParaRPr lang="en-US"/>
        </a:p>
      </dgm:t>
    </dgm:pt>
    <dgm:pt modelId="{9F87812B-878F-4934-A3D4-D1FB75C0CE34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None/>
          </a:pPr>
          <a:r>
            <a:rPr lang="en-US" sz="700" b="0" i="0" dirty="0"/>
            <a:t>   He had a strong affinity for nature and animals from a young age.</a:t>
          </a:r>
          <a:endParaRPr lang="en-US" sz="700" dirty="0"/>
        </a:p>
      </dgm:t>
    </dgm:pt>
    <dgm:pt modelId="{D0456AB6-E8F8-4F39-A491-8E1F658B7F39}" type="parTrans" cxnId="{B05184B0-ADF3-4E95-BC1D-910EA554A3EA}">
      <dgm:prSet/>
      <dgm:spPr/>
      <dgm:t>
        <a:bodyPr/>
        <a:lstStyle/>
        <a:p>
          <a:endParaRPr lang="en-US"/>
        </a:p>
      </dgm:t>
    </dgm:pt>
    <dgm:pt modelId="{5C3588AF-F91F-46D6-BFAB-5F254EC67E9B}" type="sibTrans" cxnId="{B05184B0-ADF3-4E95-BC1D-910EA554A3EA}">
      <dgm:prSet/>
      <dgm:spPr/>
      <dgm:t>
        <a:bodyPr/>
        <a:lstStyle/>
        <a:p>
          <a:endParaRPr lang="en-US"/>
        </a:p>
      </dgm:t>
    </dgm:pt>
    <dgm:pt modelId="{F7AB2112-57F3-4CAC-A0FB-C9778BB300F5}">
      <dgm:prSet phldrT="[Text]"/>
      <dgm:spPr/>
      <dgm:t>
        <a:bodyPr/>
        <a:lstStyle/>
        <a:p>
          <a:r>
            <a:rPr lang="en-US" dirty="0"/>
            <a:t>.</a:t>
          </a:r>
        </a:p>
      </dgm:t>
    </dgm:pt>
    <dgm:pt modelId="{F42CB791-0B33-4715-9F9A-DF5625AE9F20}" type="sibTrans" cxnId="{E9EA11AC-0E47-4FCD-BAA9-6A214DE34F52}">
      <dgm:prSet/>
      <dgm:spPr/>
      <dgm:t>
        <a:bodyPr/>
        <a:lstStyle/>
        <a:p>
          <a:endParaRPr lang="en-US"/>
        </a:p>
      </dgm:t>
    </dgm:pt>
    <dgm:pt modelId="{746ABA47-12C2-4FDC-9CAA-7836156F2F07}" type="parTrans" cxnId="{E9EA11AC-0E47-4FCD-BAA9-6A214DE34F52}">
      <dgm:prSet/>
      <dgm:spPr/>
      <dgm:t>
        <a:bodyPr/>
        <a:lstStyle/>
        <a:p>
          <a:endParaRPr lang="en-US"/>
        </a:p>
      </dgm:t>
    </dgm:pt>
    <dgm:pt modelId="{39695FA8-5C9B-4283-9C64-8830D17F42DB}">
      <dgm:prSet phldrT="[Text]" custT="1"/>
      <dgm:spPr/>
      <dgm:t>
        <a:bodyPr/>
        <a:lstStyle/>
        <a:p>
          <a:endParaRPr lang="en-US" sz="3600" dirty="0"/>
        </a:p>
      </dgm:t>
    </dgm:pt>
    <dgm:pt modelId="{58F68F2B-B16A-4728-99AF-A2F9FE6B014D}" type="parTrans" cxnId="{08D32C01-F341-46FC-96E9-BFB933FE565E}">
      <dgm:prSet/>
      <dgm:spPr/>
      <dgm:t>
        <a:bodyPr/>
        <a:lstStyle/>
        <a:p>
          <a:endParaRPr lang="en-US"/>
        </a:p>
      </dgm:t>
    </dgm:pt>
    <dgm:pt modelId="{7529FEAB-E388-4307-B8DE-3B2F5EEF8186}" type="sibTrans" cxnId="{08D32C01-F341-46FC-96E9-BFB933FE565E}">
      <dgm:prSet/>
      <dgm:spPr/>
      <dgm:t>
        <a:bodyPr/>
        <a:lstStyle/>
        <a:p>
          <a:endParaRPr lang="en-US"/>
        </a:p>
      </dgm:t>
    </dgm:pt>
    <dgm:pt modelId="{5ECE60D4-DDFA-425F-8BD7-FF176ACBBD8D}" type="pres">
      <dgm:prSet presAssocID="{8666BC21-1A85-492C-AFA8-AE184537C58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47013B7A-508C-4128-9908-2CE245CD881B}" type="pres">
      <dgm:prSet presAssocID="{CD102E59-A2F9-4CCC-9812-2DD6158EE87D}" presName="composite" presStyleCnt="0"/>
      <dgm:spPr/>
    </dgm:pt>
    <dgm:pt modelId="{6B631F2C-9C3D-49EC-9A47-BB5466040986}" type="pres">
      <dgm:prSet presAssocID="{CD102E59-A2F9-4CCC-9812-2DD6158EE87D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6ACFDFC4-8E6E-4BA3-88F9-5C7C0AFAF717}" type="pres">
      <dgm:prSet presAssocID="{CD102E59-A2F9-4CCC-9812-2DD6158EE87D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354332D5-2FAE-4B59-A8D1-74516B8CB08F}" type="pres">
      <dgm:prSet presAssocID="{CD102E59-A2F9-4CCC-9812-2DD6158EE87D}" presName="Accent" presStyleLbl="parChTrans1D1" presStyleIdx="0" presStyleCnt="3"/>
      <dgm:spPr/>
    </dgm:pt>
    <dgm:pt modelId="{96E43F8E-E239-41E4-8C45-55BE2BC31B9E}" type="pres">
      <dgm:prSet presAssocID="{CD102E59-A2F9-4CCC-9812-2DD6158EE87D}" presName="Child" presStyleLbl="revTx" presStyleIdx="1" presStyleCnt="6" custLinFactY="12952" custLinFactNeighborY="100000">
        <dgm:presLayoutVars>
          <dgm:chMax val="0"/>
          <dgm:chPref val="0"/>
          <dgm:bulletEnabled val="1"/>
        </dgm:presLayoutVars>
      </dgm:prSet>
      <dgm:spPr/>
    </dgm:pt>
    <dgm:pt modelId="{0456A759-1DE9-4F5F-9416-0763247C1918}" type="pres">
      <dgm:prSet presAssocID="{6C5C75A7-2D2E-4636-9A9D-1CB72DEB2D58}" presName="sibTrans" presStyleCnt="0"/>
      <dgm:spPr/>
    </dgm:pt>
    <dgm:pt modelId="{41F7C92A-F517-4BFA-9068-12BEA24FF9A3}" type="pres">
      <dgm:prSet presAssocID="{E1F5E6DD-562C-4ADE-B570-A9E163456F9E}" presName="composite" presStyleCnt="0"/>
      <dgm:spPr/>
    </dgm:pt>
    <dgm:pt modelId="{9D7685BF-1624-4750-8A09-2A4704527F74}" type="pres">
      <dgm:prSet presAssocID="{E1F5E6DD-562C-4ADE-B570-A9E163456F9E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038C2EBB-425A-487A-85E7-5F997551308E}" type="pres">
      <dgm:prSet presAssocID="{E1F5E6DD-562C-4ADE-B570-A9E163456F9E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36BD64F3-25C4-44CF-83DD-75B6241D39B6}" type="pres">
      <dgm:prSet presAssocID="{E1F5E6DD-562C-4ADE-B570-A9E163456F9E}" presName="Accent" presStyleLbl="parChTrans1D1" presStyleIdx="1" presStyleCnt="3"/>
      <dgm:spPr/>
    </dgm:pt>
    <dgm:pt modelId="{3638BCE2-CF54-48D5-92F5-059BDBCBB7AF}" type="pres">
      <dgm:prSet presAssocID="{E1F5E6DD-562C-4ADE-B570-A9E163456F9E}" presName="Child" presStyleLbl="revTx" presStyleIdx="3" presStyleCnt="6" custLinFactY="4269" custLinFactNeighborY="100000">
        <dgm:presLayoutVars>
          <dgm:chMax val="0"/>
          <dgm:chPref val="0"/>
          <dgm:bulletEnabled val="1"/>
        </dgm:presLayoutVars>
      </dgm:prSet>
      <dgm:spPr/>
    </dgm:pt>
    <dgm:pt modelId="{4CD7FAFF-5E46-43B5-A996-DB013A0510C0}" type="pres">
      <dgm:prSet presAssocID="{4999F05B-3E93-410C-980C-F6D592266281}" presName="sibTrans" presStyleCnt="0"/>
      <dgm:spPr/>
    </dgm:pt>
    <dgm:pt modelId="{D34F6D17-E843-484A-8896-437D928D51D5}" type="pres">
      <dgm:prSet presAssocID="{84AA7CE3-235B-43DD-9FEB-D45D9B2378A6}" presName="composite" presStyleCnt="0"/>
      <dgm:spPr/>
    </dgm:pt>
    <dgm:pt modelId="{0D732D20-B524-4FAD-9356-B5A53D2FF207}" type="pres">
      <dgm:prSet presAssocID="{84AA7CE3-235B-43DD-9FEB-D45D9B2378A6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3F3A9A14-B1F5-4B4A-918F-182E4D19D875}" type="pres">
      <dgm:prSet presAssocID="{84AA7CE3-235B-43DD-9FEB-D45D9B2378A6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EE7808E2-B753-4109-8C53-C6DE9FC64EA7}" type="pres">
      <dgm:prSet presAssocID="{84AA7CE3-235B-43DD-9FEB-D45D9B2378A6}" presName="Accent" presStyleLbl="parChTrans1D1" presStyleIdx="2" presStyleCnt="3"/>
      <dgm:spPr/>
    </dgm:pt>
    <dgm:pt modelId="{9FDF6D38-6C58-4DB8-B58F-4EA12671766E}" type="pres">
      <dgm:prSet presAssocID="{84AA7CE3-235B-43DD-9FEB-D45D9B2378A6}" presName="Child" presStyleLbl="revTx" presStyleIdx="5" presStyleCnt="6" custScaleX="100000" custLinFactY="-43857" custLinFactNeighborY="-100000">
        <dgm:presLayoutVars>
          <dgm:chMax val="0"/>
          <dgm:chPref val="0"/>
          <dgm:bulletEnabled val="1"/>
        </dgm:presLayoutVars>
      </dgm:prSet>
      <dgm:spPr/>
    </dgm:pt>
  </dgm:ptLst>
  <dgm:cxnLst>
    <dgm:cxn modelId="{08D32C01-F341-46FC-96E9-BFB933FE565E}" srcId="{84AA7CE3-235B-43DD-9FEB-D45D9B2378A6}" destId="{39695FA8-5C9B-4283-9C64-8830D17F42DB}" srcOrd="1" destOrd="0" parTransId="{58F68F2B-B16A-4728-99AF-A2F9FE6B014D}" sibTransId="{7529FEAB-E388-4307-B8DE-3B2F5EEF8186}"/>
    <dgm:cxn modelId="{3F71BD14-2C36-46E5-A953-C35D1AA5F741}" type="presOf" srcId="{41E2C2CA-548E-429B-BB62-9C35F3CA0E88}" destId="{96E43F8E-E239-41E4-8C45-55BE2BC31B9E}" srcOrd="0" destOrd="2" presId="urn:microsoft.com/office/officeart/2011/layout/TabList"/>
    <dgm:cxn modelId="{CC918426-B00E-4B4D-B01A-CA3FC49E2889}" srcId="{CD102E59-A2F9-4CCC-9812-2DD6158EE87D}" destId="{CA7F633E-20E4-4FB9-9B9E-BB1A22511D85}" srcOrd="1" destOrd="0" parTransId="{EC1F1746-205F-4942-9E55-97EDB74E48F8}" sibTransId="{4F6F7168-A3C4-458E-97AB-4A4F4A1A8876}"/>
    <dgm:cxn modelId="{96069729-C070-4774-A5CC-FBF90E93E3BA}" srcId="{E1F5E6DD-562C-4ADE-B570-A9E163456F9E}" destId="{D22EE5B1-1ED2-4AE4-863E-F18A3180793E}" srcOrd="4" destOrd="0" parTransId="{572C0372-B006-4A1F-8DFC-1C1B89168187}" sibTransId="{703F8CAB-E678-4FF3-9159-A3B94071721D}"/>
    <dgm:cxn modelId="{30981C2B-2914-46D8-9FC9-EF7B9BFBFC4B}" srcId="{8666BC21-1A85-492C-AFA8-AE184537C588}" destId="{84AA7CE3-235B-43DD-9FEB-D45D9B2378A6}" srcOrd="2" destOrd="0" parTransId="{04A3E07A-DFA0-4A2F-AC97-EFECAC7F3887}" sibTransId="{EBB034D6-9852-4D60-BDBB-8C7D2E524B46}"/>
    <dgm:cxn modelId="{747E462F-2038-42FF-A7BB-BCEB7F9A8D26}" type="presOf" srcId="{CA7F633E-20E4-4FB9-9B9E-BB1A22511D85}" destId="{96E43F8E-E239-41E4-8C45-55BE2BC31B9E}" srcOrd="0" destOrd="0" presId="urn:microsoft.com/office/officeart/2011/layout/TabList"/>
    <dgm:cxn modelId="{9591B630-D13D-441A-8DA2-EB4459F51F2C}" srcId="{CD102E59-A2F9-4CCC-9812-2DD6158EE87D}" destId="{B37A84B7-BDFC-4FD6-B835-B40C646E8133}" srcOrd="0" destOrd="0" parTransId="{F128E9CB-BA48-4CC3-B4B5-80CDC0BDF1F6}" sibTransId="{B54DA241-ECA0-4C8A-8A13-2CA0E65EF477}"/>
    <dgm:cxn modelId="{39DFC063-FB00-4493-966A-0D6817781DCE}" type="presOf" srcId="{0ED9DA58-F596-4FF6-A02A-AEAE2D4FF3A4}" destId="{3638BCE2-CF54-48D5-92F5-059BDBCBB7AF}" srcOrd="0" destOrd="2" presId="urn:microsoft.com/office/officeart/2011/layout/TabList"/>
    <dgm:cxn modelId="{5485CA63-9B32-46FA-B311-CCB556118BCD}" type="presOf" srcId="{E1F5E6DD-562C-4ADE-B570-A9E163456F9E}" destId="{038C2EBB-425A-487A-85E7-5F997551308E}" srcOrd="0" destOrd="0" presId="urn:microsoft.com/office/officeart/2011/layout/TabList"/>
    <dgm:cxn modelId="{318D9348-AFD6-45F8-88E0-CB9ADD65B480}" type="presOf" srcId="{F7AB2112-57F3-4CAC-A0FB-C9778BB300F5}" destId="{9D7685BF-1624-4750-8A09-2A4704527F74}" srcOrd="0" destOrd="0" presId="urn:microsoft.com/office/officeart/2011/layout/TabList"/>
    <dgm:cxn modelId="{4E60E44C-31AE-4FCD-A9E8-D59CB70D2155}" type="presOf" srcId="{2B9DDE42-7DAE-485B-B10A-0B41A00B0F44}" destId="{3638BCE2-CF54-48D5-92F5-059BDBCBB7AF}" srcOrd="0" destOrd="0" presId="urn:microsoft.com/office/officeart/2011/layout/TabList"/>
    <dgm:cxn modelId="{5B9A3D4E-5E8B-4C38-817D-66D3637D295F}" type="presOf" srcId="{93698063-73C7-4806-B37D-F5BA2E974C85}" destId="{96E43F8E-E239-41E4-8C45-55BE2BC31B9E}" srcOrd="0" destOrd="1" presId="urn:microsoft.com/office/officeart/2011/layout/TabList"/>
    <dgm:cxn modelId="{22110E71-17A9-4104-BD29-6B06FBBAD4BE}" srcId="{E1F5E6DD-562C-4ADE-B570-A9E163456F9E}" destId="{0ED9DA58-F596-4FF6-A02A-AEAE2D4FF3A4}" srcOrd="3" destOrd="0" parTransId="{A5C212A6-157C-4876-871C-0E379B7F5638}" sibTransId="{6E59316B-8166-4AE6-B4F7-C5D33B5B6BD2}"/>
    <dgm:cxn modelId="{E3BE9655-1F56-4409-9A40-7E548A39E0D1}" type="presOf" srcId="{39695FA8-5C9B-4283-9C64-8830D17F42DB}" destId="{9FDF6D38-6C58-4DB8-B58F-4EA12671766E}" srcOrd="0" destOrd="0" presId="urn:microsoft.com/office/officeart/2011/layout/TabList"/>
    <dgm:cxn modelId="{05B0D179-4890-43E4-AC66-A0C044369AEB}" srcId="{CD102E59-A2F9-4CCC-9812-2DD6158EE87D}" destId="{41E2C2CA-548E-429B-BB62-9C35F3CA0E88}" srcOrd="3" destOrd="0" parTransId="{A3499FCE-795D-4AC3-B57B-294B6D8A496D}" sibTransId="{B43B245B-18DD-4D7C-840F-D4C379C59C1D}"/>
    <dgm:cxn modelId="{D0FF0486-E432-4BDA-A3FE-2A73C8BDFA8C}" type="presOf" srcId="{D22EE5B1-1ED2-4AE4-863E-F18A3180793E}" destId="{3638BCE2-CF54-48D5-92F5-059BDBCBB7AF}" srcOrd="0" destOrd="3" presId="urn:microsoft.com/office/officeart/2011/layout/TabList"/>
    <dgm:cxn modelId="{16CB8F88-9284-440A-858C-DD4E1435A2FC}" type="presOf" srcId="{CD102E59-A2F9-4CCC-9812-2DD6158EE87D}" destId="{6ACFDFC4-8E6E-4BA3-88F9-5C7C0AFAF717}" srcOrd="0" destOrd="0" presId="urn:microsoft.com/office/officeart/2011/layout/TabList"/>
    <dgm:cxn modelId="{B628B89F-E110-48D8-BFF9-473DE8EC505C}" srcId="{84AA7CE3-235B-43DD-9FEB-D45D9B2378A6}" destId="{FA2ED61E-18BA-4E6C-B5A2-E2A95B292BFB}" srcOrd="0" destOrd="0" parTransId="{7C21E0E7-9377-46D4-AA0C-BA6FC76FA484}" sibTransId="{80954E7C-5D76-4271-885D-1B1F8829427B}"/>
    <dgm:cxn modelId="{350888A2-3116-4E46-A0A6-E7CAC5CBEB55}" type="presOf" srcId="{8666BC21-1A85-492C-AFA8-AE184537C588}" destId="{5ECE60D4-DDFA-425F-8BD7-FF176ACBBD8D}" srcOrd="0" destOrd="0" presId="urn:microsoft.com/office/officeart/2011/layout/TabList"/>
    <dgm:cxn modelId="{0E03A9A2-13E4-47CD-93DE-5EB41B8AC725}" srcId="{8666BC21-1A85-492C-AFA8-AE184537C588}" destId="{CD102E59-A2F9-4CCC-9812-2DD6158EE87D}" srcOrd="0" destOrd="0" parTransId="{D46AB108-F07F-4544-B56D-844C214E1DD8}" sibTransId="{6C5C75A7-2D2E-4636-9A9D-1CB72DEB2D58}"/>
    <dgm:cxn modelId="{BE9F28AB-837C-46CD-8043-064D4F2BE207}" srcId="{CD102E59-A2F9-4CCC-9812-2DD6158EE87D}" destId="{93698063-73C7-4806-B37D-F5BA2E974C85}" srcOrd="2" destOrd="0" parTransId="{EDEA3871-68E1-49BD-BF45-2D3E2329E4DE}" sibTransId="{3E127CD1-4A9D-4B8C-95E6-85C2F8C3EF0D}"/>
    <dgm:cxn modelId="{BFFFDCAB-AE25-4858-81FB-E44DC61D54CD}" srcId="{8666BC21-1A85-492C-AFA8-AE184537C588}" destId="{E1F5E6DD-562C-4ADE-B570-A9E163456F9E}" srcOrd="1" destOrd="0" parTransId="{6BD79375-79A2-48EE-A987-85F4C9D3723E}" sibTransId="{4999F05B-3E93-410C-980C-F6D592266281}"/>
    <dgm:cxn modelId="{E9EA11AC-0E47-4FCD-BAA9-6A214DE34F52}" srcId="{E1F5E6DD-562C-4ADE-B570-A9E163456F9E}" destId="{F7AB2112-57F3-4CAC-A0FB-C9778BB300F5}" srcOrd="0" destOrd="0" parTransId="{746ABA47-12C2-4FDC-9CAA-7836156F2F07}" sibTransId="{F42CB791-0B33-4715-9F9A-DF5625AE9F20}"/>
    <dgm:cxn modelId="{F274E8AC-5CC2-4583-9B2A-4E56546ED0C7}" type="presOf" srcId="{B37A84B7-BDFC-4FD6-B835-B40C646E8133}" destId="{6B631F2C-9C3D-49EC-9A47-BB5466040986}" srcOrd="0" destOrd="0" presId="urn:microsoft.com/office/officeart/2011/layout/TabList"/>
    <dgm:cxn modelId="{B05184B0-ADF3-4E95-BC1D-910EA554A3EA}" srcId="{E1F5E6DD-562C-4ADE-B570-A9E163456F9E}" destId="{9F87812B-878F-4934-A3D4-D1FB75C0CE34}" srcOrd="2" destOrd="0" parTransId="{D0456AB6-E8F8-4F39-A491-8E1F658B7F39}" sibTransId="{5C3588AF-F91F-46D6-BFAB-5F254EC67E9B}"/>
    <dgm:cxn modelId="{2347A3C0-7078-42D4-A0ED-1F5E92092BA1}" type="presOf" srcId="{FA2ED61E-18BA-4E6C-B5A2-E2A95B292BFB}" destId="{0D732D20-B524-4FAD-9356-B5A53D2FF207}" srcOrd="0" destOrd="0" presId="urn:microsoft.com/office/officeart/2011/layout/TabList"/>
    <dgm:cxn modelId="{E23F9BC2-FCCB-469E-84D5-CA50CD872049}" srcId="{84AA7CE3-235B-43DD-9FEB-D45D9B2378A6}" destId="{28281CF1-4511-40E6-A5A2-7D75FEE90010}" srcOrd="2" destOrd="0" parTransId="{0D4B6C2D-676E-4927-A9FE-1C72E274C87C}" sibTransId="{5B57A474-77F0-4A3E-94A8-A7C0F941DF91}"/>
    <dgm:cxn modelId="{6682DDD0-7C08-4F5E-BF38-33F20BF0AE93}" type="presOf" srcId="{28281CF1-4511-40E6-A5A2-7D75FEE90010}" destId="{9FDF6D38-6C58-4DB8-B58F-4EA12671766E}" srcOrd="0" destOrd="1" presId="urn:microsoft.com/office/officeart/2011/layout/TabList"/>
    <dgm:cxn modelId="{A010ADD1-407F-4A93-BE9A-CA816F85B768}" type="presOf" srcId="{84AA7CE3-235B-43DD-9FEB-D45D9B2378A6}" destId="{3F3A9A14-B1F5-4B4A-918F-182E4D19D875}" srcOrd="0" destOrd="0" presId="urn:microsoft.com/office/officeart/2011/layout/TabList"/>
    <dgm:cxn modelId="{236899D4-A4F1-4638-BAD4-F225AAB5D723}" type="presOf" srcId="{9F87812B-878F-4934-A3D4-D1FB75C0CE34}" destId="{3638BCE2-CF54-48D5-92F5-059BDBCBB7AF}" srcOrd="0" destOrd="1" presId="urn:microsoft.com/office/officeart/2011/layout/TabList"/>
    <dgm:cxn modelId="{F53D51FA-2379-4CA0-9DBA-AE31C3A7578E}" srcId="{E1F5E6DD-562C-4ADE-B570-A9E163456F9E}" destId="{2B9DDE42-7DAE-485B-B10A-0B41A00B0F44}" srcOrd="1" destOrd="0" parTransId="{DE791B0B-5CB2-4F00-B0AD-EA63DFAF1AC1}" sibTransId="{D8CADA08-0D08-494A-87E1-8B64E3AD4097}"/>
    <dgm:cxn modelId="{1CED7183-2FC1-41AD-BBB0-079DA803797E}" type="presParOf" srcId="{5ECE60D4-DDFA-425F-8BD7-FF176ACBBD8D}" destId="{47013B7A-508C-4128-9908-2CE245CD881B}" srcOrd="0" destOrd="0" presId="urn:microsoft.com/office/officeart/2011/layout/TabList"/>
    <dgm:cxn modelId="{FF404C8F-00AC-4674-B32B-AC4105A8BB74}" type="presParOf" srcId="{47013B7A-508C-4128-9908-2CE245CD881B}" destId="{6B631F2C-9C3D-49EC-9A47-BB5466040986}" srcOrd="0" destOrd="0" presId="urn:microsoft.com/office/officeart/2011/layout/TabList"/>
    <dgm:cxn modelId="{12674A3B-2016-489A-8258-F0DD7625B88D}" type="presParOf" srcId="{47013B7A-508C-4128-9908-2CE245CD881B}" destId="{6ACFDFC4-8E6E-4BA3-88F9-5C7C0AFAF717}" srcOrd="1" destOrd="0" presId="urn:microsoft.com/office/officeart/2011/layout/TabList"/>
    <dgm:cxn modelId="{F1F4B820-F3E5-4E4D-8F7F-6D74DDC219BA}" type="presParOf" srcId="{47013B7A-508C-4128-9908-2CE245CD881B}" destId="{354332D5-2FAE-4B59-A8D1-74516B8CB08F}" srcOrd="2" destOrd="0" presId="urn:microsoft.com/office/officeart/2011/layout/TabList"/>
    <dgm:cxn modelId="{FCF0D106-1A5A-481A-9BD4-73B1D99E2ED7}" type="presParOf" srcId="{5ECE60D4-DDFA-425F-8BD7-FF176ACBBD8D}" destId="{96E43F8E-E239-41E4-8C45-55BE2BC31B9E}" srcOrd="1" destOrd="0" presId="urn:microsoft.com/office/officeart/2011/layout/TabList"/>
    <dgm:cxn modelId="{B9DA4991-5890-4CE6-BEB1-036824033C64}" type="presParOf" srcId="{5ECE60D4-DDFA-425F-8BD7-FF176ACBBD8D}" destId="{0456A759-1DE9-4F5F-9416-0763247C1918}" srcOrd="2" destOrd="0" presId="urn:microsoft.com/office/officeart/2011/layout/TabList"/>
    <dgm:cxn modelId="{37E269C3-BBCD-4C4D-8829-A2E98FD7D4FE}" type="presParOf" srcId="{5ECE60D4-DDFA-425F-8BD7-FF176ACBBD8D}" destId="{41F7C92A-F517-4BFA-9068-12BEA24FF9A3}" srcOrd="3" destOrd="0" presId="urn:microsoft.com/office/officeart/2011/layout/TabList"/>
    <dgm:cxn modelId="{F554D00B-2362-462E-8210-2B344D6AF7D9}" type="presParOf" srcId="{41F7C92A-F517-4BFA-9068-12BEA24FF9A3}" destId="{9D7685BF-1624-4750-8A09-2A4704527F74}" srcOrd="0" destOrd="0" presId="urn:microsoft.com/office/officeart/2011/layout/TabList"/>
    <dgm:cxn modelId="{D74A0875-5C2A-4C49-B335-4178D1A91485}" type="presParOf" srcId="{41F7C92A-F517-4BFA-9068-12BEA24FF9A3}" destId="{038C2EBB-425A-487A-85E7-5F997551308E}" srcOrd="1" destOrd="0" presId="urn:microsoft.com/office/officeart/2011/layout/TabList"/>
    <dgm:cxn modelId="{0F0EA8BF-E826-418F-9F63-1E074CDBA305}" type="presParOf" srcId="{41F7C92A-F517-4BFA-9068-12BEA24FF9A3}" destId="{36BD64F3-25C4-44CF-83DD-75B6241D39B6}" srcOrd="2" destOrd="0" presId="urn:microsoft.com/office/officeart/2011/layout/TabList"/>
    <dgm:cxn modelId="{5C9FF802-BA7C-4286-9215-19F38AE42989}" type="presParOf" srcId="{5ECE60D4-DDFA-425F-8BD7-FF176ACBBD8D}" destId="{3638BCE2-CF54-48D5-92F5-059BDBCBB7AF}" srcOrd="4" destOrd="0" presId="urn:microsoft.com/office/officeart/2011/layout/TabList"/>
    <dgm:cxn modelId="{B3F73EDE-3141-4E0C-AE86-E11433D61A4E}" type="presParOf" srcId="{5ECE60D4-DDFA-425F-8BD7-FF176ACBBD8D}" destId="{4CD7FAFF-5E46-43B5-A996-DB013A0510C0}" srcOrd="5" destOrd="0" presId="urn:microsoft.com/office/officeart/2011/layout/TabList"/>
    <dgm:cxn modelId="{7FE4A31C-B2D0-483D-A99F-EA4A3BA4C500}" type="presParOf" srcId="{5ECE60D4-DDFA-425F-8BD7-FF176ACBBD8D}" destId="{D34F6D17-E843-484A-8896-437D928D51D5}" srcOrd="6" destOrd="0" presId="urn:microsoft.com/office/officeart/2011/layout/TabList"/>
    <dgm:cxn modelId="{61AD632A-676A-4D83-87E0-412439AAD6F7}" type="presParOf" srcId="{D34F6D17-E843-484A-8896-437D928D51D5}" destId="{0D732D20-B524-4FAD-9356-B5A53D2FF207}" srcOrd="0" destOrd="0" presId="urn:microsoft.com/office/officeart/2011/layout/TabList"/>
    <dgm:cxn modelId="{7BE383AA-AF97-45E6-BEAD-9091329ACE62}" type="presParOf" srcId="{D34F6D17-E843-484A-8896-437D928D51D5}" destId="{3F3A9A14-B1F5-4B4A-918F-182E4D19D875}" srcOrd="1" destOrd="0" presId="urn:microsoft.com/office/officeart/2011/layout/TabList"/>
    <dgm:cxn modelId="{BB2B05DA-558C-4D69-A871-FD66FF33DD01}" type="presParOf" srcId="{D34F6D17-E843-484A-8896-437D928D51D5}" destId="{EE7808E2-B753-4109-8C53-C6DE9FC64EA7}" srcOrd="2" destOrd="0" presId="urn:microsoft.com/office/officeart/2011/layout/TabList"/>
    <dgm:cxn modelId="{2FB98383-25D3-48F0-A88C-2B56115B1FA6}" type="presParOf" srcId="{5ECE60D4-DDFA-425F-8BD7-FF176ACBBD8D}" destId="{9FDF6D38-6C58-4DB8-B58F-4EA12671766E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105E5-AA7D-48B3-B91E-407ABA81E481}">
      <dsp:nvSpPr>
        <dsp:cNvPr id="0" name=""/>
        <dsp:cNvSpPr/>
      </dsp:nvSpPr>
      <dsp:spPr>
        <a:xfrm rot="5400000">
          <a:off x="-222429" y="225592"/>
          <a:ext cx="1482862" cy="10380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i="0" kern="1200" dirty="0"/>
            <a:t>Renowned Poet</a:t>
          </a:r>
        </a:p>
      </dsp:txBody>
      <dsp:txXfrm rot="-5400000">
        <a:off x="0" y="522165"/>
        <a:ext cx="1038004" cy="444858"/>
      </dsp:txXfrm>
    </dsp:sp>
    <dsp:sp modelId="{E01FC9B8-5CDD-476F-A78C-099B436A64A8}">
      <dsp:nvSpPr>
        <dsp:cNvPr id="0" name=""/>
        <dsp:cNvSpPr/>
      </dsp:nvSpPr>
      <dsp:spPr>
        <a:xfrm rot="5400000">
          <a:off x="3085071" y="-2043759"/>
          <a:ext cx="963860" cy="505799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Highly celebrated English poet.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Playwright, translator, and children's author.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Poet Laureate of the UK from 1984 until his death.</a:t>
          </a:r>
          <a:endParaRPr lang="en-US" sz="1600" kern="1200" dirty="0"/>
        </a:p>
      </dsp:txBody>
      <dsp:txXfrm rot="-5400000">
        <a:off x="1038004" y="50360"/>
        <a:ext cx="5010943" cy="869756"/>
      </dsp:txXfrm>
    </dsp:sp>
    <dsp:sp modelId="{807E4FA3-6A12-48BB-AF26-7633895A23E5}">
      <dsp:nvSpPr>
        <dsp:cNvPr id="0" name=""/>
        <dsp:cNvSpPr/>
      </dsp:nvSpPr>
      <dsp:spPr>
        <a:xfrm rot="5400000">
          <a:off x="-222429" y="1512997"/>
          <a:ext cx="1482862" cy="10380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endParaRPr lang="en-US" sz="1400" b="1" i="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400" b="1" i="0" kern="1200" dirty="0"/>
            <a:t>Rural Dweller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endParaRPr lang="en-US" sz="1400" b="1" kern="1200" dirty="0"/>
        </a:p>
      </dsp:txBody>
      <dsp:txXfrm rot="-5400000">
        <a:off x="0" y="1809570"/>
        <a:ext cx="1038004" cy="444858"/>
      </dsp:txXfrm>
    </dsp:sp>
    <dsp:sp modelId="{BA7120E7-9264-4233-A141-654EADA14FD4}">
      <dsp:nvSpPr>
        <dsp:cNvPr id="0" name=""/>
        <dsp:cNvSpPr/>
      </dsp:nvSpPr>
      <dsp:spPr>
        <a:xfrm rot="5400000">
          <a:off x="3084818" y="-756245"/>
          <a:ext cx="964367" cy="505799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Spent most of the time in rural areas.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Studied anthropology in university.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Also called “War poet once removed”</a:t>
          </a:r>
        </a:p>
      </dsp:txBody>
      <dsp:txXfrm rot="-5400000">
        <a:off x="1038005" y="1337645"/>
        <a:ext cx="5010918" cy="870213"/>
      </dsp:txXfrm>
    </dsp:sp>
    <dsp:sp modelId="{7B35EBE4-B968-49C9-AFA7-DF941CFD9CC1}">
      <dsp:nvSpPr>
        <dsp:cNvPr id="0" name=""/>
        <dsp:cNvSpPr/>
      </dsp:nvSpPr>
      <dsp:spPr>
        <a:xfrm rot="5400000">
          <a:off x="-222429" y="2800403"/>
          <a:ext cx="1482862" cy="1038004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Symbolic</a:t>
          </a:r>
          <a:endParaRPr lang="en-US" sz="1400" b="1" kern="1200" dirty="0"/>
        </a:p>
      </dsp:txBody>
      <dsp:txXfrm rot="-5400000">
        <a:off x="0" y="3096976"/>
        <a:ext cx="1038004" cy="444858"/>
      </dsp:txXfrm>
    </dsp:sp>
    <dsp:sp modelId="{44AE8160-DD66-426F-83E5-410600BEC781}">
      <dsp:nvSpPr>
        <dsp:cNvPr id="0" name=""/>
        <dsp:cNvSpPr/>
      </dsp:nvSpPr>
      <dsp:spPr>
        <a:xfrm rot="5400000">
          <a:off x="3085071" y="530906"/>
          <a:ext cx="963860" cy="5057995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imperial Eagle- Nazi party symbol.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Did many jobs before poet, including working at zoo.</a:t>
          </a:r>
        </a:p>
      </dsp:txBody>
      <dsp:txXfrm rot="-5400000">
        <a:off x="1038004" y="2625025"/>
        <a:ext cx="5010943" cy="869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808E2-B753-4109-8C53-C6DE9FC64EA7}">
      <dsp:nvSpPr>
        <dsp:cNvPr id="0" name=""/>
        <dsp:cNvSpPr/>
      </dsp:nvSpPr>
      <dsp:spPr>
        <a:xfrm>
          <a:off x="0" y="1954477"/>
          <a:ext cx="2616524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BD64F3-25C4-44CF-83DD-75B6241D39B6}">
      <dsp:nvSpPr>
        <dsp:cNvPr id="0" name=""/>
        <dsp:cNvSpPr/>
      </dsp:nvSpPr>
      <dsp:spPr>
        <a:xfrm>
          <a:off x="0" y="1114998"/>
          <a:ext cx="2616524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4332D5-2FAE-4B59-A8D1-74516B8CB08F}">
      <dsp:nvSpPr>
        <dsp:cNvPr id="0" name=""/>
        <dsp:cNvSpPr/>
      </dsp:nvSpPr>
      <dsp:spPr>
        <a:xfrm>
          <a:off x="0" y="275519"/>
          <a:ext cx="2616524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31F2C-9C3D-49EC-9A47-BB5466040986}">
      <dsp:nvSpPr>
        <dsp:cNvPr id="0" name=""/>
        <dsp:cNvSpPr/>
      </dsp:nvSpPr>
      <dsp:spPr>
        <a:xfrm>
          <a:off x="680296" y="307"/>
          <a:ext cx="1936227" cy="275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680296" y="307"/>
        <a:ext cx="1936227" cy="275211"/>
      </dsp:txXfrm>
    </dsp:sp>
    <dsp:sp modelId="{6ACFDFC4-8E6E-4BA3-88F9-5C7C0AFAF717}">
      <dsp:nvSpPr>
        <dsp:cNvPr id="0" name=""/>
        <dsp:cNvSpPr/>
      </dsp:nvSpPr>
      <dsp:spPr>
        <a:xfrm>
          <a:off x="0" y="307"/>
          <a:ext cx="680296" cy="27521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i="0" kern="1200" dirty="0"/>
            <a:t>Introduction</a:t>
          </a:r>
          <a:endParaRPr lang="en-US" sz="800" b="1" kern="1200" dirty="0"/>
        </a:p>
      </dsp:txBody>
      <dsp:txXfrm>
        <a:off x="13437" y="13744"/>
        <a:ext cx="653422" cy="261774"/>
      </dsp:txXfrm>
    </dsp:sp>
    <dsp:sp modelId="{96E43F8E-E239-41E4-8C45-55BE2BC31B9E}">
      <dsp:nvSpPr>
        <dsp:cNvPr id="0" name=""/>
        <dsp:cNvSpPr/>
      </dsp:nvSpPr>
      <dsp:spPr>
        <a:xfrm>
          <a:off x="0" y="360581"/>
          <a:ext cx="2616524" cy="5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Full Name: Ted Hughes (Edward James Hughes)</a:t>
          </a:r>
          <a:endParaRPr lang="en-US" sz="700" kern="1200" dirty="0"/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Birth Date and Place: Born on August 17, 1930, in Mytholmroyd, Yorkshire, England.</a:t>
          </a:r>
          <a:endParaRPr lang="en-US" sz="700" kern="1200" dirty="0"/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Death Date: Died on October 28, 1998.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400" kern="1200" dirty="0"/>
        </a:p>
      </dsp:txBody>
      <dsp:txXfrm>
        <a:off x="0" y="360581"/>
        <a:ext cx="2616524" cy="550506"/>
      </dsp:txXfrm>
    </dsp:sp>
    <dsp:sp modelId="{9D7685BF-1624-4750-8A09-2A4704527F74}">
      <dsp:nvSpPr>
        <dsp:cNvPr id="0" name=""/>
        <dsp:cNvSpPr/>
      </dsp:nvSpPr>
      <dsp:spPr>
        <a:xfrm>
          <a:off x="680296" y="839786"/>
          <a:ext cx="1936227" cy="275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.</a:t>
          </a:r>
        </a:p>
      </dsp:txBody>
      <dsp:txXfrm>
        <a:off x="680296" y="839786"/>
        <a:ext cx="1936227" cy="275211"/>
      </dsp:txXfrm>
    </dsp:sp>
    <dsp:sp modelId="{038C2EBB-425A-487A-85E7-5F997551308E}">
      <dsp:nvSpPr>
        <dsp:cNvPr id="0" name=""/>
        <dsp:cNvSpPr/>
      </dsp:nvSpPr>
      <dsp:spPr>
        <a:xfrm>
          <a:off x="0" y="839786"/>
          <a:ext cx="680296" cy="27521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i="0" kern="1200" dirty="0"/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kern="1200" dirty="0"/>
            <a:t>Early Life</a:t>
          </a:r>
          <a:r>
            <a:rPr lang="en-US" sz="900" b="0" i="0" kern="1200" dirty="0"/>
            <a:t>: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 dirty="0"/>
        </a:p>
      </dsp:txBody>
      <dsp:txXfrm>
        <a:off x="13437" y="853223"/>
        <a:ext cx="653422" cy="261774"/>
      </dsp:txXfrm>
    </dsp:sp>
    <dsp:sp modelId="{3638BCE2-CF54-48D5-92F5-059BDBCBB7AF}">
      <dsp:nvSpPr>
        <dsp:cNvPr id="0" name=""/>
        <dsp:cNvSpPr/>
      </dsp:nvSpPr>
      <dsp:spPr>
        <a:xfrm>
          <a:off x="0" y="1152259"/>
          <a:ext cx="2616524" cy="5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13335" rIns="13335" bIns="13335" numCol="1" spcCol="1270" anchor="t" anchorCtr="0">
          <a:noAutofit/>
        </a:bodyPr>
        <a:lstStyle/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Hughes grew up in the countryside of Yorkshire, which deeply influenced his poetry.</a:t>
          </a:r>
          <a:endParaRPr lang="en-US" sz="700" kern="1200" dirty="0"/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700" b="0" i="0" kern="1200" dirty="0"/>
            <a:t>   He had a strong affinity for nature and animals from a young age.</a:t>
          </a:r>
          <a:endParaRPr lang="en-US" sz="700" kern="1200" dirty="0"/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700" b="0" i="0" kern="1200" dirty="0"/>
            <a:t>Studied at Mexborough Grammar School and Pembroke College, Cambridge.</a:t>
          </a:r>
          <a:endParaRPr lang="en-US" sz="700" kern="1200" dirty="0"/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700" kern="1200" dirty="0"/>
        </a:p>
      </dsp:txBody>
      <dsp:txXfrm>
        <a:off x="0" y="1152259"/>
        <a:ext cx="2616524" cy="550506"/>
      </dsp:txXfrm>
    </dsp:sp>
    <dsp:sp modelId="{0D732D20-B524-4FAD-9356-B5A53D2FF207}">
      <dsp:nvSpPr>
        <dsp:cNvPr id="0" name=""/>
        <dsp:cNvSpPr/>
      </dsp:nvSpPr>
      <dsp:spPr>
        <a:xfrm>
          <a:off x="680296" y="1679265"/>
          <a:ext cx="1936227" cy="275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.</a:t>
          </a:r>
        </a:p>
      </dsp:txBody>
      <dsp:txXfrm>
        <a:off x="680296" y="1679265"/>
        <a:ext cx="1936227" cy="275211"/>
      </dsp:txXfrm>
    </dsp:sp>
    <dsp:sp modelId="{3F3A9A14-B1F5-4B4A-918F-182E4D19D875}">
      <dsp:nvSpPr>
        <dsp:cNvPr id="0" name=""/>
        <dsp:cNvSpPr/>
      </dsp:nvSpPr>
      <dsp:spPr>
        <a:xfrm>
          <a:off x="0" y="1679265"/>
          <a:ext cx="680296" cy="275211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Poetry</a:t>
          </a:r>
          <a:endParaRPr lang="en-US" sz="1100" kern="1200" dirty="0"/>
        </a:p>
      </dsp:txBody>
      <dsp:txXfrm>
        <a:off x="13437" y="1692702"/>
        <a:ext cx="653422" cy="261774"/>
      </dsp:txXfrm>
    </dsp:sp>
    <dsp:sp modelId="{9FDF6D38-6C58-4DB8-B58F-4EA12671766E}">
      <dsp:nvSpPr>
        <dsp:cNvPr id="0" name=""/>
        <dsp:cNvSpPr/>
      </dsp:nvSpPr>
      <dsp:spPr>
        <a:xfrm>
          <a:off x="0" y="1437829"/>
          <a:ext cx="2616524" cy="550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600" kern="1200" dirty="0"/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700" b="0" i="0" kern="1200" dirty="0"/>
            <a:t>     Known for his powerful and evocative imagery.</a:t>
          </a:r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 Frequently explored themes of nature, animals, and the human experience.</a:t>
          </a:r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 Major works include "Crow" (1970) and "Birthday Letters"        (1998).</a:t>
          </a:r>
        </a:p>
        <a:p>
          <a:pPr marL="57150" lvl="1" indent="-57150" algn="ctr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700" b="0" i="0" kern="1200" dirty="0"/>
            <a:t> Often associated with the Confessional poetry movement.</a:t>
          </a:r>
          <a:endParaRPr lang="en-US" sz="700" kern="1200" dirty="0"/>
        </a:p>
      </dsp:txBody>
      <dsp:txXfrm>
        <a:off x="0" y="1437829"/>
        <a:ext cx="2616524" cy="5505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98d988f4c6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98d988f4c6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19570b59c4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19570b59c4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98f8bde8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98f8bde8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c9bbfca6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0c9bbfca6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33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0c9bbfca6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0c9bbfca6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0c9bbfca6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0c9bbfca6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c9bbfca6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c9bbfca6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98d988f4c6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98d988f4c6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98d988f4c6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98d988f4c6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426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c9bbfca61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c9bbfca61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74fab8780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74fab8780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0c9bbfca6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0c9bbfca6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179574" y="-65470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295975"/>
            <a:ext cx="2370630" cy="1335190"/>
          </a:xfrm>
          <a:custGeom>
            <a:avLst/>
            <a:gdLst/>
            <a:ahLst/>
            <a:cxnLst/>
            <a:rect l="l" t="t" r="r" b="b"/>
            <a:pathLst>
              <a:path w="43656" h="24588" extrusionOk="0">
                <a:moveTo>
                  <a:pt x="1" y="0"/>
                </a:moveTo>
                <a:lnTo>
                  <a:pt x="1" y="24501"/>
                </a:lnTo>
                <a:cubicBezTo>
                  <a:pt x="1271" y="24559"/>
                  <a:pt x="2541" y="24587"/>
                  <a:pt x="3812" y="24587"/>
                </a:cubicBezTo>
                <a:cubicBezTo>
                  <a:pt x="17214" y="24587"/>
                  <a:pt x="30631" y="21483"/>
                  <a:pt x="43656" y="18169"/>
                </a:cubicBezTo>
                <a:cubicBezTo>
                  <a:pt x="43124" y="16543"/>
                  <a:pt x="41857" y="15182"/>
                  <a:pt x="40293" y="14494"/>
                </a:cubicBezTo>
                <a:cubicBezTo>
                  <a:pt x="39295" y="14069"/>
                  <a:pt x="37972" y="13744"/>
                  <a:pt x="36742" y="13744"/>
                </a:cubicBezTo>
                <a:cubicBezTo>
                  <a:pt x="36027" y="13744"/>
                  <a:pt x="35344" y="13854"/>
                  <a:pt x="34775" y="14119"/>
                </a:cubicBezTo>
                <a:cubicBezTo>
                  <a:pt x="34852" y="13322"/>
                  <a:pt x="34493" y="12509"/>
                  <a:pt x="33868" y="12040"/>
                </a:cubicBezTo>
                <a:cubicBezTo>
                  <a:pt x="33477" y="11764"/>
                  <a:pt x="32994" y="11615"/>
                  <a:pt x="32514" y="11615"/>
                </a:cubicBezTo>
                <a:cubicBezTo>
                  <a:pt x="32205" y="11615"/>
                  <a:pt x="31898" y="11677"/>
                  <a:pt x="31616" y="11805"/>
                </a:cubicBezTo>
                <a:cubicBezTo>
                  <a:pt x="30849" y="9726"/>
                  <a:pt x="29004" y="8100"/>
                  <a:pt x="26847" y="7599"/>
                </a:cubicBezTo>
                <a:cubicBezTo>
                  <a:pt x="26318" y="7476"/>
                  <a:pt x="25767" y="7414"/>
                  <a:pt x="25212" y="7414"/>
                </a:cubicBezTo>
                <a:cubicBezTo>
                  <a:pt x="23519" y="7414"/>
                  <a:pt x="21794" y="7989"/>
                  <a:pt x="20592" y="9132"/>
                </a:cubicBezTo>
                <a:cubicBezTo>
                  <a:pt x="20402" y="8357"/>
                  <a:pt x="19339" y="7642"/>
                  <a:pt x="18479" y="7642"/>
                </a:cubicBezTo>
                <a:cubicBezTo>
                  <a:pt x="18349" y="7642"/>
                  <a:pt x="18224" y="7658"/>
                  <a:pt x="18107" y="7693"/>
                </a:cubicBezTo>
                <a:cubicBezTo>
                  <a:pt x="17246" y="6192"/>
                  <a:pt x="15730" y="5098"/>
                  <a:pt x="14025" y="4737"/>
                </a:cubicBezTo>
                <a:cubicBezTo>
                  <a:pt x="13486" y="4623"/>
                  <a:pt x="12906" y="4559"/>
                  <a:pt x="12322" y="4559"/>
                </a:cubicBezTo>
                <a:cubicBezTo>
                  <a:pt x="11078" y="4559"/>
                  <a:pt x="9813" y="4848"/>
                  <a:pt x="8866" y="5550"/>
                </a:cubicBezTo>
                <a:cubicBezTo>
                  <a:pt x="7974" y="4659"/>
                  <a:pt x="6775" y="3995"/>
                  <a:pt x="5562" y="3995"/>
                </a:cubicBezTo>
                <a:cubicBezTo>
                  <a:pt x="5224" y="3995"/>
                  <a:pt x="4884" y="4047"/>
                  <a:pt x="4550" y="4160"/>
                </a:cubicBezTo>
                <a:cubicBezTo>
                  <a:pt x="3737" y="2204"/>
                  <a:pt x="2002" y="688"/>
                  <a:pt x="1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347863" y="-918025"/>
            <a:ext cx="6572350" cy="5096297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solidFill>
            <a:srgbClr val="FFC875">
              <a:alpha val="190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5100" y="731450"/>
            <a:ext cx="6752400" cy="19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5100" y="2717450"/>
            <a:ext cx="6752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2964650"/>
            <a:ext cx="9139580" cy="2186623"/>
          </a:xfrm>
          <a:custGeom>
            <a:avLst/>
            <a:gdLst/>
            <a:ahLst/>
            <a:cxnLst/>
            <a:rect l="l" t="t" r="r" b="b"/>
            <a:pathLst>
              <a:path w="155733" h="43422" extrusionOk="0">
                <a:moveTo>
                  <a:pt x="154951" y="1"/>
                </a:moveTo>
                <a:lnTo>
                  <a:pt x="154294" y="2831"/>
                </a:lnTo>
                <a:lnTo>
                  <a:pt x="153965" y="4270"/>
                </a:lnTo>
                <a:lnTo>
                  <a:pt x="153637" y="2831"/>
                </a:lnTo>
                <a:lnTo>
                  <a:pt x="153621" y="2784"/>
                </a:lnTo>
                <a:lnTo>
                  <a:pt x="153606" y="2831"/>
                </a:lnTo>
                <a:lnTo>
                  <a:pt x="153168" y="4770"/>
                </a:lnTo>
                <a:lnTo>
                  <a:pt x="153012" y="5411"/>
                </a:lnTo>
                <a:cubicBezTo>
                  <a:pt x="150823" y="6161"/>
                  <a:pt x="148680" y="7193"/>
                  <a:pt x="146585" y="8350"/>
                </a:cubicBezTo>
                <a:lnTo>
                  <a:pt x="146320" y="7178"/>
                </a:lnTo>
                <a:lnTo>
                  <a:pt x="145959" y="8694"/>
                </a:lnTo>
                <a:cubicBezTo>
                  <a:pt x="145350" y="9038"/>
                  <a:pt x="144740" y="9398"/>
                  <a:pt x="144131" y="9757"/>
                </a:cubicBezTo>
                <a:lnTo>
                  <a:pt x="143787" y="8241"/>
                </a:lnTo>
                <a:lnTo>
                  <a:pt x="143270" y="6021"/>
                </a:lnTo>
                <a:lnTo>
                  <a:pt x="142817" y="8023"/>
                </a:lnTo>
                <a:lnTo>
                  <a:pt x="142129" y="10962"/>
                </a:lnTo>
                <a:cubicBezTo>
                  <a:pt x="142004" y="11040"/>
                  <a:pt x="141863" y="11118"/>
                  <a:pt x="141723" y="11212"/>
                </a:cubicBezTo>
                <a:cubicBezTo>
                  <a:pt x="141300" y="11462"/>
                  <a:pt x="140878" y="11728"/>
                  <a:pt x="140456" y="11978"/>
                </a:cubicBezTo>
                <a:cubicBezTo>
                  <a:pt x="139987" y="12275"/>
                  <a:pt x="139503" y="12557"/>
                  <a:pt x="139033" y="12838"/>
                </a:cubicBezTo>
                <a:lnTo>
                  <a:pt x="137626" y="13683"/>
                </a:lnTo>
                <a:lnTo>
                  <a:pt x="137454" y="12932"/>
                </a:lnTo>
                <a:lnTo>
                  <a:pt x="137297" y="12259"/>
                </a:lnTo>
                <a:lnTo>
                  <a:pt x="137126" y="12947"/>
                </a:lnTo>
                <a:lnTo>
                  <a:pt x="136859" y="14120"/>
                </a:lnTo>
                <a:cubicBezTo>
                  <a:pt x="134061" y="15762"/>
                  <a:pt x="131231" y="17325"/>
                  <a:pt x="128354" y="18826"/>
                </a:cubicBezTo>
                <a:cubicBezTo>
                  <a:pt x="128214" y="18889"/>
                  <a:pt x="128072" y="18968"/>
                  <a:pt x="127947" y="19045"/>
                </a:cubicBezTo>
                <a:lnTo>
                  <a:pt x="127932" y="19045"/>
                </a:lnTo>
                <a:cubicBezTo>
                  <a:pt x="121349" y="22470"/>
                  <a:pt x="114579" y="25550"/>
                  <a:pt x="107668" y="28270"/>
                </a:cubicBezTo>
                <a:lnTo>
                  <a:pt x="107277" y="26629"/>
                </a:lnTo>
                <a:lnTo>
                  <a:pt x="106824" y="28599"/>
                </a:lnTo>
                <a:cubicBezTo>
                  <a:pt x="106605" y="28677"/>
                  <a:pt x="106401" y="28771"/>
                  <a:pt x="106182" y="28849"/>
                </a:cubicBezTo>
                <a:lnTo>
                  <a:pt x="105198" y="24565"/>
                </a:lnTo>
                <a:lnTo>
                  <a:pt x="104009" y="29677"/>
                </a:lnTo>
                <a:cubicBezTo>
                  <a:pt x="101258" y="30694"/>
                  <a:pt x="98489" y="31664"/>
                  <a:pt x="95691" y="32571"/>
                </a:cubicBezTo>
                <a:cubicBezTo>
                  <a:pt x="92140" y="33727"/>
                  <a:pt x="88314" y="34782"/>
                  <a:pt x="84622" y="34782"/>
                </a:cubicBezTo>
                <a:cubicBezTo>
                  <a:pt x="82672" y="34782"/>
                  <a:pt x="80760" y="34488"/>
                  <a:pt x="78945" y="33759"/>
                </a:cubicBezTo>
                <a:lnTo>
                  <a:pt x="78288" y="33478"/>
                </a:lnTo>
                <a:cubicBezTo>
                  <a:pt x="77616" y="33149"/>
                  <a:pt x="76960" y="32790"/>
                  <a:pt x="76334" y="32383"/>
                </a:cubicBezTo>
                <a:lnTo>
                  <a:pt x="75083" y="26988"/>
                </a:lnTo>
                <a:lnTo>
                  <a:pt x="74177" y="30960"/>
                </a:lnTo>
                <a:cubicBezTo>
                  <a:pt x="73801" y="30709"/>
                  <a:pt x="73441" y="30459"/>
                  <a:pt x="73066" y="30225"/>
                </a:cubicBezTo>
                <a:lnTo>
                  <a:pt x="72832" y="29193"/>
                </a:lnTo>
                <a:lnTo>
                  <a:pt x="72644" y="29975"/>
                </a:lnTo>
                <a:cubicBezTo>
                  <a:pt x="71346" y="29193"/>
                  <a:pt x="70001" y="28583"/>
                  <a:pt x="68516" y="28395"/>
                </a:cubicBezTo>
                <a:cubicBezTo>
                  <a:pt x="68170" y="28351"/>
                  <a:pt x="67825" y="28331"/>
                  <a:pt x="67481" y="28331"/>
                </a:cubicBezTo>
                <a:cubicBezTo>
                  <a:pt x="65771" y="28331"/>
                  <a:pt x="64079" y="28821"/>
                  <a:pt x="62387" y="29225"/>
                </a:cubicBezTo>
                <a:cubicBezTo>
                  <a:pt x="61933" y="29333"/>
                  <a:pt x="61480" y="29427"/>
                  <a:pt x="61026" y="29521"/>
                </a:cubicBezTo>
                <a:cubicBezTo>
                  <a:pt x="60355" y="29646"/>
                  <a:pt x="59682" y="29740"/>
                  <a:pt x="58994" y="29756"/>
                </a:cubicBezTo>
                <a:cubicBezTo>
                  <a:pt x="58938" y="29757"/>
                  <a:pt x="58882" y="29758"/>
                  <a:pt x="58826" y="29758"/>
                </a:cubicBezTo>
                <a:cubicBezTo>
                  <a:pt x="54982" y="29758"/>
                  <a:pt x="51945" y="27145"/>
                  <a:pt x="48956" y="25034"/>
                </a:cubicBezTo>
                <a:cubicBezTo>
                  <a:pt x="45782" y="22783"/>
                  <a:pt x="42499" y="20359"/>
                  <a:pt x="39293" y="18342"/>
                </a:cubicBezTo>
                <a:cubicBezTo>
                  <a:pt x="36838" y="16810"/>
                  <a:pt x="34305" y="15511"/>
                  <a:pt x="31679" y="14590"/>
                </a:cubicBezTo>
                <a:lnTo>
                  <a:pt x="31318" y="12995"/>
                </a:lnTo>
                <a:lnTo>
                  <a:pt x="31006" y="14371"/>
                </a:lnTo>
                <a:cubicBezTo>
                  <a:pt x="28942" y="13683"/>
                  <a:pt x="26832" y="13245"/>
                  <a:pt x="24689" y="13089"/>
                </a:cubicBezTo>
                <a:lnTo>
                  <a:pt x="23719" y="8898"/>
                </a:lnTo>
                <a:lnTo>
                  <a:pt x="22860" y="12619"/>
                </a:lnTo>
                <a:lnTo>
                  <a:pt x="22391" y="10571"/>
                </a:lnTo>
                <a:lnTo>
                  <a:pt x="21828" y="13057"/>
                </a:lnTo>
                <a:cubicBezTo>
                  <a:pt x="21499" y="13072"/>
                  <a:pt x="21171" y="13104"/>
                  <a:pt x="20827" y="13135"/>
                </a:cubicBezTo>
                <a:lnTo>
                  <a:pt x="19748" y="8382"/>
                </a:lnTo>
                <a:lnTo>
                  <a:pt x="18576" y="13448"/>
                </a:lnTo>
                <a:cubicBezTo>
                  <a:pt x="17888" y="13589"/>
                  <a:pt x="17200" y="13760"/>
                  <a:pt x="16512" y="13948"/>
                </a:cubicBezTo>
                <a:cubicBezTo>
                  <a:pt x="10617" y="15684"/>
                  <a:pt x="5223" y="18701"/>
                  <a:pt x="1" y="22032"/>
                </a:cubicBezTo>
                <a:lnTo>
                  <a:pt x="1" y="43422"/>
                </a:lnTo>
                <a:lnTo>
                  <a:pt x="155732" y="43422"/>
                </a:lnTo>
                <a:lnTo>
                  <a:pt x="155732" y="3378"/>
                </a:lnTo>
                <a:lnTo>
                  <a:pt x="155732" y="2815"/>
                </a:lnTo>
                <a:lnTo>
                  <a:pt x="154951" y="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6550"/>
                </a:schemeClr>
              </a:gs>
              <a:gs pos="100000">
                <a:schemeClr val="accent3">
                  <a:alpha val="5655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575" y="3530200"/>
            <a:ext cx="9139522" cy="1617463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>
                  <a:alpha val="55949"/>
                </a:schemeClr>
              </a:gs>
              <a:gs pos="100000">
                <a:schemeClr val="accent1">
                  <a:alpha val="5594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805450" y="2417050"/>
            <a:ext cx="5533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3979950" y="1408000"/>
            <a:ext cx="1184100" cy="9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805450" y="3258850"/>
            <a:ext cx="55332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50" y="2961050"/>
            <a:ext cx="9139580" cy="2186623"/>
          </a:xfrm>
          <a:custGeom>
            <a:avLst/>
            <a:gdLst/>
            <a:ahLst/>
            <a:cxnLst/>
            <a:rect l="l" t="t" r="r" b="b"/>
            <a:pathLst>
              <a:path w="155733" h="43422" extrusionOk="0">
                <a:moveTo>
                  <a:pt x="154951" y="1"/>
                </a:moveTo>
                <a:lnTo>
                  <a:pt x="154294" y="2831"/>
                </a:lnTo>
                <a:lnTo>
                  <a:pt x="153965" y="4270"/>
                </a:lnTo>
                <a:lnTo>
                  <a:pt x="153637" y="2831"/>
                </a:lnTo>
                <a:lnTo>
                  <a:pt x="153621" y="2784"/>
                </a:lnTo>
                <a:lnTo>
                  <a:pt x="153606" y="2831"/>
                </a:lnTo>
                <a:lnTo>
                  <a:pt x="153168" y="4770"/>
                </a:lnTo>
                <a:lnTo>
                  <a:pt x="153012" y="5411"/>
                </a:lnTo>
                <a:cubicBezTo>
                  <a:pt x="150823" y="6161"/>
                  <a:pt x="148680" y="7193"/>
                  <a:pt x="146585" y="8350"/>
                </a:cubicBezTo>
                <a:lnTo>
                  <a:pt x="146320" y="7178"/>
                </a:lnTo>
                <a:lnTo>
                  <a:pt x="145959" y="8694"/>
                </a:lnTo>
                <a:cubicBezTo>
                  <a:pt x="145350" y="9038"/>
                  <a:pt x="144740" y="9398"/>
                  <a:pt x="144131" y="9757"/>
                </a:cubicBezTo>
                <a:lnTo>
                  <a:pt x="143787" y="8241"/>
                </a:lnTo>
                <a:lnTo>
                  <a:pt x="143270" y="6021"/>
                </a:lnTo>
                <a:lnTo>
                  <a:pt x="142817" y="8023"/>
                </a:lnTo>
                <a:lnTo>
                  <a:pt x="142129" y="10962"/>
                </a:lnTo>
                <a:cubicBezTo>
                  <a:pt x="142004" y="11040"/>
                  <a:pt x="141863" y="11118"/>
                  <a:pt x="141723" y="11212"/>
                </a:cubicBezTo>
                <a:cubicBezTo>
                  <a:pt x="141300" y="11462"/>
                  <a:pt x="140878" y="11728"/>
                  <a:pt x="140456" y="11978"/>
                </a:cubicBezTo>
                <a:cubicBezTo>
                  <a:pt x="139987" y="12275"/>
                  <a:pt x="139503" y="12557"/>
                  <a:pt x="139033" y="12838"/>
                </a:cubicBezTo>
                <a:lnTo>
                  <a:pt x="137626" y="13683"/>
                </a:lnTo>
                <a:lnTo>
                  <a:pt x="137454" y="12932"/>
                </a:lnTo>
                <a:lnTo>
                  <a:pt x="137297" y="12259"/>
                </a:lnTo>
                <a:lnTo>
                  <a:pt x="137126" y="12947"/>
                </a:lnTo>
                <a:lnTo>
                  <a:pt x="136859" y="14120"/>
                </a:lnTo>
                <a:cubicBezTo>
                  <a:pt x="134061" y="15762"/>
                  <a:pt x="131231" y="17325"/>
                  <a:pt x="128354" y="18826"/>
                </a:cubicBezTo>
                <a:cubicBezTo>
                  <a:pt x="128214" y="18889"/>
                  <a:pt x="128072" y="18968"/>
                  <a:pt x="127947" y="19045"/>
                </a:cubicBezTo>
                <a:lnTo>
                  <a:pt x="127932" y="19045"/>
                </a:lnTo>
                <a:cubicBezTo>
                  <a:pt x="121349" y="22470"/>
                  <a:pt x="114579" y="25550"/>
                  <a:pt x="107668" y="28270"/>
                </a:cubicBezTo>
                <a:lnTo>
                  <a:pt x="107277" y="26629"/>
                </a:lnTo>
                <a:lnTo>
                  <a:pt x="106824" y="28599"/>
                </a:lnTo>
                <a:cubicBezTo>
                  <a:pt x="106605" y="28677"/>
                  <a:pt x="106401" y="28771"/>
                  <a:pt x="106182" y="28849"/>
                </a:cubicBezTo>
                <a:lnTo>
                  <a:pt x="105198" y="24565"/>
                </a:lnTo>
                <a:lnTo>
                  <a:pt x="104009" y="29677"/>
                </a:lnTo>
                <a:cubicBezTo>
                  <a:pt x="101258" y="30694"/>
                  <a:pt x="98489" y="31664"/>
                  <a:pt x="95691" y="32571"/>
                </a:cubicBezTo>
                <a:cubicBezTo>
                  <a:pt x="92140" y="33727"/>
                  <a:pt x="88314" y="34782"/>
                  <a:pt x="84622" y="34782"/>
                </a:cubicBezTo>
                <a:cubicBezTo>
                  <a:pt x="82672" y="34782"/>
                  <a:pt x="80760" y="34488"/>
                  <a:pt x="78945" y="33759"/>
                </a:cubicBezTo>
                <a:lnTo>
                  <a:pt x="78288" y="33478"/>
                </a:lnTo>
                <a:cubicBezTo>
                  <a:pt x="77616" y="33149"/>
                  <a:pt x="76960" y="32790"/>
                  <a:pt x="76334" y="32383"/>
                </a:cubicBezTo>
                <a:lnTo>
                  <a:pt x="75083" y="26988"/>
                </a:lnTo>
                <a:lnTo>
                  <a:pt x="74177" y="30960"/>
                </a:lnTo>
                <a:cubicBezTo>
                  <a:pt x="73801" y="30709"/>
                  <a:pt x="73441" y="30459"/>
                  <a:pt x="73066" y="30225"/>
                </a:cubicBezTo>
                <a:lnTo>
                  <a:pt x="72832" y="29193"/>
                </a:lnTo>
                <a:lnTo>
                  <a:pt x="72644" y="29975"/>
                </a:lnTo>
                <a:cubicBezTo>
                  <a:pt x="71346" y="29193"/>
                  <a:pt x="70001" y="28583"/>
                  <a:pt x="68516" y="28395"/>
                </a:cubicBezTo>
                <a:cubicBezTo>
                  <a:pt x="68170" y="28351"/>
                  <a:pt x="67825" y="28331"/>
                  <a:pt x="67481" y="28331"/>
                </a:cubicBezTo>
                <a:cubicBezTo>
                  <a:pt x="65771" y="28331"/>
                  <a:pt x="64079" y="28821"/>
                  <a:pt x="62387" y="29225"/>
                </a:cubicBezTo>
                <a:cubicBezTo>
                  <a:pt x="61933" y="29333"/>
                  <a:pt x="61480" y="29427"/>
                  <a:pt x="61026" y="29521"/>
                </a:cubicBezTo>
                <a:cubicBezTo>
                  <a:pt x="60355" y="29646"/>
                  <a:pt x="59682" y="29740"/>
                  <a:pt x="58994" y="29756"/>
                </a:cubicBezTo>
                <a:cubicBezTo>
                  <a:pt x="58938" y="29757"/>
                  <a:pt x="58882" y="29758"/>
                  <a:pt x="58826" y="29758"/>
                </a:cubicBezTo>
                <a:cubicBezTo>
                  <a:pt x="54982" y="29758"/>
                  <a:pt x="51945" y="27145"/>
                  <a:pt x="48956" y="25034"/>
                </a:cubicBezTo>
                <a:cubicBezTo>
                  <a:pt x="45782" y="22783"/>
                  <a:pt x="42499" y="20359"/>
                  <a:pt x="39293" y="18342"/>
                </a:cubicBezTo>
                <a:cubicBezTo>
                  <a:pt x="36838" y="16810"/>
                  <a:pt x="34305" y="15511"/>
                  <a:pt x="31679" y="14590"/>
                </a:cubicBezTo>
                <a:lnTo>
                  <a:pt x="31318" y="12995"/>
                </a:lnTo>
                <a:lnTo>
                  <a:pt x="31006" y="14371"/>
                </a:lnTo>
                <a:cubicBezTo>
                  <a:pt x="28942" y="13683"/>
                  <a:pt x="26832" y="13245"/>
                  <a:pt x="24689" y="13089"/>
                </a:cubicBezTo>
                <a:lnTo>
                  <a:pt x="23719" y="8898"/>
                </a:lnTo>
                <a:lnTo>
                  <a:pt x="22860" y="12619"/>
                </a:lnTo>
                <a:lnTo>
                  <a:pt x="22391" y="10571"/>
                </a:lnTo>
                <a:lnTo>
                  <a:pt x="21828" y="13057"/>
                </a:lnTo>
                <a:cubicBezTo>
                  <a:pt x="21499" y="13072"/>
                  <a:pt x="21171" y="13104"/>
                  <a:pt x="20827" y="13135"/>
                </a:cubicBezTo>
                <a:lnTo>
                  <a:pt x="19748" y="8382"/>
                </a:lnTo>
                <a:lnTo>
                  <a:pt x="18576" y="13448"/>
                </a:lnTo>
                <a:cubicBezTo>
                  <a:pt x="17888" y="13589"/>
                  <a:pt x="17200" y="13760"/>
                  <a:pt x="16512" y="13948"/>
                </a:cubicBezTo>
                <a:cubicBezTo>
                  <a:pt x="10617" y="15684"/>
                  <a:pt x="5223" y="18701"/>
                  <a:pt x="1" y="22032"/>
                </a:cubicBezTo>
                <a:lnTo>
                  <a:pt x="1" y="43422"/>
                </a:lnTo>
                <a:lnTo>
                  <a:pt x="155732" y="43422"/>
                </a:lnTo>
                <a:lnTo>
                  <a:pt x="155732" y="3378"/>
                </a:lnTo>
                <a:lnTo>
                  <a:pt x="155732" y="2815"/>
                </a:lnTo>
                <a:lnTo>
                  <a:pt x="154951" y="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5" y="3530200"/>
            <a:ext cx="9139522" cy="1617463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1444623"/>
            <a:ext cx="381360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116979" y="0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 rot="-1839520" flipH="1">
            <a:off x="1337773" y="4412"/>
            <a:ext cx="3467260" cy="5659347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solidFill>
            <a:srgbClr val="FFC875">
              <a:alpha val="190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1650" y="1357563"/>
            <a:ext cx="6380700" cy="24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-2790575" y="4108075"/>
            <a:ext cx="8466838" cy="3501287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 flipH="1">
            <a:off x="2096325" y="3820200"/>
            <a:ext cx="7047677" cy="2159185"/>
          </a:xfrm>
          <a:custGeom>
            <a:avLst/>
            <a:gdLst/>
            <a:ahLst/>
            <a:cxnLst/>
            <a:rect l="l" t="t" r="r" b="b"/>
            <a:pathLst>
              <a:path w="102837" h="31506" extrusionOk="0">
                <a:moveTo>
                  <a:pt x="1971" y="1"/>
                </a:moveTo>
                <a:lnTo>
                  <a:pt x="1126" y="3628"/>
                </a:lnTo>
                <a:cubicBezTo>
                  <a:pt x="766" y="3753"/>
                  <a:pt x="376" y="3878"/>
                  <a:pt x="1" y="4018"/>
                </a:cubicBezTo>
                <a:lnTo>
                  <a:pt x="1" y="31506"/>
                </a:lnTo>
                <a:lnTo>
                  <a:pt x="102836" y="31506"/>
                </a:lnTo>
                <a:lnTo>
                  <a:pt x="102836" y="23986"/>
                </a:lnTo>
                <a:cubicBezTo>
                  <a:pt x="102540" y="23876"/>
                  <a:pt x="102258" y="23751"/>
                  <a:pt x="101977" y="23625"/>
                </a:cubicBezTo>
                <a:cubicBezTo>
                  <a:pt x="96144" y="21218"/>
                  <a:pt x="90313" y="18795"/>
                  <a:pt x="84480" y="16370"/>
                </a:cubicBezTo>
                <a:cubicBezTo>
                  <a:pt x="83527" y="15980"/>
                  <a:pt x="82572" y="15589"/>
                  <a:pt x="81619" y="15182"/>
                </a:cubicBezTo>
                <a:cubicBezTo>
                  <a:pt x="81056" y="14948"/>
                  <a:pt x="80493" y="14729"/>
                  <a:pt x="79930" y="14494"/>
                </a:cubicBezTo>
                <a:lnTo>
                  <a:pt x="79695" y="13431"/>
                </a:lnTo>
                <a:lnTo>
                  <a:pt x="79493" y="14307"/>
                </a:lnTo>
                <a:cubicBezTo>
                  <a:pt x="79414" y="14275"/>
                  <a:pt x="79336" y="14244"/>
                  <a:pt x="79274" y="14213"/>
                </a:cubicBezTo>
                <a:lnTo>
                  <a:pt x="78836" y="12321"/>
                </a:lnTo>
                <a:lnTo>
                  <a:pt x="78476" y="13900"/>
                </a:lnTo>
                <a:cubicBezTo>
                  <a:pt x="78211" y="13791"/>
                  <a:pt x="77960" y="13681"/>
                  <a:pt x="77694" y="13587"/>
                </a:cubicBezTo>
                <a:lnTo>
                  <a:pt x="77398" y="12321"/>
                </a:lnTo>
                <a:lnTo>
                  <a:pt x="77162" y="13368"/>
                </a:lnTo>
                <a:cubicBezTo>
                  <a:pt x="76991" y="13306"/>
                  <a:pt x="76803" y="13228"/>
                  <a:pt x="76616" y="13166"/>
                </a:cubicBezTo>
                <a:lnTo>
                  <a:pt x="76115" y="10977"/>
                </a:lnTo>
                <a:lnTo>
                  <a:pt x="75880" y="12024"/>
                </a:lnTo>
                <a:lnTo>
                  <a:pt x="75552" y="10602"/>
                </a:lnTo>
                <a:lnTo>
                  <a:pt x="75098" y="12572"/>
                </a:lnTo>
                <a:lnTo>
                  <a:pt x="74208" y="12243"/>
                </a:lnTo>
                <a:lnTo>
                  <a:pt x="74035" y="11540"/>
                </a:lnTo>
                <a:lnTo>
                  <a:pt x="73910" y="12134"/>
                </a:lnTo>
                <a:cubicBezTo>
                  <a:pt x="72909" y="11774"/>
                  <a:pt x="71894" y="11415"/>
                  <a:pt x="70893" y="11086"/>
                </a:cubicBezTo>
                <a:cubicBezTo>
                  <a:pt x="68156" y="10195"/>
                  <a:pt x="65623" y="9538"/>
                  <a:pt x="63138" y="9163"/>
                </a:cubicBezTo>
                <a:lnTo>
                  <a:pt x="63013" y="8600"/>
                </a:lnTo>
                <a:lnTo>
                  <a:pt x="62888" y="9132"/>
                </a:lnTo>
                <a:cubicBezTo>
                  <a:pt x="62152" y="9022"/>
                  <a:pt x="61402" y="8944"/>
                  <a:pt x="60667" y="8897"/>
                </a:cubicBezTo>
                <a:lnTo>
                  <a:pt x="60292" y="7255"/>
                </a:lnTo>
                <a:lnTo>
                  <a:pt x="60057" y="8302"/>
                </a:lnTo>
                <a:lnTo>
                  <a:pt x="59729" y="6880"/>
                </a:lnTo>
                <a:lnTo>
                  <a:pt x="59275" y="8819"/>
                </a:lnTo>
                <a:cubicBezTo>
                  <a:pt x="59077" y="8815"/>
                  <a:pt x="58879" y="8813"/>
                  <a:pt x="58681" y="8813"/>
                </a:cubicBezTo>
                <a:cubicBezTo>
                  <a:pt x="58143" y="8813"/>
                  <a:pt x="57603" y="8827"/>
                  <a:pt x="57055" y="8850"/>
                </a:cubicBezTo>
                <a:lnTo>
                  <a:pt x="56742" y="7506"/>
                </a:lnTo>
                <a:lnTo>
                  <a:pt x="56414" y="8882"/>
                </a:lnTo>
                <a:cubicBezTo>
                  <a:pt x="56398" y="8882"/>
                  <a:pt x="56367" y="8882"/>
                  <a:pt x="56352" y="8897"/>
                </a:cubicBezTo>
                <a:lnTo>
                  <a:pt x="55664" y="5911"/>
                </a:lnTo>
                <a:lnTo>
                  <a:pt x="54945" y="9022"/>
                </a:lnTo>
                <a:cubicBezTo>
                  <a:pt x="54663" y="9053"/>
                  <a:pt x="54365" y="9084"/>
                  <a:pt x="54084" y="9132"/>
                </a:cubicBezTo>
                <a:lnTo>
                  <a:pt x="53913" y="8365"/>
                </a:lnTo>
                <a:lnTo>
                  <a:pt x="53725" y="9178"/>
                </a:lnTo>
                <a:cubicBezTo>
                  <a:pt x="52975" y="9303"/>
                  <a:pt x="52208" y="9444"/>
                  <a:pt x="51411" y="9616"/>
                </a:cubicBezTo>
                <a:cubicBezTo>
                  <a:pt x="45564" y="10880"/>
                  <a:pt x="39831" y="12873"/>
                  <a:pt x="33984" y="12873"/>
                </a:cubicBezTo>
                <a:cubicBezTo>
                  <a:pt x="32670" y="12873"/>
                  <a:pt x="31350" y="12773"/>
                  <a:pt x="30021" y="12540"/>
                </a:cubicBezTo>
                <a:cubicBezTo>
                  <a:pt x="29990" y="12540"/>
                  <a:pt x="29959" y="12524"/>
                  <a:pt x="29911" y="12524"/>
                </a:cubicBezTo>
                <a:lnTo>
                  <a:pt x="29724" y="11711"/>
                </a:lnTo>
                <a:lnTo>
                  <a:pt x="29552" y="12447"/>
                </a:lnTo>
                <a:cubicBezTo>
                  <a:pt x="28567" y="12243"/>
                  <a:pt x="27613" y="11946"/>
                  <a:pt x="26690" y="11586"/>
                </a:cubicBezTo>
                <a:lnTo>
                  <a:pt x="26206" y="9507"/>
                </a:lnTo>
                <a:lnTo>
                  <a:pt x="25877" y="10914"/>
                </a:lnTo>
                <a:lnTo>
                  <a:pt x="25690" y="10116"/>
                </a:lnTo>
                <a:lnTo>
                  <a:pt x="25471" y="11071"/>
                </a:lnTo>
                <a:cubicBezTo>
                  <a:pt x="21453" y="9226"/>
                  <a:pt x="17809" y="6317"/>
                  <a:pt x="13681" y="4487"/>
                </a:cubicBezTo>
                <a:lnTo>
                  <a:pt x="13541" y="3862"/>
                </a:lnTo>
                <a:lnTo>
                  <a:pt x="13431" y="4379"/>
                </a:lnTo>
                <a:cubicBezTo>
                  <a:pt x="12618" y="4018"/>
                  <a:pt x="11774" y="3706"/>
                  <a:pt x="10914" y="3472"/>
                </a:cubicBezTo>
                <a:lnTo>
                  <a:pt x="10696" y="2517"/>
                </a:lnTo>
                <a:lnTo>
                  <a:pt x="10492" y="3347"/>
                </a:lnTo>
                <a:cubicBezTo>
                  <a:pt x="9929" y="3205"/>
                  <a:pt x="9335" y="3080"/>
                  <a:pt x="8740" y="2986"/>
                </a:cubicBezTo>
                <a:lnTo>
                  <a:pt x="8553" y="2173"/>
                </a:lnTo>
                <a:lnTo>
                  <a:pt x="8413" y="2784"/>
                </a:lnTo>
                <a:lnTo>
                  <a:pt x="7990" y="939"/>
                </a:lnTo>
                <a:lnTo>
                  <a:pt x="7552" y="2861"/>
                </a:lnTo>
                <a:lnTo>
                  <a:pt x="6943" y="2815"/>
                </a:lnTo>
                <a:lnTo>
                  <a:pt x="6599" y="1345"/>
                </a:lnTo>
                <a:lnTo>
                  <a:pt x="6255" y="2815"/>
                </a:lnTo>
                <a:cubicBezTo>
                  <a:pt x="5895" y="2815"/>
                  <a:pt x="5504" y="2830"/>
                  <a:pt x="5113" y="2861"/>
                </a:cubicBezTo>
                <a:lnTo>
                  <a:pt x="5035" y="2455"/>
                </a:lnTo>
                <a:lnTo>
                  <a:pt x="4925" y="2877"/>
                </a:lnTo>
                <a:cubicBezTo>
                  <a:pt x="4425" y="2924"/>
                  <a:pt x="3910" y="2986"/>
                  <a:pt x="3393" y="3080"/>
                </a:cubicBezTo>
                <a:lnTo>
                  <a:pt x="3049" y="1595"/>
                </a:lnTo>
                <a:lnTo>
                  <a:pt x="2690" y="3143"/>
                </a:lnTo>
                <a:lnTo>
                  <a:pt x="1971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1773350" y="3135758"/>
            <a:ext cx="5597400" cy="57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1773250" y="1427842"/>
            <a:ext cx="5597400" cy="17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1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3" name="Google Shape;63;p9"/>
          <p:cNvSpPr/>
          <p:nvPr/>
        </p:nvSpPr>
        <p:spPr>
          <a:xfrm flipH="1">
            <a:off x="-1" y="1950630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6179474" y="194630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0" y="574498"/>
            <a:ext cx="3606184" cy="4378931"/>
          </a:xfrm>
          <a:custGeom>
            <a:avLst/>
            <a:gdLst/>
            <a:ahLst/>
            <a:cxnLst/>
            <a:rect l="l" t="t" r="r" b="b"/>
            <a:pathLst>
              <a:path w="72698" h="88276" extrusionOk="0">
                <a:moveTo>
                  <a:pt x="58231" y="71"/>
                </a:moveTo>
                <a:cubicBezTo>
                  <a:pt x="57358" y="184"/>
                  <a:pt x="56725" y="494"/>
                  <a:pt x="55149" y="1548"/>
                </a:cubicBezTo>
                <a:cubicBezTo>
                  <a:pt x="53995" y="2323"/>
                  <a:pt x="53826" y="2464"/>
                  <a:pt x="53826" y="2730"/>
                </a:cubicBezTo>
                <a:cubicBezTo>
                  <a:pt x="53826" y="2899"/>
                  <a:pt x="53869" y="2970"/>
                  <a:pt x="53995" y="3083"/>
                </a:cubicBezTo>
                <a:cubicBezTo>
                  <a:pt x="54094" y="3153"/>
                  <a:pt x="54192" y="3224"/>
                  <a:pt x="54220" y="3224"/>
                </a:cubicBezTo>
                <a:cubicBezTo>
                  <a:pt x="54347" y="3224"/>
                  <a:pt x="54234" y="3434"/>
                  <a:pt x="53967" y="3687"/>
                </a:cubicBezTo>
                <a:cubicBezTo>
                  <a:pt x="53741" y="3899"/>
                  <a:pt x="53475" y="4081"/>
                  <a:pt x="52841" y="4391"/>
                </a:cubicBezTo>
                <a:cubicBezTo>
                  <a:pt x="51828" y="4898"/>
                  <a:pt x="51405" y="5166"/>
                  <a:pt x="51152" y="5447"/>
                </a:cubicBezTo>
                <a:cubicBezTo>
                  <a:pt x="50913" y="5700"/>
                  <a:pt x="50899" y="5869"/>
                  <a:pt x="51082" y="6094"/>
                </a:cubicBezTo>
                <a:lnTo>
                  <a:pt x="51223" y="6248"/>
                </a:lnTo>
                <a:lnTo>
                  <a:pt x="50477" y="6967"/>
                </a:lnTo>
                <a:cubicBezTo>
                  <a:pt x="49703" y="7740"/>
                  <a:pt x="49379" y="8177"/>
                  <a:pt x="49140" y="8781"/>
                </a:cubicBezTo>
                <a:cubicBezTo>
                  <a:pt x="48943" y="9275"/>
                  <a:pt x="48647" y="10217"/>
                  <a:pt x="48478" y="10963"/>
                </a:cubicBezTo>
                <a:cubicBezTo>
                  <a:pt x="47958" y="13172"/>
                  <a:pt x="47958" y="13200"/>
                  <a:pt x="48099" y="13341"/>
                </a:cubicBezTo>
                <a:cubicBezTo>
                  <a:pt x="48155" y="13397"/>
                  <a:pt x="48281" y="13425"/>
                  <a:pt x="48409" y="13425"/>
                </a:cubicBezTo>
                <a:lnTo>
                  <a:pt x="48634" y="13425"/>
                </a:lnTo>
                <a:lnTo>
                  <a:pt x="48591" y="13834"/>
                </a:lnTo>
                <a:cubicBezTo>
                  <a:pt x="48521" y="14594"/>
                  <a:pt x="48324" y="15086"/>
                  <a:pt x="47409" y="16662"/>
                </a:cubicBezTo>
                <a:cubicBezTo>
                  <a:pt x="46776" y="17788"/>
                  <a:pt x="46495" y="18379"/>
                  <a:pt x="46171" y="19294"/>
                </a:cubicBezTo>
                <a:lnTo>
                  <a:pt x="45974" y="19870"/>
                </a:lnTo>
                <a:lnTo>
                  <a:pt x="45439" y="20152"/>
                </a:lnTo>
                <a:cubicBezTo>
                  <a:pt x="45144" y="20307"/>
                  <a:pt x="44313" y="20701"/>
                  <a:pt x="43596" y="21039"/>
                </a:cubicBezTo>
                <a:cubicBezTo>
                  <a:pt x="42259" y="21672"/>
                  <a:pt x="40782" y="22362"/>
                  <a:pt x="39247" y="23079"/>
                </a:cubicBezTo>
                <a:cubicBezTo>
                  <a:pt x="38346" y="23516"/>
                  <a:pt x="36841" y="24332"/>
                  <a:pt x="35982" y="24852"/>
                </a:cubicBezTo>
                <a:cubicBezTo>
                  <a:pt x="31142" y="27807"/>
                  <a:pt x="27863" y="30340"/>
                  <a:pt x="23951" y="34083"/>
                </a:cubicBezTo>
                <a:cubicBezTo>
                  <a:pt x="23008" y="34998"/>
                  <a:pt x="21587" y="36490"/>
                  <a:pt x="21460" y="36701"/>
                </a:cubicBezTo>
                <a:cubicBezTo>
                  <a:pt x="21376" y="36813"/>
                  <a:pt x="21347" y="36969"/>
                  <a:pt x="21347" y="37235"/>
                </a:cubicBezTo>
                <a:cubicBezTo>
                  <a:pt x="21347" y="37560"/>
                  <a:pt x="21319" y="37672"/>
                  <a:pt x="21179" y="37925"/>
                </a:cubicBezTo>
                <a:cubicBezTo>
                  <a:pt x="20884" y="38460"/>
                  <a:pt x="20588" y="38854"/>
                  <a:pt x="19940" y="39599"/>
                </a:cubicBezTo>
                <a:cubicBezTo>
                  <a:pt x="19589" y="40008"/>
                  <a:pt x="19026" y="40655"/>
                  <a:pt x="18688" y="41049"/>
                </a:cubicBezTo>
                <a:cubicBezTo>
                  <a:pt x="17801" y="42076"/>
                  <a:pt x="16394" y="44089"/>
                  <a:pt x="15662" y="45369"/>
                </a:cubicBezTo>
                <a:cubicBezTo>
                  <a:pt x="14762" y="46960"/>
                  <a:pt x="14607" y="47438"/>
                  <a:pt x="14804" y="48099"/>
                </a:cubicBezTo>
                <a:cubicBezTo>
                  <a:pt x="14874" y="48339"/>
                  <a:pt x="14874" y="48380"/>
                  <a:pt x="14748" y="48775"/>
                </a:cubicBezTo>
                <a:cubicBezTo>
                  <a:pt x="14593" y="49225"/>
                  <a:pt x="14311" y="49830"/>
                  <a:pt x="13960" y="50393"/>
                </a:cubicBezTo>
                <a:cubicBezTo>
                  <a:pt x="13495" y="51167"/>
                  <a:pt x="11849" y="53574"/>
                  <a:pt x="10765" y="55093"/>
                </a:cubicBezTo>
                <a:cubicBezTo>
                  <a:pt x="8908" y="57668"/>
                  <a:pt x="8528" y="58287"/>
                  <a:pt x="7247" y="60848"/>
                </a:cubicBezTo>
                <a:cubicBezTo>
                  <a:pt x="6333" y="62692"/>
                  <a:pt x="6037" y="63353"/>
                  <a:pt x="5995" y="63719"/>
                </a:cubicBezTo>
                <a:cubicBezTo>
                  <a:pt x="5939" y="64254"/>
                  <a:pt x="6178" y="64789"/>
                  <a:pt x="6558" y="64957"/>
                </a:cubicBezTo>
                <a:cubicBezTo>
                  <a:pt x="6699" y="65014"/>
                  <a:pt x="6741" y="65057"/>
                  <a:pt x="6712" y="65126"/>
                </a:cubicBezTo>
                <a:cubicBezTo>
                  <a:pt x="6600" y="65408"/>
                  <a:pt x="6249" y="66802"/>
                  <a:pt x="6150" y="67293"/>
                </a:cubicBezTo>
                <a:cubicBezTo>
                  <a:pt x="5967" y="68194"/>
                  <a:pt x="6009" y="69025"/>
                  <a:pt x="6234" y="69475"/>
                </a:cubicBezTo>
                <a:cubicBezTo>
                  <a:pt x="6333" y="69700"/>
                  <a:pt x="6586" y="69911"/>
                  <a:pt x="6924" y="70094"/>
                </a:cubicBezTo>
                <a:lnTo>
                  <a:pt x="7234" y="70249"/>
                </a:lnTo>
                <a:lnTo>
                  <a:pt x="6812" y="70699"/>
                </a:lnTo>
                <a:cubicBezTo>
                  <a:pt x="5896" y="71670"/>
                  <a:pt x="4573" y="73500"/>
                  <a:pt x="3322" y="75596"/>
                </a:cubicBezTo>
                <a:cubicBezTo>
                  <a:pt x="2674" y="76652"/>
                  <a:pt x="1549" y="78833"/>
                  <a:pt x="802" y="80465"/>
                </a:cubicBezTo>
                <a:cubicBezTo>
                  <a:pt x="113" y="81957"/>
                  <a:pt x="1" y="82379"/>
                  <a:pt x="211" y="82787"/>
                </a:cubicBezTo>
                <a:cubicBezTo>
                  <a:pt x="451" y="83266"/>
                  <a:pt x="929" y="83308"/>
                  <a:pt x="2069" y="82984"/>
                </a:cubicBezTo>
                <a:cubicBezTo>
                  <a:pt x="2435" y="82872"/>
                  <a:pt x="2744" y="82801"/>
                  <a:pt x="2759" y="82816"/>
                </a:cubicBezTo>
                <a:cubicBezTo>
                  <a:pt x="2772" y="82829"/>
                  <a:pt x="2731" y="83026"/>
                  <a:pt x="2646" y="83266"/>
                </a:cubicBezTo>
                <a:cubicBezTo>
                  <a:pt x="2575" y="83491"/>
                  <a:pt x="2406" y="84096"/>
                  <a:pt x="2266" y="84602"/>
                </a:cubicBezTo>
                <a:cubicBezTo>
                  <a:pt x="1478" y="87557"/>
                  <a:pt x="1436" y="87966"/>
                  <a:pt x="1886" y="88148"/>
                </a:cubicBezTo>
                <a:cubicBezTo>
                  <a:pt x="2224" y="88276"/>
                  <a:pt x="2646" y="88079"/>
                  <a:pt x="3941" y="87163"/>
                </a:cubicBezTo>
                <a:cubicBezTo>
                  <a:pt x="4883" y="86488"/>
                  <a:pt x="5629" y="85911"/>
                  <a:pt x="6474" y="85165"/>
                </a:cubicBezTo>
                <a:cubicBezTo>
                  <a:pt x="6868" y="84827"/>
                  <a:pt x="7206" y="84546"/>
                  <a:pt x="7234" y="84532"/>
                </a:cubicBezTo>
                <a:cubicBezTo>
                  <a:pt x="7262" y="84532"/>
                  <a:pt x="7290" y="84687"/>
                  <a:pt x="7290" y="84884"/>
                </a:cubicBezTo>
                <a:cubicBezTo>
                  <a:pt x="7290" y="85615"/>
                  <a:pt x="7500" y="85996"/>
                  <a:pt x="7951" y="85996"/>
                </a:cubicBezTo>
                <a:cubicBezTo>
                  <a:pt x="8148" y="85996"/>
                  <a:pt x="8247" y="85953"/>
                  <a:pt x="8514" y="85756"/>
                </a:cubicBezTo>
                <a:cubicBezTo>
                  <a:pt x="8866" y="85503"/>
                  <a:pt x="9865" y="84617"/>
                  <a:pt x="10442" y="84054"/>
                </a:cubicBezTo>
                <a:lnTo>
                  <a:pt x="10808" y="83702"/>
                </a:lnTo>
                <a:lnTo>
                  <a:pt x="10864" y="83955"/>
                </a:lnTo>
                <a:cubicBezTo>
                  <a:pt x="11005" y="84532"/>
                  <a:pt x="11286" y="84645"/>
                  <a:pt x="12046" y="84405"/>
                </a:cubicBezTo>
                <a:cubicBezTo>
                  <a:pt x="12834" y="84167"/>
                  <a:pt x="13679" y="83632"/>
                  <a:pt x="14480" y="82885"/>
                </a:cubicBezTo>
                <a:cubicBezTo>
                  <a:pt x="14959" y="82450"/>
                  <a:pt x="16535" y="80465"/>
                  <a:pt x="17126" y="79593"/>
                </a:cubicBezTo>
                <a:cubicBezTo>
                  <a:pt x="17197" y="79466"/>
                  <a:pt x="17197" y="79495"/>
                  <a:pt x="17197" y="80029"/>
                </a:cubicBezTo>
                <a:cubicBezTo>
                  <a:pt x="17197" y="80549"/>
                  <a:pt x="17210" y="80620"/>
                  <a:pt x="17366" y="80915"/>
                </a:cubicBezTo>
                <a:cubicBezTo>
                  <a:pt x="17506" y="81197"/>
                  <a:pt x="17563" y="81268"/>
                  <a:pt x="17816" y="81394"/>
                </a:cubicBezTo>
                <a:cubicBezTo>
                  <a:pt x="18182" y="81577"/>
                  <a:pt x="18576" y="81577"/>
                  <a:pt x="18983" y="81380"/>
                </a:cubicBezTo>
                <a:cubicBezTo>
                  <a:pt x="19505" y="81127"/>
                  <a:pt x="20953" y="79551"/>
                  <a:pt x="21938" y="78172"/>
                </a:cubicBezTo>
                <a:cubicBezTo>
                  <a:pt x="22614" y="77215"/>
                  <a:pt x="23191" y="76117"/>
                  <a:pt x="23965" y="74414"/>
                </a:cubicBezTo>
                <a:cubicBezTo>
                  <a:pt x="24092" y="74119"/>
                  <a:pt x="24218" y="73879"/>
                  <a:pt x="24246" y="73866"/>
                </a:cubicBezTo>
                <a:cubicBezTo>
                  <a:pt x="24274" y="73866"/>
                  <a:pt x="24345" y="73978"/>
                  <a:pt x="24402" y="74147"/>
                </a:cubicBezTo>
                <a:cubicBezTo>
                  <a:pt x="24599" y="74724"/>
                  <a:pt x="24852" y="74963"/>
                  <a:pt x="25162" y="74879"/>
                </a:cubicBezTo>
                <a:cubicBezTo>
                  <a:pt x="25485" y="74808"/>
                  <a:pt x="26216" y="73838"/>
                  <a:pt x="26667" y="72881"/>
                </a:cubicBezTo>
                <a:cubicBezTo>
                  <a:pt x="27004" y="72191"/>
                  <a:pt x="27272" y="71628"/>
                  <a:pt x="27807" y="70376"/>
                </a:cubicBezTo>
                <a:cubicBezTo>
                  <a:pt x="28173" y="69531"/>
                  <a:pt x="28229" y="69447"/>
                  <a:pt x="28271" y="69489"/>
                </a:cubicBezTo>
                <a:cubicBezTo>
                  <a:pt x="28299" y="69517"/>
                  <a:pt x="28355" y="69798"/>
                  <a:pt x="28412" y="70136"/>
                </a:cubicBezTo>
                <a:cubicBezTo>
                  <a:pt x="28539" y="70868"/>
                  <a:pt x="28721" y="71290"/>
                  <a:pt x="28946" y="71403"/>
                </a:cubicBezTo>
                <a:cubicBezTo>
                  <a:pt x="29496" y="71684"/>
                  <a:pt x="29847" y="71318"/>
                  <a:pt x="31072" y="69194"/>
                </a:cubicBezTo>
                <a:cubicBezTo>
                  <a:pt x="31451" y="68504"/>
                  <a:pt x="31564" y="68363"/>
                  <a:pt x="31578" y="68462"/>
                </a:cubicBezTo>
                <a:cubicBezTo>
                  <a:pt x="31607" y="68532"/>
                  <a:pt x="31635" y="68785"/>
                  <a:pt x="31676" y="69053"/>
                </a:cubicBezTo>
                <a:cubicBezTo>
                  <a:pt x="31761" y="69686"/>
                  <a:pt x="32198" y="71389"/>
                  <a:pt x="32310" y="71543"/>
                </a:cubicBezTo>
                <a:cubicBezTo>
                  <a:pt x="32380" y="71642"/>
                  <a:pt x="32479" y="71684"/>
                  <a:pt x="32605" y="71699"/>
                </a:cubicBezTo>
                <a:cubicBezTo>
                  <a:pt x="32774" y="71712"/>
                  <a:pt x="32817" y="71684"/>
                  <a:pt x="33014" y="71459"/>
                </a:cubicBezTo>
                <a:lnTo>
                  <a:pt x="33239" y="71220"/>
                </a:lnTo>
                <a:lnTo>
                  <a:pt x="33408" y="71740"/>
                </a:lnTo>
                <a:cubicBezTo>
                  <a:pt x="33520" y="72064"/>
                  <a:pt x="33646" y="72331"/>
                  <a:pt x="33774" y="72472"/>
                </a:cubicBezTo>
                <a:cubicBezTo>
                  <a:pt x="33872" y="72599"/>
                  <a:pt x="33956" y="72725"/>
                  <a:pt x="33956" y="72768"/>
                </a:cubicBezTo>
                <a:cubicBezTo>
                  <a:pt x="33956" y="72796"/>
                  <a:pt x="34027" y="72937"/>
                  <a:pt x="34125" y="73078"/>
                </a:cubicBezTo>
                <a:cubicBezTo>
                  <a:pt x="34280" y="73331"/>
                  <a:pt x="34280" y="73331"/>
                  <a:pt x="34224" y="73669"/>
                </a:cubicBezTo>
                <a:cubicBezTo>
                  <a:pt x="34196" y="73866"/>
                  <a:pt x="34097" y="74119"/>
                  <a:pt x="34027" y="74232"/>
                </a:cubicBezTo>
                <a:cubicBezTo>
                  <a:pt x="33872" y="74527"/>
                  <a:pt x="33112" y="75245"/>
                  <a:pt x="32718" y="75498"/>
                </a:cubicBezTo>
                <a:cubicBezTo>
                  <a:pt x="32549" y="75596"/>
                  <a:pt x="32226" y="75849"/>
                  <a:pt x="32001" y="76046"/>
                </a:cubicBezTo>
                <a:cubicBezTo>
                  <a:pt x="31410" y="76553"/>
                  <a:pt x="30424" y="77566"/>
                  <a:pt x="30424" y="77665"/>
                </a:cubicBezTo>
                <a:cubicBezTo>
                  <a:pt x="30424" y="77707"/>
                  <a:pt x="30297" y="77876"/>
                  <a:pt x="30128" y="78045"/>
                </a:cubicBezTo>
                <a:cubicBezTo>
                  <a:pt x="29777" y="78425"/>
                  <a:pt x="29650" y="78650"/>
                  <a:pt x="29453" y="79129"/>
                </a:cubicBezTo>
                <a:cubicBezTo>
                  <a:pt x="29327" y="79466"/>
                  <a:pt x="29312" y="79564"/>
                  <a:pt x="29312" y="80240"/>
                </a:cubicBezTo>
                <a:cubicBezTo>
                  <a:pt x="29312" y="80874"/>
                  <a:pt x="29340" y="81028"/>
                  <a:pt x="29453" y="81352"/>
                </a:cubicBezTo>
                <a:cubicBezTo>
                  <a:pt x="29552" y="81647"/>
                  <a:pt x="29608" y="81746"/>
                  <a:pt x="29734" y="81802"/>
                </a:cubicBezTo>
                <a:cubicBezTo>
                  <a:pt x="29988" y="81915"/>
                  <a:pt x="30143" y="81760"/>
                  <a:pt x="30312" y="81240"/>
                </a:cubicBezTo>
                <a:cubicBezTo>
                  <a:pt x="30382" y="81000"/>
                  <a:pt x="30522" y="80690"/>
                  <a:pt x="30607" y="80564"/>
                </a:cubicBezTo>
                <a:cubicBezTo>
                  <a:pt x="30860" y="80155"/>
                  <a:pt x="31353" y="79692"/>
                  <a:pt x="31648" y="79551"/>
                </a:cubicBezTo>
                <a:cubicBezTo>
                  <a:pt x="32057" y="79367"/>
                  <a:pt x="32577" y="78960"/>
                  <a:pt x="32690" y="78735"/>
                </a:cubicBezTo>
                <a:cubicBezTo>
                  <a:pt x="32774" y="78579"/>
                  <a:pt x="32802" y="78551"/>
                  <a:pt x="32915" y="78579"/>
                </a:cubicBezTo>
                <a:cubicBezTo>
                  <a:pt x="32999" y="78594"/>
                  <a:pt x="33154" y="78622"/>
                  <a:pt x="33281" y="78636"/>
                </a:cubicBezTo>
                <a:cubicBezTo>
                  <a:pt x="33478" y="78664"/>
                  <a:pt x="33506" y="78664"/>
                  <a:pt x="33646" y="78481"/>
                </a:cubicBezTo>
                <a:cubicBezTo>
                  <a:pt x="33731" y="78369"/>
                  <a:pt x="33843" y="78129"/>
                  <a:pt x="33900" y="77932"/>
                </a:cubicBezTo>
                <a:cubicBezTo>
                  <a:pt x="34027" y="77496"/>
                  <a:pt x="34209" y="77341"/>
                  <a:pt x="34787" y="77172"/>
                </a:cubicBezTo>
                <a:cubicBezTo>
                  <a:pt x="35391" y="76975"/>
                  <a:pt x="36376" y="76793"/>
                  <a:pt x="36701" y="76834"/>
                </a:cubicBezTo>
                <a:cubicBezTo>
                  <a:pt x="36841" y="76849"/>
                  <a:pt x="37151" y="76933"/>
                  <a:pt x="37376" y="77003"/>
                </a:cubicBezTo>
                <a:cubicBezTo>
                  <a:pt x="37714" y="77130"/>
                  <a:pt x="37840" y="77215"/>
                  <a:pt x="38108" y="77496"/>
                </a:cubicBezTo>
                <a:cubicBezTo>
                  <a:pt x="38431" y="77834"/>
                  <a:pt x="38924" y="78242"/>
                  <a:pt x="39149" y="78397"/>
                </a:cubicBezTo>
                <a:cubicBezTo>
                  <a:pt x="39234" y="78439"/>
                  <a:pt x="39318" y="78594"/>
                  <a:pt x="39388" y="78791"/>
                </a:cubicBezTo>
                <a:cubicBezTo>
                  <a:pt x="39599" y="79382"/>
                  <a:pt x="40247" y="80268"/>
                  <a:pt x="40626" y="80437"/>
                </a:cubicBezTo>
                <a:cubicBezTo>
                  <a:pt x="40810" y="80508"/>
                  <a:pt x="40838" y="80549"/>
                  <a:pt x="40922" y="80846"/>
                </a:cubicBezTo>
                <a:cubicBezTo>
                  <a:pt x="41119" y="81534"/>
                  <a:pt x="41401" y="81943"/>
                  <a:pt x="41836" y="82168"/>
                </a:cubicBezTo>
                <a:lnTo>
                  <a:pt x="42076" y="82294"/>
                </a:lnTo>
                <a:lnTo>
                  <a:pt x="42033" y="82604"/>
                </a:lnTo>
                <a:cubicBezTo>
                  <a:pt x="41964" y="83054"/>
                  <a:pt x="42020" y="83773"/>
                  <a:pt x="42174" y="84364"/>
                </a:cubicBezTo>
                <a:cubicBezTo>
                  <a:pt x="42343" y="84940"/>
                  <a:pt x="42709" y="85686"/>
                  <a:pt x="42892" y="85812"/>
                </a:cubicBezTo>
                <a:cubicBezTo>
                  <a:pt x="43005" y="85883"/>
                  <a:pt x="43033" y="85883"/>
                  <a:pt x="43159" y="85812"/>
                </a:cubicBezTo>
                <a:cubicBezTo>
                  <a:pt x="43286" y="85728"/>
                  <a:pt x="43286" y="85700"/>
                  <a:pt x="43272" y="85433"/>
                </a:cubicBezTo>
                <a:cubicBezTo>
                  <a:pt x="43159" y="84433"/>
                  <a:pt x="43131" y="83970"/>
                  <a:pt x="43131" y="83575"/>
                </a:cubicBezTo>
                <a:cubicBezTo>
                  <a:pt x="43131" y="83125"/>
                  <a:pt x="43202" y="82731"/>
                  <a:pt x="43315" y="82675"/>
                </a:cubicBezTo>
                <a:cubicBezTo>
                  <a:pt x="43343" y="82647"/>
                  <a:pt x="43553" y="82619"/>
                  <a:pt x="43778" y="82619"/>
                </a:cubicBezTo>
                <a:cubicBezTo>
                  <a:pt x="44510" y="82619"/>
                  <a:pt x="44707" y="82435"/>
                  <a:pt x="44834" y="81647"/>
                </a:cubicBezTo>
                <a:cubicBezTo>
                  <a:pt x="44891" y="81366"/>
                  <a:pt x="44960" y="81014"/>
                  <a:pt x="45003" y="80887"/>
                </a:cubicBezTo>
                <a:cubicBezTo>
                  <a:pt x="45144" y="80493"/>
                  <a:pt x="45551" y="80015"/>
                  <a:pt x="45932" y="79832"/>
                </a:cubicBezTo>
                <a:cubicBezTo>
                  <a:pt x="46227" y="79663"/>
                  <a:pt x="46270" y="79663"/>
                  <a:pt x="46959" y="79663"/>
                </a:cubicBezTo>
                <a:cubicBezTo>
                  <a:pt x="47818" y="79663"/>
                  <a:pt x="48000" y="79720"/>
                  <a:pt x="48704" y="80170"/>
                </a:cubicBezTo>
                <a:cubicBezTo>
                  <a:pt x="49366" y="80592"/>
                  <a:pt x="49534" y="80761"/>
                  <a:pt x="49900" y="81296"/>
                </a:cubicBezTo>
                <a:cubicBezTo>
                  <a:pt x="50266" y="81844"/>
                  <a:pt x="50716" y="82294"/>
                  <a:pt x="51139" y="82491"/>
                </a:cubicBezTo>
                <a:cubicBezTo>
                  <a:pt x="51405" y="82619"/>
                  <a:pt x="51448" y="82660"/>
                  <a:pt x="51533" y="82914"/>
                </a:cubicBezTo>
                <a:cubicBezTo>
                  <a:pt x="51673" y="83364"/>
                  <a:pt x="52095" y="83744"/>
                  <a:pt x="52559" y="83842"/>
                </a:cubicBezTo>
                <a:cubicBezTo>
                  <a:pt x="52644" y="83857"/>
                  <a:pt x="52841" y="83857"/>
                  <a:pt x="52981" y="83814"/>
                </a:cubicBezTo>
                <a:cubicBezTo>
                  <a:pt x="53235" y="83758"/>
                  <a:pt x="53249" y="83758"/>
                  <a:pt x="53404" y="83913"/>
                </a:cubicBezTo>
                <a:cubicBezTo>
                  <a:pt x="53756" y="84236"/>
                  <a:pt x="53798" y="84504"/>
                  <a:pt x="53713" y="85743"/>
                </a:cubicBezTo>
                <a:cubicBezTo>
                  <a:pt x="53643" y="86854"/>
                  <a:pt x="53657" y="86966"/>
                  <a:pt x="53882" y="86966"/>
                </a:cubicBezTo>
                <a:cubicBezTo>
                  <a:pt x="54079" y="86966"/>
                  <a:pt x="54150" y="86868"/>
                  <a:pt x="54347" y="86347"/>
                </a:cubicBezTo>
                <a:cubicBezTo>
                  <a:pt x="54713" y="85405"/>
                  <a:pt x="54811" y="84574"/>
                  <a:pt x="54698" y="83688"/>
                </a:cubicBezTo>
                <a:cubicBezTo>
                  <a:pt x="54614" y="83041"/>
                  <a:pt x="54460" y="82647"/>
                  <a:pt x="54192" y="82393"/>
                </a:cubicBezTo>
                <a:cubicBezTo>
                  <a:pt x="54051" y="82253"/>
                  <a:pt x="53938" y="82097"/>
                  <a:pt x="53869" y="81859"/>
                </a:cubicBezTo>
                <a:cubicBezTo>
                  <a:pt x="53728" y="81450"/>
                  <a:pt x="53418" y="80943"/>
                  <a:pt x="53137" y="80648"/>
                </a:cubicBezTo>
                <a:cubicBezTo>
                  <a:pt x="52912" y="80437"/>
                  <a:pt x="52940" y="80409"/>
                  <a:pt x="53263" y="80536"/>
                </a:cubicBezTo>
                <a:cubicBezTo>
                  <a:pt x="53404" y="80578"/>
                  <a:pt x="53700" y="80662"/>
                  <a:pt x="53925" y="80718"/>
                </a:cubicBezTo>
                <a:cubicBezTo>
                  <a:pt x="54347" y="80831"/>
                  <a:pt x="54558" y="80831"/>
                  <a:pt x="54867" y="80705"/>
                </a:cubicBezTo>
                <a:cubicBezTo>
                  <a:pt x="54910" y="80677"/>
                  <a:pt x="55051" y="80761"/>
                  <a:pt x="55233" y="80915"/>
                </a:cubicBezTo>
                <a:cubicBezTo>
                  <a:pt x="55642" y="81268"/>
                  <a:pt x="55811" y="81337"/>
                  <a:pt x="56148" y="81337"/>
                </a:cubicBezTo>
                <a:lnTo>
                  <a:pt x="56430" y="81337"/>
                </a:lnTo>
                <a:lnTo>
                  <a:pt x="56430" y="82056"/>
                </a:lnTo>
                <a:cubicBezTo>
                  <a:pt x="56430" y="82450"/>
                  <a:pt x="56402" y="82984"/>
                  <a:pt x="56345" y="83266"/>
                </a:cubicBezTo>
                <a:cubicBezTo>
                  <a:pt x="56246" y="83829"/>
                  <a:pt x="56289" y="83941"/>
                  <a:pt x="56542" y="83913"/>
                </a:cubicBezTo>
                <a:cubicBezTo>
                  <a:pt x="56655" y="83899"/>
                  <a:pt x="56725" y="83814"/>
                  <a:pt x="56964" y="83336"/>
                </a:cubicBezTo>
                <a:cubicBezTo>
                  <a:pt x="57400" y="82450"/>
                  <a:pt x="57471" y="82210"/>
                  <a:pt x="57471" y="81534"/>
                </a:cubicBezTo>
                <a:cubicBezTo>
                  <a:pt x="57471" y="81211"/>
                  <a:pt x="57443" y="80859"/>
                  <a:pt x="57400" y="80718"/>
                </a:cubicBezTo>
                <a:cubicBezTo>
                  <a:pt x="57358" y="80578"/>
                  <a:pt x="57330" y="80339"/>
                  <a:pt x="57344" y="80170"/>
                </a:cubicBezTo>
                <a:cubicBezTo>
                  <a:pt x="57372" y="79917"/>
                  <a:pt x="57344" y="79818"/>
                  <a:pt x="57259" y="79663"/>
                </a:cubicBezTo>
                <a:cubicBezTo>
                  <a:pt x="57034" y="79283"/>
                  <a:pt x="56767" y="79001"/>
                  <a:pt x="56486" y="78847"/>
                </a:cubicBezTo>
                <a:lnTo>
                  <a:pt x="56190" y="78692"/>
                </a:lnTo>
                <a:lnTo>
                  <a:pt x="54572" y="78678"/>
                </a:lnTo>
                <a:cubicBezTo>
                  <a:pt x="53685" y="78664"/>
                  <a:pt x="52897" y="78650"/>
                  <a:pt x="52841" y="78622"/>
                </a:cubicBezTo>
                <a:cubicBezTo>
                  <a:pt x="52771" y="78607"/>
                  <a:pt x="52616" y="78495"/>
                  <a:pt x="52490" y="78382"/>
                </a:cubicBezTo>
                <a:cubicBezTo>
                  <a:pt x="52039" y="77988"/>
                  <a:pt x="51321" y="77735"/>
                  <a:pt x="50674" y="77735"/>
                </a:cubicBezTo>
                <a:cubicBezTo>
                  <a:pt x="50548" y="77735"/>
                  <a:pt x="50379" y="77693"/>
                  <a:pt x="50308" y="77651"/>
                </a:cubicBezTo>
                <a:cubicBezTo>
                  <a:pt x="50139" y="77524"/>
                  <a:pt x="49647" y="76863"/>
                  <a:pt x="49647" y="76750"/>
                </a:cubicBezTo>
                <a:cubicBezTo>
                  <a:pt x="49647" y="76708"/>
                  <a:pt x="49548" y="76483"/>
                  <a:pt x="49435" y="76243"/>
                </a:cubicBezTo>
                <a:cubicBezTo>
                  <a:pt x="49309" y="76033"/>
                  <a:pt x="49210" y="75793"/>
                  <a:pt x="49210" y="75737"/>
                </a:cubicBezTo>
                <a:cubicBezTo>
                  <a:pt x="49210" y="75695"/>
                  <a:pt x="49266" y="75483"/>
                  <a:pt x="49337" y="75301"/>
                </a:cubicBezTo>
                <a:cubicBezTo>
                  <a:pt x="49422" y="75061"/>
                  <a:pt x="49492" y="74935"/>
                  <a:pt x="49576" y="74907"/>
                </a:cubicBezTo>
                <a:cubicBezTo>
                  <a:pt x="49745" y="74851"/>
                  <a:pt x="49816" y="74724"/>
                  <a:pt x="50125" y="73950"/>
                </a:cubicBezTo>
                <a:cubicBezTo>
                  <a:pt x="50379" y="73331"/>
                  <a:pt x="50730" y="72162"/>
                  <a:pt x="50899" y="71431"/>
                </a:cubicBezTo>
                <a:cubicBezTo>
                  <a:pt x="51011" y="70924"/>
                  <a:pt x="50998" y="70939"/>
                  <a:pt x="51167" y="70980"/>
                </a:cubicBezTo>
                <a:cubicBezTo>
                  <a:pt x="51364" y="71023"/>
                  <a:pt x="51504" y="70882"/>
                  <a:pt x="51617" y="70530"/>
                </a:cubicBezTo>
                <a:cubicBezTo>
                  <a:pt x="51673" y="70389"/>
                  <a:pt x="51870" y="69770"/>
                  <a:pt x="52053" y="69151"/>
                </a:cubicBezTo>
                <a:lnTo>
                  <a:pt x="52405" y="68040"/>
                </a:lnTo>
                <a:lnTo>
                  <a:pt x="52981" y="67618"/>
                </a:lnTo>
                <a:cubicBezTo>
                  <a:pt x="53587" y="67167"/>
                  <a:pt x="54051" y="66717"/>
                  <a:pt x="54206" y="66393"/>
                </a:cubicBezTo>
                <a:cubicBezTo>
                  <a:pt x="54263" y="66280"/>
                  <a:pt x="54389" y="65985"/>
                  <a:pt x="54488" y="65704"/>
                </a:cubicBezTo>
                <a:cubicBezTo>
                  <a:pt x="54572" y="65436"/>
                  <a:pt x="54797" y="64972"/>
                  <a:pt x="54952" y="64676"/>
                </a:cubicBezTo>
                <a:cubicBezTo>
                  <a:pt x="55107" y="64381"/>
                  <a:pt x="55374" y="63818"/>
                  <a:pt x="55543" y="63424"/>
                </a:cubicBezTo>
                <a:cubicBezTo>
                  <a:pt x="55811" y="62819"/>
                  <a:pt x="55867" y="62749"/>
                  <a:pt x="55908" y="62861"/>
                </a:cubicBezTo>
                <a:cubicBezTo>
                  <a:pt x="55937" y="62931"/>
                  <a:pt x="55937" y="63086"/>
                  <a:pt x="55923" y="63199"/>
                </a:cubicBezTo>
                <a:cubicBezTo>
                  <a:pt x="55852" y="63578"/>
                  <a:pt x="56176" y="63832"/>
                  <a:pt x="56387" y="63578"/>
                </a:cubicBezTo>
                <a:cubicBezTo>
                  <a:pt x="56655" y="63283"/>
                  <a:pt x="57428" y="62045"/>
                  <a:pt x="57584" y="61679"/>
                </a:cubicBezTo>
                <a:cubicBezTo>
                  <a:pt x="57781" y="61186"/>
                  <a:pt x="58090" y="60736"/>
                  <a:pt x="58822" y="59878"/>
                </a:cubicBezTo>
                <a:lnTo>
                  <a:pt x="59342" y="59259"/>
                </a:lnTo>
                <a:lnTo>
                  <a:pt x="59441" y="59400"/>
                </a:lnTo>
                <a:cubicBezTo>
                  <a:pt x="59694" y="59681"/>
                  <a:pt x="59708" y="59681"/>
                  <a:pt x="60186" y="59428"/>
                </a:cubicBezTo>
                <a:cubicBezTo>
                  <a:pt x="60679" y="59174"/>
                  <a:pt x="61299" y="58696"/>
                  <a:pt x="62790" y="57458"/>
                </a:cubicBezTo>
                <a:cubicBezTo>
                  <a:pt x="64352" y="56163"/>
                  <a:pt x="65295" y="55150"/>
                  <a:pt x="66899" y="52996"/>
                </a:cubicBezTo>
                <a:cubicBezTo>
                  <a:pt x="68307" y="51125"/>
                  <a:pt x="68785" y="50266"/>
                  <a:pt x="69883" y="47692"/>
                </a:cubicBezTo>
                <a:cubicBezTo>
                  <a:pt x="70825" y="45496"/>
                  <a:pt x="71275" y="44230"/>
                  <a:pt x="71768" y="42429"/>
                </a:cubicBezTo>
                <a:cubicBezTo>
                  <a:pt x="72429" y="40078"/>
                  <a:pt x="72626" y="38924"/>
                  <a:pt x="72626" y="37419"/>
                </a:cubicBezTo>
                <a:cubicBezTo>
                  <a:pt x="72626" y="35941"/>
                  <a:pt x="72485" y="34899"/>
                  <a:pt x="71965" y="32719"/>
                </a:cubicBezTo>
                <a:cubicBezTo>
                  <a:pt x="71697" y="31522"/>
                  <a:pt x="71697" y="31578"/>
                  <a:pt x="71641" y="30368"/>
                </a:cubicBezTo>
                <a:cubicBezTo>
                  <a:pt x="71585" y="29285"/>
                  <a:pt x="71472" y="28567"/>
                  <a:pt x="71262" y="27934"/>
                </a:cubicBezTo>
                <a:cubicBezTo>
                  <a:pt x="71065" y="27357"/>
                  <a:pt x="70543" y="26330"/>
                  <a:pt x="70065" y="25570"/>
                </a:cubicBezTo>
                <a:cubicBezTo>
                  <a:pt x="68729" y="23473"/>
                  <a:pt x="68798" y="23585"/>
                  <a:pt x="68686" y="23037"/>
                </a:cubicBezTo>
                <a:cubicBezTo>
                  <a:pt x="68419" y="21643"/>
                  <a:pt x="67729" y="19476"/>
                  <a:pt x="67209" y="18379"/>
                </a:cubicBezTo>
                <a:cubicBezTo>
                  <a:pt x="67054" y="18041"/>
                  <a:pt x="66618" y="17281"/>
                  <a:pt x="66237" y="16677"/>
                </a:cubicBezTo>
                <a:cubicBezTo>
                  <a:pt x="65083" y="14847"/>
                  <a:pt x="64886" y="14369"/>
                  <a:pt x="64886" y="13453"/>
                </a:cubicBezTo>
                <a:cubicBezTo>
                  <a:pt x="64886" y="12891"/>
                  <a:pt x="64901" y="12834"/>
                  <a:pt x="65112" y="12286"/>
                </a:cubicBezTo>
                <a:lnTo>
                  <a:pt x="65337" y="11723"/>
                </a:lnTo>
                <a:lnTo>
                  <a:pt x="65590" y="11680"/>
                </a:lnTo>
                <a:cubicBezTo>
                  <a:pt x="67124" y="11470"/>
                  <a:pt x="68686" y="11343"/>
                  <a:pt x="69502" y="11385"/>
                </a:cubicBezTo>
                <a:cubicBezTo>
                  <a:pt x="70346" y="11414"/>
                  <a:pt x="70515" y="11498"/>
                  <a:pt x="71191" y="12230"/>
                </a:cubicBezTo>
                <a:cubicBezTo>
                  <a:pt x="71965" y="13074"/>
                  <a:pt x="71951" y="13046"/>
                  <a:pt x="72134" y="13046"/>
                </a:cubicBezTo>
                <a:cubicBezTo>
                  <a:pt x="72345" y="13046"/>
                  <a:pt x="72401" y="12919"/>
                  <a:pt x="72542" y="12159"/>
                </a:cubicBezTo>
                <a:cubicBezTo>
                  <a:pt x="72697" y="11385"/>
                  <a:pt x="72697" y="9584"/>
                  <a:pt x="72542" y="8922"/>
                </a:cubicBezTo>
                <a:cubicBezTo>
                  <a:pt x="72247" y="7586"/>
                  <a:pt x="71599" y="6629"/>
                  <a:pt x="70417" y="5841"/>
                </a:cubicBezTo>
                <a:cubicBezTo>
                  <a:pt x="69798" y="5432"/>
                  <a:pt x="69404" y="5235"/>
                  <a:pt x="68770" y="5025"/>
                </a:cubicBezTo>
                <a:cubicBezTo>
                  <a:pt x="67856" y="4729"/>
                  <a:pt x="67616" y="4687"/>
                  <a:pt x="66828" y="4644"/>
                </a:cubicBezTo>
                <a:lnTo>
                  <a:pt x="66055" y="4616"/>
                </a:lnTo>
                <a:lnTo>
                  <a:pt x="65999" y="4377"/>
                </a:lnTo>
                <a:cubicBezTo>
                  <a:pt x="65914" y="4012"/>
                  <a:pt x="65618" y="3406"/>
                  <a:pt x="65337" y="2998"/>
                </a:cubicBezTo>
                <a:cubicBezTo>
                  <a:pt x="65055" y="2562"/>
                  <a:pt x="64338" y="1830"/>
                  <a:pt x="63916" y="1507"/>
                </a:cubicBezTo>
                <a:cubicBezTo>
                  <a:pt x="63198" y="972"/>
                  <a:pt x="61749" y="366"/>
                  <a:pt x="60679" y="156"/>
                </a:cubicBezTo>
                <a:cubicBezTo>
                  <a:pt x="60130" y="43"/>
                  <a:pt x="58738" y="0"/>
                  <a:pt x="58231" y="71"/>
                </a:cubicBezTo>
                <a:close/>
                <a:moveTo>
                  <a:pt x="40979" y="68152"/>
                </a:moveTo>
                <a:cubicBezTo>
                  <a:pt x="41048" y="68434"/>
                  <a:pt x="41401" y="68462"/>
                  <a:pt x="41710" y="68209"/>
                </a:cubicBezTo>
                <a:cubicBezTo>
                  <a:pt x="41795" y="68124"/>
                  <a:pt x="41893" y="68068"/>
                  <a:pt x="41921" y="68068"/>
                </a:cubicBezTo>
                <a:cubicBezTo>
                  <a:pt x="41949" y="68068"/>
                  <a:pt x="42005" y="68378"/>
                  <a:pt x="42033" y="68757"/>
                </a:cubicBezTo>
                <a:cubicBezTo>
                  <a:pt x="42174" y="70220"/>
                  <a:pt x="42442" y="71811"/>
                  <a:pt x="42583" y="72078"/>
                </a:cubicBezTo>
                <a:cubicBezTo>
                  <a:pt x="42667" y="72233"/>
                  <a:pt x="42850" y="72261"/>
                  <a:pt x="42962" y="72149"/>
                </a:cubicBezTo>
                <a:cubicBezTo>
                  <a:pt x="43018" y="72093"/>
                  <a:pt x="43089" y="71896"/>
                  <a:pt x="43131" y="71712"/>
                </a:cubicBezTo>
                <a:cubicBezTo>
                  <a:pt x="43159" y="71530"/>
                  <a:pt x="43215" y="71389"/>
                  <a:pt x="43230" y="71403"/>
                </a:cubicBezTo>
                <a:cubicBezTo>
                  <a:pt x="43258" y="71417"/>
                  <a:pt x="43300" y="71571"/>
                  <a:pt x="43343" y="71740"/>
                </a:cubicBezTo>
                <a:cubicBezTo>
                  <a:pt x="43412" y="72064"/>
                  <a:pt x="43568" y="72219"/>
                  <a:pt x="43778" y="72191"/>
                </a:cubicBezTo>
                <a:cubicBezTo>
                  <a:pt x="43891" y="72162"/>
                  <a:pt x="43919" y="72219"/>
                  <a:pt x="43990" y="72472"/>
                </a:cubicBezTo>
                <a:cubicBezTo>
                  <a:pt x="44159" y="73007"/>
                  <a:pt x="44553" y="73907"/>
                  <a:pt x="44665" y="74035"/>
                </a:cubicBezTo>
                <a:cubicBezTo>
                  <a:pt x="44820" y="74189"/>
                  <a:pt x="45003" y="74161"/>
                  <a:pt x="45172" y="73950"/>
                </a:cubicBezTo>
                <a:cubicBezTo>
                  <a:pt x="45242" y="73866"/>
                  <a:pt x="45313" y="73809"/>
                  <a:pt x="45313" y="73823"/>
                </a:cubicBezTo>
                <a:cubicBezTo>
                  <a:pt x="45326" y="73838"/>
                  <a:pt x="45397" y="74006"/>
                  <a:pt x="45467" y="74203"/>
                </a:cubicBezTo>
                <a:cubicBezTo>
                  <a:pt x="45523" y="74400"/>
                  <a:pt x="45650" y="74682"/>
                  <a:pt x="45748" y="74836"/>
                </a:cubicBezTo>
                <a:cubicBezTo>
                  <a:pt x="45819" y="74977"/>
                  <a:pt x="45945" y="75315"/>
                  <a:pt x="46002" y="75568"/>
                </a:cubicBezTo>
                <a:lnTo>
                  <a:pt x="46129" y="76033"/>
                </a:lnTo>
                <a:lnTo>
                  <a:pt x="46016" y="76328"/>
                </a:lnTo>
                <a:cubicBezTo>
                  <a:pt x="45805" y="76863"/>
                  <a:pt x="45805" y="76863"/>
                  <a:pt x="45425" y="76497"/>
                </a:cubicBezTo>
                <a:cubicBezTo>
                  <a:pt x="44975" y="76061"/>
                  <a:pt x="44426" y="75780"/>
                  <a:pt x="44003" y="75780"/>
                </a:cubicBezTo>
                <a:cubicBezTo>
                  <a:pt x="43821" y="75780"/>
                  <a:pt x="43596" y="75737"/>
                  <a:pt x="43483" y="75695"/>
                </a:cubicBezTo>
                <a:cubicBezTo>
                  <a:pt x="43315" y="75624"/>
                  <a:pt x="43146" y="75611"/>
                  <a:pt x="42709" y="75624"/>
                </a:cubicBezTo>
                <a:cubicBezTo>
                  <a:pt x="42146" y="75652"/>
                  <a:pt x="42146" y="75652"/>
                  <a:pt x="41949" y="75498"/>
                </a:cubicBezTo>
                <a:cubicBezTo>
                  <a:pt x="41696" y="75301"/>
                  <a:pt x="41414" y="75286"/>
                  <a:pt x="40711" y="75455"/>
                </a:cubicBezTo>
                <a:lnTo>
                  <a:pt x="40317" y="75554"/>
                </a:lnTo>
                <a:lnTo>
                  <a:pt x="39993" y="75286"/>
                </a:lnTo>
                <a:cubicBezTo>
                  <a:pt x="39557" y="74921"/>
                  <a:pt x="39219" y="74794"/>
                  <a:pt x="38487" y="74752"/>
                </a:cubicBezTo>
                <a:cubicBezTo>
                  <a:pt x="37995" y="74724"/>
                  <a:pt x="37855" y="74695"/>
                  <a:pt x="37686" y="74597"/>
                </a:cubicBezTo>
                <a:cubicBezTo>
                  <a:pt x="37446" y="74457"/>
                  <a:pt x="37095" y="74076"/>
                  <a:pt x="37095" y="73964"/>
                </a:cubicBezTo>
                <a:cubicBezTo>
                  <a:pt x="37095" y="73922"/>
                  <a:pt x="37305" y="73584"/>
                  <a:pt x="37558" y="73218"/>
                </a:cubicBezTo>
                <a:cubicBezTo>
                  <a:pt x="38023" y="72515"/>
                  <a:pt x="38515" y="71614"/>
                  <a:pt x="38628" y="71234"/>
                </a:cubicBezTo>
                <a:cubicBezTo>
                  <a:pt x="38671" y="71065"/>
                  <a:pt x="38727" y="71009"/>
                  <a:pt x="38868" y="70952"/>
                </a:cubicBezTo>
                <a:cubicBezTo>
                  <a:pt x="39078" y="70882"/>
                  <a:pt x="39459" y="70249"/>
                  <a:pt x="39684" y="69629"/>
                </a:cubicBezTo>
                <a:lnTo>
                  <a:pt x="39825" y="69222"/>
                </a:lnTo>
                <a:lnTo>
                  <a:pt x="40007" y="69250"/>
                </a:lnTo>
                <a:cubicBezTo>
                  <a:pt x="40219" y="69278"/>
                  <a:pt x="40317" y="69166"/>
                  <a:pt x="40641" y="68504"/>
                </a:cubicBezTo>
                <a:cubicBezTo>
                  <a:pt x="40767" y="68237"/>
                  <a:pt x="40894" y="68012"/>
                  <a:pt x="40908" y="68012"/>
                </a:cubicBezTo>
                <a:cubicBezTo>
                  <a:pt x="40936" y="68012"/>
                  <a:pt x="40964" y="68068"/>
                  <a:pt x="40979" y="68152"/>
                </a:cubicBezTo>
                <a:close/>
                <a:moveTo>
                  <a:pt x="41401" y="77735"/>
                </a:moveTo>
                <a:cubicBezTo>
                  <a:pt x="41682" y="77890"/>
                  <a:pt x="41893" y="77904"/>
                  <a:pt x="42343" y="77806"/>
                </a:cubicBezTo>
                <a:cubicBezTo>
                  <a:pt x="42892" y="77693"/>
                  <a:pt x="42864" y="77693"/>
                  <a:pt x="43356" y="77904"/>
                </a:cubicBezTo>
                <a:cubicBezTo>
                  <a:pt x="43652" y="78031"/>
                  <a:pt x="43835" y="78144"/>
                  <a:pt x="44060" y="78369"/>
                </a:cubicBezTo>
                <a:lnTo>
                  <a:pt x="44341" y="78664"/>
                </a:lnTo>
                <a:lnTo>
                  <a:pt x="44215" y="78748"/>
                </a:lnTo>
                <a:cubicBezTo>
                  <a:pt x="44144" y="78804"/>
                  <a:pt x="43990" y="78932"/>
                  <a:pt x="43877" y="79030"/>
                </a:cubicBezTo>
                <a:cubicBezTo>
                  <a:pt x="43765" y="79142"/>
                  <a:pt x="43512" y="79326"/>
                  <a:pt x="43300" y="79438"/>
                </a:cubicBezTo>
                <a:lnTo>
                  <a:pt x="42934" y="79663"/>
                </a:lnTo>
                <a:lnTo>
                  <a:pt x="42498" y="79298"/>
                </a:lnTo>
                <a:cubicBezTo>
                  <a:pt x="42259" y="79101"/>
                  <a:pt x="41964" y="78791"/>
                  <a:pt x="41865" y="78636"/>
                </a:cubicBezTo>
                <a:cubicBezTo>
                  <a:pt x="41752" y="78467"/>
                  <a:pt x="41583" y="78242"/>
                  <a:pt x="41485" y="78129"/>
                </a:cubicBezTo>
                <a:cubicBezTo>
                  <a:pt x="41260" y="77876"/>
                  <a:pt x="41119" y="77622"/>
                  <a:pt x="41204" y="77622"/>
                </a:cubicBezTo>
                <a:cubicBezTo>
                  <a:pt x="41217" y="77622"/>
                  <a:pt x="41302" y="77679"/>
                  <a:pt x="41401" y="77735"/>
                </a:cubicBezTo>
                <a:close/>
              </a:path>
            </a:pathLst>
          </a:custGeom>
          <a:solidFill>
            <a:srgbClr val="FFB0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91450" y="4113577"/>
            <a:ext cx="7215279" cy="2983814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5082675" y="3368155"/>
            <a:ext cx="4061409" cy="1999301"/>
          </a:xfrm>
          <a:custGeom>
            <a:avLst/>
            <a:gdLst/>
            <a:ahLst/>
            <a:cxnLst/>
            <a:rect l="l" t="t" r="r" b="b"/>
            <a:pathLst>
              <a:path w="73911" h="36384" extrusionOk="0">
                <a:moveTo>
                  <a:pt x="73910" y="0"/>
                </a:moveTo>
                <a:cubicBezTo>
                  <a:pt x="73003" y="375"/>
                  <a:pt x="72175" y="970"/>
                  <a:pt x="71487" y="1626"/>
                </a:cubicBezTo>
                <a:cubicBezTo>
                  <a:pt x="70018" y="3017"/>
                  <a:pt x="68938" y="4753"/>
                  <a:pt x="67359" y="6019"/>
                </a:cubicBezTo>
                <a:cubicBezTo>
                  <a:pt x="65765" y="7318"/>
                  <a:pt x="63888" y="8021"/>
                  <a:pt x="61887" y="8458"/>
                </a:cubicBezTo>
                <a:cubicBezTo>
                  <a:pt x="59056" y="9084"/>
                  <a:pt x="55977" y="9225"/>
                  <a:pt x="53083" y="9803"/>
                </a:cubicBezTo>
                <a:cubicBezTo>
                  <a:pt x="51989" y="10022"/>
                  <a:pt x="50911" y="10303"/>
                  <a:pt x="49894" y="10695"/>
                </a:cubicBezTo>
                <a:cubicBezTo>
                  <a:pt x="47471" y="11617"/>
                  <a:pt x="45391" y="13149"/>
                  <a:pt x="43389" y="14792"/>
                </a:cubicBezTo>
                <a:cubicBezTo>
                  <a:pt x="43264" y="14885"/>
                  <a:pt x="43155" y="14979"/>
                  <a:pt x="43030" y="15073"/>
                </a:cubicBezTo>
                <a:cubicBezTo>
                  <a:pt x="42670" y="15369"/>
                  <a:pt x="42311" y="15667"/>
                  <a:pt x="41967" y="15964"/>
                </a:cubicBezTo>
                <a:cubicBezTo>
                  <a:pt x="39355" y="18138"/>
                  <a:pt x="36745" y="20295"/>
                  <a:pt x="33476" y="21311"/>
                </a:cubicBezTo>
                <a:cubicBezTo>
                  <a:pt x="28927" y="22750"/>
                  <a:pt x="23845" y="21703"/>
                  <a:pt x="19248" y="23047"/>
                </a:cubicBezTo>
                <a:cubicBezTo>
                  <a:pt x="16621" y="23813"/>
                  <a:pt x="14386" y="25283"/>
                  <a:pt x="12274" y="27002"/>
                </a:cubicBezTo>
                <a:cubicBezTo>
                  <a:pt x="11961" y="27253"/>
                  <a:pt x="11665" y="27503"/>
                  <a:pt x="11367" y="27753"/>
                </a:cubicBezTo>
                <a:cubicBezTo>
                  <a:pt x="7694" y="30911"/>
                  <a:pt x="4348" y="34633"/>
                  <a:pt x="1" y="36384"/>
                </a:cubicBezTo>
                <a:lnTo>
                  <a:pt x="73910" y="36384"/>
                </a:lnTo>
                <a:lnTo>
                  <a:pt x="73910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286338" y="1177950"/>
            <a:ext cx="6576000" cy="19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286338" y="3143250"/>
            <a:ext cx="65760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-361212" y="3824803"/>
            <a:ext cx="9259186" cy="2836721"/>
          </a:xfrm>
          <a:custGeom>
            <a:avLst/>
            <a:gdLst/>
            <a:ahLst/>
            <a:cxnLst/>
            <a:rect l="l" t="t" r="r" b="b"/>
            <a:pathLst>
              <a:path w="102837" h="31506" extrusionOk="0">
                <a:moveTo>
                  <a:pt x="1971" y="1"/>
                </a:moveTo>
                <a:lnTo>
                  <a:pt x="1126" y="3628"/>
                </a:lnTo>
                <a:cubicBezTo>
                  <a:pt x="766" y="3753"/>
                  <a:pt x="376" y="3878"/>
                  <a:pt x="1" y="4018"/>
                </a:cubicBezTo>
                <a:lnTo>
                  <a:pt x="1" y="31506"/>
                </a:lnTo>
                <a:lnTo>
                  <a:pt x="102836" y="31506"/>
                </a:lnTo>
                <a:lnTo>
                  <a:pt x="102836" y="23986"/>
                </a:lnTo>
                <a:cubicBezTo>
                  <a:pt x="102540" y="23876"/>
                  <a:pt x="102258" y="23751"/>
                  <a:pt x="101977" y="23625"/>
                </a:cubicBezTo>
                <a:cubicBezTo>
                  <a:pt x="96144" y="21218"/>
                  <a:pt x="90313" y="18795"/>
                  <a:pt x="84480" y="16370"/>
                </a:cubicBezTo>
                <a:cubicBezTo>
                  <a:pt x="83527" y="15980"/>
                  <a:pt x="82572" y="15589"/>
                  <a:pt x="81619" y="15182"/>
                </a:cubicBezTo>
                <a:cubicBezTo>
                  <a:pt x="81056" y="14948"/>
                  <a:pt x="80493" y="14729"/>
                  <a:pt x="79930" y="14494"/>
                </a:cubicBezTo>
                <a:lnTo>
                  <a:pt x="79695" y="13431"/>
                </a:lnTo>
                <a:lnTo>
                  <a:pt x="79493" y="14307"/>
                </a:lnTo>
                <a:cubicBezTo>
                  <a:pt x="79414" y="14275"/>
                  <a:pt x="79336" y="14244"/>
                  <a:pt x="79274" y="14213"/>
                </a:cubicBezTo>
                <a:lnTo>
                  <a:pt x="78836" y="12321"/>
                </a:lnTo>
                <a:lnTo>
                  <a:pt x="78476" y="13900"/>
                </a:lnTo>
                <a:cubicBezTo>
                  <a:pt x="78211" y="13791"/>
                  <a:pt x="77960" y="13681"/>
                  <a:pt x="77694" y="13587"/>
                </a:cubicBezTo>
                <a:lnTo>
                  <a:pt x="77398" y="12321"/>
                </a:lnTo>
                <a:lnTo>
                  <a:pt x="77162" y="13368"/>
                </a:lnTo>
                <a:cubicBezTo>
                  <a:pt x="76991" y="13306"/>
                  <a:pt x="76803" y="13228"/>
                  <a:pt x="76616" y="13166"/>
                </a:cubicBezTo>
                <a:lnTo>
                  <a:pt x="76115" y="10977"/>
                </a:lnTo>
                <a:lnTo>
                  <a:pt x="75880" y="12024"/>
                </a:lnTo>
                <a:lnTo>
                  <a:pt x="75552" y="10602"/>
                </a:lnTo>
                <a:lnTo>
                  <a:pt x="75098" y="12572"/>
                </a:lnTo>
                <a:lnTo>
                  <a:pt x="74208" y="12243"/>
                </a:lnTo>
                <a:lnTo>
                  <a:pt x="74035" y="11540"/>
                </a:lnTo>
                <a:lnTo>
                  <a:pt x="73910" y="12134"/>
                </a:lnTo>
                <a:cubicBezTo>
                  <a:pt x="72909" y="11774"/>
                  <a:pt x="71894" y="11415"/>
                  <a:pt x="70893" y="11086"/>
                </a:cubicBezTo>
                <a:cubicBezTo>
                  <a:pt x="68156" y="10195"/>
                  <a:pt x="65623" y="9538"/>
                  <a:pt x="63138" y="9163"/>
                </a:cubicBezTo>
                <a:lnTo>
                  <a:pt x="63013" y="8600"/>
                </a:lnTo>
                <a:lnTo>
                  <a:pt x="62888" y="9132"/>
                </a:lnTo>
                <a:cubicBezTo>
                  <a:pt x="62152" y="9022"/>
                  <a:pt x="61402" y="8944"/>
                  <a:pt x="60667" y="8897"/>
                </a:cubicBezTo>
                <a:lnTo>
                  <a:pt x="60292" y="7255"/>
                </a:lnTo>
                <a:lnTo>
                  <a:pt x="60057" y="8302"/>
                </a:lnTo>
                <a:lnTo>
                  <a:pt x="59729" y="6880"/>
                </a:lnTo>
                <a:lnTo>
                  <a:pt x="59275" y="8819"/>
                </a:lnTo>
                <a:cubicBezTo>
                  <a:pt x="59077" y="8815"/>
                  <a:pt x="58879" y="8813"/>
                  <a:pt x="58681" y="8813"/>
                </a:cubicBezTo>
                <a:cubicBezTo>
                  <a:pt x="58143" y="8813"/>
                  <a:pt x="57603" y="8827"/>
                  <a:pt x="57055" y="8850"/>
                </a:cubicBezTo>
                <a:lnTo>
                  <a:pt x="56742" y="7506"/>
                </a:lnTo>
                <a:lnTo>
                  <a:pt x="56414" y="8882"/>
                </a:lnTo>
                <a:cubicBezTo>
                  <a:pt x="56398" y="8882"/>
                  <a:pt x="56367" y="8882"/>
                  <a:pt x="56352" y="8897"/>
                </a:cubicBezTo>
                <a:lnTo>
                  <a:pt x="55664" y="5911"/>
                </a:lnTo>
                <a:lnTo>
                  <a:pt x="54945" y="9022"/>
                </a:lnTo>
                <a:cubicBezTo>
                  <a:pt x="54663" y="9053"/>
                  <a:pt x="54365" y="9084"/>
                  <a:pt x="54084" y="9132"/>
                </a:cubicBezTo>
                <a:lnTo>
                  <a:pt x="53913" y="8365"/>
                </a:lnTo>
                <a:lnTo>
                  <a:pt x="53725" y="9178"/>
                </a:lnTo>
                <a:cubicBezTo>
                  <a:pt x="52975" y="9303"/>
                  <a:pt x="52208" y="9444"/>
                  <a:pt x="51411" y="9616"/>
                </a:cubicBezTo>
                <a:cubicBezTo>
                  <a:pt x="45564" y="10880"/>
                  <a:pt x="39831" y="12873"/>
                  <a:pt x="33984" y="12873"/>
                </a:cubicBezTo>
                <a:cubicBezTo>
                  <a:pt x="32670" y="12873"/>
                  <a:pt x="31350" y="12773"/>
                  <a:pt x="30021" y="12540"/>
                </a:cubicBezTo>
                <a:cubicBezTo>
                  <a:pt x="29990" y="12540"/>
                  <a:pt x="29959" y="12524"/>
                  <a:pt x="29911" y="12524"/>
                </a:cubicBezTo>
                <a:lnTo>
                  <a:pt x="29724" y="11711"/>
                </a:lnTo>
                <a:lnTo>
                  <a:pt x="29552" y="12447"/>
                </a:lnTo>
                <a:cubicBezTo>
                  <a:pt x="28567" y="12243"/>
                  <a:pt x="27613" y="11946"/>
                  <a:pt x="26690" y="11586"/>
                </a:cubicBezTo>
                <a:lnTo>
                  <a:pt x="26206" y="9507"/>
                </a:lnTo>
                <a:lnTo>
                  <a:pt x="25877" y="10914"/>
                </a:lnTo>
                <a:lnTo>
                  <a:pt x="25690" y="10116"/>
                </a:lnTo>
                <a:lnTo>
                  <a:pt x="25471" y="11071"/>
                </a:lnTo>
                <a:cubicBezTo>
                  <a:pt x="21453" y="9226"/>
                  <a:pt x="17809" y="6317"/>
                  <a:pt x="13681" y="4487"/>
                </a:cubicBezTo>
                <a:lnTo>
                  <a:pt x="13541" y="3862"/>
                </a:lnTo>
                <a:lnTo>
                  <a:pt x="13431" y="4379"/>
                </a:lnTo>
                <a:cubicBezTo>
                  <a:pt x="12618" y="4018"/>
                  <a:pt x="11774" y="3706"/>
                  <a:pt x="10914" y="3472"/>
                </a:cubicBezTo>
                <a:lnTo>
                  <a:pt x="10696" y="2517"/>
                </a:lnTo>
                <a:lnTo>
                  <a:pt x="10492" y="3347"/>
                </a:lnTo>
                <a:cubicBezTo>
                  <a:pt x="9929" y="3205"/>
                  <a:pt x="9335" y="3080"/>
                  <a:pt x="8740" y="2986"/>
                </a:cubicBezTo>
                <a:lnTo>
                  <a:pt x="8553" y="2173"/>
                </a:lnTo>
                <a:lnTo>
                  <a:pt x="8413" y="2784"/>
                </a:lnTo>
                <a:lnTo>
                  <a:pt x="7990" y="939"/>
                </a:lnTo>
                <a:lnTo>
                  <a:pt x="7552" y="2861"/>
                </a:lnTo>
                <a:lnTo>
                  <a:pt x="6943" y="2815"/>
                </a:lnTo>
                <a:lnTo>
                  <a:pt x="6599" y="1345"/>
                </a:lnTo>
                <a:lnTo>
                  <a:pt x="6255" y="2815"/>
                </a:lnTo>
                <a:cubicBezTo>
                  <a:pt x="5895" y="2815"/>
                  <a:pt x="5504" y="2830"/>
                  <a:pt x="5113" y="2861"/>
                </a:cubicBezTo>
                <a:lnTo>
                  <a:pt x="5035" y="2455"/>
                </a:lnTo>
                <a:lnTo>
                  <a:pt x="4925" y="2877"/>
                </a:lnTo>
                <a:cubicBezTo>
                  <a:pt x="4425" y="2924"/>
                  <a:pt x="3910" y="2986"/>
                  <a:pt x="3393" y="3080"/>
                </a:cubicBezTo>
                <a:lnTo>
                  <a:pt x="3049" y="1595"/>
                </a:lnTo>
                <a:lnTo>
                  <a:pt x="2690" y="3143"/>
                </a:lnTo>
                <a:lnTo>
                  <a:pt x="1971" y="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480"/>
                </a:schemeClr>
              </a:gs>
              <a:gs pos="100000">
                <a:schemeClr val="accent3">
                  <a:alpha val="4048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179574" y="-19370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0" y="295975"/>
            <a:ext cx="2370630" cy="1335190"/>
          </a:xfrm>
          <a:custGeom>
            <a:avLst/>
            <a:gdLst/>
            <a:ahLst/>
            <a:cxnLst/>
            <a:rect l="l" t="t" r="r" b="b"/>
            <a:pathLst>
              <a:path w="43656" h="24588" extrusionOk="0">
                <a:moveTo>
                  <a:pt x="1" y="0"/>
                </a:moveTo>
                <a:lnTo>
                  <a:pt x="1" y="24501"/>
                </a:lnTo>
                <a:cubicBezTo>
                  <a:pt x="1271" y="24559"/>
                  <a:pt x="2541" y="24587"/>
                  <a:pt x="3812" y="24587"/>
                </a:cubicBezTo>
                <a:cubicBezTo>
                  <a:pt x="17214" y="24587"/>
                  <a:pt x="30631" y="21483"/>
                  <a:pt x="43656" y="18169"/>
                </a:cubicBezTo>
                <a:cubicBezTo>
                  <a:pt x="43124" y="16543"/>
                  <a:pt x="41857" y="15182"/>
                  <a:pt x="40293" y="14494"/>
                </a:cubicBezTo>
                <a:cubicBezTo>
                  <a:pt x="39295" y="14069"/>
                  <a:pt x="37972" y="13744"/>
                  <a:pt x="36742" y="13744"/>
                </a:cubicBezTo>
                <a:cubicBezTo>
                  <a:pt x="36027" y="13744"/>
                  <a:pt x="35344" y="13854"/>
                  <a:pt x="34775" y="14119"/>
                </a:cubicBezTo>
                <a:cubicBezTo>
                  <a:pt x="34852" y="13322"/>
                  <a:pt x="34493" y="12509"/>
                  <a:pt x="33868" y="12040"/>
                </a:cubicBezTo>
                <a:cubicBezTo>
                  <a:pt x="33477" y="11764"/>
                  <a:pt x="32994" y="11615"/>
                  <a:pt x="32514" y="11615"/>
                </a:cubicBezTo>
                <a:cubicBezTo>
                  <a:pt x="32205" y="11615"/>
                  <a:pt x="31898" y="11677"/>
                  <a:pt x="31616" y="11805"/>
                </a:cubicBezTo>
                <a:cubicBezTo>
                  <a:pt x="30849" y="9726"/>
                  <a:pt x="29004" y="8100"/>
                  <a:pt x="26847" y="7599"/>
                </a:cubicBezTo>
                <a:cubicBezTo>
                  <a:pt x="26318" y="7476"/>
                  <a:pt x="25767" y="7414"/>
                  <a:pt x="25212" y="7414"/>
                </a:cubicBezTo>
                <a:cubicBezTo>
                  <a:pt x="23519" y="7414"/>
                  <a:pt x="21794" y="7989"/>
                  <a:pt x="20592" y="9132"/>
                </a:cubicBezTo>
                <a:cubicBezTo>
                  <a:pt x="20402" y="8357"/>
                  <a:pt x="19339" y="7642"/>
                  <a:pt x="18479" y="7642"/>
                </a:cubicBezTo>
                <a:cubicBezTo>
                  <a:pt x="18349" y="7642"/>
                  <a:pt x="18224" y="7658"/>
                  <a:pt x="18107" y="7693"/>
                </a:cubicBezTo>
                <a:cubicBezTo>
                  <a:pt x="17246" y="6192"/>
                  <a:pt x="15730" y="5098"/>
                  <a:pt x="14025" y="4737"/>
                </a:cubicBezTo>
                <a:cubicBezTo>
                  <a:pt x="13486" y="4623"/>
                  <a:pt x="12906" y="4559"/>
                  <a:pt x="12322" y="4559"/>
                </a:cubicBezTo>
                <a:cubicBezTo>
                  <a:pt x="11078" y="4559"/>
                  <a:pt x="9813" y="4848"/>
                  <a:pt x="8866" y="5550"/>
                </a:cubicBezTo>
                <a:cubicBezTo>
                  <a:pt x="7974" y="4659"/>
                  <a:pt x="6775" y="3995"/>
                  <a:pt x="5562" y="3995"/>
                </a:cubicBezTo>
                <a:cubicBezTo>
                  <a:pt x="5224" y="3995"/>
                  <a:pt x="4884" y="4047"/>
                  <a:pt x="4550" y="4160"/>
                </a:cubicBezTo>
                <a:cubicBezTo>
                  <a:pt x="3737" y="2204"/>
                  <a:pt x="2002" y="688"/>
                  <a:pt x="1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097575" y="4445652"/>
            <a:ext cx="7215279" cy="2983814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1"/>
          </p:nvPr>
        </p:nvSpPr>
        <p:spPr>
          <a:xfrm>
            <a:off x="1064975" y="2467975"/>
            <a:ext cx="2604000" cy="10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2"/>
          </p:nvPr>
        </p:nvSpPr>
        <p:spPr>
          <a:xfrm>
            <a:off x="1064975" y="1385775"/>
            <a:ext cx="2604000" cy="10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0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>
            <a:spLocks noGrp="1"/>
          </p:cNvSpPr>
          <p:nvPr>
            <p:ph type="title"/>
          </p:nvPr>
        </p:nvSpPr>
        <p:spPr>
          <a:xfrm>
            <a:off x="715100" y="2417050"/>
            <a:ext cx="5533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title" idx="2" hasCustomPrompt="1"/>
          </p:nvPr>
        </p:nvSpPr>
        <p:spPr>
          <a:xfrm>
            <a:off x="778675" y="1408000"/>
            <a:ext cx="1184100" cy="9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2" name="Google Shape;192;p24"/>
          <p:cNvSpPr txBox="1">
            <a:spLocks noGrp="1"/>
          </p:cNvSpPr>
          <p:nvPr>
            <p:ph type="subTitle" idx="1"/>
          </p:nvPr>
        </p:nvSpPr>
        <p:spPr>
          <a:xfrm>
            <a:off x="715100" y="3258850"/>
            <a:ext cx="55332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91919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4"/>
          <p:cNvSpPr/>
          <p:nvPr/>
        </p:nvSpPr>
        <p:spPr>
          <a:xfrm flipH="1">
            <a:off x="0" y="3750650"/>
            <a:ext cx="9144005" cy="4552403"/>
          </a:xfrm>
          <a:custGeom>
            <a:avLst/>
            <a:gdLst/>
            <a:ahLst/>
            <a:cxnLst/>
            <a:rect l="l" t="t" r="r" b="b"/>
            <a:pathLst>
              <a:path w="94941" h="47267" extrusionOk="0">
                <a:moveTo>
                  <a:pt x="11406" y="1"/>
                </a:moveTo>
                <a:cubicBezTo>
                  <a:pt x="10574" y="1"/>
                  <a:pt x="9729" y="100"/>
                  <a:pt x="8866" y="328"/>
                </a:cubicBezTo>
                <a:cubicBezTo>
                  <a:pt x="5535" y="1219"/>
                  <a:pt x="2783" y="3237"/>
                  <a:pt x="0" y="5144"/>
                </a:cubicBezTo>
                <a:lnTo>
                  <a:pt x="0" y="47267"/>
                </a:lnTo>
                <a:lnTo>
                  <a:pt x="94940" y="47267"/>
                </a:lnTo>
                <a:lnTo>
                  <a:pt x="94940" y="7755"/>
                </a:lnTo>
                <a:cubicBezTo>
                  <a:pt x="92833" y="8148"/>
                  <a:pt x="90512" y="9450"/>
                  <a:pt x="88497" y="9450"/>
                </a:cubicBezTo>
                <a:cubicBezTo>
                  <a:pt x="88269" y="9450"/>
                  <a:pt x="88046" y="9434"/>
                  <a:pt x="87826" y="9397"/>
                </a:cubicBezTo>
                <a:cubicBezTo>
                  <a:pt x="83386" y="8678"/>
                  <a:pt x="78992" y="4738"/>
                  <a:pt x="74880" y="2970"/>
                </a:cubicBezTo>
                <a:cubicBezTo>
                  <a:pt x="73212" y="2256"/>
                  <a:pt x="71654" y="1958"/>
                  <a:pt x="70126" y="1958"/>
                </a:cubicBezTo>
                <a:cubicBezTo>
                  <a:pt x="67369" y="1958"/>
                  <a:pt x="64711" y="2928"/>
                  <a:pt x="61684" y="4175"/>
                </a:cubicBezTo>
                <a:cubicBezTo>
                  <a:pt x="57710" y="5819"/>
                  <a:pt x="53536" y="7686"/>
                  <a:pt x="49303" y="7686"/>
                </a:cubicBezTo>
                <a:cubicBezTo>
                  <a:pt x="48506" y="7686"/>
                  <a:pt x="47707" y="7620"/>
                  <a:pt x="46907" y="7473"/>
                </a:cubicBezTo>
                <a:cubicBezTo>
                  <a:pt x="42154" y="6614"/>
                  <a:pt x="38136" y="3001"/>
                  <a:pt x="33289" y="2955"/>
                </a:cubicBezTo>
                <a:cubicBezTo>
                  <a:pt x="33270" y="2955"/>
                  <a:pt x="33251" y="2955"/>
                  <a:pt x="33232" y="2955"/>
                </a:cubicBezTo>
                <a:cubicBezTo>
                  <a:pt x="30839" y="2955"/>
                  <a:pt x="28492" y="3821"/>
                  <a:pt x="26132" y="3821"/>
                </a:cubicBezTo>
                <a:cubicBezTo>
                  <a:pt x="25766" y="3821"/>
                  <a:pt x="25400" y="3800"/>
                  <a:pt x="25033" y="3752"/>
                </a:cubicBezTo>
                <a:cubicBezTo>
                  <a:pt x="20346" y="3128"/>
                  <a:pt x="16088" y="1"/>
                  <a:pt x="114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4"/>
          <p:cNvSpPr/>
          <p:nvPr/>
        </p:nvSpPr>
        <p:spPr>
          <a:xfrm flipH="1">
            <a:off x="0" y="3403575"/>
            <a:ext cx="9143415" cy="1739917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/>
          <p:nvPr/>
        </p:nvSpPr>
        <p:spPr>
          <a:xfrm flipH="1">
            <a:off x="5330400" y="1314748"/>
            <a:ext cx="381360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"/>
          <p:cNvSpPr/>
          <p:nvPr/>
        </p:nvSpPr>
        <p:spPr>
          <a:xfrm flipH="1">
            <a:off x="4" y="1666975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4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2895700" y="2417050"/>
            <a:ext cx="5533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title" idx="2" hasCustomPrompt="1"/>
          </p:nvPr>
        </p:nvSpPr>
        <p:spPr>
          <a:xfrm>
            <a:off x="7244800" y="1408000"/>
            <a:ext cx="1184100" cy="92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5"/>
          <p:cNvSpPr txBox="1">
            <a:spLocks noGrp="1"/>
          </p:cNvSpPr>
          <p:nvPr>
            <p:ph type="subTitle" idx="1"/>
          </p:nvPr>
        </p:nvSpPr>
        <p:spPr>
          <a:xfrm>
            <a:off x="2895700" y="3258850"/>
            <a:ext cx="5533200" cy="3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91919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4" y="1314748"/>
            <a:ext cx="381360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0" y="3750650"/>
            <a:ext cx="9144005" cy="4552403"/>
          </a:xfrm>
          <a:custGeom>
            <a:avLst/>
            <a:gdLst/>
            <a:ahLst/>
            <a:cxnLst/>
            <a:rect l="l" t="t" r="r" b="b"/>
            <a:pathLst>
              <a:path w="94941" h="47267" extrusionOk="0">
                <a:moveTo>
                  <a:pt x="11406" y="1"/>
                </a:moveTo>
                <a:cubicBezTo>
                  <a:pt x="10574" y="1"/>
                  <a:pt x="9729" y="100"/>
                  <a:pt x="8866" y="328"/>
                </a:cubicBezTo>
                <a:cubicBezTo>
                  <a:pt x="5535" y="1219"/>
                  <a:pt x="2783" y="3237"/>
                  <a:pt x="0" y="5144"/>
                </a:cubicBezTo>
                <a:lnTo>
                  <a:pt x="0" y="47267"/>
                </a:lnTo>
                <a:lnTo>
                  <a:pt x="94940" y="47267"/>
                </a:lnTo>
                <a:lnTo>
                  <a:pt x="94940" y="7755"/>
                </a:lnTo>
                <a:cubicBezTo>
                  <a:pt x="92833" y="8148"/>
                  <a:pt x="90512" y="9450"/>
                  <a:pt x="88497" y="9450"/>
                </a:cubicBezTo>
                <a:cubicBezTo>
                  <a:pt x="88269" y="9450"/>
                  <a:pt x="88046" y="9434"/>
                  <a:pt x="87826" y="9397"/>
                </a:cubicBezTo>
                <a:cubicBezTo>
                  <a:pt x="83386" y="8678"/>
                  <a:pt x="78992" y="4738"/>
                  <a:pt x="74880" y="2970"/>
                </a:cubicBezTo>
                <a:cubicBezTo>
                  <a:pt x="73212" y="2256"/>
                  <a:pt x="71654" y="1958"/>
                  <a:pt x="70126" y="1958"/>
                </a:cubicBezTo>
                <a:cubicBezTo>
                  <a:pt x="67369" y="1958"/>
                  <a:pt x="64711" y="2928"/>
                  <a:pt x="61684" y="4175"/>
                </a:cubicBezTo>
                <a:cubicBezTo>
                  <a:pt x="57710" y="5819"/>
                  <a:pt x="53536" y="7686"/>
                  <a:pt x="49303" y="7686"/>
                </a:cubicBezTo>
                <a:cubicBezTo>
                  <a:pt x="48506" y="7686"/>
                  <a:pt x="47707" y="7620"/>
                  <a:pt x="46907" y="7473"/>
                </a:cubicBezTo>
                <a:cubicBezTo>
                  <a:pt x="42154" y="6614"/>
                  <a:pt x="38136" y="3001"/>
                  <a:pt x="33289" y="2955"/>
                </a:cubicBezTo>
                <a:cubicBezTo>
                  <a:pt x="33270" y="2955"/>
                  <a:pt x="33251" y="2955"/>
                  <a:pt x="33232" y="2955"/>
                </a:cubicBezTo>
                <a:cubicBezTo>
                  <a:pt x="30839" y="2955"/>
                  <a:pt x="28492" y="3821"/>
                  <a:pt x="26132" y="3821"/>
                </a:cubicBezTo>
                <a:cubicBezTo>
                  <a:pt x="25766" y="3821"/>
                  <a:pt x="25400" y="3800"/>
                  <a:pt x="25033" y="3752"/>
                </a:cubicBezTo>
                <a:cubicBezTo>
                  <a:pt x="20346" y="3128"/>
                  <a:pt x="16088" y="1"/>
                  <a:pt x="114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590" y="3403575"/>
            <a:ext cx="9143415" cy="1739917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6116807" y="1666975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-894612" y="3824803"/>
            <a:ext cx="9259186" cy="2836721"/>
          </a:xfrm>
          <a:custGeom>
            <a:avLst/>
            <a:gdLst/>
            <a:ahLst/>
            <a:cxnLst/>
            <a:rect l="l" t="t" r="r" b="b"/>
            <a:pathLst>
              <a:path w="102837" h="31506" extrusionOk="0">
                <a:moveTo>
                  <a:pt x="1971" y="1"/>
                </a:moveTo>
                <a:lnTo>
                  <a:pt x="1126" y="3628"/>
                </a:lnTo>
                <a:cubicBezTo>
                  <a:pt x="766" y="3753"/>
                  <a:pt x="376" y="3878"/>
                  <a:pt x="1" y="4018"/>
                </a:cubicBezTo>
                <a:lnTo>
                  <a:pt x="1" y="31506"/>
                </a:lnTo>
                <a:lnTo>
                  <a:pt x="102836" y="31506"/>
                </a:lnTo>
                <a:lnTo>
                  <a:pt x="102836" y="23986"/>
                </a:lnTo>
                <a:cubicBezTo>
                  <a:pt x="102540" y="23876"/>
                  <a:pt x="102258" y="23751"/>
                  <a:pt x="101977" y="23625"/>
                </a:cubicBezTo>
                <a:cubicBezTo>
                  <a:pt x="96144" y="21218"/>
                  <a:pt x="90313" y="18795"/>
                  <a:pt x="84480" y="16370"/>
                </a:cubicBezTo>
                <a:cubicBezTo>
                  <a:pt x="83527" y="15980"/>
                  <a:pt x="82572" y="15589"/>
                  <a:pt x="81619" y="15182"/>
                </a:cubicBezTo>
                <a:cubicBezTo>
                  <a:pt x="81056" y="14948"/>
                  <a:pt x="80493" y="14729"/>
                  <a:pt x="79930" y="14494"/>
                </a:cubicBezTo>
                <a:lnTo>
                  <a:pt x="79695" y="13431"/>
                </a:lnTo>
                <a:lnTo>
                  <a:pt x="79493" y="14307"/>
                </a:lnTo>
                <a:cubicBezTo>
                  <a:pt x="79414" y="14275"/>
                  <a:pt x="79336" y="14244"/>
                  <a:pt x="79274" y="14213"/>
                </a:cubicBezTo>
                <a:lnTo>
                  <a:pt x="78836" y="12321"/>
                </a:lnTo>
                <a:lnTo>
                  <a:pt x="78476" y="13900"/>
                </a:lnTo>
                <a:cubicBezTo>
                  <a:pt x="78211" y="13791"/>
                  <a:pt x="77960" y="13681"/>
                  <a:pt x="77694" y="13587"/>
                </a:cubicBezTo>
                <a:lnTo>
                  <a:pt x="77398" y="12321"/>
                </a:lnTo>
                <a:lnTo>
                  <a:pt x="77162" y="13368"/>
                </a:lnTo>
                <a:cubicBezTo>
                  <a:pt x="76991" y="13306"/>
                  <a:pt x="76803" y="13228"/>
                  <a:pt x="76616" y="13166"/>
                </a:cubicBezTo>
                <a:lnTo>
                  <a:pt x="76115" y="10977"/>
                </a:lnTo>
                <a:lnTo>
                  <a:pt x="75880" y="12024"/>
                </a:lnTo>
                <a:lnTo>
                  <a:pt x="75552" y="10602"/>
                </a:lnTo>
                <a:lnTo>
                  <a:pt x="75098" y="12572"/>
                </a:lnTo>
                <a:lnTo>
                  <a:pt x="74208" y="12243"/>
                </a:lnTo>
                <a:lnTo>
                  <a:pt x="74035" y="11540"/>
                </a:lnTo>
                <a:lnTo>
                  <a:pt x="73910" y="12134"/>
                </a:lnTo>
                <a:cubicBezTo>
                  <a:pt x="72909" y="11774"/>
                  <a:pt x="71894" y="11415"/>
                  <a:pt x="70893" y="11086"/>
                </a:cubicBezTo>
                <a:cubicBezTo>
                  <a:pt x="68156" y="10195"/>
                  <a:pt x="65623" y="9538"/>
                  <a:pt x="63138" y="9163"/>
                </a:cubicBezTo>
                <a:lnTo>
                  <a:pt x="63013" y="8600"/>
                </a:lnTo>
                <a:lnTo>
                  <a:pt x="62888" y="9132"/>
                </a:lnTo>
                <a:cubicBezTo>
                  <a:pt x="62152" y="9022"/>
                  <a:pt x="61402" y="8944"/>
                  <a:pt x="60667" y="8897"/>
                </a:cubicBezTo>
                <a:lnTo>
                  <a:pt x="60292" y="7255"/>
                </a:lnTo>
                <a:lnTo>
                  <a:pt x="60057" y="8302"/>
                </a:lnTo>
                <a:lnTo>
                  <a:pt x="59729" y="6880"/>
                </a:lnTo>
                <a:lnTo>
                  <a:pt x="59275" y="8819"/>
                </a:lnTo>
                <a:cubicBezTo>
                  <a:pt x="59077" y="8815"/>
                  <a:pt x="58879" y="8813"/>
                  <a:pt x="58681" y="8813"/>
                </a:cubicBezTo>
                <a:cubicBezTo>
                  <a:pt x="58143" y="8813"/>
                  <a:pt x="57603" y="8827"/>
                  <a:pt x="57055" y="8850"/>
                </a:cubicBezTo>
                <a:lnTo>
                  <a:pt x="56742" y="7506"/>
                </a:lnTo>
                <a:lnTo>
                  <a:pt x="56414" y="8882"/>
                </a:lnTo>
                <a:cubicBezTo>
                  <a:pt x="56398" y="8882"/>
                  <a:pt x="56367" y="8882"/>
                  <a:pt x="56352" y="8897"/>
                </a:cubicBezTo>
                <a:lnTo>
                  <a:pt x="55664" y="5911"/>
                </a:lnTo>
                <a:lnTo>
                  <a:pt x="54945" y="9022"/>
                </a:lnTo>
                <a:cubicBezTo>
                  <a:pt x="54663" y="9053"/>
                  <a:pt x="54365" y="9084"/>
                  <a:pt x="54084" y="9132"/>
                </a:cubicBezTo>
                <a:lnTo>
                  <a:pt x="53913" y="8365"/>
                </a:lnTo>
                <a:lnTo>
                  <a:pt x="53725" y="9178"/>
                </a:lnTo>
                <a:cubicBezTo>
                  <a:pt x="52975" y="9303"/>
                  <a:pt x="52208" y="9444"/>
                  <a:pt x="51411" y="9616"/>
                </a:cubicBezTo>
                <a:cubicBezTo>
                  <a:pt x="45564" y="10880"/>
                  <a:pt x="39831" y="12873"/>
                  <a:pt x="33984" y="12873"/>
                </a:cubicBezTo>
                <a:cubicBezTo>
                  <a:pt x="32670" y="12873"/>
                  <a:pt x="31350" y="12773"/>
                  <a:pt x="30021" y="12540"/>
                </a:cubicBezTo>
                <a:cubicBezTo>
                  <a:pt x="29990" y="12540"/>
                  <a:pt x="29959" y="12524"/>
                  <a:pt x="29911" y="12524"/>
                </a:cubicBezTo>
                <a:lnTo>
                  <a:pt x="29724" y="11711"/>
                </a:lnTo>
                <a:lnTo>
                  <a:pt x="29552" y="12447"/>
                </a:lnTo>
                <a:cubicBezTo>
                  <a:pt x="28567" y="12243"/>
                  <a:pt x="27613" y="11946"/>
                  <a:pt x="26690" y="11586"/>
                </a:cubicBezTo>
                <a:lnTo>
                  <a:pt x="26206" y="9507"/>
                </a:lnTo>
                <a:lnTo>
                  <a:pt x="25877" y="10914"/>
                </a:lnTo>
                <a:lnTo>
                  <a:pt x="25690" y="10116"/>
                </a:lnTo>
                <a:lnTo>
                  <a:pt x="25471" y="11071"/>
                </a:lnTo>
                <a:cubicBezTo>
                  <a:pt x="21453" y="9226"/>
                  <a:pt x="17809" y="6317"/>
                  <a:pt x="13681" y="4487"/>
                </a:cubicBezTo>
                <a:lnTo>
                  <a:pt x="13541" y="3862"/>
                </a:lnTo>
                <a:lnTo>
                  <a:pt x="13431" y="4379"/>
                </a:lnTo>
                <a:cubicBezTo>
                  <a:pt x="12618" y="4018"/>
                  <a:pt x="11774" y="3706"/>
                  <a:pt x="10914" y="3472"/>
                </a:cubicBezTo>
                <a:lnTo>
                  <a:pt x="10696" y="2517"/>
                </a:lnTo>
                <a:lnTo>
                  <a:pt x="10492" y="3347"/>
                </a:lnTo>
                <a:cubicBezTo>
                  <a:pt x="9929" y="3205"/>
                  <a:pt x="9335" y="3080"/>
                  <a:pt x="8740" y="2986"/>
                </a:cubicBezTo>
                <a:lnTo>
                  <a:pt x="8553" y="2173"/>
                </a:lnTo>
                <a:lnTo>
                  <a:pt x="8413" y="2784"/>
                </a:lnTo>
                <a:lnTo>
                  <a:pt x="7990" y="939"/>
                </a:lnTo>
                <a:lnTo>
                  <a:pt x="7552" y="2861"/>
                </a:lnTo>
                <a:lnTo>
                  <a:pt x="6943" y="2815"/>
                </a:lnTo>
                <a:lnTo>
                  <a:pt x="6599" y="1345"/>
                </a:lnTo>
                <a:lnTo>
                  <a:pt x="6255" y="2815"/>
                </a:lnTo>
                <a:cubicBezTo>
                  <a:pt x="5895" y="2815"/>
                  <a:pt x="5504" y="2830"/>
                  <a:pt x="5113" y="2861"/>
                </a:cubicBezTo>
                <a:lnTo>
                  <a:pt x="5035" y="2455"/>
                </a:lnTo>
                <a:lnTo>
                  <a:pt x="4925" y="2877"/>
                </a:lnTo>
                <a:cubicBezTo>
                  <a:pt x="4425" y="2924"/>
                  <a:pt x="3910" y="2986"/>
                  <a:pt x="3393" y="3080"/>
                </a:cubicBezTo>
                <a:lnTo>
                  <a:pt x="3049" y="1595"/>
                </a:lnTo>
                <a:lnTo>
                  <a:pt x="2690" y="3143"/>
                </a:lnTo>
                <a:lnTo>
                  <a:pt x="1971" y="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480"/>
                </a:schemeClr>
              </a:gs>
              <a:gs pos="100000">
                <a:schemeClr val="accent3">
                  <a:alpha val="4048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ctrTitle"/>
          </p:nvPr>
        </p:nvSpPr>
        <p:spPr>
          <a:xfrm>
            <a:off x="2430025" y="632325"/>
            <a:ext cx="42840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subTitle" idx="1"/>
          </p:nvPr>
        </p:nvSpPr>
        <p:spPr>
          <a:xfrm>
            <a:off x="2425075" y="1730950"/>
            <a:ext cx="4293900" cy="11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2061900" y="3428750"/>
            <a:ext cx="5020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200" b="1" u="sng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200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rPr>
              <a:t>and infographics &amp; images by </a:t>
            </a:r>
            <a:r>
              <a:rPr lang="en" sz="1200" b="1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accent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575" y="3530200"/>
            <a:ext cx="9139522" cy="1617463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>
                  <a:alpha val="55949"/>
                </a:schemeClr>
              </a:gs>
              <a:gs pos="100000">
                <a:schemeClr val="accent2">
                  <a:alpha val="55949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0" y="3750650"/>
            <a:ext cx="9144005" cy="4552403"/>
          </a:xfrm>
          <a:custGeom>
            <a:avLst/>
            <a:gdLst/>
            <a:ahLst/>
            <a:cxnLst/>
            <a:rect l="l" t="t" r="r" b="b"/>
            <a:pathLst>
              <a:path w="94941" h="47267" extrusionOk="0">
                <a:moveTo>
                  <a:pt x="11406" y="1"/>
                </a:moveTo>
                <a:cubicBezTo>
                  <a:pt x="10574" y="1"/>
                  <a:pt x="9729" y="100"/>
                  <a:pt x="8866" y="328"/>
                </a:cubicBezTo>
                <a:cubicBezTo>
                  <a:pt x="5535" y="1219"/>
                  <a:pt x="2783" y="3237"/>
                  <a:pt x="0" y="5144"/>
                </a:cubicBezTo>
                <a:lnTo>
                  <a:pt x="0" y="47267"/>
                </a:lnTo>
                <a:lnTo>
                  <a:pt x="94940" y="47267"/>
                </a:lnTo>
                <a:lnTo>
                  <a:pt x="94940" y="7755"/>
                </a:lnTo>
                <a:cubicBezTo>
                  <a:pt x="92833" y="8148"/>
                  <a:pt x="90512" y="9450"/>
                  <a:pt x="88497" y="9450"/>
                </a:cubicBezTo>
                <a:cubicBezTo>
                  <a:pt x="88269" y="9450"/>
                  <a:pt x="88046" y="9434"/>
                  <a:pt x="87826" y="9397"/>
                </a:cubicBezTo>
                <a:cubicBezTo>
                  <a:pt x="83386" y="8678"/>
                  <a:pt x="78992" y="4738"/>
                  <a:pt x="74880" y="2970"/>
                </a:cubicBezTo>
                <a:cubicBezTo>
                  <a:pt x="73212" y="2256"/>
                  <a:pt x="71654" y="1958"/>
                  <a:pt x="70126" y="1958"/>
                </a:cubicBezTo>
                <a:cubicBezTo>
                  <a:pt x="67369" y="1958"/>
                  <a:pt x="64711" y="2928"/>
                  <a:pt x="61684" y="4175"/>
                </a:cubicBezTo>
                <a:cubicBezTo>
                  <a:pt x="57710" y="5819"/>
                  <a:pt x="53536" y="7686"/>
                  <a:pt x="49303" y="7686"/>
                </a:cubicBezTo>
                <a:cubicBezTo>
                  <a:pt x="48506" y="7686"/>
                  <a:pt x="47707" y="7620"/>
                  <a:pt x="46907" y="7473"/>
                </a:cubicBezTo>
                <a:cubicBezTo>
                  <a:pt x="42154" y="6614"/>
                  <a:pt x="38136" y="3001"/>
                  <a:pt x="33289" y="2955"/>
                </a:cubicBezTo>
                <a:cubicBezTo>
                  <a:pt x="33270" y="2955"/>
                  <a:pt x="33251" y="2955"/>
                  <a:pt x="33232" y="2955"/>
                </a:cubicBezTo>
                <a:cubicBezTo>
                  <a:pt x="30839" y="2955"/>
                  <a:pt x="28492" y="3821"/>
                  <a:pt x="26132" y="3821"/>
                </a:cubicBezTo>
                <a:cubicBezTo>
                  <a:pt x="25766" y="3821"/>
                  <a:pt x="25400" y="3800"/>
                  <a:pt x="25033" y="3752"/>
                </a:cubicBezTo>
                <a:cubicBezTo>
                  <a:pt x="20346" y="3128"/>
                  <a:pt x="16088" y="1"/>
                  <a:pt x="11406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590" y="3403575"/>
            <a:ext cx="9143415" cy="1739917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/>
          <p:nvPr/>
        </p:nvSpPr>
        <p:spPr>
          <a:xfrm>
            <a:off x="2808988" y="-918025"/>
            <a:ext cx="6572350" cy="5096297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solidFill>
            <a:srgbClr val="FFC875">
              <a:alpha val="35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9"/>
          <p:cNvSpPr/>
          <p:nvPr/>
        </p:nvSpPr>
        <p:spPr>
          <a:xfrm rot="1080694">
            <a:off x="-241932" y="487501"/>
            <a:ext cx="3438898" cy="1802894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solidFill>
            <a:srgbClr val="FFC875">
              <a:alpha val="35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2"/>
            </a:gs>
            <a:gs pos="35000">
              <a:schemeClr val="accent3"/>
            </a:gs>
            <a:gs pos="100000">
              <a:schemeClr val="accent4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erriweather"/>
              <a:buNone/>
              <a:defRPr sz="3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7" r:id="rId5"/>
    <p:sldLayoutId id="2147483658" r:id="rId6"/>
    <p:sldLayoutId id="2147483664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3.glb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gi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ctrTitle"/>
          </p:nvPr>
        </p:nvSpPr>
        <p:spPr>
          <a:xfrm>
            <a:off x="867844" y="1372268"/>
            <a:ext cx="7408312" cy="25456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LANGUAGE OF THE POEM </a:t>
            </a:r>
            <a:br>
              <a:rPr lang="en-US" sz="5400" dirty="0"/>
            </a:br>
            <a:r>
              <a:rPr lang="en-US" sz="5400" dirty="0"/>
              <a:t>“</a:t>
            </a:r>
            <a:r>
              <a:rPr lang="en-US" sz="5400" dirty="0">
                <a:solidFill>
                  <a:schemeClr val="bg1">
                    <a:lumMod val="50000"/>
                  </a:schemeClr>
                </a:solidFill>
              </a:rPr>
              <a:t>HAWK</a:t>
            </a:r>
            <a:r>
              <a:rPr lang="en-US" sz="5400" dirty="0"/>
              <a:t> ROOSTING”</a:t>
            </a:r>
            <a:endParaRPr sz="4800" dirty="0"/>
          </a:p>
        </p:txBody>
      </p:sp>
      <p:sp>
        <p:nvSpPr>
          <p:cNvPr id="237" name="Google Shape;237;p36"/>
          <p:cNvSpPr/>
          <p:nvPr/>
        </p:nvSpPr>
        <p:spPr>
          <a:xfrm rot="1777483">
            <a:off x="7697991" y="-704899"/>
            <a:ext cx="2419685" cy="1939675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F66A0-DF94-01EE-9805-420324B994C1}"/>
              </a:ext>
            </a:extLst>
          </p:cNvPr>
          <p:cNvSpPr txBox="1"/>
          <p:nvPr/>
        </p:nvSpPr>
        <p:spPr>
          <a:xfrm>
            <a:off x="5917008" y="3802463"/>
            <a:ext cx="1965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</a:schemeClr>
                </a:solidFill>
              </a:rPr>
              <a:t>-Ted Hughes</a:t>
            </a:r>
          </a:p>
        </p:txBody>
      </p:sp>
      <p:sp>
        <p:nvSpPr>
          <p:cNvPr id="4" name="Google Shape;1157;p66">
            <a:extLst>
              <a:ext uri="{FF2B5EF4-FFF2-40B4-BE49-F238E27FC236}">
                <a16:creationId xmlns:a16="http://schemas.microsoft.com/office/drawing/2014/main" id="{D7963C4B-7855-C65A-D4AE-F3A774A48E42}"/>
              </a:ext>
            </a:extLst>
          </p:cNvPr>
          <p:cNvSpPr/>
          <p:nvPr/>
        </p:nvSpPr>
        <p:spPr>
          <a:xfrm flipH="1">
            <a:off x="-1188720" y="4033296"/>
            <a:ext cx="10332720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 descr="A bird on a branch&#10;&#10;Description automatically generated">
            <a:extLst>
              <a:ext uri="{FF2B5EF4-FFF2-40B4-BE49-F238E27FC236}">
                <a16:creationId xmlns:a16="http://schemas.microsoft.com/office/drawing/2014/main" id="{7FE1BD53-56EC-C60E-AFD7-A86C6EE2C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3666" y="-900075"/>
            <a:ext cx="3429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/>
      <p:bldP spid="237" grpId="0" animBg="1"/>
      <p:bldP spid="5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3"/>
          <p:cNvSpPr txBox="1">
            <a:spLocks noGrp="1"/>
          </p:cNvSpPr>
          <p:nvPr>
            <p:ph type="subTitle" idx="2"/>
          </p:nvPr>
        </p:nvSpPr>
        <p:spPr>
          <a:xfrm>
            <a:off x="2767564" y="-240869"/>
            <a:ext cx="3407965" cy="108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Ted hughes</a:t>
            </a:r>
            <a:endParaRPr sz="4000" b="1" dirty="0"/>
          </a:p>
        </p:txBody>
      </p:sp>
      <p:sp>
        <p:nvSpPr>
          <p:cNvPr id="800" name="Google Shape;800;p63"/>
          <p:cNvSpPr/>
          <p:nvPr/>
        </p:nvSpPr>
        <p:spPr>
          <a:xfrm rot="466310">
            <a:off x="-61948" y="294062"/>
            <a:ext cx="1345879" cy="705597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solidFill>
            <a:srgbClr val="FFB05C">
              <a:alpha val="40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63"/>
          <p:cNvSpPr/>
          <p:nvPr/>
        </p:nvSpPr>
        <p:spPr>
          <a:xfrm rot="2121701">
            <a:off x="7183611" y="-151111"/>
            <a:ext cx="977773" cy="1595945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solidFill>
            <a:srgbClr val="FFB05C">
              <a:alpha val="40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person in a black and white photo&#10;&#10;Description automatically generated">
            <a:extLst>
              <a:ext uri="{FF2B5EF4-FFF2-40B4-BE49-F238E27FC236}">
                <a16:creationId xmlns:a16="http://schemas.microsoft.com/office/drawing/2014/main" id="{9479780E-A51C-C19B-5493-B8183E7D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0" y="926430"/>
            <a:ext cx="2519934" cy="1417463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8DC04A6-FD99-628B-0E34-0ACBFDF60F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496875"/>
              </p:ext>
            </p:extLst>
          </p:nvPr>
        </p:nvGraphicFramePr>
        <p:xfrm>
          <a:off x="2896960" y="91931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E19F44-F731-B6E4-E59D-3DFC864F9AC0}"/>
              </a:ext>
            </a:extLst>
          </p:cNvPr>
          <p:cNvCxnSpPr>
            <a:cxnSpLocks/>
          </p:cNvCxnSpPr>
          <p:nvPr/>
        </p:nvCxnSpPr>
        <p:spPr>
          <a:xfrm>
            <a:off x="151040" y="776377"/>
            <a:ext cx="874279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9F9775A-39CB-703C-9BFD-14C29E460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855758"/>
              </p:ext>
            </p:extLst>
          </p:nvPr>
        </p:nvGraphicFramePr>
        <p:xfrm>
          <a:off x="151040" y="2431907"/>
          <a:ext cx="2616524" cy="2505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63AE3C6-ABB8-2729-963E-7F66F51323B1}"/>
              </a:ext>
            </a:extLst>
          </p:cNvPr>
          <p:cNvSpPr txBox="1"/>
          <p:nvPr/>
        </p:nvSpPr>
        <p:spPr>
          <a:xfrm>
            <a:off x="768641" y="2417861"/>
            <a:ext cx="74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" grpId="0" build="p"/>
      <p:bldGraphic spid="8" grpId="0">
        <p:bldAsOne/>
      </p:bldGraphic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67"/>
          <p:cNvSpPr txBox="1">
            <a:spLocks noGrp="1"/>
          </p:cNvSpPr>
          <p:nvPr>
            <p:ph type="title"/>
          </p:nvPr>
        </p:nvSpPr>
        <p:spPr>
          <a:xfrm>
            <a:off x="550479" y="-64063"/>
            <a:ext cx="7708900" cy="6537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OVERVIEW:</a:t>
            </a:r>
            <a:endParaRPr sz="4800" b="1" dirty="0"/>
          </a:p>
        </p:txBody>
      </p:sp>
      <p:sp>
        <p:nvSpPr>
          <p:cNvPr id="1183" name="Google Shape;1183;p67"/>
          <p:cNvSpPr txBox="1"/>
          <p:nvPr/>
        </p:nvSpPr>
        <p:spPr>
          <a:xfrm>
            <a:off x="38101" y="1498968"/>
            <a:ext cx="4152900" cy="326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Imagery</a:t>
            </a:r>
            <a:r>
              <a:rPr lang="en-US" sz="1600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: Hughes employs vivid and striking imagery throughout the poem to paint a detailed picture of the hawk and its perspective.</a:t>
            </a:r>
          </a:p>
          <a:p>
            <a:pPr marL="457200" lvl="0" indent="-317500" algn="just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Personification</a:t>
            </a:r>
            <a:r>
              <a:rPr lang="en-US" sz="1600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: The poem personifies the hawk, attributing human-like qualities to the bird. </a:t>
            </a:r>
          </a:p>
          <a:p>
            <a:pPr marL="457200" lvl="0" indent="-317500" algn="just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latin typeface="Nunito" pitchFamily="2" charset="0"/>
                <a:ea typeface="Calibri"/>
                <a:cs typeface="Calibri"/>
                <a:sym typeface="Calibri"/>
              </a:rPr>
              <a:t>Metaphor</a:t>
            </a:r>
            <a:r>
              <a:rPr lang="en-US" sz="1600" dirty="0">
                <a:solidFill>
                  <a:schemeClr val="accent5"/>
                </a:solidFill>
                <a:latin typeface="Nunito" pitchFamily="2" charset="0"/>
                <a:ea typeface="Calibri"/>
                <a:cs typeface="Calibri"/>
                <a:sym typeface="Calibri"/>
              </a:rPr>
              <a:t>: The hawk's eye is metaphorically described as "hooked," emphasizing its sharp and predatory nature.</a:t>
            </a:r>
          </a:p>
        </p:txBody>
      </p:sp>
      <p:sp>
        <p:nvSpPr>
          <p:cNvPr id="1184" name="Google Shape;1184;p67"/>
          <p:cNvSpPr txBox="1"/>
          <p:nvPr/>
        </p:nvSpPr>
        <p:spPr>
          <a:xfrm>
            <a:off x="4781550" y="1498967"/>
            <a:ext cx="4152900" cy="392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Power and Dominance</a:t>
            </a:r>
            <a:r>
              <a:rPr lang="en-US" sz="1600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: The poem delves deeply into the theme of power, presenting the hawk as an embodiment of dominance and control.</a:t>
            </a:r>
            <a:endParaRPr lang="en-US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Nature's Brutality</a:t>
            </a:r>
            <a:r>
              <a:rPr lang="en-US" sz="1600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: Hughes portrays the natural world as ruthless and unforgiving.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endParaRPr lang="en-US" sz="1600" dirty="0">
              <a:solidFill>
                <a:schemeClr val="accent5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</a:pPr>
            <a:r>
              <a:rPr lang="en-US" sz="1600" b="1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Predator vs. Prey</a:t>
            </a:r>
            <a:r>
              <a:rPr lang="en-US" sz="1600" dirty="0">
                <a:solidFill>
                  <a:schemeClr val="accent5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</a:rPr>
              <a:t>: The poem highlights the predator-prey relationship in the animal kingdom.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EE5359-163B-1B30-A20B-E2DB2E33AA85}"/>
              </a:ext>
            </a:extLst>
          </p:cNvPr>
          <p:cNvCxnSpPr>
            <a:cxnSpLocks/>
          </p:cNvCxnSpPr>
          <p:nvPr/>
        </p:nvCxnSpPr>
        <p:spPr>
          <a:xfrm>
            <a:off x="4501515" y="1050608"/>
            <a:ext cx="0" cy="37690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Google Shape;1158;p66">
            <a:extLst>
              <a:ext uri="{FF2B5EF4-FFF2-40B4-BE49-F238E27FC236}">
                <a16:creationId xmlns:a16="http://schemas.microsoft.com/office/drawing/2014/main" id="{6616CB86-2A41-D70F-8AAE-226FE01FF485}"/>
              </a:ext>
            </a:extLst>
          </p:cNvPr>
          <p:cNvSpPr/>
          <p:nvPr/>
        </p:nvSpPr>
        <p:spPr>
          <a:xfrm>
            <a:off x="7875359" y="69444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59AA7-DE6D-D5C4-BFCC-52DEE1B4C880}"/>
              </a:ext>
            </a:extLst>
          </p:cNvPr>
          <p:cNvSpPr txBox="1"/>
          <p:nvPr/>
        </p:nvSpPr>
        <p:spPr>
          <a:xfrm>
            <a:off x="209550" y="1083469"/>
            <a:ext cx="4244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erriweather" panose="00000500000000000000" pitchFamily="2" charset="0"/>
              </a:rPr>
              <a:t>      Literary Techniques:</a:t>
            </a:r>
          </a:p>
          <a:p>
            <a:endParaRPr lang="en-US" sz="24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01BA7-085D-0CD0-C683-E01CA0559101}"/>
              </a:ext>
            </a:extLst>
          </p:cNvPr>
          <p:cNvSpPr txBox="1"/>
          <p:nvPr/>
        </p:nvSpPr>
        <p:spPr>
          <a:xfrm>
            <a:off x="4783525" y="1050608"/>
            <a:ext cx="3511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dirty="0">
                <a:solidFill>
                  <a:schemeClr val="bg1"/>
                </a:solidFill>
                <a:effectLst/>
                <a:latin typeface="Merriweather" panose="00000500000000000000" pitchFamily="2" charset="0"/>
                <a:ea typeface="Merriweather" panose="00000500000000000000" pitchFamily="2" charset="0"/>
                <a:cs typeface="Merriweather" panose="00000500000000000000" pitchFamily="2" charset="0"/>
              </a:rPr>
              <a:t>	Key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Merriweather" panose="00000500000000000000" pitchFamily="2" charset="0"/>
                <a:ea typeface="Merriweather" panose="00000500000000000000" pitchFamily="2" charset="0"/>
                <a:cs typeface="Merriweather" panose="00000500000000000000" pitchFamily="2" charset="0"/>
              </a:rPr>
              <a:t>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Merriweather" panose="00000500000000000000" pitchFamily="2" charset="0"/>
                <a:ea typeface="Merriweather" panose="00000500000000000000" pitchFamily="2" charset="0"/>
                <a:cs typeface="Merriweather" panose="00000500000000000000" pitchFamily="2" charset="0"/>
              </a:rPr>
              <a:t>Themes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Merriweather" panose="00000500000000000000" pitchFamily="2" charset="0"/>
                <a:ea typeface="Merriweather" panose="00000500000000000000" pitchFamily="2" charset="0"/>
                <a:cs typeface="Merriweather" panose="00000500000000000000" pitchFamily="2" charset="0"/>
              </a:rPr>
              <a:t>:</a:t>
            </a:r>
            <a:endParaRPr lang="en-US" sz="3200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994830-30F3-4BCA-2D1F-CEFDCF605F16}"/>
              </a:ext>
            </a:extLst>
          </p:cNvPr>
          <p:cNvCxnSpPr>
            <a:cxnSpLocks/>
          </p:cNvCxnSpPr>
          <p:nvPr/>
        </p:nvCxnSpPr>
        <p:spPr>
          <a:xfrm flipH="1">
            <a:off x="278561" y="1616374"/>
            <a:ext cx="862389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" grpId="0"/>
      <p:bldP spid="1183" grpId="0"/>
      <p:bldP spid="1184" grpId="0"/>
      <p:bldP spid="2" grpId="0" animBg="1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title"/>
          </p:nvPr>
        </p:nvSpPr>
        <p:spPr>
          <a:xfrm>
            <a:off x="-360271" y="-838028"/>
            <a:ext cx="9998766" cy="16909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8800" dirty="0">
                <a:solidFill>
                  <a:srgbClr val="C00000"/>
                </a:solidFill>
              </a:rPr>
            </a:br>
            <a:r>
              <a:rPr lang="en" sz="8800" dirty="0">
                <a:solidFill>
                  <a:srgbClr val="C00000"/>
                </a:solidFill>
              </a:rPr>
              <a:t>‘Hawk</a:t>
            </a:r>
            <a:r>
              <a:rPr lang="en" sz="8800" dirty="0"/>
              <a:t> </a:t>
            </a:r>
            <a:r>
              <a:rPr lang="en" sz="8800" dirty="0">
                <a:solidFill>
                  <a:schemeClr val="bg1">
                    <a:lumMod val="75000"/>
                  </a:schemeClr>
                </a:solidFill>
              </a:rPr>
              <a:t>Roosting’</a:t>
            </a:r>
            <a:endParaRPr sz="8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9" name="Google Shape;279;p39"/>
          <p:cNvSpPr txBox="1">
            <a:spLocks noGrp="1"/>
          </p:cNvSpPr>
          <p:nvPr>
            <p:ph type="subTitle" idx="1"/>
          </p:nvPr>
        </p:nvSpPr>
        <p:spPr>
          <a:xfrm>
            <a:off x="55699" y="1899731"/>
            <a:ext cx="4432412" cy="6919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C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C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C00000"/>
                </a:solidFill>
              </a:rPr>
              <a:t>The poem’s title begins with the noun ‘Hawk’.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C00000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sz="1800" b="1" dirty="0"/>
          </a:p>
        </p:txBody>
      </p:sp>
      <p:sp>
        <p:nvSpPr>
          <p:cNvPr id="280" name="Google Shape;280;p39"/>
          <p:cNvSpPr/>
          <p:nvPr/>
        </p:nvSpPr>
        <p:spPr>
          <a:xfrm>
            <a:off x="7186776" y="-282486"/>
            <a:ext cx="1957224" cy="1517383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40480"/>
                </a:schemeClr>
              </a:gs>
              <a:gs pos="100000">
                <a:schemeClr val="accent3">
                  <a:alpha val="404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0A7FD-EAE2-367F-319D-5879EBD0D01E}"/>
              </a:ext>
            </a:extLst>
          </p:cNvPr>
          <p:cNvSpPr txBox="1"/>
          <p:nvPr/>
        </p:nvSpPr>
        <p:spPr>
          <a:xfrm>
            <a:off x="4572000" y="1903752"/>
            <a:ext cx="4437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What does it mean, and what does it therefore  suggest about the Hawk?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F38D1-1B08-2E94-E1CD-AD780A398C2C}"/>
              </a:ext>
            </a:extLst>
          </p:cNvPr>
          <p:cNvSpPr txBox="1"/>
          <p:nvPr/>
        </p:nvSpPr>
        <p:spPr>
          <a:xfrm>
            <a:off x="4503118" y="2571750"/>
            <a:ext cx="4684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Roosting = Resting; Hawk feels comfortable, safe and in control.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2C650D-F12E-2875-6EFE-53EC095A8EF2}"/>
              </a:ext>
            </a:extLst>
          </p:cNvPr>
          <p:cNvSpPr txBox="1"/>
          <p:nvPr/>
        </p:nvSpPr>
        <p:spPr>
          <a:xfrm>
            <a:off x="-66873" y="3298672"/>
            <a:ext cx="4705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Nunito" pitchFamily="2" charset="0"/>
              </a:rPr>
              <a:t>Starting poem’s title with ‘Hawk’ emphasizes  the bird’s importance to the poem.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3B90A-B62D-9704-3F36-88E08CB95F41}"/>
              </a:ext>
            </a:extLst>
          </p:cNvPr>
          <p:cNvSpPr txBox="1"/>
          <p:nvPr/>
        </p:nvSpPr>
        <p:spPr>
          <a:xfrm>
            <a:off x="4542873" y="3298672"/>
            <a:ext cx="4530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Roosting = Resting</a:t>
            </a:r>
          </a:p>
          <a:p>
            <a:pPr algn="ctr"/>
            <a:r>
              <a:rPr lang="en-US" sz="1800" b="1" dirty="0">
                <a:solidFill>
                  <a:schemeClr val="bg1">
                    <a:lumMod val="75000"/>
                  </a:schemeClr>
                </a:solidFill>
              </a:rPr>
              <a:t>The hawk must feel comfortable, safe, and in control.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91B552-80AC-7EF6-15F4-94A35C4DC37B}"/>
              </a:ext>
            </a:extLst>
          </p:cNvPr>
          <p:cNvCxnSpPr/>
          <p:nvPr/>
        </p:nvCxnSpPr>
        <p:spPr>
          <a:xfrm>
            <a:off x="4530055" y="1851696"/>
            <a:ext cx="0" cy="2783745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11812D-BC74-B396-3BB6-CEA4176CAD02}"/>
              </a:ext>
            </a:extLst>
          </p:cNvPr>
          <p:cNvSpPr txBox="1"/>
          <p:nvPr/>
        </p:nvSpPr>
        <p:spPr>
          <a:xfrm>
            <a:off x="334318" y="2571750"/>
            <a:ext cx="3875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  <a:latin typeface="Nunito" pitchFamily="2" charset="0"/>
              </a:rPr>
              <a:t>What does that suggest about the birds' importance to the poem?</a:t>
            </a:r>
          </a:p>
          <a:p>
            <a:pPr algn="ctr"/>
            <a:endParaRPr lang="en-US" sz="1800" b="1" dirty="0">
              <a:latin typeface="Nunito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64FC8-B959-16D1-2175-CE64F7971D41}"/>
              </a:ext>
            </a:extLst>
          </p:cNvPr>
          <p:cNvSpPr txBox="1"/>
          <p:nvPr/>
        </p:nvSpPr>
        <p:spPr>
          <a:xfrm>
            <a:off x="3410124" y="71240"/>
            <a:ext cx="2239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  <a:lumOff val="50000"/>
                  </a:schemeClr>
                </a:solidFill>
              </a:rPr>
              <a:t>TITLE</a:t>
            </a:r>
          </a:p>
        </p:txBody>
      </p:sp>
      <p:sp>
        <p:nvSpPr>
          <p:cNvPr id="10" name="Google Shape;1154;p66">
            <a:extLst>
              <a:ext uri="{FF2B5EF4-FFF2-40B4-BE49-F238E27FC236}">
                <a16:creationId xmlns:a16="http://schemas.microsoft.com/office/drawing/2014/main" id="{DC3E90DB-E5A5-98A6-0A99-FE0A5767B929}"/>
              </a:ext>
            </a:extLst>
          </p:cNvPr>
          <p:cNvSpPr/>
          <p:nvPr/>
        </p:nvSpPr>
        <p:spPr>
          <a:xfrm>
            <a:off x="6648475" y="4554934"/>
            <a:ext cx="3378768" cy="1643501"/>
          </a:xfrm>
          <a:custGeom>
            <a:avLst/>
            <a:gdLst/>
            <a:ahLst/>
            <a:cxnLst/>
            <a:rect l="l" t="t" r="r" b="b"/>
            <a:pathLst>
              <a:path w="219187" h="106617" extrusionOk="0">
                <a:moveTo>
                  <a:pt x="42674" y="1"/>
                </a:moveTo>
                <a:cubicBezTo>
                  <a:pt x="41959" y="1"/>
                  <a:pt x="41150" y="140"/>
                  <a:pt x="40534" y="140"/>
                </a:cubicBezTo>
                <a:cubicBezTo>
                  <a:pt x="40516" y="140"/>
                  <a:pt x="40498" y="140"/>
                  <a:pt x="40481" y="140"/>
                </a:cubicBezTo>
                <a:cubicBezTo>
                  <a:pt x="40457" y="139"/>
                  <a:pt x="40434" y="139"/>
                  <a:pt x="40411" y="139"/>
                </a:cubicBezTo>
                <a:cubicBezTo>
                  <a:pt x="38837" y="139"/>
                  <a:pt x="37412" y="582"/>
                  <a:pt x="35809" y="582"/>
                </a:cubicBezTo>
                <a:cubicBezTo>
                  <a:pt x="33949" y="582"/>
                  <a:pt x="32621" y="751"/>
                  <a:pt x="30878" y="1467"/>
                </a:cubicBezTo>
                <a:cubicBezTo>
                  <a:pt x="29745" y="1935"/>
                  <a:pt x="28887" y="3054"/>
                  <a:pt x="27677" y="3263"/>
                </a:cubicBezTo>
                <a:cubicBezTo>
                  <a:pt x="27371" y="3321"/>
                  <a:pt x="27068" y="3321"/>
                  <a:pt x="26767" y="3321"/>
                </a:cubicBezTo>
                <a:cubicBezTo>
                  <a:pt x="26466" y="3321"/>
                  <a:pt x="26167" y="3321"/>
                  <a:pt x="25868" y="3379"/>
                </a:cubicBezTo>
                <a:cubicBezTo>
                  <a:pt x="24060" y="3691"/>
                  <a:pt x="22224" y="4251"/>
                  <a:pt x="20442" y="4628"/>
                </a:cubicBezTo>
                <a:cubicBezTo>
                  <a:pt x="15732" y="5631"/>
                  <a:pt x="11581" y="8728"/>
                  <a:pt x="7105" y="10497"/>
                </a:cubicBezTo>
                <a:cubicBezTo>
                  <a:pt x="5557" y="11108"/>
                  <a:pt x="3982" y="11668"/>
                  <a:pt x="2434" y="12267"/>
                </a:cubicBezTo>
                <a:cubicBezTo>
                  <a:pt x="1613" y="12566"/>
                  <a:pt x="807" y="12644"/>
                  <a:pt x="0" y="12891"/>
                </a:cubicBezTo>
                <a:lnTo>
                  <a:pt x="0" y="106616"/>
                </a:lnTo>
                <a:lnTo>
                  <a:pt x="219187" y="106616"/>
                </a:lnTo>
                <a:lnTo>
                  <a:pt x="219187" y="57301"/>
                </a:lnTo>
                <a:cubicBezTo>
                  <a:pt x="218536" y="56664"/>
                  <a:pt x="217755" y="56273"/>
                  <a:pt x="217079" y="55635"/>
                </a:cubicBezTo>
                <a:cubicBezTo>
                  <a:pt x="216128" y="54738"/>
                  <a:pt x="215139" y="53892"/>
                  <a:pt x="214190" y="52994"/>
                </a:cubicBezTo>
                <a:cubicBezTo>
                  <a:pt x="212368" y="51277"/>
                  <a:pt x="210663" y="49468"/>
                  <a:pt x="208725" y="47906"/>
                </a:cubicBezTo>
                <a:cubicBezTo>
                  <a:pt x="207462" y="46891"/>
                  <a:pt x="206447" y="45668"/>
                  <a:pt x="205264" y="44601"/>
                </a:cubicBezTo>
                <a:cubicBezTo>
                  <a:pt x="204613" y="44016"/>
                  <a:pt x="203963" y="43456"/>
                  <a:pt x="203364" y="42831"/>
                </a:cubicBezTo>
                <a:cubicBezTo>
                  <a:pt x="202661" y="42090"/>
                  <a:pt x="201803" y="41556"/>
                  <a:pt x="200982" y="40880"/>
                </a:cubicBezTo>
                <a:cubicBezTo>
                  <a:pt x="200124" y="40191"/>
                  <a:pt x="199031" y="39865"/>
                  <a:pt x="198224" y="39136"/>
                </a:cubicBezTo>
                <a:cubicBezTo>
                  <a:pt x="197313" y="38317"/>
                  <a:pt x="196364" y="37627"/>
                  <a:pt x="195401" y="36872"/>
                </a:cubicBezTo>
                <a:cubicBezTo>
                  <a:pt x="194672" y="36313"/>
                  <a:pt x="194008" y="35532"/>
                  <a:pt x="193279" y="34998"/>
                </a:cubicBezTo>
                <a:cubicBezTo>
                  <a:pt x="192577" y="34491"/>
                  <a:pt x="191810" y="34309"/>
                  <a:pt x="191119" y="33723"/>
                </a:cubicBezTo>
                <a:cubicBezTo>
                  <a:pt x="189754" y="32565"/>
                  <a:pt x="188205" y="31446"/>
                  <a:pt x="186631" y="30574"/>
                </a:cubicBezTo>
                <a:cubicBezTo>
                  <a:pt x="186175" y="30327"/>
                  <a:pt x="185564" y="30054"/>
                  <a:pt x="185056" y="29924"/>
                </a:cubicBezTo>
                <a:cubicBezTo>
                  <a:pt x="184653" y="29819"/>
                  <a:pt x="184249" y="29911"/>
                  <a:pt x="183846" y="29793"/>
                </a:cubicBezTo>
                <a:cubicBezTo>
                  <a:pt x="183508" y="29677"/>
                  <a:pt x="183352" y="29377"/>
                  <a:pt x="183092" y="29273"/>
                </a:cubicBezTo>
                <a:cubicBezTo>
                  <a:pt x="182115" y="28883"/>
                  <a:pt x="181074" y="28766"/>
                  <a:pt x="180073" y="28492"/>
                </a:cubicBezTo>
                <a:cubicBezTo>
                  <a:pt x="179825" y="28428"/>
                  <a:pt x="179708" y="28284"/>
                  <a:pt x="179370" y="28232"/>
                </a:cubicBezTo>
                <a:cubicBezTo>
                  <a:pt x="179289" y="28222"/>
                  <a:pt x="179204" y="28218"/>
                  <a:pt x="179118" y="28218"/>
                </a:cubicBezTo>
                <a:cubicBezTo>
                  <a:pt x="178885" y="28218"/>
                  <a:pt x="178639" y="28246"/>
                  <a:pt x="178420" y="28246"/>
                </a:cubicBezTo>
                <a:cubicBezTo>
                  <a:pt x="178391" y="28245"/>
                  <a:pt x="178361" y="28244"/>
                  <a:pt x="178332" y="28244"/>
                </a:cubicBezTo>
                <a:cubicBezTo>
                  <a:pt x="177805" y="28244"/>
                  <a:pt x="177302" y="28360"/>
                  <a:pt x="176858" y="28544"/>
                </a:cubicBezTo>
                <a:cubicBezTo>
                  <a:pt x="174712" y="29403"/>
                  <a:pt x="173033" y="31030"/>
                  <a:pt x="170912" y="31863"/>
                </a:cubicBezTo>
                <a:cubicBezTo>
                  <a:pt x="167737" y="33112"/>
                  <a:pt x="165656" y="35845"/>
                  <a:pt x="162923" y="37861"/>
                </a:cubicBezTo>
                <a:cubicBezTo>
                  <a:pt x="161973" y="38577"/>
                  <a:pt x="160971" y="39032"/>
                  <a:pt x="160060" y="39826"/>
                </a:cubicBezTo>
                <a:cubicBezTo>
                  <a:pt x="158473" y="41205"/>
                  <a:pt x="157080" y="42507"/>
                  <a:pt x="155701" y="44120"/>
                </a:cubicBezTo>
                <a:cubicBezTo>
                  <a:pt x="154712" y="45291"/>
                  <a:pt x="153685" y="46306"/>
                  <a:pt x="152383" y="47087"/>
                </a:cubicBezTo>
                <a:cubicBezTo>
                  <a:pt x="151771" y="47464"/>
                  <a:pt x="151134" y="47763"/>
                  <a:pt x="150600" y="48244"/>
                </a:cubicBezTo>
                <a:cubicBezTo>
                  <a:pt x="150158" y="48648"/>
                  <a:pt x="149703" y="49325"/>
                  <a:pt x="149130" y="49481"/>
                </a:cubicBezTo>
                <a:cubicBezTo>
                  <a:pt x="148870" y="49117"/>
                  <a:pt x="148350" y="48843"/>
                  <a:pt x="148024" y="48557"/>
                </a:cubicBezTo>
                <a:cubicBezTo>
                  <a:pt x="147686" y="48270"/>
                  <a:pt x="147361" y="47998"/>
                  <a:pt x="147009" y="47724"/>
                </a:cubicBezTo>
                <a:cubicBezTo>
                  <a:pt x="146086" y="47009"/>
                  <a:pt x="145057" y="46462"/>
                  <a:pt x="144302" y="45577"/>
                </a:cubicBezTo>
                <a:cubicBezTo>
                  <a:pt x="143131" y="44211"/>
                  <a:pt x="142507" y="42571"/>
                  <a:pt x="141427" y="41153"/>
                </a:cubicBezTo>
                <a:cubicBezTo>
                  <a:pt x="140425" y="39813"/>
                  <a:pt x="138863" y="38603"/>
                  <a:pt x="137510" y="37627"/>
                </a:cubicBezTo>
                <a:cubicBezTo>
                  <a:pt x="136521" y="36898"/>
                  <a:pt x="135428" y="36209"/>
                  <a:pt x="134569" y="35324"/>
                </a:cubicBezTo>
                <a:cubicBezTo>
                  <a:pt x="133737" y="34465"/>
                  <a:pt x="133594" y="33281"/>
                  <a:pt x="132540" y="32526"/>
                </a:cubicBezTo>
                <a:cubicBezTo>
                  <a:pt x="132007" y="32149"/>
                  <a:pt x="131655" y="31941"/>
                  <a:pt x="131226" y="31355"/>
                </a:cubicBezTo>
                <a:cubicBezTo>
                  <a:pt x="130758" y="30744"/>
                  <a:pt x="130263" y="30470"/>
                  <a:pt x="129755" y="29950"/>
                </a:cubicBezTo>
                <a:cubicBezTo>
                  <a:pt x="128844" y="29013"/>
                  <a:pt x="128233" y="28193"/>
                  <a:pt x="127023" y="27569"/>
                </a:cubicBezTo>
                <a:cubicBezTo>
                  <a:pt x="126229" y="27165"/>
                  <a:pt x="125851" y="27295"/>
                  <a:pt x="125032" y="27153"/>
                </a:cubicBezTo>
                <a:cubicBezTo>
                  <a:pt x="124394" y="27048"/>
                  <a:pt x="123952" y="26710"/>
                  <a:pt x="123275" y="26671"/>
                </a:cubicBezTo>
                <a:cubicBezTo>
                  <a:pt x="123100" y="26657"/>
                  <a:pt x="122935" y="26651"/>
                  <a:pt x="122778" y="26651"/>
                </a:cubicBezTo>
                <a:cubicBezTo>
                  <a:pt x="122001" y="26651"/>
                  <a:pt x="121411" y="26810"/>
                  <a:pt x="120686" y="27113"/>
                </a:cubicBezTo>
                <a:cubicBezTo>
                  <a:pt x="117667" y="28376"/>
                  <a:pt x="114545" y="29417"/>
                  <a:pt x="111825" y="31368"/>
                </a:cubicBezTo>
                <a:cubicBezTo>
                  <a:pt x="110563" y="32292"/>
                  <a:pt x="109262" y="32722"/>
                  <a:pt x="107869" y="33307"/>
                </a:cubicBezTo>
                <a:cubicBezTo>
                  <a:pt x="103823" y="34998"/>
                  <a:pt x="100127" y="37340"/>
                  <a:pt x="96172" y="39228"/>
                </a:cubicBezTo>
                <a:cubicBezTo>
                  <a:pt x="95235" y="39670"/>
                  <a:pt x="94428" y="40659"/>
                  <a:pt x="93504" y="41036"/>
                </a:cubicBezTo>
                <a:cubicBezTo>
                  <a:pt x="92580" y="41400"/>
                  <a:pt x="91722" y="41530"/>
                  <a:pt x="90681" y="41530"/>
                </a:cubicBezTo>
                <a:cubicBezTo>
                  <a:pt x="88637" y="41530"/>
                  <a:pt x="87089" y="40411"/>
                  <a:pt x="85476" y="39162"/>
                </a:cubicBezTo>
                <a:cubicBezTo>
                  <a:pt x="84708" y="38563"/>
                  <a:pt x="84343" y="37640"/>
                  <a:pt x="83745" y="36898"/>
                </a:cubicBezTo>
                <a:cubicBezTo>
                  <a:pt x="83172" y="36209"/>
                  <a:pt x="82470" y="35987"/>
                  <a:pt x="81702" y="35623"/>
                </a:cubicBezTo>
                <a:cubicBezTo>
                  <a:pt x="80011" y="34804"/>
                  <a:pt x="78371" y="32904"/>
                  <a:pt x="77031" y="31525"/>
                </a:cubicBezTo>
                <a:cubicBezTo>
                  <a:pt x="76185" y="30640"/>
                  <a:pt x="75209" y="29845"/>
                  <a:pt x="74364" y="28948"/>
                </a:cubicBezTo>
                <a:cubicBezTo>
                  <a:pt x="73817" y="28362"/>
                  <a:pt x="73778" y="27907"/>
                  <a:pt x="73063" y="27451"/>
                </a:cubicBezTo>
                <a:cubicBezTo>
                  <a:pt x="72607" y="27179"/>
                  <a:pt x="72178" y="26931"/>
                  <a:pt x="71761" y="26592"/>
                </a:cubicBezTo>
                <a:cubicBezTo>
                  <a:pt x="71175" y="26112"/>
                  <a:pt x="70564" y="25682"/>
                  <a:pt x="69978" y="25239"/>
                </a:cubicBezTo>
                <a:cubicBezTo>
                  <a:pt x="69276" y="24706"/>
                  <a:pt x="68847" y="23938"/>
                  <a:pt x="68235" y="23301"/>
                </a:cubicBezTo>
                <a:cubicBezTo>
                  <a:pt x="67532" y="22559"/>
                  <a:pt x="66673" y="22012"/>
                  <a:pt x="65997" y="21245"/>
                </a:cubicBezTo>
                <a:cubicBezTo>
                  <a:pt x="65190" y="20334"/>
                  <a:pt x="64631" y="19254"/>
                  <a:pt x="63811" y="18356"/>
                </a:cubicBezTo>
                <a:cubicBezTo>
                  <a:pt x="62275" y="16651"/>
                  <a:pt x="60662" y="15038"/>
                  <a:pt x="59114" y="13346"/>
                </a:cubicBezTo>
                <a:cubicBezTo>
                  <a:pt x="58450" y="12618"/>
                  <a:pt x="58085" y="12189"/>
                  <a:pt x="57318" y="11720"/>
                </a:cubicBezTo>
                <a:cubicBezTo>
                  <a:pt x="56420" y="11174"/>
                  <a:pt x="56069" y="10419"/>
                  <a:pt x="55340" y="9677"/>
                </a:cubicBezTo>
                <a:cubicBezTo>
                  <a:pt x="52646" y="6932"/>
                  <a:pt x="49771" y="4342"/>
                  <a:pt x="46622" y="2143"/>
                </a:cubicBezTo>
                <a:cubicBezTo>
                  <a:pt x="45972" y="1675"/>
                  <a:pt x="45139" y="1427"/>
                  <a:pt x="44514" y="920"/>
                </a:cubicBezTo>
                <a:cubicBezTo>
                  <a:pt x="44137" y="621"/>
                  <a:pt x="44046" y="270"/>
                  <a:pt x="43564" y="114"/>
                </a:cubicBezTo>
                <a:cubicBezTo>
                  <a:pt x="43305" y="30"/>
                  <a:pt x="42999" y="1"/>
                  <a:pt x="4267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57;p66">
            <a:extLst>
              <a:ext uri="{FF2B5EF4-FFF2-40B4-BE49-F238E27FC236}">
                <a16:creationId xmlns:a16="http://schemas.microsoft.com/office/drawing/2014/main" id="{74C9D578-1351-6DA9-27C7-0E8A3E85B82B}"/>
              </a:ext>
            </a:extLst>
          </p:cNvPr>
          <p:cNvSpPr/>
          <p:nvPr/>
        </p:nvSpPr>
        <p:spPr>
          <a:xfrm>
            <a:off x="0" y="4027781"/>
            <a:ext cx="2762784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157;p66">
            <a:extLst>
              <a:ext uri="{FF2B5EF4-FFF2-40B4-BE49-F238E27FC236}">
                <a16:creationId xmlns:a16="http://schemas.microsoft.com/office/drawing/2014/main" id="{4B3E0954-1950-A73B-2C32-6237D001B486}"/>
              </a:ext>
            </a:extLst>
          </p:cNvPr>
          <p:cNvSpPr/>
          <p:nvPr/>
        </p:nvSpPr>
        <p:spPr>
          <a:xfrm flipH="1">
            <a:off x="1499790" y="4046859"/>
            <a:ext cx="7644210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164;p66">
            <a:extLst>
              <a:ext uri="{FF2B5EF4-FFF2-40B4-BE49-F238E27FC236}">
                <a16:creationId xmlns:a16="http://schemas.microsoft.com/office/drawing/2014/main" id="{07E463CA-695A-763B-E928-1549FB51328E}"/>
              </a:ext>
            </a:extLst>
          </p:cNvPr>
          <p:cNvSpPr/>
          <p:nvPr/>
        </p:nvSpPr>
        <p:spPr>
          <a:xfrm>
            <a:off x="2588657" y="4612682"/>
            <a:ext cx="98111" cy="1071899"/>
          </a:xfrm>
          <a:custGeom>
            <a:avLst/>
            <a:gdLst/>
            <a:ahLst/>
            <a:cxnLst/>
            <a:rect l="l" t="t" r="r" b="b"/>
            <a:pathLst>
              <a:path w="5102" h="55741" extrusionOk="0">
                <a:moveTo>
                  <a:pt x="2345" y="0"/>
                </a:moveTo>
                <a:cubicBezTo>
                  <a:pt x="1854" y="0"/>
                  <a:pt x="1352" y="471"/>
                  <a:pt x="990" y="1337"/>
                </a:cubicBezTo>
                <a:cubicBezTo>
                  <a:pt x="1" y="3666"/>
                  <a:pt x="534" y="18877"/>
                  <a:pt x="716" y="20751"/>
                </a:cubicBezTo>
                <a:cubicBezTo>
                  <a:pt x="898" y="22638"/>
                  <a:pt x="1250" y="55298"/>
                  <a:pt x="1250" y="55298"/>
                </a:cubicBezTo>
                <a:lnTo>
                  <a:pt x="5010" y="55740"/>
                </a:lnTo>
                <a:cubicBezTo>
                  <a:pt x="5010" y="55740"/>
                  <a:pt x="5101" y="49833"/>
                  <a:pt x="5010" y="46788"/>
                </a:cubicBezTo>
                <a:cubicBezTo>
                  <a:pt x="4919" y="43756"/>
                  <a:pt x="4112" y="9209"/>
                  <a:pt x="4021" y="4381"/>
                </a:cubicBezTo>
                <a:cubicBezTo>
                  <a:pt x="3972" y="1341"/>
                  <a:pt x="3173" y="0"/>
                  <a:pt x="234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163;p66">
            <a:extLst>
              <a:ext uri="{FF2B5EF4-FFF2-40B4-BE49-F238E27FC236}">
                <a16:creationId xmlns:a16="http://schemas.microsoft.com/office/drawing/2014/main" id="{9159E8FC-5ED9-7C7D-C1FE-D120151C57B4}"/>
              </a:ext>
            </a:extLst>
          </p:cNvPr>
          <p:cNvSpPr/>
          <p:nvPr/>
        </p:nvSpPr>
        <p:spPr>
          <a:xfrm>
            <a:off x="2371211" y="5635236"/>
            <a:ext cx="1496594" cy="298777"/>
          </a:xfrm>
          <a:custGeom>
            <a:avLst/>
            <a:gdLst/>
            <a:ahLst/>
            <a:cxnLst/>
            <a:rect l="l" t="t" r="r" b="b"/>
            <a:pathLst>
              <a:path w="77826" h="15537" extrusionOk="0">
                <a:moveTo>
                  <a:pt x="77826" y="4555"/>
                </a:moveTo>
                <a:lnTo>
                  <a:pt x="77826" y="15537"/>
                </a:lnTo>
                <a:lnTo>
                  <a:pt x="1" y="15537"/>
                </a:lnTo>
                <a:lnTo>
                  <a:pt x="1" y="0"/>
                </a:lnTo>
                <a:cubicBezTo>
                  <a:pt x="5115" y="78"/>
                  <a:pt x="9331" y="599"/>
                  <a:pt x="12752" y="1159"/>
                </a:cubicBezTo>
                <a:cubicBezTo>
                  <a:pt x="17489" y="1926"/>
                  <a:pt x="20833" y="2798"/>
                  <a:pt x="22967" y="2733"/>
                </a:cubicBezTo>
                <a:cubicBezTo>
                  <a:pt x="26481" y="2629"/>
                  <a:pt x="34300" y="3566"/>
                  <a:pt x="44489" y="6246"/>
                </a:cubicBezTo>
                <a:cubicBezTo>
                  <a:pt x="49889" y="7665"/>
                  <a:pt x="51672" y="5895"/>
                  <a:pt x="54716" y="4932"/>
                </a:cubicBezTo>
                <a:cubicBezTo>
                  <a:pt x="54951" y="4854"/>
                  <a:pt x="55185" y="4789"/>
                  <a:pt x="55432" y="4724"/>
                </a:cubicBezTo>
                <a:cubicBezTo>
                  <a:pt x="58776" y="3878"/>
                  <a:pt x="68379" y="4542"/>
                  <a:pt x="68652" y="4958"/>
                </a:cubicBezTo>
                <a:cubicBezTo>
                  <a:pt x="68912" y="5349"/>
                  <a:pt x="73974" y="1237"/>
                  <a:pt x="77826" y="455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65;p66">
            <a:extLst>
              <a:ext uri="{FF2B5EF4-FFF2-40B4-BE49-F238E27FC236}">
                <a16:creationId xmlns:a16="http://schemas.microsoft.com/office/drawing/2014/main" id="{7E30DF8D-D3CA-9D29-FA80-1F8D375F2ABB}"/>
              </a:ext>
            </a:extLst>
          </p:cNvPr>
          <p:cNvSpPr/>
          <p:nvPr/>
        </p:nvSpPr>
        <p:spPr>
          <a:xfrm>
            <a:off x="2664460" y="4810766"/>
            <a:ext cx="214972" cy="320237"/>
          </a:xfrm>
          <a:custGeom>
            <a:avLst/>
            <a:gdLst/>
            <a:ahLst/>
            <a:cxnLst/>
            <a:rect l="l" t="t" r="r" b="b"/>
            <a:pathLst>
              <a:path w="11179" h="16653" extrusionOk="0">
                <a:moveTo>
                  <a:pt x="7984" y="1"/>
                </a:moveTo>
                <a:cubicBezTo>
                  <a:pt x="7231" y="1"/>
                  <a:pt x="6683" y="917"/>
                  <a:pt x="6572" y="1862"/>
                </a:cubicBezTo>
                <a:cubicBezTo>
                  <a:pt x="6338" y="3892"/>
                  <a:pt x="7105" y="11894"/>
                  <a:pt x="5583" y="12688"/>
                </a:cubicBezTo>
                <a:cubicBezTo>
                  <a:pt x="4991" y="12996"/>
                  <a:pt x="4093" y="13091"/>
                  <a:pt x="3216" y="13091"/>
                </a:cubicBezTo>
                <a:cubicBezTo>
                  <a:pt x="1836" y="13091"/>
                  <a:pt x="509" y="12857"/>
                  <a:pt x="509" y="12857"/>
                </a:cubicBezTo>
                <a:lnTo>
                  <a:pt x="1" y="16175"/>
                </a:lnTo>
                <a:cubicBezTo>
                  <a:pt x="625" y="16472"/>
                  <a:pt x="1816" y="16653"/>
                  <a:pt x="3162" y="16653"/>
                </a:cubicBezTo>
                <a:cubicBezTo>
                  <a:pt x="5465" y="16653"/>
                  <a:pt x="8218" y="16123"/>
                  <a:pt x="9343" y="14744"/>
                </a:cubicBezTo>
                <a:cubicBezTo>
                  <a:pt x="10450" y="13390"/>
                  <a:pt x="11179" y="4009"/>
                  <a:pt x="9656" y="1419"/>
                </a:cubicBezTo>
                <a:cubicBezTo>
                  <a:pt x="9054" y="391"/>
                  <a:pt x="8476" y="1"/>
                  <a:pt x="79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166;p66">
            <a:extLst>
              <a:ext uri="{FF2B5EF4-FFF2-40B4-BE49-F238E27FC236}">
                <a16:creationId xmlns:a16="http://schemas.microsoft.com/office/drawing/2014/main" id="{1592A3E5-1A68-F027-E063-6184DBC13546}"/>
              </a:ext>
            </a:extLst>
          </p:cNvPr>
          <p:cNvSpPr/>
          <p:nvPr/>
        </p:nvSpPr>
        <p:spPr>
          <a:xfrm>
            <a:off x="2421515" y="5074193"/>
            <a:ext cx="199934" cy="433194"/>
          </a:xfrm>
          <a:custGeom>
            <a:avLst/>
            <a:gdLst/>
            <a:ahLst/>
            <a:cxnLst/>
            <a:rect l="l" t="t" r="r" b="b"/>
            <a:pathLst>
              <a:path w="10397" h="22527" extrusionOk="0">
                <a:moveTo>
                  <a:pt x="1764" y="1"/>
                </a:moveTo>
                <a:cubicBezTo>
                  <a:pt x="1195" y="1"/>
                  <a:pt x="677" y="819"/>
                  <a:pt x="547" y="2606"/>
                </a:cubicBezTo>
                <a:cubicBezTo>
                  <a:pt x="365" y="5104"/>
                  <a:pt x="1" y="19587"/>
                  <a:pt x="3800" y="21187"/>
                </a:cubicBezTo>
                <a:cubicBezTo>
                  <a:pt x="6672" y="22388"/>
                  <a:pt x="9029" y="22527"/>
                  <a:pt x="9964" y="22527"/>
                </a:cubicBezTo>
                <a:cubicBezTo>
                  <a:pt x="10244" y="22527"/>
                  <a:pt x="10397" y="22514"/>
                  <a:pt x="10397" y="22514"/>
                </a:cubicBezTo>
                <a:lnTo>
                  <a:pt x="9798" y="19183"/>
                </a:lnTo>
                <a:cubicBezTo>
                  <a:pt x="9798" y="19183"/>
                  <a:pt x="4841" y="19001"/>
                  <a:pt x="4399" y="15670"/>
                </a:cubicBezTo>
                <a:cubicBezTo>
                  <a:pt x="3761" y="10921"/>
                  <a:pt x="3240" y="1292"/>
                  <a:pt x="2459" y="394"/>
                </a:cubicBezTo>
                <a:cubicBezTo>
                  <a:pt x="2234" y="135"/>
                  <a:pt x="1995" y="1"/>
                  <a:pt x="17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67;p66">
            <a:extLst>
              <a:ext uri="{FF2B5EF4-FFF2-40B4-BE49-F238E27FC236}">
                <a16:creationId xmlns:a16="http://schemas.microsoft.com/office/drawing/2014/main" id="{81D13CE5-3B55-F609-EFC0-4665F56C1F45}"/>
              </a:ext>
            </a:extLst>
          </p:cNvPr>
          <p:cNvSpPr/>
          <p:nvPr/>
        </p:nvSpPr>
        <p:spPr>
          <a:xfrm>
            <a:off x="2644711" y="5222742"/>
            <a:ext cx="199934" cy="322449"/>
          </a:xfrm>
          <a:custGeom>
            <a:avLst/>
            <a:gdLst/>
            <a:ahLst/>
            <a:cxnLst/>
            <a:rect l="l" t="t" r="r" b="b"/>
            <a:pathLst>
              <a:path w="10397" h="16768" extrusionOk="0">
                <a:moveTo>
                  <a:pt x="8004" y="0"/>
                </a:moveTo>
                <a:cubicBezTo>
                  <a:pt x="7775" y="0"/>
                  <a:pt x="7537" y="132"/>
                  <a:pt x="7313" y="386"/>
                </a:cubicBezTo>
                <a:cubicBezTo>
                  <a:pt x="6545" y="1283"/>
                  <a:pt x="6636" y="5160"/>
                  <a:pt x="5998" y="9910"/>
                </a:cubicBezTo>
                <a:cubicBezTo>
                  <a:pt x="5556" y="13241"/>
                  <a:pt x="599" y="13424"/>
                  <a:pt x="599" y="13424"/>
                </a:cubicBezTo>
                <a:lnTo>
                  <a:pt x="0" y="16755"/>
                </a:lnTo>
                <a:cubicBezTo>
                  <a:pt x="0" y="16755"/>
                  <a:pt x="153" y="16767"/>
                  <a:pt x="433" y="16767"/>
                </a:cubicBezTo>
                <a:cubicBezTo>
                  <a:pt x="1368" y="16767"/>
                  <a:pt x="3725" y="16628"/>
                  <a:pt x="6597" y="15427"/>
                </a:cubicBezTo>
                <a:cubicBezTo>
                  <a:pt x="10396" y="13826"/>
                  <a:pt x="9407" y="5108"/>
                  <a:pt x="9225" y="2598"/>
                </a:cubicBezTo>
                <a:cubicBezTo>
                  <a:pt x="9095" y="816"/>
                  <a:pt x="8575" y="0"/>
                  <a:pt x="800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168;p66">
            <a:extLst>
              <a:ext uri="{FF2B5EF4-FFF2-40B4-BE49-F238E27FC236}">
                <a16:creationId xmlns:a16="http://schemas.microsoft.com/office/drawing/2014/main" id="{311241D4-4328-A8B0-CACC-6D78B3D2B097}"/>
              </a:ext>
            </a:extLst>
          </p:cNvPr>
          <p:cNvSpPr/>
          <p:nvPr/>
        </p:nvSpPr>
        <p:spPr>
          <a:xfrm>
            <a:off x="2510836" y="5017677"/>
            <a:ext cx="106380" cy="216991"/>
          </a:xfrm>
          <a:custGeom>
            <a:avLst/>
            <a:gdLst/>
            <a:ahLst/>
            <a:cxnLst/>
            <a:rect l="l" t="t" r="r" b="b"/>
            <a:pathLst>
              <a:path w="5532" h="11284" extrusionOk="0">
                <a:moveTo>
                  <a:pt x="1199" y="1"/>
                </a:moveTo>
                <a:cubicBezTo>
                  <a:pt x="745" y="1"/>
                  <a:pt x="248" y="408"/>
                  <a:pt x="248" y="2292"/>
                </a:cubicBezTo>
                <a:cubicBezTo>
                  <a:pt x="248" y="4842"/>
                  <a:pt x="0" y="9527"/>
                  <a:pt x="1523" y="10255"/>
                </a:cubicBezTo>
                <a:cubicBezTo>
                  <a:pt x="3033" y="10984"/>
                  <a:pt x="5531" y="11284"/>
                  <a:pt x="5531" y="11284"/>
                </a:cubicBezTo>
                <a:lnTo>
                  <a:pt x="5219" y="8733"/>
                </a:lnTo>
                <a:cubicBezTo>
                  <a:pt x="5219" y="8733"/>
                  <a:pt x="5214" y="8734"/>
                  <a:pt x="5204" y="8734"/>
                </a:cubicBezTo>
                <a:cubicBezTo>
                  <a:pt x="4988" y="8734"/>
                  <a:pt x="2478" y="8674"/>
                  <a:pt x="2304" y="5935"/>
                </a:cubicBezTo>
                <a:cubicBezTo>
                  <a:pt x="2148" y="3515"/>
                  <a:pt x="2616" y="536"/>
                  <a:pt x="1640" y="106"/>
                </a:cubicBezTo>
                <a:cubicBezTo>
                  <a:pt x="1514" y="52"/>
                  <a:pt x="1359" y="1"/>
                  <a:pt x="119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169;p66">
            <a:extLst>
              <a:ext uri="{FF2B5EF4-FFF2-40B4-BE49-F238E27FC236}">
                <a16:creationId xmlns:a16="http://schemas.microsoft.com/office/drawing/2014/main" id="{81976923-9FBF-EF06-2999-D9B089D7B531}"/>
              </a:ext>
            </a:extLst>
          </p:cNvPr>
          <p:cNvSpPr/>
          <p:nvPr/>
        </p:nvSpPr>
        <p:spPr>
          <a:xfrm>
            <a:off x="3407851" y="5345042"/>
            <a:ext cx="116130" cy="400080"/>
          </a:xfrm>
          <a:custGeom>
            <a:avLst/>
            <a:gdLst/>
            <a:ahLst/>
            <a:cxnLst/>
            <a:rect l="l" t="t" r="r" b="b"/>
            <a:pathLst>
              <a:path w="6039" h="20805" extrusionOk="0">
                <a:moveTo>
                  <a:pt x="2394" y="1"/>
                </a:moveTo>
                <a:cubicBezTo>
                  <a:pt x="1203" y="1"/>
                  <a:pt x="1" y="1152"/>
                  <a:pt x="1" y="4461"/>
                </a:cubicBezTo>
                <a:cubicBezTo>
                  <a:pt x="1" y="9770"/>
                  <a:pt x="2239" y="20804"/>
                  <a:pt x="2239" y="20804"/>
                </a:cubicBezTo>
                <a:lnTo>
                  <a:pt x="6038" y="20166"/>
                </a:lnTo>
                <a:cubicBezTo>
                  <a:pt x="6038" y="18852"/>
                  <a:pt x="5452" y="2704"/>
                  <a:pt x="4281" y="1052"/>
                </a:cubicBezTo>
                <a:cubicBezTo>
                  <a:pt x="3838" y="427"/>
                  <a:pt x="3118" y="1"/>
                  <a:pt x="239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170;p66">
            <a:extLst>
              <a:ext uri="{FF2B5EF4-FFF2-40B4-BE49-F238E27FC236}">
                <a16:creationId xmlns:a16="http://schemas.microsoft.com/office/drawing/2014/main" id="{73AACEBC-CED5-0EFA-865F-1506D3BB518A}"/>
              </a:ext>
            </a:extLst>
          </p:cNvPr>
          <p:cNvSpPr/>
          <p:nvPr/>
        </p:nvSpPr>
        <p:spPr>
          <a:xfrm>
            <a:off x="3544476" y="5441825"/>
            <a:ext cx="87823" cy="303296"/>
          </a:xfrm>
          <a:custGeom>
            <a:avLst/>
            <a:gdLst/>
            <a:ahLst/>
            <a:cxnLst/>
            <a:rect l="l" t="t" r="r" b="b"/>
            <a:pathLst>
              <a:path w="4567" h="15772" extrusionOk="0">
                <a:moveTo>
                  <a:pt x="2753" y="1"/>
                </a:moveTo>
                <a:cubicBezTo>
                  <a:pt x="2205" y="1"/>
                  <a:pt x="1662" y="322"/>
                  <a:pt x="1327" y="794"/>
                </a:cubicBezTo>
                <a:cubicBezTo>
                  <a:pt x="443" y="2057"/>
                  <a:pt x="0" y="14288"/>
                  <a:pt x="0" y="15289"/>
                </a:cubicBezTo>
                <a:lnTo>
                  <a:pt x="2875" y="15771"/>
                </a:lnTo>
                <a:cubicBezTo>
                  <a:pt x="2875" y="15771"/>
                  <a:pt x="4567" y="7404"/>
                  <a:pt x="4567" y="3384"/>
                </a:cubicBezTo>
                <a:cubicBezTo>
                  <a:pt x="4567" y="873"/>
                  <a:pt x="3655" y="1"/>
                  <a:pt x="275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171;p66">
            <a:extLst>
              <a:ext uri="{FF2B5EF4-FFF2-40B4-BE49-F238E27FC236}">
                <a16:creationId xmlns:a16="http://schemas.microsoft.com/office/drawing/2014/main" id="{AD95B80B-C434-C5CE-2CB3-C11DEF534A01}"/>
              </a:ext>
            </a:extLst>
          </p:cNvPr>
          <p:cNvSpPr/>
          <p:nvPr/>
        </p:nvSpPr>
        <p:spPr>
          <a:xfrm>
            <a:off x="3443387" y="5151458"/>
            <a:ext cx="142340" cy="264239"/>
          </a:xfrm>
          <a:custGeom>
            <a:avLst/>
            <a:gdLst/>
            <a:ahLst/>
            <a:cxnLst/>
            <a:rect l="l" t="t" r="r" b="b"/>
            <a:pathLst>
              <a:path w="7402" h="13741" extrusionOk="0">
                <a:moveTo>
                  <a:pt x="3916" y="1"/>
                </a:moveTo>
                <a:cubicBezTo>
                  <a:pt x="3316" y="1"/>
                  <a:pt x="2663" y="196"/>
                  <a:pt x="2004" y="566"/>
                </a:cubicBezTo>
                <a:cubicBezTo>
                  <a:pt x="0" y="1685"/>
                  <a:pt x="2004" y="11314"/>
                  <a:pt x="2004" y="11314"/>
                </a:cubicBezTo>
                <a:lnTo>
                  <a:pt x="3071" y="13630"/>
                </a:lnTo>
                <a:cubicBezTo>
                  <a:pt x="3334" y="13705"/>
                  <a:pt x="3579" y="13740"/>
                  <a:pt x="3809" y="13740"/>
                </a:cubicBezTo>
                <a:cubicBezTo>
                  <a:pt x="7402" y="13740"/>
                  <a:pt x="7070" y="5028"/>
                  <a:pt x="6519" y="2557"/>
                </a:cubicBezTo>
                <a:cubicBezTo>
                  <a:pt x="6127" y="798"/>
                  <a:pt x="5130" y="1"/>
                  <a:pt x="391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172;p66">
            <a:extLst>
              <a:ext uri="{FF2B5EF4-FFF2-40B4-BE49-F238E27FC236}">
                <a16:creationId xmlns:a16="http://schemas.microsoft.com/office/drawing/2014/main" id="{9274025E-1693-F5DC-DFDB-D096C81ECD26}"/>
              </a:ext>
            </a:extLst>
          </p:cNvPr>
          <p:cNvSpPr/>
          <p:nvPr/>
        </p:nvSpPr>
        <p:spPr>
          <a:xfrm>
            <a:off x="3557590" y="5130767"/>
            <a:ext cx="110246" cy="149071"/>
          </a:xfrm>
          <a:custGeom>
            <a:avLst/>
            <a:gdLst/>
            <a:ahLst/>
            <a:cxnLst/>
            <a:rect l="l" t="t" r="r" b="b"/>
            <a:pathLst>
              <a:path w="5733" h="7752" extrusionOk="0">
                <a:moveTo>
                  <a:pt x="2630" y="0"/>
                </a:moveTo>
                <a:cubicBezTo>
                  <a:pt x="1" y="0"/>
                  <a:pt x="99" y="5819"/>
                  <a:pt x="99" y="5819"/>
                </a:cubicBezTo>
                <a:cubicBezTo>
                  <a:pt x="60" y="6691"/>
                  <a:pt x="888" y="7752"/>
                  <a:pt x="1856" y="7752"/>
                </a:cubicBezTo>
                <a:cubicBezTo>
                  <a:pt x="2187" y="7752"/>
                  <a:pt x="2535" y="7627"/>
                  <a:pt x="2870" y="7329"/>
                </a:cubicBezTo>
                <a:cubicBezTo>
                  <a:pt x="4185" y="6157"/>
                  <a:pt x="5733" y="380"/>
                  <a:pt x="2870" y="16"/>
                </a:cubicBezTo>
                <a:cubicBezTo>
                  <a:pt x="2788" y="5"/>
                  <a:pt x="2707" y="0"/>
                  <a:pt x="263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1173;p66">
            <a:extLst>
              <a:ext uri="{FF2B5EF4-FFF2-40B4-BE49-F238E27FC236}">
                <a16:creationId xmlns:a16="http://schemas.microsoft.com/office/drawing/2014/main" id="{5A66CFDB-9713-4EE3-D0C1-48A0CEDC97C1}"/>
              </a:ext>
            </a:extLst>
          </p:cNvPr>
          <p:cNvSpPr/>
          <p:nvPr/>
        </p:nvSpPr>
        <p:spPr>
          <a:xfrm>
            <a:off x="3614106" y="5412077"/>
            <a:ext cx="83766" cy="113072"/>
          </a:xfrm>
          <a:custGeom>
            <a:avLst/>
            <a:gdLst/>
            <a:ahLst/>
            <a:cxnLst/>
            <a:rect l="l" t="t" r="r" b="b"/>
            <a:pathLst>
              <a:path w="4356" h="5880" extrusionOk="0">
                <a:moveTo>
                  <a:pt x="2002" y="1"/>
                </a:moveTo>
                <a:cubicBezTo>
                  <a:pt x="1" y="1"/>
                  <a:pt x="75" y="4423"/>
                  <a:pt x="75" y="4423"/>
                </a:cubicBezTo>
                <a:cubicBezTo>
                  <a:pt x="55" y="5072"/>
                  <a:pt x="677" y="5880"/>
                  <a:pt x="1410" y="5880"/>
                </a:cubicBezTo>
                <a:cubicBezTo>
                  <a:pt x="1662" y="5880"/>
                  <a:pt x="1926" y="5785"/>
                  <a:pt x="2183" y="5555"/>
                </a:cubicBezTo>
                <a:cubicBezTo>
                  <a:pt x="3184" y="4671"/>
                  <a:pt x="4355" y="285"/>
                  <a:pt x="2183" y="12"/>
                </a:cubicBezTo>
                <a:cubicBezTo>
                  <a:pt x="2121" y="4"/>
                  <a:pt x="2060" y="1"/>
                  <a:pt x="200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174;p66">
            <a:extLst>
              <a:ext uri="{FF2B5EF4-FFF2-40B4-BE49-F238E27FC236}">
                <a16:creationId xmlns:a16="http://schemas.microsoft.com/office/drawing/2014/main" id="{66C0EF13-55B4-D3FB-5B78-4098339032FC}"/>
              </a:ext>
            </a:extLst>
          </p:cNvPr>
          <p:cNvSpPr/>
          <p:nvPr/>
        </p:nvSpPr>
        <p:spPr>
          <a:xfrm>
            <a:off x="3283494" y="5345061"/>
            <a:ext cx="145186" cy="134052"/>
          </a:xfrm>
          <a:custGeom>
            <a:avLst/>
            <a:gdLst/>
            <a:ahLst/>
            <a:cxnLst/>
            <a:rect l="l" t="t" r="r" b="b"/>
            <a:pathLst>
              <a:path w="7550" h="6971" extrusionOk="0">
                <a:moveTo>
                  <a:pt x="3287" y="1"/>
                </a:moveTo>
                <a:cubicBezTo>
                  <a:pt x="2938" y="1"/>
                  <a:pt x="2594" y="115"/>
                  <a:pt x="2264" y="374"/>
                </a:cubicBezTo>
                <a:cubicBezTo>
                  <a:pt x="0" y="2170"/>
                  <a:pt x="4464" y="6424"/>
                  <a:pt x="4464" y="6424"/>
                </a:cubicBezTo>
                <a:cubicBezTo>
                  <a:pt x="4787" y="6769"/>
                  <a:pt x="5332" y="6971"/>
                  <a:pt x="5871" y="6971"/>
                </a:cubicBezTo>
                <a:cubicBezTo>
                  <a:pt x="6656" y="6971"/>
                  <a:pt x="7428" y="6542"/>
                  <a:pt x="7483" y="5501"/>
                </a:cubicBezTo>
                <a:cubicBezTo>
                  <a:pt x="7549" y="3998"/>
                  <a:pt x="5350" y="1"/>
                  <a:pt x="328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175;p66">
            <a:extLst>
              <a:ext uri="{FF2B5EF4-FFF2-40B4-BE49-F238E27FC236}">
                <a16:creationId xmlns:a16="http://schemas.microsoft.com/office/drawing/2014/main" id="{0B3DE572-5540-A13C-E9AC-DE1FA469C3A0}"/>
              </a:ext>
            </a:extLst>
          </p:cNvPr>
          <p:cNvSpPr/>
          <p:nvPr/>
        </p:nvSpPr>
        <p:spPr>
          <a:xfrm>
            <a:off x="3119508" y="5097298"/>
            <a:ext cx="9689557" cy="820177"/>
          </a:xfrm>
          <a:custGeom>
            <a:avLst/>
            <a:gdLst/>
            <a:ahLst/>
            <a:cxnLst/>
            <a:rect l="l" t="t" r="r" b="b"/>
            <a:pathLst>
              <a:path w="105554" h="44060" extrusionOk="0">
                <a:moveTo>
                  <a:pt x="27834" y="1"/>
                </a:moveTo>
                <a:lnTo>
                  <a:pt x="20690" y="2109"/>
                </a:lnTo>
                <a:lnTo>
                  <a:pt x="18218" y="5856"/>
                </a:lnTo>
                <a:lnTo>
                  <a:pt x="10918" y="3202"/>
                </a:lnTo>
                <a:lnTo>
                  <a:pt x="4438" y="5167"/>
                </a:lnTo>
                <a:lnTo>
                  <a:pt x="1" y="3501"/>
                </a:lnTo>
                <a:lnTo>
                  <a:pt x="1" y="44059"/>
                </a:lnTo>
                <a:lnTo>
                  <a:pt x="105554" y="44059"/>
                </a:lnTo>
                <a:lnTo>
                  <a:pt x="105554" y="4347"/>
                </a:lnTo>
                <a:lnTo>
                  <a:pt x="103043" y="3501"/>
                </a:lnTo>
                <a:lnTo>
                  <a:pt x="98163" y="7782"/>
                </a:lnTo>
                <a:lnTo>
                  <a:pt x="86336" y="4347"/>
                </a:lnTo>
                <a:lnTo>
                  <a:pt x="83499" y="6871"/>
                </a:lnTo>
                <a:lnTo>
                  <a:pt x="78124" y="5271"/>
                </a:lnTo>
                <a:lnTo>
                  <a:pt x="75210" y="8706"/>
                </a:lnTo>
                <a:lnTo>
                  <a:pt x="72179" y="7782"/>
                </a:lnTo>
                <a:lnTo>
                  <a:pt x="66518" y="15563"/>
                </a:lnTo>
                <a:lnTo>
                  <a:pt x="62614" y="14379"/>
                </a:lnTo>
                <a:lnTo>
                  <a:pt x="57383" y="15563"/>
                </a:lnTo>
                <a:lnTo>
                  <a:pt x="53051" y="14119"/>
                </a:lnTo>
                <a:lnTo>
                  <a:pt x="48926" y="15563"/>
                </a:lnTo>
                <a:lnTo>
                  <a:pt x="40078" y="10228"/>
                </a:lnTo>
                <a:lnTo>
                  <a:pt x="33780" y="2239"/>
                </a:lnTo>
                <a:lnTo>
                  <a:pt x="27834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/>
      <p:bldP spid="279" grpId="0" build="p"/>
      <p:bldP spid="2" grpId="0"/>
      <p:bldP spid="3" grpId="0"/>
      <p:bldP spid="4" grpId="0"/>
      <p:bldP spid="5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>
            <a:off x="154500" y="145184"/>
            <a:ext cx="932494" cy="8720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0"/>
          <p:cNvSpPr txBox="1">
            <a:spLocks noGrp="1"/>
          </p:cNvSpPr>
          <p:nvPr>
            <p:ph type="title"/>
          </p:nvPr>
        </p:nvSpPr>
        <p:spPr>
          <a:xfrm>
            <a:off x="958418" y="170585"/>
            <a:ext cx="633703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Perched in Solitude</a:t>
            </a:r>
          </a:p>
        </p:txBody>
      </p:sp>
      <p:sp>
        <p:nvSpPr>
          <p:cNvPr id="287" name="Google Shape;287;p40"/>
          <p:cNvSpPr txBox="1">
            <a:spLocks noGrp="1"/>
          </p:cNvSpPr>
          <p:nvPr>
            <p:ph type="title" idx="2"/>
          </p:nvPr>
        </p:nvSpPr>
        <p:spPr>
          <a:xfrm>
            <a:off x="147455" y="288438"/>
            <a:ext cx="882796" cy="6055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8" name="Google Shape;288;p40"/>
          <p:cNvSpPr txBox="1">
            <a:spLocks noGrp="1"/>
          </p:cNvSpPr>
          <p:nvPr>
            <p:ph type="subTitle" idx="1"/>
          </p:nvPr>
        </p:nvSpPr>
        <p:spPr>
          <a:xfrm>
            <a:off x="1856584" y="1597936"/>
            <a:ext cx="4842874" cy="2150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I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sit in the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-apple-system"/>
              </a:rPr>
              <a:t>top of the wood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, my eyes closed. Inaction, no 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falsifying dream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Between my </a:t>
            </a:r>
            <a:r>
              <a:rPr lang="en-US" sz="2000" b="1" i="0" dirty="0">
                <a:solidFill>
                  <a:srgbClr val="92D050"/>
                </a:solidFill>
                <a:effectLst/>
                <a:latin typeface="-apple-system"/>
              </a:rPr>
              <a:t>hooked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head and </a:t>
            </a:r>
            <a:r>
              <a:rPr lang="en-US" sz="2000" b="1" i="0" dirty="0">
                <a:solidFill>
                  <a:srgbClr val="92D050"/>
                </a:solidFill>
                <a:effectLst/>
                <a:latin typeface="-apple-system"/>
              </a:rPr>
              <a:t>hooked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-apple-system"/>
              </a:rPr>
              <a:t>feet: 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Or in sleep rehearse perfect kills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and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-apple-system"/>
              </a:rPr>
              <a:t>eat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.</a:t>
            </a:r>
            <a:endParaRPr sz="2000" b="1" dirty="0"/>
          </a:p>
        </p:txBody>
      </p:sp>
      <p:sp>
        <p:nvSpPr>
          <p:cNvPr id="289" name="Google Shape;289;p40"/>
          <p:cNvSpPr/>
          <p:nvPr/>
        </p:nvSpPr>
        <p:spPr>
          <a:xfrm rot="437192">
            <a:off x="4350779" y="2998841"/>
            <a:ext cx="1301145" cy="2123761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40"/>
          <p:cNvSpPr/>
          <p:nvPr/>
        </p:nvSpPr>
        <p:spPr>
          <a:xfrm rot="-1207040" flipH="1">
            <a:off x="2418877" y="617344"/>
            <a:ext cx="646610" cy="945891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B1C60-3045-1ACC-9D70-8D3810E8427B}"/>
              </a:ext>
            </a:extLst>
          </p:cNvPr>
          <p:cNvSpPr txBox="1"/>
          <p:nvPr/>
        </p:nvSpPr>
        <p:spPr>
          <a:xfrm>
            <a:off x="3184394" y="1082779"/>
            <a:ext cx="1351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Callout: Double Bent Line with Border and Accent Bar 10">
            <a:extLst>
              <a:ext uri="{FF2B5EF4-FFF2-40B4-BE49-F238E27FC236}">
                <a16:creationId xmlns:a16="http://schemas.microsoft.com/office/drawing/2014/main" id="{9595BE4E-3C3C-1CDA-99E7-7AC8661422E9}"/>
              </a:ext>
            </a:extLst>
          </p:cNvPr>
          <p:cNvSpPr/>
          <p:nvPr/>
        </p:nvSpPr>
        <p:spPr>
          <a:xfrm>
            <a:off x="7070149" y="1269575"/>
            <a:ext cx="1874520" cy="858776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7544"/>
              <a:gd name="adj5" fmla="val 135493"/>
              <a:gd name="adj6" fmla="val -17434"/>
              <a:gd name="adj7" fmla="val 135145"/>
              <a:gd name="adj8" fmla="val -1090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  <a:p>
            <a:pPr algn="ctr"/>
            <a:r>
              <a:rPr lang="en-US" dirty="0">
                <a:solidFill>
                  <a:srgbClr val="00B0F0"/>
                </a:solidFill>
              </a:rPr>
              <a:t>What does this mean, and what does it show about the hawk?</a:t>
            </a:r>
          </a:p>
          <a:p>
            <a:pPr algn="ctr"/>
            <a:endParaRPr lang="en-US" dirty="0"/>
          </a:p>
        </p:txBody>
      </p:sp>
      <p:sp>
        <p:nvSpPr>
          <p:cNvPr id="12" name="Callout: Line with Border and Accent Bar 11">
            <a:extLst>
              <a:ext uri="{FF2B5EF4-FFF2-40B4-BE49-F238E27FC236}">
                <a16:creationId xmlns:a16="http://schemas.microsoft.com/office/drawing/2014/main" id="{9A08C9A2-0D20-BFC5-D224-4B6B4A588C0A}"/>
              </a:ext>
            </a:extLst>
          </p:cNvPr>
          <p:cNvSpPr/>
          <p:nvPr/>
        </p:nvSpPr>
        <p:spPr>
          <a:xfrm>
            <a:off x="7070149" y="3411842"/>
            <a:ext cx="1874520" cy="738664"/>
          </a:xfrm>
          <a:prstGeom prst="accentBorderCallout1">
            <a:avLst>
              <a:gd name="adj1" fmla="val 18750"/>
              <a:gd name="adj2" fmla="val -8333"/>
              <a:gd name="adj3" fmla="val -11291"/>
              <a:gd name="adj4" fmla="val -411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  <a:p>
            <a:pPr algn="ctr"/>
            <a:r>
              <a:rPr lang="en-US" dirty="0">
                <a:solidFill>
                  <a:srgbClr val="00B050"/>
                </a:solidFill>
              </a:rPr>
              <a:t>This is the poem’s only rhyming couplet. What is its effect?</a:t>
            </a:r>
          </a:p>
          <a:p>
            <a:pPr algn="ctr"/>
            <a:endParaRPr lang="en-US" dirty="0"/>
          </a:p>
        </p:txBody>
      </p:sp>
      <p:sp>
        <p:nvSpPr>
          <p:cNvPr id="13" name="Callout: Double Bent Line with Border and Accent Bar 12">
            <a:extLst>
              <a:ext uri="{FF2B5EF4-FFF2-40B4-BE49-F238E27FC236}">
                <a16:creationId xmlns:a16="http://schemas.microsoft.com/office/drawing/2014/main" id="{A6760480-665F-88CE-CE01-4F410F017F96}"/>
              </a:ext>
            </a:extLst>
          </p:cNvPr>
          <p:cNvSpPr/>
          <p:nvPr/>
        </p:nvSpPr>
        <p:spPr>
          <a:xfrm>
            <a:off x="7070149" y="2410030"/>
            <a:ext cx="1874520" cy="755271"/>
          </a:xfrm>
          <a:prstGeom prst="accentBorderCallout3">
            <a:avLst>
              <a:gd name="adj1" fmla="val 18750"/>
              <a:gd name="adj2" fmla="val -8333"/>
              <a:gd name="adj3" fmla="val 30857"/>
              <a:gd name="adj4" fmla="val -16667"/>
              <a:gd name="adj5" fmla="val 28368"/>
              <a:gd name="adj6" fmla="val -176017"/>
              <a:gd name="adj7" fmla="val 44357"/>
              <a:gd name="adj8" fmla="val -1778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What does the repetition of ‘hooked’ </a:t>
            </a:r>
            <a:r>
              <a:rPr lang="en-US" dirty="0" err="1">
                <a:solidFill>
                  <a:srgbClr val="00B050"/>
                </a:solidFill>
              </a:rPr>
              <a:t>emphasise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14" name="Callout: Bent Line with Border and Accent Bar 13">
            <a:extLst>
              <a:ext uri="{FF2B5EF4-FFF2-40B4-BE49-F238E27FC236}">
                <a16:creationId xmlns:a16="http://schemas.microsoft.com/office/drawing/2014/main" id="{54127028-FA88-D77A-A8AE-1824B2C2F90E}"/>
              </a:ext>
            </a:extLst>
          </p:cNvPr>
          <p:cNvSpPr/>
          <p:nvPr/>
        </p:nvSpPr>
        <p:spPr>
          <a:xfrm>
            <a:off x="106601" y="2579370"/>
            <a:ext cx="1401381" cy="742127"/>
          </a:xfrm>
          <a:prstGeom prst="accentBorderCallout2">
            <a:avLst>
              <a:gd name="adj1" fmla="val 42285"/>
              <a:gd name="adj2" fmla="val 109805"/>
              <a:gd name="adj3" fmla="val 42042"/>
              <a:gd name="adj4" fmla="val 121526"/>
              <a:gd name="adj5" fmla="val -65783"/>
              <a:gd name="adj6" fmla="val 1307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dirty="0">
                <a:solidFill>
                  <a:srgbClr val="0070C0"/>
                </a:solidFill>
              </a:rPr>
              <a:t>What is the effect of this pronoun?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Callout: Double Bent Line with Border and Accent Bar 14">
            <a:extLst>
              <a:ext uri="{FF2B5EF4-FFF2-40B4-BE49-F238E27FC236}">
                <a16:creationId xmlns:a16="http://schemas.microsoft.com/office/drawing/2014/main" id="{D5377276-07D7-C587-83C3-28C53027F386}"/>
              </a:ext>
            </a:extLst>
          </p:cNvPr>
          <p:cNvSpPr/>
          <p:nvPr/>
        </p:nvSpPr>
        <p:spPr>
          <a:xfrm>
            <a:off x="106600" y="3520768"/>
            <a:ext cx="1424319" cy="883920"/>
          </a:xfrm>
          <a:prstGeom prst="accentBorderCallout3">
            <a:avLst>
              <a:gd name="adj1" fmla="val 10992"/>
              <a:gd name="adj2" fmla="val 111706"/>
              <a:gd name="adj3" fmla="val 12715"/>
              <a:gd name="adj4" fmla="val 164827"/>
              <a:gd name="adj5" fmla="val 12931"/>
              <a:gd name="adj6" fmla="val 256149"/>
              <a:gd name="adj7" fmla="val -7725"/>
              <a:gd name="adj8" fmla="val 27022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dirty="0">
                <a:solidFill>
                  <a:srgbClr val="0070C0"/>
                </a:solidFill>
              </a:rPr>
              <a:t>What does this line tell us about the hawk?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Callout: Double Bent Line with Border and Accent Bar 16">
            <a:extLst>
              <a:ext uri="{FF2B5EF4-FFF2-40B4-BE49-F238E27FC236}">
                <a16:creationId xmlns:a16="http://schemas.microsoft.com/office/drawing/2014/main" id="{38176CB5-EB12-E074-34CA-114BE0D61809}"/>
              </a:ext>
            </a:extLst>
          </p:cNvPr>
          <p:cNvSpPr/>
          <p:nvPr/>
        </p:nvSpPr>
        <p:spPr>
          <a:xfrm rot="10800000">
            <a:off x="83662" y="1597936"/>
            <a:ext cx="1424320" cy="872040"/>
          </a:xfrm>
          <a:prstGeom prst="accentBorderCallout3">
            <a:avLst>
              <a:gd name="adj1" fmla="val 80791"/>
              <a:gd name="adj2" fmla="val -9403"/>
              <a:gd name="adj3" fmla="val 81664"/>
              <a:gd name="adj4" fmla="val -81401"/>
              <a:gd name="adj5" fmla="val 79902"/>
              <a:gd name="adj6" fmla="val -130620"/>
              <a:gd name="adj7" fmla="val 71894"/>
              <a:gd name="adj8" fmla="val -1426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64F59-E258-8E62-98F0-DBA5C2EAC369}"/>
              </a:ext>
            </a:extLst>
          </p:cNvPr>
          <p:cNvSpPr txBox="1"/>
          <p:nvPr/>
        </p:nvSpPr>
        <p:spPr>
          <a:xfrm>
            <a:off x="106600" y="1659908"/>
            <a:ext cx="13518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What could this image indicate?</a:t>
            </a:r>
          </a:p>
        </p:txBody>
      </p:sp>
      <p:sp>
        <p:nvSpPr>
          <p:cNvPr id="19" name="Google Shape;446;p50">
            <a:extLst>
              <a:ext uri="{FF2B5EF4-FFF2-40B4-BE49-F238E27FC236}">
                <a16:creationId xmlns:a16="http://schemas.microsoft.com/office/drawing/2014/main" id="{09F5EAE8-DAD8-B2D5-0A93-517D4653A309}"/>
              </a:ext>
            </a:extLst>
          </p:cNvPr>
          <p:cNvSpPr/>
          <p:nvPr/>
        </p:nvSpPr>
        <p:spPr>
          <a:xfrm rot="17627235">
            <a:off x="6755072" y="91552"/>
            <a:ext cx="2186714" cy="1363995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2EA4DE-E2FD-54DB-A6E0-38E282CBDDD1}"/>
              </a:ext>
            </a:extLst>
          </p:cNvPr>
          <p:cNvCxnSpPr>
            <a:cxnSpLocks/>
          </p:cNvCxnSpPr>
          <p:nvPr/>
        </p:nvCxnSpPr>
        <p:spPr>
          <a:xfrm flipV="1">
            <a:off x="5908966" y="2641020"/>
            <a:ext cx="0" cy="12988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E429D0-16A0-6FB6-3ED5-9E597DE6FE81}"/>
              </a:ext>
            </a:extLst>
          </p:cNvPr>
          <p:cNvCxnSpPr>
            <a:cxnSpLocks/>
          </p:cNvCxnSpPr>
          <p:nvPr/>
        </p:nvCxnSpPr>
        <p:spPr>
          <a:xfrm>
            <a:off x="6383045" y="2991775"/>
            <a:ext cx="522453" cy="5515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Google Shape;1154;p66">
            <a:extLst>
              <a:ext uri="{FF2B5EF4-FFF2-40B4-BE49-F238E27FC236}">
                <a16:creationId xmlns:a16="http://schemas.microsoft.com/office/drawing/2014/main" id="{90A394D9-EC4C-0031-74AB-5152C7757C34}"/>
              </a:ext>
            </a:extLst>
          </p:cNvPr>
          <p:cNvSpPr/>
          <p:nvPr/>
        </p:nvSpPr>
        <p:spPr>
          <a:xfrm>
            <a:off x="8945" y="4443851"/>
            <a:ext cx="9144000" cy="1643501"/>
          </a:xfrm>
          <a:custGeom>
            <a:avLst/>
            <a:gdLst/>
            <a:ahLst/>
            <a:cxnLst/>
            <a:rect l="l" t="t" r="r" b="b"/>
            <a:pathLst>
              <a:path w="219187" h="106617" extrusionOk="0">
                <a:moveTo>
                  <a:pt x="42674" y="1"/>
                </a:moveTo>
                <a:cubicBezTo>
                  <a:pt x="41959" y="1"/>
                  <a:pt x="41150" y="140"/>
                  <a:pt x="40534" y="140"/>
                </a:cubicBezTo>
                <a:cubicBezTo>
                  <a:pt x="40516" y="140"/>
                  <a:pt x="40498" y="140"/>
                  <a:pt x="40481" y="140"/>
                </a:cubicBezTo>
                <a:cubicBezTo>
                  <a:pt x="40457" y="139"/>
                  <a:pt x="40434" y="139"/>
                  <a:pt x="40411" y="139"/>
                </a:cubicBezTo>
                <a:cubicBezTo>
                  <a:pt x="38837" y="139"/>
                  <a:pt x="37412" y="582"/>
                  <a:pt x="35809" y="582"/>
                </a:cubicBezTo>
                <a:cubicBezTo>
                  <a:pt x="33949" y="582"/>
                  <a:pt x="32621" y="751"/>
                  <a:pt x="30878" y="1467"/>
                </a:cubicBezTo>
                <a:cubicBezTo>
                  <a:pt x="29745" y="1935"/>
                  <a:pt x="28887" y="3054"/>
                  <a:pt x="27677" y="3263"/>
                </a:cubicBezTo>
                <a:cubicBezTo>
                  <a:pt x="27371" y="3321"/>
                  <a:pt x="27068" y="3321"/>
                  <a:pt x="26767" y="3321"/>
                </a:cubicBezTo>
                <a:cubicBezTo>
                  <a:pt x="26466" y="3321"/>
                  <a:pt x="26167" y="3321"/>
                  <a:pt x="25868" y="3379"/>
                </a:cubicBezTo>
                <a:cubicBezTo>
                  <a:pt x="24060" y="3691"/>
                  <a:pt x="22224" y="4251"/>
                  <a:pt x="20442" y="4628"/>
                </a:cubicBezTo>
                <a:cubicBezTo>
                  <a:pt x="15732" y="5631"/>
                  <a:pt x="11581" y="8728"/>
                  <a:pt x="7105" y="10497"/>
                </a:cubicBezTo>
                <a:cubicBezTo>
                  <a:pt x="5557" y="11108"/>
                  <a:pt x="3982" y="11668"/>
                  <a:pt x="2434" y="12267"/>
                </a:cubicBezTo>
                <a:cubicBezTo>
                  <a:pt x="1613" y="12566"/>
                  <a:pt x="807" y="12644"/>
                  <a:pt x="0" y="12891"/>
                </a:cubicBezTo>
                <a:lnTo>
                  <a:pt x="0" y="106616"/>
                </a:lnTo>
                <a:lnTo>
                  <a:pt x="219187" y="106616"/>
                </a:lnTo>
                <a:lnTo>
                  <a:pt x="219187" y="57301"/>
                </a:lnTo>
                <a:cubicBezTo>
                  <a:pt x="218536" y="56664"/>
                  <a:pt x="217755" y="56273"/>
                  <a:pt x="217079" y="55635"/>
                </a:cubicBezTo>
                <a:cubicBezTo>
                  <a:pt x="216128" y="54738"/>
                  <a:pt x="215139" y="53892"/>
                  <a:pt x="214190" y="52994"/>
                </a:cubicBezTo>
                <a:cubicBezTo>
                  <a:pt x="212368" y="51277"/>
                  <a:pt x="210663" y="49468"/>
                  <a:pt x="208725" y="47906"/>
                </a:cubicBezTo>
                <a:cubicBezTo>
                  <a:pt x="207462" y="46891"/>
                  <a:pt x="206447" y="45668"/>
                  <a:pt x="205264" y="44601"/>
                </a:cubicBezTo>
                <a:cubicBezTo>
                  <a:pt x="204613" y="44016"/>
                  <a:pt x="203963" y="43456"/>
                  <a:pt x="203364" y="42831"/>
                </a:cubicBezTo>
                <a:cubicBezTo>
                  <a:pt x="202661" y="42090"/>
                  <a:pt x="201803" y="41556"/>
                  <a:pt x="200982" y="40880"/>
                </a:cubicBezTo>
                <a:cubicBezTo>
                  <a:pt x="200124" y="40191"/>
                  <a:pt x="199031" y="39865"/>
                  <a:pt x="198224" y="39136"/>
                </a:cubicBezTo>
                <a:cubicBezTo>
                  <a:pt x="197313" y="38317"/>
                  <a:pt x="196364" y="37627"/>
                  <a:pt x="195401" y="36872"/>
                </a:cubicBezTo>
                <a:cubicBezTo>
                  <a:pt x="194672" y="36313"/>
                  <a:pt x="194008" y="35532"/>
                  <a:pt x="193279" y="34998"/>
                </a:cubicBezTo>
                <a:cubicBezTo>
                  <a:pt x="192577" y="34491"/>
                  <a:pt x="191810" y="34309"/>
                  <a:pt x="191119" y="33723"/>
                </a:cubicBezTo>
                <a:cubicBezTo>
                  <a:pt x="189754" y="32565"/>
                  <a:pt x="188205" y="31446"/>
                  <a:pt x="186631" y="30574"/>
                </a:cubicBezTo>
                <a:cubicBezTo>
                  <a:pt x="186175" y="30327"/>
                  <a:pt x="185564" y="30054"/>
                  <a:pt x="185056" y="29924"/>
                </a:cubicBezTo>
                <a:cubicBezTo>
                  <a:pt x="184653" y="29819"/>
                  <a:pt x="184249" y="29911"/>
                  <a:pt x="183846" y="29793"/>
                </a:cubicBezTo>
                <a:cubicBezTo>
                  <a:pt x="183508" y="29677"/>
                  <a:pt x="183352" y="29377"/>
                  <a:pt x="183092" y="29273"/>
                </a:cubicBezTo>
                <a:cubicBezTo>
                  <a:pt x="182115" y="28883"/>
                  <a:pt x="181074" y="28766"/>
                  <a:pt x="180073" y="28492"/>
                </a:cubicBezTo>
                <a:cubicBezTo>
                  <a:pt x="179825" y="28428"/>
                  <a:pt x="179708" y="28284"/>
                  <a:pt x="179370" y="28232"/>
                </a:cubicBezTo>
                <a:cubicBezTo>
                  <a:pt x="179289" y="28222"/>
                  <a:pt x="179204" y="28218"/>
                  <a:pt x="179118" y="28218"/>
                </a:cubicBezTo>
                <a:cubicBezTo>
                  <a:pt x="178885" y="28218"/>
                  <a:pt x="178639" y="28246"/>
                  <a:pt x="178420" y="28246"/>
                </a:cubicBezTo>
                <a:cubicBezTo>
                  <a:pt x="178391" y="28245"/>
                  <a:pt x="178361" y="28244"/>
                  <a:pt x="178332" y="28244"/>
                </a:cubicBezTo>
                <a:cubicBezTo>
                  <a:pt x="177805" y="28244"/>
                  <a:pt x="177302" y="28360"/>
                  <a:pt x="176858" y="28544"/>
                </a:cubicBezTo>
                <a:cubicBezTo>
                  <a:pt x="174712" y="29403"/>
                  <a:pt x="173033" y="31030"/>
                  <a:pt x="170912" y="31863"/>
                </a:cubicBezTo>
                <a:cubicBezTo>
                  <a:pt x="167737" y="33112"/>
                  <a:pt x="165656" y="35845"/>
                  <a:pt x="162923" y="37861"/>
                </a:cubicBezTo>
                <a:cubicBezTo>
                  <a:pt x="161973" y="38577"/>
                  <a:pt x="160971" y="39032"/>
                  <a:pt x="160060" y="39826"/>
                </a:cubicBezTo>
                <a:cubicBezTo>
                  <a:pt x="158473" y="41205"/>
                  <a:pt x="157080" y="42507"/>
                  <a:pt x="155701" y="44120"/>
                </a:cubicBezTo>
                <a:cubicBezTo>
                  <a:pt x="154712" y="45291"/>
                  <a:pt x="153685" y="46306"/>
                  <a:pt x="152383" y="47087"/>
                </a:cubicBezTo>
                <a:cubicBezTo>
                  <a:pt x="151771" y="47464"/>
                  <a:pt x="151134" y="47763"/>
                  <a:pt x="150600" y="48244"/>
                </a:cubicBezTo>
                <a:cubicBezTo>
                  <a:pt x="150158" y="48648"/>
                  <a:pt x="149703" y="49325"/>
                  <a:pt x="149130" y="49481"/>
                </a:cubicBezTo>
                <a:cubicBezTo>
                  <a:pt x="148870" y="49117"/>
                  <a:pt x="148350" y="48843"/>
                  <a:pt x="148024" y="48557"/>
                </a:cubicBezTo>
                <a:cubicBezTo>
                  <a:pt x="147686" y="48270"/>
                  <a:pt x="147361" y="47998"/>
                  <a:pt x="147009" y="47724"/>
                </a:cubicBezTo>
                <a:cubicBezTo>
                  <a:pt x="146086" y="47009"/>
                  <a:pt x="145057" y="46462"/>
                  <a:pt x="144302" y="45577"/>
                </a:cubicBezTo>
                <a:cubicBezTo>
                  <a:pt x="143131" y="44211"/>
                  <a:pt x="142507" y="42571"/>
                  <a:pt x="141427" y="41153"/>
                </a:cubicBezTo>
                <a:cubicBezTo>
                  <a:pt x="140425" y="39813"/>
                  <a:pt x="138863" y="38603"/>
                  <a:pt x="137510" y="37627"/>
                </a:cubicBezTo>
                <a:cubicBezTo>
                  <a:pt x="136521" y="36898"/>
                  <a:pt x="135428" y="36209"/>
                  <a:pt x="134569" y="35324"/>
                </a:cubicBezTo>
                <a:cubicBezTo>
                  <a:pt x="133737" y="34465"/>
                  <a:pt x="133594" y="33281"/>
                  <a:pt x="132540" y="32526"/>
                </a:cubicBezTo>
                <a:cubicBezTo>
                  <a:pt x="132007" y="32149"/>
                  <a:pt x="131655" y="31941"/>
                  <a:pt x="131226" y="31355"/>
                </a:cubicBezTo>
                <a:cubicBezTo>
                  <a:pt x="130758" y="30744"/>
                  <a:pt x="130263" y="30470"/>
                  <a:pt x="129755" y="29950"/>
                </a:cubicBezTo>
                <a:cubicBezTo>
                  <a:pt x="128844" y="29013"/>
                  <a:pt x="128233" y="28193"/>
                  <a:pt x="127023" y="27569"/>
                </a:cubicBezTo>
                <a:cubicBezTo>
                  <a:pt x="126229" y="27165"/>
                  <a:pt x="125851" y="27295"/>
                  <a:pt x="125032" y="27153"/>
                </a:cubicBezTo>
                <a:cubicBezTo>
                  <a:pt x="124394" y="27048"/>
                  <a:pt x="123952" y="26710"/>
                  <a:pt x="123275" y="26671"/>
                </a:cubicBezTo>
                <a:cubicBezTo>
                  <a:pt x="123100" y="26657"/>
                  <a:pt x="122935" y="26651"/>
                  <a:pt x="122778" y="26651"/>
                </a:cubicBezTo>
                <a:cubicBezTo>
                  <a:pt x="122001" y="26651"/>
                  <a:pt x="121411" y="26810"/>
                  <a:pt x="120686" y="27113"/>
                </a:cubicBezTo>
                <a:cubicBezTo>
                  <a:pt x="117667" y="28376"/>
                  <a:pt x="114545" y="29417"/>
                  <a:pt x="111825" y="31368"/>
                </a:cubicBezTo>
                <a:cubicBezTo>
                  <a:pt x="110563" y="32292"/>
                  <a:pt x="109262" y="32722"/>
                  <a:pt x="107869" y="33307"/>
                </a:cubicBezTo>
                <a:cubicBezTo>
                  <a:pt x="103823" y="34998"/>
                  <a:pt x="100127" y="37340"/>
                  <a:pt x="96172" y="39228"/>
                </a:cubicBezTo>
                <a:cubicBezTo>
                  <a:pt x="95235" y="39670"/>
                  <a:pt x="94428" y="40659"/>
                  <a:pt x="93504" y="41036"/>
                </a:cubicBezTo>
                <a:cubicBezTo>
                  <a:pt x="92580" y="41400"/>
                  <a:pt x="91722" y="41530"/>
                  <a:pt x="90681" y="41530"/>
                </a:cubicBezTo>
                <a:cubicBezTo>
                  <a:pt x="88637" y="41530"/>
                  <a:pt x="87089" y="40411"/>
                  <a:pt x="85476" y="39162"/>
                </a:cubicBezTo>
                <a:cubicBezTo>
                  <a:pt x="84708" y="38563"/>
                  <a:pt x="84343" y="37640"/>
                  <a:pt x="83745" y="36898"/>
                </a:cubicBezTo>
                <a:cubicBezTo>
                  <a:pt x="83172" y="36209"/>
                  <a:pt x="82470" y="35987"/>
                  <a:pt x="81702" y="35623"/>
                </a:cubicBezTo>
                <a:cubicBezTo>
                  <a:pt x="80011" y="34804"/>
                  <a:pt x="78371" y="32904"/>
                  <a:pt x="77031" y="31525"/>
                </a:cubicBezTo>
                <a:cubicBezTo>
                  <a:pt x="76185" y="30640"/>
                  <a:pt x="75209" y="29845"/>
                  <a:pt x="74364" y="28948"/>
                </a:cubicBezTo>
                <a:cubicBezTo>
                  <a:pt x="73817" y="28362"/>
                  <a:pt x="73778" y="27907"/>
                  <a:pt x="73063" y="27451"/>
                </a:cubicBezTo>
                <a:cubicBezTo>
                  <a:pt x="72607" y="27179"/>
                  <a:pt x="72178" y="26931"/>
                  <a:pt x="71761" y="26592"/>
                </a:cubicBezTo>
                <a:cubicBezTo>
                  <a:pt x="71175" y="26112"/>
                  <a:pt x="70564" y="25682"/>
                  <a:pt x="69978" y="25239"/>
                </a:cubicBezTo>
                <a:cubicBezTo>
                  <a:pt x="69276" y="24706"/>
                  <a:pt x="68847" y="23938"/>
                  <a:pt x="68235" y="23301"/>
                </a:cubicBezTo>
                <a:cubicBezTo>
                  <a:pt x="67532" y="22559"/>
                  <a:pt x="66673" y="22012"/>
                  <a:pt x="65997" y="21245"/>
                </a:cubicBezTo>
                <a:cubicBezTo>
                  <a:pt x="65190" y="20334"/>
                  <a:pt x="64631" y="19254"/>
                  <a:pt x="63811" y="18356"/>
                </a:cubicBezTo>
                <a:cubicBezTo>
                  <a:pt x="62275" y="16651"/>
                  <a:pt x="60662" y="15038"/>
                  <a:pt x="59114" y="13346"/>
                </a:cubicBezTo>
                <a:cubicBezTo>
                  <a:pt x="58450" y="12618"/>
                  <a:pt x="58085" y="12189"/>
                  <a:pt x="57318" y="11720"/>
                </a:cubicBezTo>
                <a:cubicBezTo>
                  <a:pt x="56420" y="11174"/>
                  <a:pt x="56069" y="10419"/>
                  <a:pt x="55340" y="9677"/>
                </a:cubicBezTo>
                <a:cubicBezTo>
                  <a:pt x="52646" y="6932"/>
                  <a:pt x="49771" y="4342"/>
                  <a:pt x="46622" y="2143"/>
                </a:cubicBezTo>
                <a:cubicBezTo>
                  <a:pt x="45972" y="1675"/>
                  <a:pt x="45139" y="1427"/>
                  <a:pt x="44514" y="920"/>
                </a:cubicBezTo>
                <a:cubicBezTo>
                  <a:pt x="44137" y="621"/>
                  <a:pt x="44046" y="270"/>
                  <a:pt x="43564" y="114"/>
                </a:cubicBezTo>
                <a:cubicBezTo>
                  <a:pt x="43305" y="30"/>
                  <a:pt x="42999" y="1"/>
                  <a:pt x="4267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55;p66">
            <a:extLst>
              <a:ext uri="{FF2B5EF4-FFF2-40B4-BE49-F238E27FC236}">
                <a16:creationId xmlns:a16="http://schemas.microsoft.com/office/drawing/2014/main" id="{273EF316-B3BB-1CDE-8B20-26FC040C63C9}"/>
              </a:ext>
            </a:extLst>
          </p:cNvPr>
          <p:cNvSpPr/>
          <p:nvPr/>
        </p:nvSpPr>
        <p:spPr>
          <a:xfrm>
            <a:off x="2066456" y="4296220"/>
            <a:ext cx="6498644" cy="1452076"/>
          </a:xfrm>
          <a:custGeom>
            <a:avLst/>
            <a:gdLst/>
            <a:ahLst/>
            <a:cxnLst/>
            <a:rect l="l" t="t" r="r" b="b"/>
            <a:pathLst>
              <a:path w="219187" h="76793" extrusionOk="0">
                <a:moveTo>
                  <a:pt x="27477" y="1"/>
                </a:moveTo>
                <a:cubicBezTo>
                  <a:pt x="25226" y="1"/>
                  <a:pt x="22829" y="1045"/>
                  <a:pt x="21157" y="2247"/>
                </a:cubicBezTo>
                <a:cubicBezTo>
                  <a:pt x="19700" y="3300"/>
                  <a:pt x="18282" y="4237"/>
                  <a:pt x="16721" y="5136"/>
                </a:cubicBezTo>
                <a:cubicBezTo>
                  <a:pt x="15692" y="5721"/>
                  <a:pt x="14651" y="6345"/>
                  <a:pt x="13572" y="6801"/>
                </a:cubicBezTo>
                <a:cubicBezTo>
                  <a:pt x="13078" y="7009"/>
                  <a:pt x="12505" y="7100"/>
                  <a:pt x="12063" y="7374"/>
                </a:cubicBezTo>
                <a:cubicBezTo>
                  <a:pt x="11477" y="7751"/>
                  <a:pt x="10996" y="8427"/>
                  <a:pt x="10462" y="8883"/>
                </a:cubicBezTo>
                <a:cubicBezTo>
                  <a:pt x="8900" y="10171"/>
                  <a:pt x="7313" y="11394"/>
                  <a:pt x="5777" y="12709"/>
                </a:cubicBezTo>
                <a:cubicBezTo>
                  <a:pt x="3813" y="14413"/>
                  <a:pt x="2043" y="16234"/>
                  <a:pt x="0" y="17796"/>
                </a:cubicBezTo>
                <a:lnTo>
                  <a:pt x="0" y="76792"/>
                </a:lnTo>
                <a:lnTo>
                  <a:pt x="219187" y="76792"/>
                </a:lnTo>
                <a:lnTo>
                  <a:pt x="219187" y="37808"/>
                </a:lnTo>
                <a:cubicBezTo>
                  <a:pt x="218770" y="37431"/>
                  <a:pt x="218340" y="37054"/>
                  <a:pt x="217911" y="36689"/>
                </a:cubicBezTo>
                <a:cubicBezTo>
                  <a:pt x="217351" y="36221"/>
                  <a:pt x="217039" y="35674"/>
                  <a:pt x="216532" y="35193"/>
                </a:cubicBezTo>
                <a:cubicBezTo>
                  <a:pt x="215778" y="34465"/>
                  <a:pt x="214931" y="33983"/>
                  <a:pt x="214229" y="33176"/>
                </a:cubicBezTo>
                <a:cubicBezTo>
                  <a:pt x="213539" y="32395"/>
                  <a:pt x="212875" y="31615"/>
                  <a:pt x="212212" y="30821"/>
                </a:cubicBezTo>
                <a:cubicBezTo>
                  <a:pt x="211496" y="29949"/>
                  <a:pt x="210976" y="28765"/>
                  <a:pt x="210026" y="28193"/>
                </a:cubicBezTo>
                <a:cubicBezTo>
                  <a:pt x="209089" y="27620"/>
                  <a:pt x="208191" y="27256"/>
                  <a:pt x="207320" y="26579"/>
                </a:cubicBezTo>
                <a:cubicBezTo>
                  <a:pt x="206539" y="25981"/>
                  <a:pt x="205823" y="25187"/>
                  <a:pt x="204912" y="24836"/>
                </a:cubicBezTo>
                <a:cubicBezTo>
                  <a:pt x="204486" y="24671"/>
                  <a:pt x="204100" y="24607"/>
                  <a:pt x="203734" y="24607"/>
                </a:cubicBezTo>
                <a:cubicBezTo>
                  <a:pt x="202768" y="24607"/>
                  <a:pt x="201934" y="25052"/>
                  <a:pt x="200840" y="25278"/>
                </a:cubicBezTo>
                <a:cubicBezTo>
                  <a:pt x="200228" y="25395"/>
                  <a:pt x="199811" y="25291"/>
                  <a:pt x="199187" y="25564"/>
                </a:cubicBezTo>
                <a:cubicBezTo>
                  <a:pt x="198576" y="25837"/>
                  <a:pt x="198003" y="26189"/>
                  <a:pt x="197469" y="26566"/>
                </a:cubicBezTo>
                <a:cubicBezTo>
                  <a:pt x="196520" y="27216"/>
                  <a:pt x="195375" y="27841"/>
                  <a:pt x="194516" y="28596"/>
                </a:cubicBezTo>
                <a:cubicBezTo>
                  <a:pt x="193097" y="29832"/>
                  <a:pt x="192264" y="31562"/>
                  <a:pt x="190625" y="32513"/>
                </a:cubicBezTo>
                <a:cubicBezTo>
                  <a:pt x="190014" y="32851"/>
                  <a:pt x="189428" y="33254"/>
                  <a:pt x="188907" y="33722"/>
                </a:cubicBezTo>
                <a:cubicBezTo>
                  <a:pt x="188504" y="34087"/>
                  <a:pt x="188231" y="34517"/>
                  <a:pt x="187684" y="34725"/>
                </a:cubicBezTo>
                <a:cubicBezTo>
                  <a:pt x="187047" y="34959"/>
                  <a:pt x="186657" y="35063"/>
                  <a:pt x="186097" y="35544"/>
                </a:cubicBezTo>
                <a:cubicBezTo>
                  <a:pt x="185668" y="35922"/>
                  <a:pt x="185368" y="36351"/>
                  <a:pt x="185134" y="36845"/>
                </a:cubicBezTo>
                <a:cubicBezTo>
                  <a:pt x="184885" y="37355"/>
                  <a:pt x="184888" y="37428"/>
                  <a:pt x="184520" y="37428"/>
                </a:cubicBezTo>
                <a:cubicBezTo>
                  <a:pt x="184409" y="37428"/>
                  <a:pt x="184263" y="37421"/>
                  <a:pt x="184067" y="37418"/>
                </a:cubicBezTo>
                <a:cubicBezTo>
                  <a:pt x="184005" y="37417"/>
                  <a:pt x="183945" y="37417"/>
                  <a:pt x="183887" y="37417"/>
                </a:cubicBezTo>
                <a:cubicBezTo>
                  <a:pt x="183739" y="37417"/>
                  <a:pt x="183601" y="37419"/>
                  <a:pt x="183470" y="37419"/>
                </a:cubicBezTo>
                <a:cubicBezTo>
                  <a:pt x="182987" y="37419"/>
                  <a:pt x="182589" y="37389"/>
                  <a:pt x="182089" y="37106"/>
                </a:cubicBezTo>
                <a:cubicBezTo>
                  <a:pt x="181465" y="36741"/>
                  <a:pt x="181088" y="36260"/>
                  <a:pt x="180554" y="35792"/>
                </a:cubicBezTo>
                <a:cubicBezTo>
                  <a:pt x="179487" y="34868"/>
                  <a:pt x="178407" y="34074"/>
                  <a:pt x="177405" y="33059"/>
                </a:cubicBezTo>
                <a:cubicBezTo>
                  <a:pt x="176534" y="32161"/>
                  <a:pt x="175557" y="31290"/>
                  <a:pt x="174594" y="30483"/>
                </a:cubicBezTo>
                <a:cubicBezTo>
                  <a:pt x="173918" y="29923"/>
                  <a:pt x="173345" y="29468"/>
                  <a:pt x="172578" y="29130"/>
                </a:cubicBezTo>
                <a:cubicBezTo>
                  <a:pt x="171966" y="28870"/>
                  <a:pt x="171459" y="28648"/>
                  <a:pt x="170925" y="28231"/>
                </a:cubicBezTo>
                <a:cubicBezTo>
                  <a:pt x="169988" y="27477"/>
                  <a:pt x="169377" y="26866"/>
                  <a:pt x="168609" y="25903"/>
                </a:cubicBezTo>
                <a:cubicBezTo>
                  <a:pt x="168244" y="25421"/>
                  <a:pt x="167776" y="25148"/>
                  <a:pt x="167229" y="25004"/>
                </a:cubicBezTo>
                <a:cubicBezTo>
                  <a:pt x="167071" y="24964"/>
                  <a:pt x="166919" y="24948"/>
                  <a:pt x="166770" y="24948"/>
                </a:cubicBezTo>
                <a:cubicBezTo>
                  <a:pt x="166148" y="24948"/>
                  <a:pt x="165590" y="25234"/>
                  <a:pt x="164939" y="25265"/>
                </a:cubicBezTo>
                <a:cubicBezTo>
                  <a:pt x="164785" y="25275"/>
                  <a:pt x="164639" y="25278"/>
                  <a:pt x="164500" y="25278"/>
                </a:cubicBezTo>
                <a:cubicBezTo>
                  <a:pt x="164337" y="25278"/>
                  <a:pt x="164182" y="25274"/>
                  <a:pt x="164033" y="25274"/>
                </a:cubicBezTo>
                <a:cubicBezTo>
                  <a:pt x="163510" y="25274"/>
                  <a:pt x="163056" y="25321"/>
                  <a:pt x="162545" y="25747"/>
                </a:cubicBezTo>
                <a:cubicBezTo>
                  <a:pt x="161205" y="26840"/>
                  <a:pt x="159995" y="27997"/>
                  <a:pt x="158447" y="28791"/>
                </a:cubicBezTo>
                <a:cubicBezTo>
                  <a:pt x="156729" y="29663"/>
                  <a:pt x="155232" y="31042"/>
                  <a:pt x="153671" y="32161"/>
                </a:cubicBezTo>
                <a:cubicBezTo>
                  <a:pt x="153307" y="32421"/>
                  <a:pt x="152968" y="32734"/>
                  <a:pt x="152539" y="32851"/>
                </a:cubicBezTo>
                <a:cubicBezTo>
                  <a:pt x="152437" y="32876"/>
                  <a:pt x="152330" y="32885"/>
                  <a:pt x="152220" y="32885"/>
                </a:cubicBezTo>
                <a:cubicBezTo>
                  <a:pt x="151979" y="32885"/>
                  <a:pt x="151726" y="32844"/>
                  <a:pt x="151475" y="32844"/>
                </a:cubicBezTo>
                <a:cubicBezTo>
                  <a:pt x="151360" y="32844"/>
                  <a:pt x="151246" y="32852"/>
                  <a:pt x="151134" y="32877"/>
                </a:cubicBezTo>
                <a:cubicBezTo>
                  <a:pt x="150453" y="33031"/>
                  <a:pt x="150001" y="33515"/>
                  <a:pt x="149252" y="33515"/>
                </a:cubicBezTo>
                <a:cubicBezTo>
                  <a:pt x="149242" y="33515"/>
                  <a:pt x="149231" y="33514"/>
                  <a:pt x="149221" y="33514"/>
                </a:cubicBezTo>
                <a:cubicBezTo>
                  <a:pt x="148674" y="33514"/>
                  <a:pt x="148206" y="33320"/>
                  <a:pt x="147725" y="33124"/>
                </a:cubicBezTo>
                <a:cubicBezTo>
                  <a:pt x="146919" y="32792"/>
                  <a:pt x="146302" y="32552"/>
                  <a:pt x="145672" y="32552"/>
                </a:cubicBezTo>
                <a:cubicBezTo>
                  <a:pt x="145142" y="32552"/>
                  <a:pt x="144604" y="32722"/>
                  <a:pt x="143938" y="33150"/>
                </a:cubicBezTo>
                <a:cubicBezTo>
                  <a:pt x="143353" y="33514"/>
                  <a:pt x="143249" y="33502"/>
                  <a:pt x="142663" y="33801"/>
                </a:cubicBezTo>
                <a:cubicBezTo>
                  <a:pt x="142234" y="32877"/>
                  <a:pt x="141544" y="32044"/>
                  <a:pt x="140685" y="31484"/>
                </a:cubicBezTo>
                <a:cubicBezTo>
                  <a:pt x="140152" y="31146"/>
                  <a:pt x="139658" y="31172"/>
                  <a:pt x="139215" y="30678"/>
                </a:cubicBezTo>
                <a:cubicBezTo>
                  <a:pt x="138551" y="29937"/>
                  <a:pt x="138252" y="29052"/>
                  <a:pt x="137420" y="28440"/>
                </a:cubicBezTo>
                <a:cubicBezTo>
                  <a:pt x="136535" y="27803"/>
                  <a:pt x="135402" y="27542"/>
                  <a:pt x="134505" y="26904"/>
                </a:cubicBezTo>
                <a:cubicBezTo>
                  <a:pt x="133919" y="26488"/>
                  <a:pt x="133490" y="25955"/>
                  <a:pt x="132878" y="25577"/>
                </a:cubicBezTo>
                <a:cubicBezTo>
                  <a:pt x="132201" y="25174"/>
                  <a:pt x="131616" y="24900"/>
                  <a:pt x="131160" y="24224"/>
                </a:cubicBezTo>
                <a:cubicBezTo>
                  <a:pt x="130510" y="23287"/>
                  <a:pt x="130081" y="22272"/>
                  <a:pt x="129391" y="21349"/>
                </a:cubicBezTo>
                <a:cubicBezTo>
                  <a:pt x="128688" y="20398"/>
                  <a:pt x="127895" y="19982"/>
                  <a:pt x="126944" y="19345"/>
                </a:cubicBezTo>
                <a:cubicBezTo>
                  <a:pt x="126164" y="18811"/>
                  <a:pt x="125709" y="18460"/>
                  <a:pt x="124772" y="18186"/>
                </a:cubicBezTo>
                <a:cubicBezTo>
                  <a:pt x="124290" y="18044"/>
                  <a:pt x="123874" y="17926"/>
                  <a:pt x="123431" y="17705"/>
                </a:cubicBezTo>
                <a:cubicBezTo>
                  <a:pt x="122182" y="17093"/>
                  <a:pt x="121636" y="15806"/>
                  <a:pt x="120712" y="14803"/>
                </a:cubicBezTo>
                <a:cubicBezTo>
                  <a:pt x="120178" y="14218"/>
                  <a:pt x="119801" y="13788"/>
                  <a:pt x="118995" y="13750"/>
                </a:cubicBezTo>
                <a:cubicBezTo>
                  <a:pt x="118917" y="13747"/>
                  <a:pt x="118838" y="13746"/>
                  <a:pt x="118759" y="13746"/>
                </a:cubicBezTo>
                <a:cubicBezTo>
                  <a:pt x="118456" y="13746"/>
                  <a:pt x="118149" y="13762"/>
                  <a:pt x="117850" y="13762"/>
                </a:cubicBezTo>
                <a:cubicBezTo>
                  <a:pt x="117687" y="13758"/>
                  <a:pt x="117543" y="13752"/>
                  <a:pt x="117408" y="13752"/>
                </a:cubicBezTo>
                <a:cubicBezTo>
                  <a:pt x="117111" y="13752"/>
                  <a:pt x="116857" y="13783"/>
                  <a:pt x="116535" y="13944"/>
                </a:cubicBezTo>
                <a:cubicBezTo>
                  <a:pt x="116158" y="14140"/>
                  <a:pt x="115884" y="14530"/>
                  <a:pt x="115520" y="14713"/>
                </a:cubicBezTo>
                <a:cubicBezTo>
                  <a:pt x="114713" y="15115"/>
                  <a:pt x="113686" y="15649"/>
                  <a:pt x="113165" y="16469"/>
                </a:cubicBezTo>
                <a:cubicBezTo>
                  <a:pt x="112827" y="17005"/>
                  <a:pt x="112658" y="17426"/>
                  <a:pt x="112182" y="17426"/>
                </a:cubicBezTo>
                <a:cubicBezTo>
                  <a:pt x="112000" y="17426"/>
                  <a:pt x="111773" y="17364"/>
                  <a:pt x="111474" y="17223"/>
                </a:cubicBezTo>
                <a:cubicBezTo>
                  <a:pt x="110966" y="16989"/>
                  <a:pt x="110693" y="16508"/>
                  <a:pt x="110133" y="16365"/>
                </a:cubicBezTo>
                <a:cubicBezTo>
                  <a:pt x="110024" y="16339"/>
                  <a:pt x="109898" y="16330"/>
                  <a:pt x="109765" y="16330"/>
                </a:cubicBezTo>
                <a:cubicBezTo>
                  <a:pt x="109423" y="16330"/>
                  <a:pt x="109031" y="16391"/>
                  <a:pt x="108741" y="16391"/>
                </a:cubicBezTo>
                <a:cubicBezTo>
                  <a:pt x="108151" y="16391"/>
                  <a:pt x="107542" y="16426"/>
                  <a:pt x="106939" y="16426"/>
                </a:cubicBezTo>
                <a:cubicBezTo>
                  <a:pt x="106438" y="16426"/>
                  <a:pt x="105941" y="16401"/>
                  <a:pt x="105462" y="16312"/>
                </a:cubicBezTo>
                <a:cubicBezTo>
                  <a:pt x="104265" y="16092"/>
                  <a:pt x="103406" y="15727"/>
                  <a:pt x="102157" y="15727"/>
                </a:cubicBezTo>
                <a:cubicBezTo>
                  <a:pt x="102130" y="15728"/>
                  <a:pt x="102103" y="15728"/>
                  <a:pt x="102075" y="15728"/>
                </a:cubicBezTo>
                <a:cubicBezTo>
                  <a:pt x="101738" y="15728"/>
                  <a:pt x="101344" y="15680"/>
                  <a:pt x="100983" y="15680"/>
                </a:cubicBezTo>
                <a:cubicBezTo>
                  <a:pt x="100857" y="15680"/>
                  <a:pt x="100736" y="15685"/>
                  <a:pt x="100622" y="15701"/>
                </a:cubicBezTo>
                <a:cubicBezTo>
                  <a:pt x="99750" y="15832"/>
                  <a:pt x="99008" y="16547"/>
                  <a:pt x="98292" y="17029"/>
                </a:cubicBezTo>
                <a:cubicBezTo>
                  <a:pt x="96705" y="18122"/>
                  <a:pt x="95612" y="19891"/>
                  <a:pt x="93686" y="20294"/>
                </a:cubicBezTo>
                <a:cubicBezTo>
                  <a:pt x="93179" y="20398"/>
                  <a:pt x="92723" y="20606"/>
                  <a:pt x="92216" y="20672"/>
                </a:cubicBezTo>
                <a:cubicBezTo>
                  <a:pt x="92104" y="20688"/>
                  <a:pt x="91987" y="20693"/>
                  <a:pt x="91869" y="20693"/>
                </a:cubicBezTo>
                <a:cubicBezTo>
                  <a:pt x="91525" y="20693"/>
                  <a:pt x="91165" y="20645"/>
                  <a:pt x="90833" y="20645"/>
                </a:cubicBezTo>
                <a:cubicBezTo>
                  <a:pt x="90804" y="20645"/>
                  <a:pt x="90774" y="20645"/>
                  <a:pt x="90745" y="20646"/>
                </a:cubicBezTo>
                <a:cubicBezTo>
                  <a:pt x="89418" y="20698"/>
                  <a:pt x="88195" y="21843"/>
                  <a:pt x="87194" y="22636"/>
                </a:cubicBezTo>
                <a:cubicBezTo>
                  <a:pt x="86555" y="23144"/>
                  <a:pt x="86101" y="23625"/>
                  <a:pt x="85320" y="23963"/>
                </a:cubicBezTo>
                <a:cubicBezTo>
                  <a:pt x="84656" y="24250"/>
                  <a:pt x="83993" y="24432"/>
                  <a:pt x="83354" y="24770"/>
                </a:cubicBezTo>
                <a:cubicBezTo>
                  <a:pt x="81572" y="25707"/>
                  <a:pt x="79685" y="25382"/>
                  <a:pt x="77825" y="25993"/>
                </a:cubicBezTo>
                <a:cubicBezTo>
                  <a:pt x="76862" y="26319"/>
                  <a:pt x="76446" y="26631"/>
                  <a:pt x="75938" y="27568"/>
                </a:cubicBezTo>
                <a:cubicBezTo>
                  <a:pt x="75405" y="28544"/>
                  <a:pt x="74584" y="28245"/>
                  <a:pt x="73648" y="28882"/>
                </a:cubicBezTo>
                <a:cubicBezTo>
                  <a:pt x="72334" y="28167"/>
                  <a:pt x="71163" y="27074"/>
                  <a:pt x="70044" y="25993"/>
                </a:cubicBezTo>
                <a:cubicBezTo>
                  <a:pt x="69836" y="25799"/>
                  <a:pt x="69601" y="25577"/>
                  <a:pt x="69393" y="25382"/>
                </a:cubicBezTo>
                <a:cubicBezTo>
                  <a:pt x="68963" y="24978"/>
                  <a:pt x="68937" y="25070"/>
                  <a:pt x="68391" y="24940"/>
                </a:cubicBezTo>
                <a:cubicBezTo>
                  <a:pt x="67480" y="24744"/>
                  <a:pt x="66973" y="24302"/>
                  <a:pt x="66231" y="23781"/>
                </a:cubicBezTo>
                <a:cubicBezTo>
                  <a:pt x="65359" y="23170"/>
                  <a:pt x="64331" y="22910"/>
                  <a:pt x="63460" y="22246"/>
                </a:cubicBezTo>
                <a:cubicBezTo>
                  <a:pt x="62822" y="21765"/>
                  <a:pt x="62483" y="21101"/>
                  <a:pt x="61963" y="20528"/>
                </a:cubicBezTo>
                <a:cubicBezTo>
                  <a:pt x="61520" y="20060"/>
                  <a:pt x="60974" y="19657"/>
                  <a:pt x="60519" y="19189"/>
                </a:cubicBezTo>
                <a:cubicBezTo>
                  <a:pt x="59881" y="18538"/>
                  <a:pt x="59204" y="18148"/>
                  <a:pt x="58502" y="17614"/>
                </a:cubicBezTo>
                <a:cubicBezTo>
                  <a:pt x="58047" y="17263"/>
                  <a:pt x="57773" y="16807"/>
                  <a:pt x="57409" y="16338"/>
                </a:cubicBezTo>
                <a:cubicBezTo>
                  <a:pt x="56472" y="15103"/>
                  <a:pt x="55340" y="13958"/>
                  <a:pt x="54572" y="12631"/>
                </a:cubicBezTo>
                <a:cubicBezTo>
                  <a:pt x="53921" y="11512"/>
                  <a:pt x="52868" y="11069"/>
                  <a:pt x="51840" y="10497"/>
                </a:cubicBezTo>
                <a:cubicBezTo>
                  <a:pt x="50721" y="9872"/>
                  <a:pt x="49680" y="9312"/>
                  <a:pt x="48482" y="8844"/>
                </a:cubicBezTo>
                <a:cubicBezTo>
                  <a:pt x="46752" y="8167"/>
                  <a:pt x="45021" y="7100"/>
                  <a:pt x="43213" y="6879"/>
                </a:cubicBezTo>
                <a:cubicBezTo>
                  <a:pt x="42563" y="6814"/>
                  <a:pt x="42094" y="6697"/>
                  <a:pt x="41522" y="6319"/>
                </a:cubicBezTo>
                <a:cubicBezTo>
                  <a:pt x="40585" y="5695"/>
                  <a:pt x="40272" y="5110"/>
                  <a:pt x="39153" y="4810"/>
                </a:cubicBezTo>
                <a:cubicBezTo>
                  <a:pt x="38477" y="4628"/>
                  <a:pt x="38073" y="4277"/>
                  <a:pt x="37488" y="3965"/>
                </a:cubicBezTo>
                <a:cubicBezTo>
                  <a:pt x="36941" y="3678"/>
                  <a:pt x="36447" y="3652"/>
                  <a:pt x="35874" y="3496"/>
                </a:cubicBezTo>
                <a:cubicBezTo>
                  <a:pt x="34781" y="3236"/>
                  <a:pt x="33298" y="2858"/>
                  <a:pt x="32309" y="2273"/>
                </a:cubicBezTo>
                <a:cubicBezTo>
                  <a:pt x="31593" y="1831"/>
                  <a:pt x="31034" y="1102"/>
                  <a:pt x="30292" y="686"/>
                </a:cubicBezTo>
                <a:cubicBezTo>
                  <a:pt x="29432" y="204"/>
                  <a:pt x="28469" y="1"/>
                  <a:pt x="27477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156;p66">
            <a:extLst>
              <a:ext uri="{FF2B5EF4-FFF2-40B4-BE49-F238E27FC236}">
                <a16:creationId xmlns:a16="http://schemas.microsoft.com/office/drawing/2014/main" id="{7AD4CC6F-8946-68F1-7432-4B127B5D7DF1}"/>
              </a:ext>
            </a:extLst>
          </p:cNvPr>
          <p:cNvSpPr/>
          <p:nvPr/>
        </p:nvSpPr>
        <p:spPr>
          <a:xfrm>
            <a:off x="-621326" y="3871226"/>
            <a:ext cx="9186426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157;p66">
            <a:extLst>
              <a:ext uri="{FF2B5EF4-FFF2-40B4-BE49-F238E27FC236}">
                <a16:creationId xmlns:a16="http://schemas.microsoft.com/office/drawing/2014/main" id="{0E905902-F461-794C-6BB9-417D052F1FD2}"/>
              </a:ext>
            </a:extLst>
          </p:cNvPr>
          <p:cNvSpPr/>
          <p:nvPr/>
        </p:nvSpPr>
        <p:spPr>
          <a:xfrm flipH="1">
            <a:off x="5031474" y="4277180"/>
            <a:ext cx="4121471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1158;p66">
            <a:extLst>
              <a:ext uri="{FF2B5EF4-FFF2-40B4-BE49-F238E27FC236}">
                <a16:creationId xmlns:a16="http://schemas.microsoft.com/office/drawing/2014/main" id="{79F35D5F-94F2-565E-ECE8-588679204019}"/>
              </a:ext>
            </a:extLst>
          </p:cNvPr>
          <p:cNvSpPr/>
          <p:nvPr/>
        </p:nvSpPr>
        <p:spPr>
          <a:xfrm>
            <a:off x="3225997" y="3659087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1156;p66">
            <a:extLst>
              <a:ext uri="{FF2B5EF4-FFF2-40B4-BE49-F238E27FC236}">
                <a16:creationId xmlns:a16="http://schemas.microsoft.com/office/drawing/2014/main" id="{1ADCC658-6D11-0A24-F395-186333B0748C}"/>
              </a:ext>
            </a:extLst>
          </p:cNvPr>
          <p:cNvSpPr/>
          <p:nvPr/>
        </p:nvSpPr>
        <p:spPr>
          <a:xfrm>
            <a:off x="1729723" y="3994702"/>
            <a:ext cx="7520877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157;p66">
            <a:extLst>
              <a:ext uri="{FF2B5EF4-FFF2-40B4-BE49-F238E27FC236}">
                <a16:creationId xmlns:a16="http://schemas.microsoft.com/office/drawing/2014/main" id="{50EB0738-FF7C-E289-9E6A-7AECD1353A10}"/>
              </a:ext>
            </a:extLst>
          </p:cNvPr>
          <p:cNvSpPr/>
          <p:nvPr/>
        </p:nvSpPr>
        <p:spPr>
          <a:xfrm>
            <a:off x="-1002628" y="3836191"/>
            <a:ext cx="4179243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Callout: Double Bent Line with No Border 4">
            <a:extLst>
              <a:ext uri="{FF2B5EF4-FFF2-40B4-BE49-F238E27FC236}">
                <a16:creationId xmlns:a16="http://schemas.microsoft.com/office/drawing/2014/main" id="{09D45153-19B4-22FC-50CF-F81D9954A668}"/>
              </a:ext>
            </a:extLst>
          </p:cNvPr>
          <p:cNvSpPr/>
          <p:nvPr/>
        </p:nvSpPr>
        <p:spPr>
          <a:xfrm>
            <a:off x="435634" y="1083220"/>
            <a:ext cx="3961614" cy="678757"/>
          </a:xfrm>
          <a:prstGeom prst="callout3">
            <a:avLst>
              <a:gd name="adj1" fmla="val 20961"/>
              <a:gd name="adj2" fmla="val -2776"/>
              <a:gd name="adj3" fmla="val 20961"/>
              <a:gd name="adj4" fmla="val -7691"/>
              <a:gd name="adj5" fmla="val 131976"/>
              <a:gd name="adj6" fmla="val -7691"/>
              <a:gd name="adj7" fmla="val 130143"/>
              <a:gd name="adj8" fmla="val 36120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first-person perspective.</a:t>
            </a:r>
          </a:p>
          <a:p>
            <a:pPr algn="ctr"/>
            <a:r>
              <a:rPr lang="en-US" dirty="0"/>
              <a:t>The Hawk control's the poem.</a:t>
            </a:r>
          </a:p>
        </p:txBody>
      </p:sp>
      <p:sp>
        <p:nvSpPr>
          <p:cNvPr id="6" name="Callout: Double Bent Line with No Border 5">
            <a:extLst>
              <a:ext uri="{FF2B5EF4-FFF2-40B4-BE49-F238E27FC236}">
                <a16:creationId xmlns:a16="http://schemas.microsoft.com/office/drawing/2014/main" id="{73E2239A-9E81-EF4E-5D59-BA157D4A703B}"/>
              </a:ext>
            </a:extLst>
          </p:cNvPr>
          <p:cNvSpPr/>
          <p:nvPr/>
        </p:nvSpPr>
        <p:spPr>
          <a:xfrm>
            <a:off x="4952735" y="1083220"/>
            <a:ext cx="3961614" cy="678757"/>
          </a:xfrm>
          <a:prstGeom prst="callout3">
            <a:avLst>
              <a:gd name="adj1" fmla="val 20961"/>
              <a:gd name="adj2" fmla="val -2776"/>
              <a:gd name="adj3" fmla="val 20961"/>
              <a:gd name="adj4" fmla="val -7691"/>
              <a:gd name="adj5" fmla="val 62123"/>
              <a:gd name="adj6" fmla="val -7691"/>
              <a:gd name="adj7" fmla="val 118917"/>
              <a:gd name="adj8" fmla="val -13035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Hawk physical position could indicate its power.</a:t>
            </a:r>
          </a:p>
        </p:txBody>
      </p:sp>
      <p:sp>
        <p:nvSpPr>
          <p:cNvPr id="7" name="Callout: Double Bent Line with No Border 6">
            <a:extLst>
              <a:ext uri="{FF2B5EF4-FFF2-40B4-BE49-F238E27FC236}">
                <a16:creationId xmlns:a16="http://schemas.microsoft.com/office/drawing/2014/main" id="{2A9BCD97-7AFC-5A83-A198-5EC6CB5C945C}"/>
              </a:ext>
            </a:extLst>
          </p:cNvPr>
          <p:cNvSpPr/>
          <p:nvPr/>
        </p:nvSpPr>
        <p:spPr>
          <a:xfrm flipH="1">
            <a:off x="106113" y="2063176"/>
            <a:ext cx="1424318" cy="1457591"/>
          </a:xfrm>
          <a:prstGeom prst="callout3">
            <a:avLst>
              <a:gd name="adj1" fmla="val 20961"/>
              <a:gd name="adj2" fmla="val -2776"/>
              <a:gd name="adj3" fmla="val 20380"/>
              <a:gd name="adj4" fmla="val -13041"/>
              <a:gd name="adj5" fmla="val 39619"/>
              <a:gd name="adj6" fmla="val -13635"/>
              <a:gd name="adj7" fmla="val 41851"/>
              <a:gd name="adj8" fmla="val -287848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repetition of hooked emphasizes the hawk’s potential for violence.</a:t>
            </a:r>
          </a:p>
        </p:txBody>
      </p:sp>
      <p:sp>
        <p:nvSpPr>
          <p:cNvPr id="8" name="Callout: Double Bent Line with No Border 7">
            <a:extLst>
              <a:ext uri="{FF2B5EF4-FFF2-40B4-BE49-F238E27FC236}">
                <a16:creationId xmlns:a16="http://schemas.microsoft.com/office/drawing/2014/main" id="{5C657135-42C4-3309-6E84-A25E5FB1799A}"/>
              </a:ext>
            </a:extLst>
          </p:cNvPr>
          <p:cNvSpPr/>
          <p:nvPr/>
        </p:nvSpPr>
        <p:spPr>
          <a:xfrm>
            <a:off x="6933542" y="1889668"/>
            <a:ext cx="1974540" cy="1249626"/>
          </a:xfrm>
          <a:prstGeom prst="callout3">
            <a:avLst>
              <a:gd name="adj1" fmla="val 20961"/>
              <a:gd name="adj2" fmla="val -2776"/>
              <a:gd name="adj3" fmla="val 20961"/>
              <a:gd name="adj4" fmla="val -7691"/>
              <a:gd name="adj5" fmla="val 44507"/>
              <a:gd name="adj6" fmla="val -26986"/>
              <a:gd name="adj7" fmla="val 43710"/>
              <a:gd name="adj8" fmla="val -97078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Falsifying = Fake or misleading</a:t>
            </a:r>
          </a:p>
          <a:p>
            <a:pPr algn="ctr"/>
            <a:r>
              <a:rPr lang="en-US" dirty="0"/>
              <a:t>The hawk does not need (fake) dreams as its reality is perfect.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88B59C-233B-1BB6-96BF-7D0AD40DE327}"/>
              </a:ext>
            </a:extLst>
          </p:cNvPr>
          <p:cNvCxnSpPr/>
          <p:nvPr/>
        </p:nvCxnSpPr>
        <p:spPr>
          <a:xfrm>
            <a:off x="3979333" y="2648727"/>
            <a:ext cx="0" cy="9147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5B5ADC-02F1-6C9F-984F-6A95866F84B6}"/>
              </a:ext>
            </a:extLst>
          </p:cNvPr>
          <p:cNvCxnSpPr/>
          <p:nvPr/>
        </p:nvCxnSpPr>
        <p:spPr>
          <a:xfrm>
            <a:off x="5604904" y="2666226"/>
            <a:ext cx="0" cy="6494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Callout: Double Bent Line with No Border 21">
            <a:extLst>
              <a:ext uri="{FF2B5EF4-FFF2-40B4-BE49-F238E27FC236}">
                <a16:creationId xmlns:a16="http://schemas.microsoft.com/office/drawing/2014/main" id="{59BBC65E-BDBF-9887-6592-8CB395ED6570}"/>
              </a:ext>
            </a:extLst>
          </p:cNvPr>
          <p:cNvSpPr/>
          <p:nvPr/>
        </p:nvSpPr>
        <p:spPr>
          <a:xfrm>
            <a:off x="6905498" y="3264980"/>
            <a:ext cx="2008050" cy="885526"/>
          </a:xfrm>
          <a:prstGeom prst="callout3">
            <a:avLst>
              <a:gd name="adj1" fmla="val 20961"/>
              <a:gd name="adj2" fmla="val -2776"/>
              <a:gd name="adj3" fmla="val 20961"/>
              <a:gd name="adj4" fmla="val -7691"/>
              <a:gd name="adj5" fmla="val 16946"/>
              <a:gd name="adj6" fmla="val -11249"/>
              <a:gd name="adj7" fmla="val -29520"/>
              <a:gd name="adj8" fmla="val -25842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Rhyme emphasizes the idea it contains; the hawks kills are precise and perfect.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FD86FD-A494-6AE8-765A-325EF6487B89}"/>
              </a:ext>
            </a:extLst>
          </p:cNvPr>
          <p:cNvCxnSpPr>
            <a:cxnSpLocks/>
          </p:cNvCxnSpPr>
          <p:nvPr/>
        </p:nvCxnSpPr>
        <p:spPr>
          <a:xfrm flipH="1" flipV="1">
            <a:off x="6379323" y="3381524"/>
            <a:ext cx="526175" cy="188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7" name="Callout: Bent Line with No Border 36">
            <a:extLst>
              <a:ext uri="{FF2B5EF4-FFF2-40B4-BE49-F238E27FC236}">
                <a16:creationId xmlns:a16="http://schemas.microsoft.com/office/drawing/2014/main" id="{FC6C4C41-1A3E-B1AA-A5A2-457BC310CCB3}"/>
              </a:ext>
            </a:extLst>
          </p:cNvPr>
          <p:cNvSpPr/>
          <p:nvPr/>
        </p:nvSpPr>
        <p:spPr>
          <a:xfrm>
            <a:off x="3019273" y="3659192"/>
            <a:ext cx="2889691" cy="1215319"/>
          </a:xfrm>
          <a:prstGeom prst="callout2">
            <a:avLst>
              <a:gd name="adj1" fmla="val 18750"/>
              <a:gd name="adj2" fmla="val -3059"/>
              <a:gd name="adj3" fmla="val 18750"/>
              <a:gd name="adj4" fmla="val -16667"/>
              <a:gd name="adj5" fmla="val -16735"/>
              <a:gd name="adj6" fmla="val -30253"/>
            </a:avLst>
          </a:prstGeom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hawk thinks about killing even in sleep, emphasizing its power and violence .”Perfect” implies that </a:t>
            </a:r>
            <a:r>
              <a:rPr lang="en-US" dirty="0" err="1"/>
              <a:t>iyt</a:t>
            </a:r>
            <a:r>
              <a:rPr lang="en-US" dirty="0"/>
              <a:t> takes great pleasure from killing 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 tmFilter="0,0; .5, 0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2" dur="500" tmFilter="0,0; .5, 0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6" dur="500" tmFilter="0,0; .5, 0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9" dur="500" tmFilter="0,0; .5, 0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3" dur="500" tmFilter="0,0; .5, 0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0">
                                          <p:val>
                                            <p:strVal val="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50000">
                                          <p:val>
                                            <p:strVal val="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h/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0">
                                          <p:val>
                                            <p:strVal val="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ppt_w/1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2" dur="500" tmFilter="0,0; .5, 0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 animBg="1"/>
      <p:bldP spid="286" grpId="0"/>
      <p:bldP spid="287" grpId="0"/>
      <p:bldP spid="288" grpId="0" build="p"/>
      <p:bldP spid="289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/>
      <p:bldP spid="18" grpId="1"/>
      <p:bldP spid="19" grpId="0" animBg="1"/>
      <p:bldP spid="31" grpId="0" animBg="1"/>
      <p:bldP spid="31" grpId="1" animBg="1"/>
      <p:bldP spid="5" grpId="0" animBg="1"/>
      <p:bldP spid="6" grpId="0" animBg="1"/>
      <p:bldP spid="7" grpId="0" animBg="1"/>
      <p:bldP spid="8" grpId="0" animBg="1"/>
      <p:bldP spid="22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>
            <a:off x="154500" y="170585"/>
            <a:ext cx="932494" cy="87204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40"/>
          <p:cNvSpPr txBox="1">
            <a:spLocks noGrp="1"/>
          </p:cNvSpPr>
          <p:nvPr>
            <p:ph type="title"/>
          </p:nvPr>
        </p:nvSpPr>
        <p:spPr>
          <a:xfrm>
            <a:off x="958418" y="170585"/>
            <a:ext cx="633703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Perched in Solitude</a:t>
            </a:r>
          </a:p>
        </p:txBody>
      </p:sp>
      <p:sp>
        <p:nvSpPr>
          <p:cNvPr id="287" name="Google Shape;287;p40"/>
          <p:cNvSpPr txBox="1">
            <a:spLocks noGrp="1"/>
          </p:cNvSpPr>
          <p:nvPr>
            <p:ph type="title" idx="2"/>
          </p:nvPr>
        </p:nvSpPr>
        <p:spPr>
          <a:xfrm>
            <a:off x="147455" y="288438"/>
            <a:ext cx="882796" cy="6055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8" name="Google Shape;288;p40"/>
          <p:cNvSpPr txBox="1">
            <a:spLocks noGrp="1"/>
          </p:cNvSpPr>
          <p:nvPr>
            <p:ph type="subTitle" idx="1"/>
          </p:nvPr>
        </p:nvSpPr>
        <p:spPr>
          <a:xfrm>
            <a:off x="1856584" y="1597936"/>
            <a:ext cx="4842874" cy="21500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I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sit in the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-apple-system"/>
              </a:rPr>
              <a:t>top of the wood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, my eyes closed. Inaction, no 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falsifying dream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Between my </a:t>
            </a:r>
            <a:r>
              <a:rPr lang="en-US" sz="2000" b="1" i="0" dirty="0">
                <a:solidFill>
                  <a:srgbClr val="92D050"/>
                </a:solidFill>
                <a:effectLst/>
                <a:latin typeface="-apple-system"/>
              </a:rPr>
              <a:t>hooked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head and </a:t>
            </a:r>
            <a:r>
              <a:rPr lang="en-US" sz="2000" b="1" i="0" dirty="0">
                <a:solidFill>
                  <a:srgbClr val="92D050"/>
                </a:solidFill>
                <a:effectLst/>
                <a:latin typeface="-apple-system"/>
              </a:rPr>
              <a:t>hooked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-apple-system"/>
              </a:rPr>
              <a:t>feet: 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-apple-system"/>
              </a:rPr>
              <a:t>Or in sleep rehearse perfect kills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 and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-apple-system"/>
              </a:rPr>
              <a:t>eat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-apple-system"/>
              </a:rPr>
              <a:t>.</a:t>
            </a:r>
            <a:endParaRPr sz="2000" b="1" dirty="0"/>
          </a:p>
        </p:txBody>
      </p:sp>
      <p:sp>
        <p:nvSpPr>
          <p:cNvPr id="289" name="Google Shape;289;p40"/>
          <p:cNvSpPr/>
          <p:nvPr/>
        </p:nvSpPr>
        <p:spPr>
          <a:xfrm rot="437192">
            <a:off x="4350779" y="2998841"/>
            <a:ext cx="1301145" cy="2123761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40"/>
          <p:cNvSpPr/>
          <p:nvPr/>
        </p:nvSpPr>
        <p:spPr>
          <a:xfrm rot="-1207040" flipH="1">
            <a:off x="2418877" y="617344"/>
            <a:ext cx="646610" cy="945891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B1C60-3045-1ACC-9D70-8D3810E8427B}"/>
              </a:ext>
            </a:extLst>
          </p:cNvPr>
          <p:cNvSpPr txBox="1"/>
          <p:nvPr/>
        </p:nvSpPr>
        <p:spPr>
          <a:xfrm>
            <a:off x="3184394" y="1082779"/>
            <a:ext cx="1351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Callout: Double Bent Line with Border and Accent Bar 10">
            <a:extLst>
              <a:ext uri="{FF2B5EF4-FFF2-40B4-BE49-F238E27FC236}">
                <a16:creationId xmlns:a16="http://schemas.microsoft.com/office/drawing/2014/main" id="{9595BE4E-3C3C-1CDA-99E7-7AC8661422E9}"/>
              </a:ext>
            </a:extLst>
          </p:cNvPr>
          <p:cNvSpPr/>
          <p:nvPr/>
        </p:nvSpPr>
        <p:spPr>
          <a:xfrm>
            <a:off x="7070149" y="1269575"/>
            <a:ext cx="1874520" cy="858776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7544"/>
              <a:gd name="adj5" fmla="val 135493"/>
              <a:gd name="adj6" fmla="val -17434"/>
              <a:gd name="adj7" fmla="val 135145"/>
              <a:gd name="adj8" fmla="val -1090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  <a:p>
            <a:pPr algn="ctr"/>
            <a:r>
              <a:rPr lang="en-US" dirty="0">
                <a:solidFill>
                  <a:srgbClr val="00B0F0"/>
                </a:solidFill>
              </a:rPr>
              <a:t>What does this mean, and what does it show about the hawk?</a:t>
            </a:r>
          </a:p>
          <a:p>
            <a:pPr algn="ctr"/>
            <a:endParaRPr lang="en-US" dirty="0"/>
          </a:p>
        </p:txBody>
      </p:sp>
      <p:sp>
        <p:nvSpPr>
          <p:cNvPr id="12" name="Callout: Line with Border and Accent Bar 11">
            <a:extLst>
              <a:ext uri="{FF2B5EF4-FFF2-40B4-BE49-F238E27FC236}">
                <a16:creationId xmlns:a16="http://schemas.microsoft.com/office/drawing/2014/main" id="{9A08C9A2-0D20-BFC5-D224-4B6B4A588C0A}"/>
              </a:ext>
            </a:extLst>
          </p:cNvPr>
          <p:cNvSpPr/>
          <p:nvPr/>
        </p:nvSpPr>
        <p:spPr>
          <a:xfrm>
            <a:off x="7070149" y="3411842"/>
            <a:ext cx="1874520" cy="738664"/>
          </a:xfrm>
          <a:prstGeom prst="accentBorderCallout1">
            <a:avLst>
              <a:gd name="adj1" fmla="val 18750"/>
              <a:gd name="adj2" fmla="val -8333"/>
              <a:gd name="adj3" fmla="val -11291"/>
              <a:gd name="adj4" fmla="val -411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  <a:p>
            <a:pPr algn="ctr"/>
            <a:r>
              <a:rPr lang="en-US" dirty="0">
                <a:solidFill>
                  <a:srgbClr val="00B050"/>
                </a:solidFill>
              </a:rPr>
              <a:t>This is the poem’s only rhyming couplet. What is its effect?</a:t>
            </a:r>
          </a:p>
          <a:p>
            <a:pPr algn="ctr"/>
            <a:endParaRPr lang="en-US" dirty="0"/>
          </a:p>
        </p:txBody>
      </p:sp>
      <p:sp>
        <p:nvSpPr>
          <p:cNvPr id="13" name="Callout: Double Bent Line with Border and Accent Bar 12">
            <a:extLst>
              <a:ext uri="{FF2B5EF4-FFF2-40B4-BE49-F238E27FC236}">
                <a16:creationId xmlns:a16="http://schemas.microsoft.com/office/drawing/2014/main" id="{A6760480-665F-88CE-CE01-4F410F017F96}"/>
              </a:ext>
            </a:extLst>
          </p:cNvPr>
          <p:cNvSpPr/>
          <p:nvPr/>
        </p:nvSpPr>
        <p:spPr>
          <a:xfrm>
            <a:off x="7070149" y="2410030"/>
            <a:ext cx="1874520" cy="755271"/>
          </a:xfrm>
          <a:prstGeom prst="accentBorderCallout3">
            <a:avLst>
              <a:gd name="adj1" fmla="val 18750"/>
              <a:gd name="adj2" fmla="val -8333"/>
              <a:gd name="adj3" fmla="val 30857"/>
              <a:gd name="adj4" fmla="val -16667"/>
              <a:gd name="adj5" fmla="val 28368"/>
              <a:gd name="adj6" fmla="val -176017"/>
              <a:gd name="adj7" fmla="val 44357"/>
              <a:gd name="adj8" fmla="val -1778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What does the repetition of ‘hooked’ </a:t>
            </a:r>
            <a:r>
              <a:rPr lang="en-US" dirty="0" err="1">
                <a:solidFill>
                  <a:srgbClr val="00B050"/>
                </a:solidFill>
              </a:rPr>
              <a:t>emphasise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14" name="Callout: Bent Line with Border and Accent Bar 13">
            <a:extLst>
              <a:ext uri="{FF2B5EF4-FFF2-40B4-BE49-F238E27FC236}">
                <a16:creationId xmlns:a16="http://schemas.microsoft.com/office/drawing/2014/main" id="{54127028-FA88-D77A-A8AE-1824B2C2F90E}"/>
              </a:ext>
            </a:extLst>
          </p:cNvPr>
          <p:cNvSpPr/>
          <p:nvPr/>
        </p:nvSpPr>
        <p:spPr>
          <a:xfrm>
            <a:off x="106601" y="2579370"/>
            <a:ext cx="1401381" cy="742127"/>
          </a:xfrm>
          <a:prstGeom prst="accentBorderCallout2">
            <a:avLst>
              <a:gd name="adj1" fmla="val 42285"/>
              <a:gd name="adj2" fmla="val 109805"/>
              <a:gd name="adj3" fmla="val 42042"/>
              <a:gd name="adj4" fmla="val 121526"/>
              <a:gd name="adj5" fmla="val -65783"/>
              <a:gd name="adj6" fmla="val 1307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dirty="0">
                <a:solidFill>
                  <a:srgbClr val="0070C0"/>
                </a:solidFill>
              </a:rPr>
              <a:t>What is the effect of this pronoun?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5" name="Callout: Double Bent Line with Border and Accent Bar 14">
            <a:extLst>
              <a:ext uri="{FF2B5EF4-FFF2-40B4-BE49-F238E27FC236}">
                <a16:creationId xmlns:a16="http://schemas.microsoft.com/office/drawing/2014/main" id="{D5377276-07D7-C587-83C3-28C53027F386}"/>
              </a:ext>
            </a:extLst>
          </p:cNvPr>
          <p:cNvSpPr/>
          <p:nvPr/>
        </p:nvSpPr>
        <p:spPr>
          <a:xfrm>
            <a:off x="106600" y="3520768"/>
            <a:ext cx="1424319" cy="883920"/>
          </a:xfrm>
          <a:prstGeom prst="accentBorderCallout3">
            <a:avLst>
              <a:gd name="adj1" fmla="val 10992"/>
              <a:gd name="adj2" fmla="val 111706"/>
              <a:gd name="adj3" fmla="val 12715"/>
              <a:gd name="adj4" fmla="val 164827"/>
              <a:gd name="adj5" fmla="val 12931"/>
              <a:gd name="adj6" fmla="val 256149"/>
              <a:gd name="adj7" fmla="val -7725"/>
              <a:gd name="adj8" fmla="val 27022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r>
              <a:rPr lang="en-US" dirty="0">
                <a:solidFill>
                  <a:srgbClr val="0070C0"/>
                </a:solidFill>
              </a:rPr>
              <a:t>What does this line tell us about the hawk?</a:t>
            </a:r>
          </a:p>
          <a:p>
            <a:pPr algn="ctr"/>
            <a:endParaRPr lang="en-US" dirty="0">
              <a:solidFill>
                <a:srgbClr val="0070C0"/>
              </a:solidFill>
            </a:endParaRPr>
          </a:p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Callout: Double Bent Line with Border and Accent Bar 16">
            <a:extLst>
              <a:ext uri="{FF2B5EF4-FFF2-40B4-BE49-F238E27FC236}">
                <a16:creationId xmlns:a16="http://schemas.microsoft.com/office/drawing/2014/main" id="{38176CB5-EB12-E074-34CA-114BE0D61809}"/>
              </a:ext>
            </a:extLst>
          </p:cNvPr>
          <p:cNvSpPr/>
          <p:nvPr/>
        </p:nvSpPr>
        <p:spPr>
          <a:xfrm rot="10800000">
            <a:off x="70364" y="1392587"/>
            <a:ext cx="1424320" cy="872040"/>
          </a:xfrm>
          <a:prstGeom prst="accentBorderCallout3">
            <a:avLst>
              <a:gd name="adj1" fmla="val 80791"/>
              <a:gd name="adj2" fmla="val -9403"/>
              <a:gd name="adj3" fmla="val 81664"/>
              <a:gd name="adj4" fmla="val -81401"/>
              <a:gd name="adj5" fmla="val 79902"/>
              <a:gd name="adj6" fmla="val -130620"/>
              <a:gd name="adj7" fmla="val 55292"/>
              <a:gd name="adj8" fmla="val -1517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64F59-E258-8E62-98F0-DBA5C2EAC369}"/>
              </a:ext>
            </a:extLst>
          </p:cNvPr>
          <p:cNvSpPr txBox="1"/>
          <p:nvPr/>
        </p:nvSpPr>
        <p:spPr>
          <a:xfrm>
            <a:off x="114109" y="1492125"/>
            <a:ext cx="13518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What could this image indicate?</a:t>
            </a:r>
          </a:p>
        </p:txBody>
      </p:sp>
      <p:sp>
        <p:nvSpPr>
          <p:cNvPr id="19" name="Google Shape;446;p50">
            <a:extLst>
              <a:ext uri="{FF2B5EF4-FFF2-40B4-BE49-F238E27FC236}">
                <a16:creationId xmlns:a16="http://schemas.microsoft.com/office/drawing/2014/main" id="{09F5EAE8-DAD8-B2D5-0A93-517D4653A309}"/>
              </a:ext>
            </a:extLst>
          </p:cNvPr>
          <p:cNvSpPr/>
          <p:nvPr/>
        </p:nvSpPr>
        <p:spPr>
          <a:xfrm rot="17627235">
            <a:off x="6755072" y="91552"/>
            <a:ext cx="2186714" cy="1363995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02EA4DE-E2FD-54DB-A6E0-38E282CBDDD1}"/>
              </a:ext>
            </a:extLst>
          </p:cNvPr>
          <p:cNvCxnSpPr>
            <a:cxnSpLocks/>
          </p:cNvCxnSpPr>
          <p:nvPr/>
        </p:nvCxnSpPr>
        <p:spPr>
          <a:xfrm flipV="1">
            <a:off x="5908966" y="2641020"/>
            <a:ext cx="0" cy="12988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E429D0-16A0-6FB6-3ED5-9E597DE6FE81}"/>
              </a:ext>
            </a:extLst>
          </p:cNvPr>
          <p:cNvCxnSpPr/>
          <p:nvPr/>
        </p:nvCxnSpPr>
        <p:spPr>
          <a:xfrm>
            <a:off x="6383045" y="2991775"/>
            <a:ext cx="506027" cy="528993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Google Shape;1154;p66">
            <a:extLst>
              <a:ext uri="{FF2B5EF4-FFF2-40B4-BE49-F238E27FC236}">
                <a16:creationId xmlns:a16="http://schemas.microsoft.com/office/drawing/2014/main" id="{90A394D9-EC4C-0031-74AB-5152C7757C34}"/>
              </a:ext>
            </a:extLst>
          </p:cNvPr>
          <p:cNvSpPr/>
          <p:nvPr/>
        </p:nvSpPr>
        <p:spPr>
          <a:xfrm>
            <a:off x="8945" y="4443851"/>
            <a:ext cx="9144000" cy="1643501"/>
          </a:xfrm>
          <a:custGeom>
            <a:avLst/>
            <a:gdLst/>
            <a:ahLst/>
            <a:cxnLst/>
            <a:rect l="l" t="t" r="r" b="b"/>
            <a:pathLst>
              <a:path w="219187" h="106617" extrusionOk="0">
                <a:moveTo>
                  <a:pt x="42674" y="1"/>
                </a:moveTo>
                <a:cubicBezTo>
                  <a:pt x="41959" y="1"/>
                  <a:pt x="41150" y="140"/>
                  <a:pt x="40534" y="140"/>
                </a:cubicBezTo>
                <a:cubicBezTo>
                  <a:pt x="40516" y="140"/>
                  <a:pt x="40498" y="140"/>
                  <a:pt x="40481" y="140"/>
                </a:cubicBezTo>
                <a:cubicBezTo>
                  <a:pt x="40457" y="139"/>
                  <a:pt x="40434" y="139"/>
                  <a:pt x="40411" y="139"/>
                </a:cubicBezTo>
                <a:cubicBezTo>
                  <a:pt x="38837" y="139"/>
                  <a:pt x="37412" y="582"/>
                  <a:pt x="35809" y="582"/>
                </a:cubicBezTo>
                <a:cubicBezTo>
                  <a:pt x="33949" y="582"/>
                  <a:pt x="32621" y="751"/>
                  <a:pt x="30878" y="1467"/>
                </a:cubicBezTo>
                <a:cubicBezTo>
                  <a:pt x="29745" y="1935"/>
                  <a:pt x="28887" y="3054"/>
                  <a:pt x="27677" y="3263"/>
                </a:cubicBezTo>
                <a:cubicBezTo>
                  <a:pt x="27371" y="3321"/>
                  <a:pt x="27068" y="3321"/>
                  <a:pt x="26767" y="3321"/>
                </a:cubicBezTo>
                <a:cubicBezTo>
                  <a:pt x="26466" y="3321"/>
                  <a:pt x="26167" y="3321"/>
                  <a:pt x="25868" y="3379"/>
                </a:cubicBezTo>
                <a:cubicBezTo>
                  <a:pt x="24060" y="3691"/>
                  <a:pt x="22224" y="4251"/>
                  <a:pt x="20442" y="4628"/>
                </a:cubicBezTo>
                <a:cubicBezTo>
                  <a:pt x="15732" y="5631"/>
                  <a:pt x="11581" y="8728"/>
                  <a:pt x="7105" y="10497"/>
                </a:cubicBezTo>
                <a:cubicBezTo>
                  <a:pt x="5557" y="11108"/>
                  <a:pt x="3982" y="11668"/>
                  <a:pt x="2434" y="12267"/>
                </a:cubicBezTo>
                <a:cubicBezTo>
                  <a:pt x="1613" y="12566"/>
                  <a:pt x="807" y="12644"/>
                  <a:pt x="0" y="12891"/>
                </a:cubicBezTo>
                <a:lnTo>
                  <a:pt x="0" y="106616"/>
                </a:lnTo>
                <a:lnTo>
                  <a:pt x="219187" y="106616"/>
                </a:lnTo>
                <a:lnTo>
                  <a:pt x="219187" y="57301"/>
                </a:lnTo>
                <a:cubicBezTo>
                  <a:pt x="218536" y="56664"/>
                  <a:pt x="217755" y="56273"/>
                  <a:pt x="217079" y="55635"/>
                </a:cubicBezTo>
                <a:cubicBezTo>
                  <a:pt x="216128" y="54738"/>
                  <a:pt x="215139" y="53892"/>
                  <a:pt x="214190" y="52994"/>
                </a:cubicBezTo>
                <a:cubicBezTo>
                  <a:pt x="212368" y="51277"/>
                  <a:pt x="210663" y="49468"/>
                  <a:pt x="208725" y="47906"/>
                </a:cubicBezTo>
                <a:cubicBezTo>
                  <a:pt x="207462" y="46891"/>
                  <a:pt x="206447" y="45668"/>
                  <a:pt x="205264" y="44601"/>
                </a:cubicBezTo>
                <a:cubicBezTo>
                  <a:pt x="204613" y="44016"/>
                  <a:pt x="203963" y="43456"/>
                  <a:pt x="203364" y="42831"/>
                </a:cubicBezTo>
                <a:cubicBezTo>
                  <a:pt x="202661" y="42090"/>
                  <a:pt x="201803" y="41556"/>
                  <a:pt x="200982" y="40880"/>
                </a:cubicBezTo>
                <a:cubicBezTo>
                  <a:pt x="200124" y="40191"/>
                  <a:pt x="199031" y="39865"/>
                  <a:pt x="198224" y="39136"/>
                </a:cubicBezTo>
                <a:cubicBezTo>
                  <a:pt x="197313" y="38317"/>
                  <a:pt x="196364" y="37627"/>
                  <a:pt x="195401" y="36872"/>
                </a:cubicBezTo>
                <a:cubicBezTo>
                  <a:pt x="194672" y="36313"/>
                  <a:pt x="194008" y="35532"/>
                  <a:pt x="193279" y="34998"/>
                </a:cubicBezTo>
                <a:cubicBezTo>
                  <a:pt x="192577" y="34491"/>
                  <a:pt x="191810" y="34309"/>
                  <a:pt x="191119" y="33723"/>
                </a:cubicBezTo>
                <a:cubicBezTo>
                  <a:pt x="189754" y="32565"/>
                  <a:pt x="188205" y="31446"/>
                  <a:pt x="186631" y="30574"/>
                </a:cubicBezTo>
                <a:cubicBezTo>
                  <a:pt x="186175" y="30327"/>
                  <a:pt x="185564" y="30054"/>
                  <a:pt x="185056" y="29924"/>
                </a:cubicBezTo>
                <a:cubicBezTo>
                  <a:pt x="184653" y="29819"/>
                  <a:pt x="184249" y="29911"/>
                  <a:pt x="183846" y="29793"/>
                </a:cubicBezTo>
                <a:cubicBezTo>
                  <a:pt x="183508" y="29677"/>
                  <a:pt x="183352" y="29377"/>
                  <a:pt x="183092" y="29273"/>
                </a:cubicBezTo>
                <a:cubicBezTo>
                  <a:pt x="182115" y="28883"/>
                  <a:pt x="181074" y="28766"/>
                  <a:pt x="180073" y="28492"/>
                </a:cubicBezTo>
                <a:cubicBezTo>
                  <a:pt x="179825" y="28428"/>
                  <a:pt x="179708" y="28284"/>
                  <a:pt x="179370" y="28232"/>
                </a:cubicBezTo>
                <a:cubicBezTo>
                  <a:pt x="179289" y="28222"/>
                  <a:pt x="179204" y="28218"/>
                  <a:pt x="179118" y="28218"/>
                </a:cubicBezTo>
                <a:cubicBezTo>
                  <a:pt x="178885" y="28218"/>
                  <a:pt x="178639" y="28246"/>
                  <a:pt x="178420" y="28246"/>
                </a:cubicBezTo>
                <a:cubicBezTo>
                  <a:pt x="178391" y="28245"/>
                  <a:pt x="178361" y="28244"/>
                  <a:pt x="178332" y="28244"/>
                </a:cubicBezTo>
                <a:cubicBezTo>
                  <a:pt x="177805" y="28244"/>
                  <a:pt x="177302" y="28360"/>
                  <a:pt x="176858" y="28544"/>
                </a:cubicBezTo>
                <a:cubicBezTo>
                  <a:pt x="174712" y="29403"/>
                  <a:pt x="173033" y="31030"/>
                  <a:pt x="170912" y="31863"/>
                </a:cubicBezTo>
                <a:cubicBezTo>
                  <a:pt x="167737" y="33112"/>
                  <a:pt x="165656" y="35845"/>
                  <a:pt x="162923" y="37861"/>
                </a:cubicBezTo>
                <a:cubicBezTo>
                  <a:pt x="161973" y="38577"/>
                  <a:pt x="160971" y="39032"/>
                  <a:pt x="160060" y="39826"/>
                </a:cubicBezTo>
                <a:cubicBezTo>
                  <a:pt x="158473" y="41205"/>
                  <a:pt x="157080" y="42507"/>
                  <a:pt x="155701" y="44120"/>
                </a:cubicBezTo>
                <a:cubicBezTo>
                  <a:pt x="154712" y="45291"/>
                  <a:pt x="153685" y="46306"/>
                  <a:pt x="152383" y="47087"/>
                </a:cubicBezTo>
                <a:cubicBezTo>
                  <a:pt x="151771" y="47464"/>
                  <a:pt x="151134" y="47763"/>
                  <a:pt x="150600" y="48244"/>
                </a:cubicBezTo>
                <a:cubicBezTo>
                  <a:pt x="150158" y="48648"/>
                  <a:pt x="149703" y="49325"/>
                  <a:pt x="149130" y="49481"/>
                </a:cubicBezTo>
                <a:cubicBezTo>
                  <a:pt x="148870" y="49117"/>
                  <a:pt x="148350" y="48843"/>
                  <a:pt x="148024" y="48557"/>
                </a:cubicBezTo>
                <a:cubicBezTo>
                  <a:pt x="147686" y="48270"/>
                  <a:pt x="147361" y="47998"/>
                  <a:pt x="147009" y="47724"/>
                </a:cubicBezTo>
                <a:cubicBezTo>
                  <a:pt x="146086" y="47009"/>
                  <a:pt x="145057" y="46462"/>
                  <a:pt x="144302" y="45577"/>
                </a:cubicBezTo>
                <a:cubicBezTo>
                  <a:pt x="143131" y="44211"/>
                  <a:pt x="142507" y="42571"/>
                  <a:pt x="141427" y="41153"/>
                </a:cubicBezTo>
                <a:cubicBezTo>
                  <a:pt x="140425" y="39813"/>
                  <a:pt x="138863" y="38603"/>
                  <a:pt x="137510" y="37627"/>
                </a:cubicBezTo>
                <a:cubicBezTo>
                  <a:pt x="136521" y="36898"/>
                  <a:pt x="135428" y="36209"/>
                  <a:pt x="134569" y="35324"/>
                </a:cubicBezTo>
                <a:cubicBezTo>
                  <a:pt x="133737" y="34465"/>
                  <a:pt x="133594" y="33281"/>
                  <a:pt x="132540" y="32526"/>
                </a:cubicBezTo>
                <a:cubicBezTo>
                  <a:pt x="132007" y="32149"/>
                  <a:pt x="131655" y="31941"/>
                  <a:pt x="131226" y="31355"/>
                </a:cubicBezTo>
                <a:cubicBezTo>
                  <a:pt x="130758" y="30744"/>
                  <a:pt x="130263" y="30470"/>
                  <a:pt x="129755" y="29950"/>
                </a:cubicBezTo>
                <a:cubicBezTo>
                  <a:pt x="128844" y="29013"/>
                  <a:pt x="128233" y="28193"/>
                  <a:pt x="127023" y="27569"/>
                </a:cubicBezTo>
                <a:cubicBezTo>
                  <a:pt x="126229" y="27165"/>
                  <a:pt x="125851" y="27295"/>
                  <a:pt x="125032" y="27153"/>
                </a:cubicBezTo>
                <a:cubicBezTo>
                  <a:pt x="124394" y="27048"/>
                  <a:pt x="123952" y="26710"/>
                  <a:pt x="123275" y="26671"/>
                </a:cubicBezTo>
                <a:cubicBezTo>
                  <a:pt x="123100" y="26657"/>
                  <a:pt x="122935" y="26651"/>
                  <a:pt x="122778" y="26651"/>
                </a:cubicBezTo>
                <a:cubicBezTo>
                  <a:pt x="122001" y="26651"/>
                  <a:pt x="121411" y="26810"/>
                  <a:pt x="120686" y="27113"/>
                </a:cubicBezTo>
                <a:cubicBezTo>
                  <a:pt x="117667" y="28376"/>
                  <a:pt x="114545" y="29417"/>
                  <a:pt x="111825" y="31368"/>
                </a:cubicBezTo>
                <a:cubicBezTo>
                  <a:pt x="110563" y="32292"/>
                  <a:pt x="109262" y="32722"/>
                  <a:pt x="107869" y="33307"/>
                </a:cubicBezTo>
                <a:cubicBezTo>
                  <a:pt x="103823" y="34998"/>
                  <a:pt x="100127" y="37340"/>
                  <a:pt x="96172" y="39228"/>
                </a:cubicBezTo>
                <a:cubicBezTo>
                  <a:pt x="95235" y="39670"/>
                  <a:pt x="94428" y="40659"/>
                  <a:pt x="93504" y="41036"/>
                </a:cubicBezTo>
                <a:cubicBezTo>
                  <a:pt x="92580" y="41400"/>
                  <a:pt x="91722" y="41530"/>
                  <a:pt x="90681" y="41530"/>
                </a:cubicBezTo>
                <a:cubicBezTo>
                  <a:pt x="88637" y="41530"/>
                  <a:pt x="87089" y="40411"/>
                  <a:pt x="85476" y="39162"/>
                </a:cubicBezTo>
                <a:cubicBezTo>
                  <a:pt x="84708" y="38563"/>
                  <a:pt x="84343" y="37640"/>
                  <a:pt x="83745" y="36898"/>
                </a:cubicBezTo>
                <a:cubicBezTo>
                  <a:pt x="83172" y="36209"/>
                  <a:pt x="82470" y="35987"/>
                  <a:pt x="81702" y="35623"/>
                </a:cubicBezTo>
                <a:cubicBezTo>
                  <a:pt x="80011" y="34804"/>
                  <a:pt x="78371" y="32904"/>
                  <a:pt x="77031" y="31525"/>
                </a:cubicBezTo>
                <a:cubicBezTo>
                  <a:pt x="76185" y="30640"/>
                  <a:pt x="75209" y="29845"/>
                  <a:pt x="74364" y="28948"/>
                </a:cubicBezTo>
                <a:cubicBezTo>
                  <a:pt x="73817" y="28362"/>
                  <a:pt x="73778" y="27907"/>
                  <a:pt x="73063" y="27451"/>
                </a:cubicBezTo>
                <a:cubicBezTo>
                  <a:pt x="72607" y="27179"/>
                  <a:pt x="72178" y="26931"/>
                  <a:pt x="71761" y="26592"/>
                </a:cubicBezTo>
                <a:cubicBezTo>
                  <a:pt x="71175" y="26112"/>
                  <a:pt x="70564" y="25682"/>
                  <a:pt x="69978" y="25239"/>
                </a:cubicBezTo>
                <a:cubicBezTo>
                  <a:pt x="69276" y="24706"/>
                  <a:pt x="68847" y="23938"/>
                  <a:pt x="68235" y="23301"/>
                </a:cubicBezTo>
                <a:cubicBezTo>
                  <a:pt x="67532" y="22559"/>
                  <a:pt x="66673" y="22012"/>
                  <a:pt x="65997" y="21245"/>
                </a:cubicBezTo>
                <a:cubicBezTo>
                  <a:pt x="65190" y="20334"/>
                  <a:pt x="64631" y="19254"/>
                  <a:pt x="63811" y="18356"/>
                </a:cubicBezTo>
                <a:cubicBezTo>
                  <a:pt x="62275" y="16651"/>
                  <a:pt x="60662" y="15038"/>
                  <a:pt x="59114" y="13346"/>
                </a:cubicBezTo>
                <a:cubicBezTo>
                  <a:pt x="58450" y="12618"/>
                  <a:pt x="58085" y="12189"/>
                  <a:pt x="57318" y="11720"/>
                </a:cubicBezTo>
                <a:cubicBezTo>
                  <a:pt x="56420" y="11174"/>
                  <a:pt x="56069" y="10419"/>
                  <a:pt x="55340" y="9677"/>
                </a:cubicBezTo>
                <a:cubicBezTo>
                  <a:pt x="52646" y="6932"/>
                  <a:pt x="49771" y="4342"/>
                  <a:pt x="46622" y="2143"/>
                </a:cubicBezTo>
                <a:cubicBezTo>
                  <a:pt x="45972" y="1675"/>
                  <a:pt x="45139" y="1427"/>
                  <a:pt x="44514" y="920"/>
                </a:cubicBezTo>
                <a:cubicBezTo>
                  <a:pt x="44137" y="621"/>
                  <a:pt x="44046" y="270"/>
                  <a:pt x="43564" y="114"/>
                </a:cubicBezTo>
                <a:cubicBezTo>
                  <a:pt x="43305" y="30"/>
                  <a:pt x="42999" y="1"/>
                  <a:pt x="4267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155;p66">
            <a:extLst>
              <a:ext uri="{FF2B5EF4-FFF2-40B4-BE49-F238E27FC236}">
                <a16:creationId xmlns:a16="http://schemas.microsoft.com/office/drawing/2014/main" id="{273EF316-B3BB-1CDE-8B20-26FC040C63C9}"/>
              </a:ext>
            </a:extLst>
          </p:cNvPr>
          <p:cNvSpPr/>
          <p:nvPr/>
        </p:nvSpPr>
        <p:spPr>
          <a:xfrm>
            <a:off x="2636411" y="4372106"/>
            <a:ext cx="6498644" cy="1452076"/>
          </a:xfrm>
          <a:custGeom>
            <a:avLst/>
            <a:gdLst/>
            <a:ahLst/>
            <a:cxnLst/>
            <a:rect l="l" t="t" r="r" b="b"/>
            <a:pathLst>
              <a:path w="219187" h="76793" extrusionOk="0">
                <a:moveTo>
                  <a:pt x="27477" y="1"/>
                </a:moveTo>
                <a:cubicBezTo>
                  <a:pt x="25226" y="1"/>
                  <a:pt x="22829" y="1045"/>
                  <a:pt x="21157" y="2247"/>
                </a:cubicBezTo>
                <a:cubicBezTo>
                  <a:pt x="19700" y="3300"/>
                  <a:pt x="18282" y="4237"/>
                  <a:pt x="16721" y="5136"/>
                </a:cubicBezTo>
                <a:cubicBezTo>
                  <a:pt x="15692" y="5721"/>
                  <a:pt x="14651" y="6345"/>
                  <a:pt x="13572" y="6801"/>
                </a:cubicBezTo>
                <a:cubicBezTo>
                  <a:pt x="13078" y="7009"/>
                  <a:pt x="12505" y="7100"/>
                  <a:pt x="12063" y="7374"/>
                </a:cubicBezTo>
                <a:cubicBezTo>
                  <a:pt x="11477" y="7751"/>
                  <a:pt x="10996" y="8427"/>
                  <a:pt x="10462" y="8883"/>
                </a:cubicBezTo>
                <a:cubicBezTo>
                  <a:pt x="8900" y="10171"/>
                  <a:pt x="7313" y="11394"/>
                  <a:pt x="5777" y="12709"/>
                </a:cubicBezTo>
                <a:cubicBezTo>
                  <a:pt x="3813" y="14413"/>
                  <a:pt x="2043" y="16234"/>
                  <a:pt x="0" y="17796"/>
                </a:cubicBezTo>
                <a:lnTo>
                  <a:pt x="0" y="76792"/>
                </a:lnTo>
                <a:lnTo>
                  <a:pt x="219187" y="76792"/>
                </a:lnTo>
                <a:lnTo>
                  <a:pt x="219187" y="37808"/>
                </a:lnTo>
                <a:cubicBezTo>
                  <a:pt x="218770" y="37431"/>
                  <a:pt x="218340" y="37054"/>
                  <a:pt x="217911" y="36689"/>
                </a:cubicBezTo>
                <a:cubicBezTo>
                  <a:pt x="217351" y="36221"/>
                  <a:pt x="217039" y="35674"/>
                  <a:pt x="216532" y="35193"/>
                </a:cubicBezTo>
                <a:cubicBezTo>
                  <a:pt x="215778" y="34465"/>
                  <a:pt x="214931" y="33983"/>
                  <a:pt x="214229" y="33176"/>
                </a:cubicBezTo>
                <a:cubicBezTo>
                  <a:pt x="213539" y="32395"/>
                  <a:pt x="212875" y="31615"/>
                  <a:pt x="212212" y="30821"/>
                </a:cubicBezTo>
                <a:cubicBezTo>
                  <a:pt x="211496" y="29949"/>
                  <a:pt x="210976" y="28765"/>
                  <a:pt x="210026" y="28193"/>
                </a:cubicBezTo>
                <a:cubicBezTo>
                  <a:pt x="209089" y="27620"/>
                  <a:pt x="208191" y="27256"/>
                  <a:pt x="207320" y="26579"/>
                </a:cubicBezTo>
                <a:cubicBezTo>
                  <a:pt x="206539" y="25981"/>
                  <a:pt x="205823" y="25187"/>
                  <a:pt x="204912" y="24836"/>
                </a:cubicBezTo>
                <a:cubicBezTo>
                  <a:pt x="204486" y="24671"/>
                  <a:pt x="204100" y="24607"/>
                  <a:pt x="203734" y="24607"/>
                </a:cubicBezTo>
                <a:cubicBezTo>
                  <a:pt x="202768" y="24607"/>
                  <a:pt x="201934" y="25052"/>
                  <a:pt x="200840" y="25278"/>
                </a:cubicBezTo>
                <a:cubicBezTo>
                  <a:pt x="200228" y="25395"/>
                  <a:pt x="199811" y="25291"/>
                  <a:pt x="199187" y="25564"/>
                </a:cubicBezTo>
                <a:cubicBezTo>
                  <a:pt x="198576" y="25837"/>
                  <a:pt x="198003" y="26189"/>
                  <a:pt x="197469" y="26566"/>
                </a:cubicBezTo>
                <a:cubicBezTo>
                  <a:pt x="196520" y="27216"/>
                  <a:pt x="195375" y="27841"/>
                  <a:pt x="194516" y="28596"/>
                </a:cubicBezTo>
                <a:cubicBezTo>
                  <a:pt x="193097" y="29832"/>
                  <a:pt x="192264" y="31562"/>
                  <a:pt x="190625" y="32513"/>
                </a:cubicBezTo>
                <a:cubicBezTo>
                  <a:pt x="190014" y="32851"/>
                  <a:pt x="189428" y="33254"/>
                  <a:pt x="188907" y="33722"/>
                </a:cubicBezTo>
                <a:cubicBezTo>
                  <a:pt x="188504" y="34087"/>
                  <a:pt x="188231" y="34517"/>
                  <a:pt x="187684" y="34725"/>
                </a:cubicBezTo>
                <a:cubicBezTo>
                  <a:pt x="187047" y="34959"/>
                  <a:pt x="186657" y="35063"/>
                  <a:pt x="186097" y="35544"/>
                </a:cubicBezTo>
                <a:cubicBezTo>
                  <a:pt x="185668" y="35922"/>
                  <a:pt x="185368" y="36351"/>
                  <a:pt x="185134" y="36845"/>
                </a:cubicBezTo>
                <a:cubicBezTo>
                  <a:pt x="184885" y="37355"/>
                  <a:pt x="184888" y="37428"/>
                  <a:pt x="184520" y="37428"/>
                </a:cubicBezTo>
                <a:cubicBezTo>
                  <a:pt x="184409" y="37428"/>
                  <a:pt x="184263" y="37421"/>
                  <a:pt x="184067" y="37418"/>
                </a:cubicBezTo>
                <a:cubicBezTo>
                  <a:pt x="184005" y="37417"/>
                  <a:pt x="183945" y="37417"/>
                  <a:pt x="183887" y="37417"/>
                </a:cubicBezTo>
                <a:cubicBezTo>
                  <a:pt x="183739" y="37417"/>
                  <a:pt x="183601" y="37419"/>
                  <a:pt x="183470" y="37419"/>
                </a:cubicBezTo>
                <a:cubicBezTo>
                  <a:pt x="182987" y="37419"/>
                  <a:pt x="182589" y="37389"/>
                  <a:pt x="182089" y="37106"/>
                </a:cubicBezTo>
                <a:cubicBezTo>
                  <a:pt x="181465" y="36741"/>
                  <a:pt x="181088" y="36260"/>
                  <a:pt x="180554" y="35792"/>
                </a:cubicBezTo>
                <a:cubicBezTo>
                  <a:pt x="179487" y="34868"/>
                  <a:pt x="178407" y="34074"/>
                  <a:pt x="177405" y="33059"/>
                </a:cubicBezTo>
                <a:cubicBezTo>
                  <a:pt x="176534" y="32161"/>
                  <a:pt x="175557" y="31290"/>
                  <a:pt x="174594" y="30483"/>
                </a:cubicBezTo>
                <a:cubicBezTo>
                  <a:pt x="173918" y="29923"/>
                  <a:pt x="173345" y="29468"/>
                  <a:pt x="172578" y="29130"/>
                </a:cubicBezTo>
                <a:cubicBezTo>
                  <a:pt x="171966" y="28870"/>
                  <a:pt x="171459" y="28648"/>
                  <a:pt x="170925" y="28231"/>
                </a:cubicBezTo>
                <a:cubicBezTo>
                  <a:pt x="169988" y="27477"/>
                  <a:pt x="169377" y="26866"/>
                  <a:pt x="168609" y="25903"/>
                </a:cubicBezTo>
                <a:cubicBezTo>
                  <a:pt x="168244" y="25421"/>
                  <a:pt x="167776" y="25148"/>
                  <a:pt x="167229" y="25004"/>
                </a:cubicBezTo>
                <a:cubicBezTo>
                  <a:pt x="167071" y="24964"/>
                  <a:pt x="166919" y="24948"/>
                  <a:pt x="166770" y="24948"/>
                </a:cubicBezTo>
                <a:cubicBezTo>
                  <a:pt x="166148" y="24948"/>
                  <a:pt x="165590" y="25234"/>
                  <a:pt x="164939" y="25265"/>
                </a:cubicBezTo>
                <a:cubicBezTo>
                  <a:pt x="164785" y="25275"/>
                  <a:pt x="164639" y="25278"/>
                  <a:pt x="164500" y="25278"/>
                </a:cubicBezTo>
                <a:cubicBezTo>
                  <a:pt x="164337" y="25278"/>
                  <a:pt x="164182" y="25274"/>
                  <a:pt x="164033" y="25274"/>
                </a:cubicBezTo>
                <a:cubicBezTo>
                  <a:pt x="163510" y="25274"/>
                  <a:pt x="163056" y="25321"/>
                  <a:pt x="162545" y="25747"/>
                </a:cubicBezTo>
                <a:cubicBezTo>
                  <a:pt x="161205" y="26840"/>
                  <a:pt x="159995" y="27997"/>
                  <a:pt x="158447" y="28791"/>
                </a:cubicBezTo>
                <a:cubicBezTo>
                  <a:pt x="156729" y="29663"/>
                  <a:pt x="155232" y="31042"/>
                  <a:pt x="153671" y="32161"/>
                </a:cubicBezTo>
                <a:cubicBezTo>
                  <a:pt x="153307" y="32421"/>
                  <a:pt x="152968" y="32734"/>
                  <a:pt x="152539" y="32851"/>
                </a:cubicBezTo>
                <a:cubicBezTo>
                  <a:pt x="152437" y="32876"/>
                  <a:pt x="152330" y="32885"/>
                  <a:pt x="152220" y="32885"/>
                </a:cubicBezTo>
                <a:cubicBezTo>
                  <a:pt x="151979" y="32885"/>
                  <a:pt x="151726" y="32844"/>
                  <a:pt x="151475" y="32844"/>
                </a:cubicBezTo>
                <a:cubicBezTo>
                  <a:pt x="151360" y="32844"/>
                  <a:pt x="151246" y="32852"/>
                  <a:pt x="151134" y="32877"/>
                </a:cubicBezTo>
                <a:cubicBezTo>
                  <a:pt x="150453" y="33031"/>
                  <a:pt x="150001" y="33515"/>
                  <a:pt x="149252" y="33515"/>
                </a:cubicBezTo>
                <a:cubicBezTo>
                  <a:pt x="149242" y="33515"/>
                  <a:pt x="149231" y="33514"/>
                  <a:pt x="149221" y="33514"/>
                </a:cubicBezTo>
                <a:cubicBezTo>
                  <a:pt x="148674" y="33514"/>
                  <a:pt x="148206" y="33320"/>
                  <a:pt x="147725" y="33124"/>
                </a:cubicBezTo>
                <a:cubicBezTo>
                  <a:pt x="146919" y="32792"/>
                  <a:pt x="146302" y="32552"/>
                  <a:pt x="145672" y="32552"/>
                </a:cubicBezTo>
                <a:cubicBezTo>
                  <a:pt x="145142" y="32552"/>
                  <a:pt x="144604" y="32722"/>
                  <a:pt x="143938" y="33150"/>
                </a:cubicBezTo>
                <a:cubicBezTo>
                  <a:pt x="143353" y="33514"/>
                  <a:pt x="143249" y="33502"/>
                  <a:pt x="142663" y="33801"/>
                </a:cubicBezTo>
                <a:cubicBezTo>
                  <a:pt x="142234" y="32877"/>
                  <a:pt x="141544" y="32044"/>
                  <a:pt x="140685" y="31484"/>
                </a:cubicBezTo>
                <a:cubicBezTo>
                  <a:pt x="140152" y="31146"/>
                  <a:pt x="139658" y="31172"/>
                  <a:pt x="139215" y="30678"/>
                </a:cubicBezTo>
                <a:cubicBezTo>
                  <a:pt x="138551" y="29937"/>
                  <a:pt x="138252" y="29052"/>
                  <a:pt x="137420" y="28440"/>
                </a:cubicBezTo>
                <a:cubicBezTo>
                  <a:pt x="136535" y="27803"/>
                  <a:pt x="135402" y="27542"/>
                  <a:pt x="134505" y="26904"/>
                </a:cubicBezTo>
                <a:cubicBezTo>
                  <a:pt x="133919" y="26488"/>
                  <a:pt x="133490" y="25955"/>
                  <a:pt x="132878" y="25577"/>
                </a:cubicBezTo>
                <a:cubicBezTo>
                  <a:pt x="132201" y="25174"/>
                  <a:pt x="131616" y="24900"/>
                  <a:pt x="131160" y="24224"/>
                </a:cubicBezTo>
                <a:cubicBezTo>
                  <a:pt x="130510" y="23287"/>
                  <a:pt x="130081" y="22272"/>
                  <a:pt x="129391" y="21349"/>
                </a:cubicBezTo>
                <a:cubicBezTo>
                  <a:pt x="128688" y="20398"/>
                  <a:pt x="127895" y="19982"/>
                  <a:pt x="126944" y="19345"/>
                </a:cubicBezTo>
                <a:cubicBezTo>
                  <a:pt x="126164" y="18811"/>
                  <a:pt x="125709" y="18460"/>
                  <a:pt x="124772" y="18186"/>
                </a:cubicBezTo>
                <a:cubicBezTo>
                  <a:pt x="124290" y="18044"/>
                  <a:pt x="123874" y="17926"/>
                  <a:pt x="123431" y="17705"/>
                </a:cubicBezTo>
                <a:cubicBezTo>
                  <a:pt x="122182" y="17093"/>
                  <a:pt x="121636" y="15806"/>
                  <a:pt x="120712" y="14803"/>
                </a:cubicBezTo>
                <a:cubicBezTo>
                  <a:pt x="120178" y="14218"/>
                  <a:pt x="119801" y="13788"/>
                  <a:pt x="118995" y="13750"/>
                </a:cubicBezTo>
                <a:cubicBezTo>
                  <a:pt x="118917" y="13747"/>
                  <a:pt x="118838" y="13746"/>
                  <a:pt x="118759" y="13746"/>
                </a:cubicBezTo>
                <a:cubicBezTo>
                  <a:pt x="118456" y="13746"/>
                  <a:pt x="118149" y="13762"/>
                  <a:pt x="117850" y="13762"/>
                </a:cubicBezTo>
                <a:cubicBezTo>
                  <a:pt x="117687" y="13758"/>
                  <a:pt x="117543" y="13752"/>
                  <a:pt x="117408" y="13752"/>
                </a:cubicBezTo>
                <a:cubicBezTo>
                  <a:pt x="117111" y="13752"/>
                  <a:pt x="116857" y="13783"/>
                  <a:pt x="116535" y="13944"/>
                </a:cubicBezTo>
                <a:cubicBezTo>
                  <a:pt x="116158" y="14140"/>
                  <a:pt x="115884" y="14530"/>
                  <a:pt x="115520" y="14713"/>
                </a:cubicBezTo>
                <a:cubicBezTo>
                  <a:pt x="114713" y="15115"/>
                  <a:pt x="113686" y="15649"/>
                  <a:pt x="113165" y="16469"/>
                </a:cubicBezTo>
                <a:cubicBezTo>
                  <a:pt x="112827" y="17005"/>
                  <a:pt x="112658" y="17426"/>
                  <a:pt x="112182" y="17426"/>
                </a:cubicBezTo>
                <a:cubicBezTo>
                  <a:pt x="112000" y="17426"/>
                  <a:pt x="111773" y="17364"/>
                  <a:pt x="111474" y="17223"/>
                </a:cubicBezTo>
                <a:cubicBezTo>
                  <a:pt x="110966" y="16989"/>
                  <a:pt x="110693" y="16508"/>
                  <a:pt x="110133" y="16365"/>
                </a:cubicBezTo>
                <a:cubicBezTo>
                  <a:pt x="110024" y="16339"/>
                  <a:pt x="109898" y="16330"/>
                  <a:pt x="109765" y="16330"/>
                </a:cubicBezTo>
                <a:cubicBezTo>
                  <a:pt x="109423" y="16330"/>
                  <a:pt x="109031" y="16391"/>
                  <a:pt x="108741" y="16391"/>
                </a:cubicBezTo>
                <a:cubicBezTo>
                  <a:pt x="108151" y="16391"/>
                  <a:pt x="107542" y="16426"/>
                  <a:pt x="106939" y="16426"/>
                </a:cubicBezTo>
                <a:cubicBezTo>
                  <a:pt x="106438" y="16426"/>
                  <a:pt x="105941" y="16401"/>
                  <a:pt x="105462" y="16312"/>
                </a:cubicBezTo>
                <a:cubicBezTo>
                  <a:pt x="104265" y="16092"/>
                  <a:pt x="103406" y="15727"/>
                  <a:pt x="102157" y="15727"/>
                </a:cubicBezTo>
                <a:cubicBezTo>
                  <a:pt x="102130" y="15728"/>
                  <a:pt x="102103" y="15728"/>
                  <a:pt x="102075" y="15728"/>
                </a:cubicBezTo>
                <a:cubicBezTo>
                  <a:pt x="101738" y="15728"/>
                  <a:pt x="101344" y="15680"/>
                  <a:pt x="100983" y="15680"/>
                </a:cubicBezTo>
                <a:cubicBezTo>
                  <a:pt x="100857" y="15680"/>
                  <a:pt x="100736" y="15685"/>
                  <a:pt x="100622" y="15701"/>
                </a:cubicBezTo>
                <a:cubicBezTo>
                  <a:pt x="99750" y="15832"/>
                  <a:pt x="99008" y="16547"/>
                  <a:pt x="98292" y="17029"/>
                </a:cubicBezTo>
                <a:cubicBezTo>
                  <a:pt x="96705" y="18122"/>
                  <a:pt x="95612" y="19891"/>
                  <a:pt x="93686" y="20294"/>
                </a:cubicBezTo>
                <a:cubicBezTo>
                  <a:pt x="93179" y="20398"/>
                  <a:pt x="92723" y="20606"/>
                  <a:pt x="92216" y="20672"/>
                </a:cubicBezTo>
                <a:cubicBezTo>
                  <a:pt x="92104" y="20688"/>
                  <a:pt x="91987" y="20693"/>
                  <a:pt x="91869" y="20693"/>
                </a:cubicBezTo>
                <a:cubicBezTo>
                  <a:pt x="91525" y="20693"/>
                  <a:pt x="91165" y="20645"/>
                  <a:pt x="90833" y="20645"/>
                </a:cubicBezTo>
                <a:cubicBezTo>
                  <a:pt x="90804" y="20645"/>
                  <a:pt x="90774" y="20645"/>
                  <a:pt x="90745" y="20646"/>
                </a:cubicBezTo>
                <a:cubicBezTo>
                  <a:pt x="89418" y="20698"/>
                  <a:pt x="88195" y="21843"/>
                  <a:pt x="87194" y="22636"/>
                </a:cubicBezTo>
                <a:cubicBezTo>
                  <a:pt x="86555" y="23144"/>
                  <a:pt x="86101" y="23625"/>
                  <a:pt x="85320" y="23963"/>
                </a:cubicBezTo>
                <a:cubicBezTo>
                  <a:pt x="84656" y="24250"/>
                  <a:pt x="83993" y="24432"/>
                  <a:pt x="83354" y="24770"/>
                </a:cubicBezTo>
                <a:cubicBezTo>
                  <a:pt x="81572" y="25707"/>
                  <a:pt x="79685" y="25382"/>
                  <a:pt x="77825" y="25993"/>
                </a:cubicBezTo>
                <a:cubicBezTo>
                  <a:pt x="76862" y="26319"/>
                  <a:pt x="76446" y="26631"/>
                  <a:pt x="75938" y="27568"/>
                </a:cubicBezTo>
                <a:cubicBezTo>
                  <a:pt x="75405" y="28544"/>
                  <a:pt x="74584" y="28245"/>
                  <a:pt x="73648" y="28882"/>
                </a:cubicBezTo>
                <a:cubicBezTo>
                  <a:pt x="72334" y="28167"/>
                  <a:pt x="71163" y="27074"/>
                  <a:pt x="70044" y="25993"/>
                </a:cubicBezTo>
                <a:cubicBezTo>
                  <a:pt x="69836" y="25799"/>
                  <a:pt x="69601" y="25577"/>
                  <a:pt x="69393" y="25382"/>
                </a:cubicBezTo>
                <a:cubicBezTo>
                  <a:pt x="68963" y="24978"/>
                  <a:pt x="68937" y="25070"/>
                  <a:pt x="68391" y="24940"/>
                </a:cubicBezTo>
                <a:cubicBezTo>
                  <a:pt x="67480" y="24744"/>
                  <a:pt x="66973" y="24302"/>
                  <a:pt x="66231" y="23781"/>
                </a:cubicBezTo>
                <a:cubicBezTo>
                  <a:pt x="65359" y="23170"/>
                  <a:pt x="64331" y="22910"/>
                  <a:pt x="63460" y="22246"/>
                </a:cubicBezTo>
                <a:cubicBezTo>
                  <a:pt x="62822" y="21765"/>
                  <a:pt x="62483" y="21101"/>
                  <a:pt x="61963" y="20528"/>
                </a:cubicBezTo>
                <a:cubicBezTo>
                  <a:pt x="61520" y="20060"/>
                  <a:pt x="60974" y="19657"/>
                  <a:pt x="60519" y="19189"/>
                </a:cubicBezTo>
                <a:cubicBezTo>
                  <a:pt x="59881" y="18538"/>
                  <a:pt x="59204" y="18148"/>
                  <a:pt x="58502" y="17614"/>
                </a:cubicBezTo>
                <a:cubicBezTo>
                  <a:pt x="58047" y="17263"/>
                  <a:pt x="57773" y="16807"/>
                  <a:pt x="57409" y="16338"/>
                </a:cubicBezTo>
                <a:cubicBezTo>
                  <a:pt x="56472" y="15103"/>
                  <a:pt x="55340" y="13958"/>
                  <a:pt x="54572" y="12631"/>
                </a:cubicBezTo>
                <a:cubicBezTo>
                  <a:pt x="53921" y="11512"/>
                  <a:pt x="52868" y="11069"/>
                  <a:pt x="51840" y="10497"/>
                </a:cubicBezTo>
                <a:cubicBezTo>
                  <a:pt x="50721" y="9872"/>
                  <a:pt x="49680" y="9312"/>
                  <a:pt x="48482" y="8844"/>
                </a:cubicBezTo>
                <a:cubicBezTo>
                  <a:pt x="46752" y="8167"/>
                  <a:pt x="45021" y="7100"/>
                  <a:pt x="43213" y="6879"/>
                </a:cubicBezTo>
                <a:cubicBezTo>
                  <a:pt x="42563" y="6814"/>
                  <a:pt x="42094" y="6697"/>
                  <a:pt x="41522" y="6319"/>
                </a:cubicBezTo>
                <a:cubicBezTo>
                  <a:pt x="40585" y="5695"/>
                  <a:pt x="40272" y="5110"/>
                  <a:pt x="39153" y="4810"/>
                </a:cubicBezTo>
                <a:cubicBezTo>
                  <a:pt x="38477" y="4628"/>
                  <a:pt x="38073" y="4277"/>
                  <a:pt x="37488" y="3965"/>
                </a:cubicBezTo>
                <a:cubicBezTo>
                  <a:pt x="36941" y="3678"/>
                  <a:pt x="36447" y="3652"/>
                  <a:pt x="35874" y="3496"/>
                </a:cubicBezTo>
                <a:cubicBezTo>
                  <a:pt x="34781" y="3236"/>
                  <a:pt x="33298" y="2858"/>
                  <a:pt x="32309" y="2273"/>
                </a:cubicBezTo>
                <a:cubicBezTo>
                  <a:pt x="31593" y="1831"/>
                  <a:pt x="31034" y="1102"/>
                  <a:pt x="30292" y="686"/>
                </a:cubicBezTo>
                <a:cubicBezTo>
                  <a:pt x="29432" y="204"/>
                  <a:pt x="28469" y="1"/>
                  <a:pt x="27477" y="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156;p66">
            <a:extLst>
              <a:ext uri="{FF2B5EF4-FFF2-40B4-BE49-F238E27FC236}">
                <a16:creationId xmlns:a16="http://schemas.microsoft.com/office/drawing/2014/main" id="{7AD4CC6F-8946-68F1-7432-4B127B5D7DF1}"/>
              </a:ext>
            </a:extLst>
          </p:cNvPr>
          <p:cNvSpPr/>
          <p:nvPr/>
        </p:nvSpPr>
        <p:spPr>
          <a:xfrm>
            <a:off x="8945" y="4336327"/>
            <a:ext cx="9186426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1157;p66">
            <a:extLst>
              <a:ext uri="{FF2B5EF4-FFF2-40B4-BE49-F238E27FC236}">
                <a16:creationId xmlns:a16="http://schemas.microsoft.com/office/drawing/2014/main" id="{0E905902-F461-794C-6BB9-417D052F1FD2}"/>
              </a:ext>
            </a:extLst>
          </p:cNvPr>
          <p:cNvSpPr/>
          <p:nvPr/>
        </p:nvSpPr>
        <p:spPr>
          <a:xfrm flipH="1">
            <a:off x="5031474" y="4277180"/>
            <a:ext cx="4121471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1158;p66">
            <a:extLst>
              <a:ext uri="{FF2B5EF4-FFF2-40B4-BE49-F238E27FC236}">
                <a16:creationId xmlns:a16="http://schemas.microsoft.com/office/drawing/2014/main" id="{79F35D5F-94F2-565E-ECE8-588679204019}"/>
              </a:ext>
            </a:extLst>
          </p:cNvPr>
          <p:cNvSpPr/>
          <p:nvPr/>
        </p:nvSpPr>
        <p:spPr>
          <a:xfrm>
            <a:off x="3225997" y="3574048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" name="Google Shape;1156;p66">
            <a:extLst>
              <a:ext uri="{FF2B5EF4-FFF2-40B4-BE49-F238E27FC236}">
                <a16:creationId xmlns:a16="http://schemas.microsoft.com/office/drawing/2014/main" id="{1ADCC658-6D11-0A24-F395-186333B0748C}"/>
              </a:ext>
            </a:extLst>
          </p:cNvPr>
          <p:cNvSpPr/>
          <p:nvPr/>
        </p:nvSpPr>
        <p:spPr>
          <a:xfrm>
            <a:off x="1729723" y="3994702"/>
            <a:ext cx="7520877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157;p66">
            <a:extLst>
              <a:ext uri="{FF2B5EF4-FFF2-40B4-BE49-F238E27FC236}">
                <a16:creationId xmlns:a16="http://schemas.microsoft.com/office/drawing/2014/main" id="{50EB0738-FF7C-E289-9E6A-7AECD1353A10}"/>
              </a:ext>
            </a:extLst>
          </p:cNvPr>
          <p:cNvSpPr/>
          <p:nvPr/>
        </p:nvSpPr>
        <p:spPr>
          <a:xfrm>
            <a:off x="-1002628" y="3836191"/>
            <a:ext cx="4179243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allout: Bent Line with Border and Accent Bar 1">
            <a:extLst>
              <a:ext uri="{FF2B5EF4-FFF2-40B4-BE49-F238E27FC236}">
                <a16:creationId xmlns:a16="http://schemas.microsoft.com/office/drawing/2014/main" id="{A976AF29-B8E1-696F-D8F4-A56C79DF96E8}"/>
              </a:ext>
            </a:extLst>
          </p:cNvPr>
          <p:cNvSpPr/>
          <p:nvPr/>
        </p:nvSpPr>
        <p:spPr>
          <a:xfrm>
            <a:off x="81833" y="2330327"/>
            <a:ext cx="1468820" cy="1081515"/>
          </a:xfrm>
          <a:prstGeom prst="accentBorderCallout2">
            <a:avLst>
              <a:gd name="adj1" fmla="val 42285"/>
              <a:gd name="adj2" fmla="val 109805"/>
              <a:gd name="adj3" fmla="val 42042"/>
              <a:gd name="adj4" fmla="val 121526"/>
              <a:gd name="adj5" fmla="val -26327"/>
              <a:gd name="adj6" fmla="val 1292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The first-person perspective, the Hawk controls the poem.</a:t>
            </a:r>
          </a:p>
        </p:txBody>
      </p:sp>
    </p:spTree>
    <p:extLst>
      <p:ext uri="{BB962C8B-B14F-4D97-AF65-F5344CB8AC3E}">
        <p14:creationId xmlns:p14="http://schemas.microsoft.com/office/powerpoint/2010/main" val="3739128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 animBg="1"/>
      <p:bldP spid="286" grpId="0"/>
      <p:bldP spid="287" grpId="0"/>
      <p:bldP spid="288" grpId="0" build="p"/>
      <p:bldP spid="11" grpId="0" animBg="1"/>
      <p:bldP spid="12" grpId="0" animBg="1"/>
      <p:bldP spid="13" grpId="0" animBg="1"/>
      <p:bldP spid="14" grpId="0" animBg="1"/>
      <p:bldP spid="14" grpId="1" animBg="1"/>
      <p:bldP spid="15" grpId="0" animBg="1"/>
      <p:bldP spid="17" grpId="0" animBg="1"/>
      <p:bldP spid="18" grpId="0"/>
      <p:bldP spid="18" grpId="1"/>
      <p:bldP spid="31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/>
          <p:nvPr/>
        </p:nvSpPr>
        <p:spPr>
          <a:xfrm flipH="1">
            <a:off x="4" y="1666975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43"/>
          <p:cNvSpPr/>
          <p:nvPr/>
        </p:nvSpPr>
        <p:spPr>
          <a:xfrm>
            <a:off x="147623" y="172922"/>
            <a:ext cx="1065300" cy="1065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7" name="Google Shape;347;p43"/>
          <p:cNvSpPr txBox="1">
            <a:spLocks noGrp="1"/>
          </p:cNvSpPr>
          <p:nvPr>
            <p:ph type="title"/>
          </p:nvPr>
        </p:nvSpPr>
        <p:spPr>
          <a:xfrm>
            <a:off x="1360342" y="-31731"/>
            <a:ext cx="7646796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Killing Without Remorse</a:t>
            </a:r>
          </a:p>
        </p:txBody>
      </p:sp>
      <p:sp>
        <p:nvSpPr>
          <p:cNvPr id="348" name="Google Shape;348;p43"/>
          <p:cNvSpPr txBox="1">
            <a:spLocks noGrp="1"/>
          </p:cNvSpPr>
          <p:nvPr>
            <p:ph type="title" idx="2"/>
          </p:nvPr>
        </p:nvSpPr>
        <p:spPr>
          <a:xfrm>
            <a:off x="77462" y="226973"/>
            <a:ext cx="11841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49" name="Google Shape;349;p43"/>
          <p:cNvSpPr txBox="1">
            <a:spLocks noGrp="1"/>
          </p:cNvSpPr>
          <p:nvPr>
            <p:ph type="subTitle" idx="1"/>
          </p:nvPr>
        </p:nvSpPr>
        <p:spPr>
          <a:xfrm>
            <a:off x="215630" y="1987879"/>
            <a:ext cx="6398233" cy="1617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The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Merriweather" panose="00000500000000000000" pitchFamily="2" charset="0"/>
              </a:rPr>
              <a:t>convenience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 of the high trees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Merriweather" panose="00000500000000000000" pitchFamily="2" charset="0"/>
              </a:rPr>
              <a:t>!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The air's buoyancy and the sun's ray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Are of 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Merriweather" panose="00000500000000000000" pitchFamily="2" charset="0"/>
              </a:rPr>
              <a:t>advantage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 to me;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And the 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Merriweather" panose="00000500000000000000" pitchFamily="2" charset="0"/>
              </a:rPr>
              <a:t>earth's face upward for my </a:t>
            </a:r>
            <a:r>
              <a:rPr lang="en-US" sz="2000" b="1" i="0" dirty="0">
                <a:solidFill>
                  <a:srgbClr val="00B0F0"/>
                </a:solidFill>
                <a:effectLst/>
                <a:latin typeface="Merriweather" panose="00000500000000000000" pitchFamily="2" charset="0"/>
              </a:rPr>
              <a:t>inspection</a:t>
            </a:r>
            <a:r>
              <a:rPr lang="en-US" sz="2000" b="1" i="0" dirty="0">
                <a:solidFill>
                  <a:srgbClr val="1C1917"/>
                </a:solidFill>
                <a:effectLst/>
                <a:latin typeface="Merriweather" panose="00000500000000000000" pitchFamily="2" charset="0"/>
              </a:rPr>
              <a:t>.</a:t>
            </a:r>
            <a:endParaRPr lang="en-US" sz="2000" b="1" dirty="0">
              <a:solidFill>
                <a:schemeClr val="accent5"/>
              </a:solidFill>
              <a:latin typeface="Merriweather" panose="00000500000000000000" pitchFamily="2" charset="0"/>
            </a:endParaRPr>
          </a:p>
        </p:txBody>
      </p:sp>
      <p:sp>
        <p:nvSpPr>
          <p:cNvPr id="350" name="Google Shape;350;p43"/>
          <p:cNvSpPr/>
          <p:nvPr/>
        </p:nvSpPr>
        <p:spPr>
          <a:xfrm flipH="1">
            <a:off x="4070752" y="1614178"/>
            <a:ext cx="381360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" name="Google Shape;351;p43"/>
          <p:cNvSpPr/>
          <p:nvPr/>
        </p:nvSpPr>
        <p:spPr>
          <a:xfrm rot="122001" flipH="1">
            <a:off x="7565993" y="1689542"/>
            <a:ext cx="1910616" cy="2320030"/>
          </a:xfrm>
          <a:custGeom>
            <a:avLst/>
            <a:gdLst/>
            <a:ahLst/>
            <a:cxnLst/>
            <a:rect l="l" t="t" r="r" b="b"/>
            <a:pathLst>
              <a:path w="72698" h="88276" extrusionOk="0">
                <a:moveTo>
                  <a:pt x="58231" y="71"/>
                </a:moveTo>
                <a:cubicBezTo>
                  <a:pt x="57358" y="184"/>
                  <a:pt x="56725" y="494"/>
                  <a:pt x="55149" y="1548"/>
                </a:cubicBezTo>
                <a:cubicBezTo>
                  <a:pt x="53995" y="2323"/>
                  <a:pt x="53826" y="2464"/>
                  <a:pt x="53826" y="2730"/>
                </a:cubicBezTo>
                <a:cubicBezTo>
                  <a:pt x="53826" y="2899"/>
                  <a:pt x="53869" y="2970"/>
                  <a:pt x="53995" y="3083"/>
                </a:cubicBezTo>
                <a:cubicBezTo>
                  <a:pt x="54094" y="3153"/>
                  <a:pt x="54192" y="3224"/>
                  <a:pt x="54220" y="3224"/>
                </a:cubicBezTo>
                <a:cubicBezTo>
                  <a:pt x="54347" y="3224"/>
                  <a:pt x="54234" y="3434"/>
                  <a:pt x="53967" y="3687"/>
                </a:cubicBezTo>
                <a:cubicBezTo>
                  <a:pt x="53741" y="3899"/>
                  <a:pt x="53475" y="4081"/>
                  <a:pt x="52841" y="4391"/>
                </a:cubicBezTo>
                <a:cubicBezTo>
                  <a:pt x="51828" y="4898"/>
                  <a:pt x="51405" y="5166"/>
                  <a:pt x="51152" y="5447"/>
                </a:cubicBezTo>
                <a:cubicBezTo>
                  <a:pt x="50913" y="5700"/>
                  <a:pt x="50899" y="5869"/>
                  <a:pt x="51082" y="6094"/>
                </a:cubicBezTo>
                <a:lnTo>
                  <a:pt x="51223" y="6248"/>
                </a:lnTo>
                <a:lnTo>
                  <a:pt x="50477" y="6967"/>
                </a:lnTo>
                <a:cubicBezTo>
                  <a:pt x="49703" y="7740"/>
                  <a:pt x="49379" y="8177"/>
                  <a:pt x="49140" y="8781"/>
                </a:cubicBezTo>
                <a:cubicBezTo>
                  <a:pt x="48943" y="9275"/>
                  <a:pt x="48647" y="10217"/>
                  <a:pt x="48478" y="10963"/>
                </a:cubicBezTo>
                <a:cubicBezTo>
                  <a:pt x="47958" y="13172"/>
                  <a:pt x="47958" y="13200"/>
                  <a:pt x="48099" y="13341"/>
                </a:cubicBezTo>
                <a:cubicBezTo>
                  <a:pt x="48155" y="13397"/>
                  <a:pt x="48281" y="13425"/>
                  <a:pt x="48409" y="13425"/>
                </a:cubicBezTo>
                <a:lnTo>
                  <a:pt x="48634" y="13425"/>
                </a:lnTo>
                <a:lnTo>
                  <a:pt x="48591" y="13834"/>
                </a:lnTo>
                <a:cubicBezTo>
                  <a:pt x="48521" y="14594"/>
                  <a:pt x="48324" y="15086"/>
                  <a:pt x="47409" y="16662"/>
                </a:cubicBezTo>
                <a:cubicBezTo>
                  <a:pt x="46776" y="17788"/>
                  <a:pt x="46495" y="18379"/>
                  <a:pt x="46171" y="19294"/>
                </a:cubicBezTo>
                <a:lnTo>
                  <a:pt x="45974" y="19870"/>
                </a:lnTo>
                <a:lnTo>
                  <a:pt x="45439" y="20152"/>
                </a:lnTo>
                <a:cubicBezTo>
                  <a:pt x="45144" y="20307"/>
                  <a:pt x="44313" y="20701"/>
                  <a:pt x="43596" y="21039"/>
                </a:cubicBezTo>
                <a:cubicBezTo>
                  <a:pt x="42259" y="21672"/>
                  <a:pt x="40782" y="22362"/>
                  <a:pt x="39247" y="23079"/>
                </a:cubicBezTo>
                <a:cubicBezTo>
                  <a:pt x="38346" y="23516"/>
                  <a:pt x="36841" y="24332"/>
                  <a:pt x="35982" y="24852"/>
                </a:cubicBezTo>
                <a:cubicBezTo>
                  <a:pt x="31142" y="27807"/>
                  <a:pt x="27863" y="30340"/>
                  <a:pt x="23951" y="34083"/>
                </a:cubicBezTo>
                <a:cubicBezTo>
                  <a:pt x="23008" y="34998"/>
                  <a:pt x="21587" y="36490"/>
                  <a:pt x="21460" y="36701"/>
                </a:cubicBezTo>
                <a:cubicBezTo>
                  <a:pt x="21376" y="36813"/>
                  <a:pt x="21347" y="36969"/>
                  <a:pt x="21347" y="37235"/>
                </a:cubicBezTo>
                <a:cubicBezTo>
                  <a:pt x="21347" y="37560"/>
                  <a:pt x="21319" y="37672"/>
                  <a:pt x="21179" y="37925"/>
                </a:cubicBezTo>
                <a:cubicBezTo>
                  <a:pt x="20884" y="38460"/>
                  <a:pt x="20588" y="38854"/>
                  <a:pt x="19940" y="39599"/>
                </a:cubicBezTo>
                <a:cubicBezTo>
                  <a:pt x="19589" y="40008"/>
                  <a:pt x="19026" y="40655"/>
                  <a:pt x="18688" y="41049"/>
                </a:cubicBezTo>
                <a:cubicBezTo>
                  <a:pt x="17801" y="42076"/>
                  <a:pt x="16394" y="44089"/>
                  <a:pt x="15662" y="45369"/>
                </a:cubicBezTo>
                <a:cubicBezTo>
                  <a:pt x="14762" y="46960"/>
                  <a:pt x="14607" y="47438"/>
                  <a:pt x="14804" y="48099"/>
                </a:cubicBezTo>
                <a:cubicBezTo>
                  <a:pt x="14874" y="48339"/>
                  <a:pt x="14874" y="48380"/>
                  <a:pt x="14748" y="48775"/>
                </a:cubicBezTo>
                <a:cubicBezTo>
                  <a:pt x="14593" y="49225"/>
                  <a:pt x="14311" y="49830"/>
                  <a:pt x="13960" y="50393"/>
                </a:cubicBezTo>
                <a:cubicBezTo>
                  <a:pt x="13495" y="51167"/>
                  <a:pt x="11849" y="53574"/>
                  <a:pt x="10765" y="55093"/>
                </a:cubicBezTo>
                <a:cubicBezTo>
                  <a:pt x="8908" y="57668"/>
                  <a:pt x="8528" y="58287"/>
                  <a:pt x="7247" y="60848"/>
                </a:cubicBezTo>
                <a:cubicBezTo>
                  <a:pt x="6333" y="62692"/>
                  <a:pt x="6037" y="63353"/>
                  <a:pt x="5995" y="63719"/>
                </a:cubicBezTo>
                <a:cubicBezTo>
                  <a:pt x="5939" y="64254"/>
                  <a:pt x="6178" y="64789"/>
                  <a:pt x="6558" y="64957"/>
                </a:cubicBezTo>
                <a:cubicBezTo>
                  <a:pt x="6699" y="65014"/>
                  <a:pt x="6741" y="65057"/>
                  <a:pt x="6712" y="65126"/>
                </a:cubicBezTo>
                <a:cubicBezTo>
                  <a:pt x="6600" y="65408"/>
                  <a:pt x="6249" y="66802"/>
                  <a:pt x="6150" y="67293"/>
                </a:cubicBezTo>
                <a:cubicBezTo>
                  <a:pt x="5967" y="68194"/>
                  <a:pt x="6009" y="69025"/>
                  <a:pt x="6234" y="69475"/>
                </a:cubicBezTo>
                <a:cubicBezTo>
                  <a:pt x="6333" y="69700"/>
                  <a:pt x="6586" y="69911"/>
                  <a:pt x="6924" y="70094"/>
                </a:cubicBezTo>
                <a:lnTo>
                  <a:pt x="7234" y="70249"/>
                </a:lnTo>
                <a:lnTo>
                  <a:pt x="6812" y="70699"/>
                </a:lnTo>
                <a:cubicBezTo>
                  <a:pt x="5896" y="71670"/>
                  <a:pt x="4573" y="73500"/>
                  <a:pt x="3322" y="75596"/>
                </a:cubicBezTo>
                <a:cubicBezTo>
                  <a:pt x="2674" y="76652"/>
                  <a:pt x="1549" y="78833"/>
                  <a:pt x="802" y="80465"/>
                </a:cubicBezTo>
                <a:cubicBezTo>
                  <a:pt x="113" y="81957"/>
                  <a:pt x="1" y="82379"/>
                  <a:pt x="211" y="82787"/>
                </a:cubicBezTo>
                <a:cubicBezTo>
                  <a:pt x="451" y="83266"/>
                  <a:pt x="929" y="83308"/>
                  <a:pt x="2069" y="82984"/>
                </a:cubicBezTo>
                <a:cubicBezTo>
                  <a:pt x="2435" y="82872"/>
                  <a:pt x="2744" y="82801"/>
                  <a:pt x="2759" y="82816"/>
                </a:cubicBezTo>
                <a:cubicBezTo>
                  <a:pt x="2772" y="82829"/>
                  <a:pt x="2731" y="83026"/>
                  <a:pt x="2646" y="83266"/>
                </a:cubicBezTo>
                <a:cubicBezTo>
                  <a:pt x="2575" y="83491"/>
                  <a:pt x="2406" y="84096"/>
                  <a:pt x="2266" y="84602"/>
                </a:cubicBezTo>
                <a:cubicBezTo>
                  <a:pt x="1478" y="87557"/>
                  <a:pt x="1436" y="87966"/>
                  <a:pt x="1886" y="88148"/>
                </a:cubicBezTo>
                <a:cubicBezTo>
                  <a:pt x="2224" y="88276"/>
                  <a:pt x="2646" y="88079"/>
                  <a:pt x="3941" y="87163"/>
                </a:cubicBezTo>
                <a:cubicBezTo>
                  <a:pt x="4883" y="86488"/>
                  <a:pt x="5629" y="85911"/>
                  <a:pt x="6474" y="85165"/>
                </a:cubicBezTo>
                <a:cubicBezTo>
                  <a:pt x="6868" y="84827"/>
                  <a:pt x="7206" y="84546"/>
                  <a:pt x="7234" y="84532"/>
                </a:cubicBezTo>
                <a:cubicBezTo>
                  <a:pt x="7262" y="84532"/>
                  <a:pt x="7290" y="84687"/>
                  <a:pt x="7290" y="84884"/>
                </a:cubicBezTo>
                <a:cubicBezTo>
                  <a:pt x="7290" y="85615"/>
                  <a:pt x="7500" y="85996"/>
                  <a:pt x="7951" y="85996"/>
                </a:cubicBezTo>
                <a:cubicBezTo>
                  <a:pt x="8148" y="85996"/>
                  <a:pt x="8247" y="85953"/>
                  <a:pt x="8514" y="85756"/>
                </a:cubicBezTo>
                <a:cubicBezTo>
                  <a:pt x="8866" y="85503"/>
                  <a:pt x="9865" y="84617"/>
                  <a:pt x="10442" y="84054"/>
                </a:cubicBezTo>
                <a:lnTo>
                  <a:pt x="10808" y="83702"/>
                </a:lnTo>
                <a:lnTo>
                  <a:pt x="10864" y="83955"/>
                </a:lnTo>
                <a:cubicBezTo>
                  <a:pt x="11005" y="84532"/>
                  <a:pt x="11286" y="84645"/>
                  <a:pt x="12046" y="84405"/>
                </a:cubicBezTo>
                <a:cubicBezTo>
                  <a:pt x="12834" y="84167"/>
                  <a:pt x="13679" y="83632"/>
                  <a:pt x="14480" y="82885"/>
                </a:cubicBezTo>
                <a:cubicBezTo>
                  <a:pt x="14959" y="82450"/>
                  <a:pt x="16535" y="80465"/>
                  <a:pt x="17126" y="79593"/>
                </a:cubicBezTo>
                <a:cubicBezTo>
                  <a:pt x="17197" y="79466"/>
                  <a:pt x="17197" y="79495"/>
                  <a:pt x="17197" y="80029"/>
                </a:cubicBezTo>
                <a:cubicBezTo>
                  <a:pt x="17197" y="80549"/>
                  <a:pt x="17210" y="80620"/>
                  <a:pt x="17366" y="80915"/>
                </a:cubicBezTo>
                <a:cubicBezTo>
                  <a:pt x="17506" y="81197"/>
                  <a:pt x="17563" y="81268"/>
                  <a:pt x="17816" y="81394"/>
                </a:cubicBezTo>
                <a:cubicBezTo>
                  <a:pt x="18182" y="81577"/>
                  <a:pt x="18576" y="81577"/>
                  <a:pt x="18983" y="81380"/>
                </a:cubicBezTo>
                <a:cubicBezTo>
                  <a:pt x="19505" y="81127"/>
                  <a:pt x="20953" y="79551"/>
                  <a:pt x="21938" y="78172"/>
                </a:cubicBezTo>
                <a:cubicBezTo>
                  <a:pt x="22614" y="77215"/>
                  <a:pt x="23191" y="76117"/>
                  <a:pt x="23965" y="74414"/>
                </a:cubicBezTo>
                <a:cubicBezTo>
                  <a:pt x="24092" y="74119"/>
                  <a:pt x="24218" y="73879"/>
                  <a:pt x="24246" y="73866"/>
                </a:cubicBezTo>
                <a:cubicBezTo>
                  <a:pt x="24274" y="73866"/>
                  <a:pt x="24345" y="73978"/>
                  <a:pt x="24402" y="74147"/>
                </a:cubicBezTo>
                <a:cubicBezTo>
                  <a:pt x="24599" y="74724"/>
                  <a:pt x="24852" y="74963"/>
                  <a:pt x="25162" y="74879"/>
                </a:cubicBezTo>
                <a:cubicBezTo>
                  <a:pt x="25485" y="74808"/>
                  <a:pt x="26216" y="73838"/>
                  <a:pt x="26667" y="72881"/>
                </a:cubicBezTo>
                <a:cubicBezTo>
                  <a:pt x="27004" y="72191"/>
                  <a:pt x="27272" y="71628"/>
                  <a:pt x="27807" y="70376"/>
                </a:cubicBezTo>
                <a:cubicBezTo>
                  <a:pt x="28173" y="69531"/>
                  <a:pt x="28229" y="69447"/>
                  <a:pt x="28271" y="69489"/>
                </a:cubicBezTo>
                <a:cubicBezTo>
                  <a:pt x="28299" y="69517"/>
                  <a:pt x="28355" y="69798"/>
                  <a:pt x="28412" y="70136"/>
                </a:cubicBezTo>
                <a:cubicBezTo>
                  <a:pt x="28539" y="70868"/>
                  <a:pt x="28721" y="71290"/>
                  <a:pt x="28946" y="71403"/>
                </a:cubicBezTo>
                <a:cubicBezTo>
                  <a:pt x="29496" y="71684"/>
                  <a:pt x="29847" y="71318"/>
                  <a:pt x="31072" y="69194"/>
                </a:cubicBezTo>
                <a:cubicBezTo>
                  <a:pt x="31451" y="68504"/>
                  <a:pt x="31564" y="68363"/>
                  <a:pt x="31578" y="68462"/>
                </a:cubicBezTo>
                <a:cubicBezTo>
                  <a:pt x="31607" y="68532"/>
                  <a:pt x="31635" y="68785"/>
                  <a:pt x="31676" y="69053"/>
                </a:cubicBezTo>
                <a:cubicBezTo>
                  <a:pt x="31761" y="69686"/>
                  <a:pt x="32198" y="71389"/>
                  <a:pt x="32310" y="71543"/>
                </a:cubicBezTo>
                <a:cubicBezTo>
                  <a:pt x="32380" y="71642"/>
                  <a:pt x="32479" y="71684"/>
                  <a:pt x="32605" y="71699"/>
                </a:cubicBezTo>
                <a:cubicBezTo>
                  <a:pt x="32774" y="71712"/>
                  <a:pt x="32817" y="71684"/>
                  <a:pt x="33014" y="71459"/>
                </a:cubicBezTo>
                <a:lnTo>
                  <a:pt x="33239" y="71220"/>
                </a:lnTo>
                <a:lnTo>
                  <a:pt x="33408" y="71740"/>
                </a:lnTo>
                <a:cubicBezTo>
                  <a:pt x="33520" y="72064"/>
                  <a:pt x="33646" y="72331"/>
                  <a:pt x="33774" y="72472"/>
                </a:cubicBezTo>
                <a:cubicBezTo>
                  <a:pt x="33872" y="72599"/>
                  <a:pt x="33956" y="72725"/>
                  <a:pt x="33956" y="72768"/>
                </a:cubicBezTo>
                <a:cubicBezTo>
                  <a:pt x="33956" y="72796"/>
                  <a:pt x="34027" y="72937"/>
                  <a:pt x="34125" y="73078"/>
                </a:cubicBezTo>
                <a:cubicBezTo>
                  <a:pt x="34280" y="73331"/>
                  <a:pt x="34280" y="73331"/>
                  <a:pt x="34224" y="73669"/>
                </a:cubicBezTo>
                <a:cubicBezTo>
                  <a:pt x="34196" y="73866"/>
                  <a:pt x="34097" y="74119"/>
                  <a:pt x="34027" y="74232"/>
                </a:cubicBezTo>
                <a:cubicBezTo>
                  <a:pt x="33872" y="74527"/>
                  <a:pt x="33112" y="75245"/>
                  <a:pt x="32718" y="75498"/>
                </a:cubicBezTo>
                <a:cubicBezTo>
                  <a:pt x="32549" y="75596"/>
                  <a:pt x="32226" y="75849"/>
                  <a:pt x="32001" y="76046"/>
                </a:cubicBezTo>
                <a:cubicBezTo>
                  <a:pt x="31410" y="76553"/>
                  <a:pt x="30424" y="77566"/>
                  <a:pt x="30424" y="77665"/>
                </a:cubicBezTo>
                <a:cubicBezTo>
                  <a:pt x="30424" y="77707"/>
                  <a:pt x="30297" y="77876"/>
                  <a:pt x="30128" y="78045"/>
                </a:cubicBezTo>
                <a:cubicBezTo>
                  <a:pt x="29777" y="78425"/>
                  <a:pt x="29650" y="78650"/>
                  <a:pt x="29453" y="79129"/>
                </a:cubicBezTo>
                <a:cubicBezTo>
                  <a:pt x="29327" y="79466"/>
                  <a:pt x="29312" y="79564"/>
                  <a:pt x="29312" y="80240"/>
                </a:cubicBezTo>
                <a:cubicBezTo>
                  <a:pt x="29312" y="80874"/>
                  <a:pt x="29340" y="81028"/>
                  <a:pt x="29453" y="81352"/>
                </a:cubicBezTo>
                <a:cubicBezTo>
                  <a:pt x="29552" y="81647"/>
                  <a:pt x="29608" y="81746"/>
                  <a:pt x="29734" y="81802"/>
                </a:cubicBezTo>
                <a:cubicBezTo>
                  <a:pt x="29988" y="81915"/>
                  <a:pt x="30143" y="81760"/>
                  <a:pt x="30312" y="81240"/>
                </a:cubicBezTo>
                <a:cubicBezTo>
                  <a:pt x="30382" y="81000"/>
                  <a:pt x="30522" y="80690"/>
                  <a:pt x="30607" y="80564"/>
                </a:cubicBezTo>
                <a:cubicBezTo>
                  <a:pt x="30860" y="80155"/>
                  <a:pt x="31353" y="79692"/>
                  <a:pt x="31648" y="79551"/>
                </a:cubicBezTo>
                <a:cubicBezTo>
                  <a:pt x="32057" y="79367"/>
                  <a:pt x="32577" y="78960"/>
                  <a:pt x="32690" y="78735"/>
                </a:cubicBezTo>
                <a:cubicBezTo>
                  <a:pt x="32774" y="78579"/>
                  <a:pt x="32802" y="78551"/>
                  <a:pt x="32915" y="78579"/>
                </a:cubicBezTo>
                <a:cubicBezTo>
                  <a:pt x="32999" y="78594"/>
                  <a:pt x="33154" y="78622"/>
                  <a:pt x="33281" y="78636"/>
                </a:cubicBezTo>
                <a:cubicBezTo>
                  <a:pt x="33478" y="78664"/>
                  <a:pt x="33506" y="78664"/>
                  <a:pt x="33646" y="78481"/>
                </a:cubicBezTo>
                <a:cubicBezTo>
                  <a:pt x="33731" y="78369"/>
                  <a:pt x="33843" y="78129"/>
                  <a:pt x="33900" y="77932"/>
                </a:cubicBezTo>
                <a:cubicBezTo>
                  <a:pt x="34027" y="77496"/>
                  <a:pt x="34209" y="77341"/>
                  <a:pt x="34787" y="77172"/>
                </a:cubicBezTo>
                <a:cubicBezTo>
                  <a:pt x="35391" y="76975"/>
                  <a:pt x="36376" y="76793"/>
                  <a:pt x="36701" y="76834"/>
                </a:cubicBezTo>
                <a:cubicBezTo>
                  <a:pt x="36841" y="76849"/>
                  <a:pt x="37151" y="76933"/>
                  <a:pt x="37376" y="77003"/>
                </a:cubicBezTo>
                <a:cubicBezTo>
                  <a:pt x="37714" y="77130"/>
                  <a:pt x="37840" y="77215"/>
                  <a:pt x="38108" y="77496"/>
                </a:cubicBezTo>
                <a:cubicBezTo>
                  <a:pt x="38431" y="77834"/>
                  <a:pt x="38924" y="78242"/>
                  <a:pt x="39149" y="78397"/>
                </a:cubicBezTo>
                <a:cubicBezTo>
                  <a:pt x="39234" y="78439"/>
                  <a:pt x="39318" y="78594"/>
                  <a:pt x="39388" y="78791"/>
                </a:cubicBezTo>
                <a:cubicBezTo>
                  <a:pt x="39599" y="79382"/>
                  <a:pt x="40247" y="80268"/>
                  <a:pt x="40626" y="80437"/>
                </a:cubicBezTo>
                <a:cubicBezTo>
                  <a:pt x="40810" y="80508"/>
                  <a:pt x="40838" y="80549"/>
                  <a:pt x="40922" y="80846"/>
                </a:cubicBezTo>
                <a:cubicBezTo>
                  <a:pt x="41119" y="81534"/>
                  <a:pt x="41401" y="81943"/>
                  <a:pt x="41836" y="82168"/>
                </a:cubicBezTo>
                <a:lnTo>
                  <a:pt x="42076" y="82294"/>
                </a:lnTo>
                <a:lnTo>
                  <a:pt x="42033" y="82604"/>
                </a:lnTo>
                <a:cubicBezTo>
                  <a:pt x="41964" y="83054"/>
                  <a:pt x="42020" y="83773"/>
                  <a:pt x="42174" y="84364"/>
                </a:cubicBezTo>
                <a:cubicBezTo>
                  <a:pt x="42343" y="84940"/>
                  <a:pt x="42709" y="85686"/>
                  <a:pt x="42892" y="85812"/>
                </a:cubicBezTo>
                <a:cubicBezTo>
                  <a:pt x="43005" y="85883"/>
                  <a:pt x="43033" y="85883"/>
                  <a:pt x="43159" y="85812"/>
                </a:cubicBezTo>
                <a:cubicBezTo>
                  <a:pt x="43286" y="85728"/>
                  <a:pt x="43286" y="85700"/>
                  <a:pt x="43272" y="85433"/>
                </a:cubicBezTo>
                <a:cubicBezTo>
                  <a:pt x="43159" y="84433"/>
                  <a:pt x="43131" y="83970"/>
                  <a:pt x="43131" y="83575"/>
                </a:cubicBezTo>
                <a:cubicBezTo>
                  <a:pt x="43131" y="83125"/>
                  <a:pt x="43202" y="82731"/>
                  <a:pt x="43315" y="82675"/>
                </a:cubicBezTo>
                <a:cubicBezTo>
                  <a:pt x="43343" y="82647"/>
                  <a:pt x="43553" y="82619"/>
                  <a:pt x="43778" y="82619"/>
                </a:cubicBezTo>
                <a:cubicBezTo>
                  <a:pt x="44510" y="82619"/>
                  <a:pt x="44707" y="82435"/>
                  <a:pt x="44834" y="81647"/>
                </a:cubicBezTo>
                <a:cubicBezTo>
                  <a:pt x="44891" y="81366"/>
                  <a:pt x="44960" y="81014"/>
                  <a:pt x="45003" y="80887"/>
                </a:cubicBezTo>
                <a:cubicBezTo>
                  <a:pt x="45144" y="80493"/>
                  <a:pt x="45551" y="80015"/>
                  <a:pt x="45932" y="79832"/>
                </a:cubicBezTo>
                <a:cubicBezTo>
                  <a:pt x="46227" y="79663"/>
                  <a:pt x="46270" y="79663"/>
                  <a:pt x="46959" y="79663"/>
                </a:cubicBezTo>
                <a:cubicBezTo>
                  <a:pt x="47818" y="79663"/>
                  <a:pt x="48000" y="79720"/>
                  <a:pt x="48704" y="80170"/>
                </a:cubicBezTo>
                <a:cubicBezTo>
                  <a:pt x="49366" y="80592"/>
                  <a:pt x="49534" y="80761"/>
                  <a:pt x="49900" y="81296"/>
                </a:cubicBezTo>
                <a:cubicBezTo>
                  <a:pt x="50266" y="81844"/>
                  <a:pt x="50716" y="82294"/>
                  <a:pt x="51139" y="82491"/>
                </a:cubicBezTo>
                <a:cubicBezTo>
                  <a:pt x="51405" y="82619"/>
                  <a:pt x="51448" y="82660"/>
                  <a:pt x="51533" y="82914"/>
                </a:cubicBezTo>
                <a:cubicBezTo>
                  <a:pt x="51673" y="83364"/>
                  <a:pt x="52095" y="83744"/>
                  <a:pt x="52559" y="83842"/>
                </a:cubicBezTo>
                <a:cubicBezTo>
                  <a:pt x="52644" y="83857"/>
                  <a:pt x="52841" y="83857"/>
                  <a:pt x="52981" y="83814"/>
                </a:cubicBezTo>
                <a:cubicBezTo>
                  <a:pt x="53235" y="83758"/>
                  <a:pt x="53249" y="83758"/>
                  <a:pt x="53404" y="83913"/>
                </a:cubicBezTo>
                <a:cubicBezTo>
                  <a:pt x="53756" y="84236"/>
                  <a:pt x="53798" y="84504"/>
                  <a:pt x="53713" y="85743"/>
                </a:cubicBezTo>
                <a:cubicBezTo>
                  <a:pt x="53643" y="86854"/>
                  <a:pt x="53657" y="86966"/>
                  <a:pt x="53882" y="86966"/>
                </a:cubicBezTo>
                <a:cubicBezTo>
                  <a:pt x="54079" y="86966"/>
                  <a:pt x="54150" y="86868"/>
                  <a:pt x="54347" y="86347"/>
                </a:cubicBezTo>
                <a:cubicBezTo>
                  <a:pt x="54713" y="85405"/>
                  <a:pt x="54811" y="84574"/>
                  <a:pt x="54698" y="83688"/>
                </a:cubicBezTo>
                <a:cubicBezTo>
                  <a:pt x="54614" y="83041"/>
                  <a:pt x="54460" y="82647"/>
                  <a:pt x="54192" y="82393"/>
                </a:cubicBezTo>
                <a:cubicBezTo>
                  <a:pt x="54051" y="82253"/>
                  <a:pt x="53938" y="82097"/>
                  <a:pt x="53869" y="81859"/>
                </a:cubicBezTo>
                <a:cubicBezTo>
                  <a:pt x="53728" y="81450"/>
                  <a:pt x="53418" y="80943"/>
                  <a:pt x="53137" y="80648"/>
                </a:cubicBezTo>
                <a:cubicBezTo>
                  <a:pt x="52912" y="80437"/>
                  <a:pt x="52940" y="80409"/>
                  <a:pt x="53263" y="80536"/>
                </a:cubicBezTo>
                <a:cubicBezTo>
                  <a:pt x="53404" y="80578"/>
                  <a:pt x="53700" y="80662"/>
                  <a:pt x="53925" y="80718"/>
                </a:cubicBezTo>
                <a:cubicBezTo>
                  <a:pt x="54347" y="80831"/>
                  <a:pt x="54558" y="80831"/>
                  <a:pt x="54867" y="80705"/>
                </a:cubicBezTo>
                <a:cubicBezTo>
                  <a:pt x="54910" y="80677"/>
                  <a:pt x="55051" y="80761"/>
                  <a:pt x="55233" y="80915"/>
                </a:cubicBezTo>
                <a:cubicBezTo>
                  <a:pt x="55642" y="81268"/>
                  <a:pt x="55811" y="81337"/>
                  <a:pt x="56148" y="81337"/>
                </a:cubicBezTo>
                <a:lnTo>
                  <a:pt x="56430" y="81337"/>
                </a:lnTo>
                <a:lnTo>
                  <a:pt x="56430" y="82056"/>
                </a:lnTo>
                <a:cubicBezTo>
                  <a:pt x="56430" y="82450"/>
                  <a:pt x="56402" y="82984"/>
                  <a:pt x="56345" y="83266"/>
                </a:cubicBezTo>
                <a:cubicBezTo>
                  <a:pt x="56246" y="83829"/>
                  <a:pt x="56289" y="83941"/>
                  <a:pt x="56542" y="83913"/>
                </a:cubicBezTo>
                <a:cubicBezTo>
                  <a:pt x="56655" y="83899"/>
                  <a:pt x="56725" y="83814"/>
                  <a:pt x="56964" y="83336"/>
                </a:cubicBezTo>
                <a:cubicBezTo>
                  <a:pt x="57400" y="82450"/>
                  <a:pt x="57471" y="82210"/>
                  <a:pt x="57471" y="81534"/>
                </a:cubicBezTo>
                <a:cubicBezTo>
                  <a:pt x="57471" y="81211"/>
                  <a:pt x="57443" y="80859"/>
                  <a:pt x="57400" y="80718"/>
                </a:cubicBezTo>
                <a:cubicBezTo>
                  <a:pt x="57358" y="80578"/>
                  <a:pt x="57330" y="80339"/>
                  <a:pt x="57344" y="80170"/>
                </a:cubicBezTo>
                <a:cubicBezTo>
                  <a:pt x="57372" y="79917"/>
                  <a:pt x="57344" y="79818"/>
                  <a:pt x="57259" y="79663"/>
                </a:cubicBezTo>
                <a:cubicBezTo>
                  <a:pt x="57034" y="79283"/>
                  <a:pt x="56767" y="79001"/>
                  <a:pt x="56486" y="78847"/>
                </a:cubicBezTo>
                <a:lnTo>
                  <a:pt x="56190" y="78692"/>
                </a:lnTo>
                <a:lnTo>
                  <a:pt x="54572" y="78678"/>
                </a:lnTo>
                <a:cubicBezTo>
                  <a:pt x="53685" y="78664"/>
                  <a:pt x="52897" y="78650"/>
                  <a:pt x="52841" y="78622"/>
                </a:cubicBezTo>
                <a:cubicBezTo>
                  <a:pt x="52771" y="78607"/>
                  <a:pt x="52616" y="78495"/>
                  <a:pt x="52490" y="78382"/>
                </a:cubicBezTo>
                <a:cubicBezTo>
                  <a:pt x="52039" y="77988"/>
                  <a:pt x="51321" y="77735"/>
                  <a:pt x="50674" y="77735"/>
                </a:cubicBezTo>
                <a:cubicBezTo>
                  <a:pt x="50548" y="77735"/>
                  <a:pt x="50379" y="77693"/>
                  <a:pt x="50308" y="77651"/>
                </a:cubicBezTo>
                <a:cubicBezTo>
                  <a:pt x="50139" y="77524"/>
                  <a:pt x="49647" y="76863"/>
                  <a:pt x="49647" y="76750"/>
                </a:cubicBezTo>
                <a:cubicBezTo>
                  <a:pt x="49647" y="76708"/>
                  <a:pt x="49548" y="76483"/>
                  <a:pt x="49435" y="76243"/>
                </a:cubicBezTo>
                <a:cubicBezTo>
                  <a:pt x="49309" y="76033"/>
                  <a:pt x="49210" y="75793"/>
                  <a:pt x="49210" y="75737"/>
                </a:cubicBezTo>
                <a:cubicBezTo>
                  <a:pt x="49210" y="75695"/>
                  <a:pt x="49266" y="75483"/>
                  <a:pt x="49337" y="75301"/>
                </a:cubicBezTo>
                <a:cubicBezTo>
                  <a:pt x="49422" y="75061"/>
                  <a:pt x="49492" y="74935"/>
                  <a:pt x="49576" y="74907"/>
                </a:cubicBezTo>
                <a:cubicBezTo>
                  <a:pt x="49745" y="74851"/>
                  <a:pt x="49816" y="74724"/>
                  <a:pt x="50125" y="73950"/>
                </a:cubicBezTo>
                <a:cubicBezTo>
                  <a:pt x="50379" y="73331"/>
                  <a:pt x="50730" y="72162"/>
                  <a:pt x="50899" y="71431"/>
                </a:cubicBezTo>
                <a:cubicBezTo>
                  <a:pt x="51011" y="70924"/>
                  <a:pt x="50998" y="70939"/>
                  <a:pt x="51167" y="70980"/>
                </a:cubicBezTo>
                <a:cubicBezTo>
                  <a:pt x="51364" y="71023"/>
                  <a:pt x="51504" y="70882"/>
                  <a:pt x="51617" y="70530"/>
                </a:cubicBezTo>
                <a:cubicBezTo>
                  <a:pt x="51673" y="70389"/>
                  <a:pt x="51870" y="69770"/>
                  <a:pt x="52053" y="69151"/>
                </a:cubicBezTo>
                <a:lnTo>
                  <a:pt x="52405" y="68040"/>
                </a:lnTo>
                <a:lnTo>
                  <a:pt x="52981" y="67618"/>
                </a:lnTo>
                <a:cubicBezTo>
                  <a:pt x="53587" y="67167"/>
                  <a:pt x="54051" y="66717"/>
                  <a:pt x="54206" y="66393"/>
                </a:cubicBezTo>
                <a:cubicBezTo>
                  <a:pt x="54263" y="66280"/>
                  <a:pt x="54389" y="65985"/>
                  <a:pt x="54488" y="65704"/>
                </a:cubicBezTo>
                <a:cubicBezTo>
                  <a:pt x="54572" y="65436"/>
                  <a:pt x="54797" y="64972"/>
                  <a:pt x="54952" y="64676"/>
                </a:cubicBezTo>
                <a:cubicBezTo>
                  <a:pt x="55107" y="64381"/>
                  <a:pt x="55374" y="63818"/>
                  <a:pt x="55543" y="63424"/>
                </a:cubicBezTo>
                <a:cubicBezTo>
                  <a:pt x="55811" y="62819"/>
                  <a:pt x="55867" y="62749"/>
                  <a:pt x="55908" y="62861"/>
                </a:cubicBezTo>
                <a:cubicBezTo>
                  <a:pt x="55937" y="62931"/>
                  <a:pt x="55937" y="63086"/>
                  <a:pt x="55923" y="63199"/>
                </a:cubicBezTo>
                <a:cubicBezTo>
                  <a:pt x="55852" y="63578"/>
                  <a:pt x="56176" y="63832"/>
                  <a:pt x="56387" y="63578"/>
                </a:cubicBezTo>
                <a:cubicBezTo>
                  <a:pt x="56655" y="63283"/>
                  <a:pt x="57428" y="62045"/>
                  <a:pt x="57584" y="61679"/>
                </a:cubicBezTo>
                <a:cubicBezTo>
                  <a:pt x="57781" y="61186"/>
                  <a:pt x="58090" y="60736"/>
                  <a:pt x="58822" y="59878"/>
                </a:cubicBezTo>
                <a:lnTo>
                  <a:pt x="59342" y="59259"/>
                </a:lnTo>
                <a:lnTo>
                  <a:pt x="59441" y="59400"/>
                </a:lnTo>
                <a:cubicBezTo>
                  <a:pt x="59694" y="59681"/>
                  <a:pt x="59708" y="59681"/>
                  <a:pt x="60186" y="59428"/>
                </a:cubicBezTo>
                <a:cubicBezTo>
                  <a:pt x="60679" y="59174"/>
                  <a:pt x="61299" y="58696"/>
                  <a:pt x="62790" y="57458"/>
                </a:cubicBezTo>
                <a:cubicBezTo>
                  <a:pt x="64352" y="56163"/>
                  <a:pt x="65295" y="55150"/>
                  <a:pt x="66899" y="52996"/>
                </a:cubicBezTo>
                <a:cubicBezTo>
                  <a:pt x="68307" y="51125"/>
                  <a:pt x="68785" y="50266"/>
                  <a:pt x="69883" y="47692"/>
                </a:cubicBezTo>
                <a:cubicBezTo>
                  <a:pt x="70825" y="45496"/>
                  <a:pt x="71275" y="44230"/>
                  <a:pt x="71768" y="42429"/>
                </a:cubicBezTo>
                <a:cubicBezTo>
                  <a:pt x="72429" y="40078"/>
                  <a:pt x="72626" y="38924"/>
                  <a:pt x="72626" y="37419"/>
                </a:cubicBezTo>
                <a:cubicBezTo>
                  <a:pt x="72626" y="35941"/>
                  <a:pt x="72485" y="34899"/>
                  <a:pt x="71965" y="32719"/>
                </a:cubicBezTo>
                <a:cubicBezTo>
                  <a:pt x="71697" y="31522"/>
                  <a:pt x="71697" y="31578"/>
                  <a:pt x="71641" y="30368"/>
                </a:cubicBezTo>
                <a:cubicBezTo>
                  <a:pt x="71585" y="29285"/>
                  <a:pt x="71472" y="28567"/>
                  <a:pt x="71262" y="27934"/>
                </a:cubicBezTo>
                <a:cubicBezTo>
                  <a:pt x="71065" y="27357"/>
                  <a:pt x="70543" y="26330"/>
                  <a:pt x="70065" y="25570"/>
                </a:cubicBezTo>
                <a:cubicBezTo>
                  <a:pt x="68729" y="23473"/>
                  <a:pt x="68798" y="23585"/>
                  <a:pt x="68686" y="23037"/>
                </a:cubicBezTo>
                <a:cubicBezTo>
                  <a:pt x="68419" y="21643"/>
                  <a:pt x="67729" y="19476"/>
                  <a:pt x="67209" y="18379"/>
                </a:cubicBezTo>
                <a:cubicBezTo>
                  <a:pt x="67054" y="18041"/>
                  <a:pt x="66618" y="17281"/>
                  <a:pt x="66237" y="16677"/>
                </a:cubicBezTo>
                <a:cubicBezTo>
                  <a:pt x="65083" y="14847"/>
                  <a:pt x="64886" y="14369"/>
                  <a:pt x="64886" y="13453"/>
                </a:cubicBezTo>
                <a:cubicBezTo>
                  <a:pt x="64886" y="12891"/>
                  <a:pt x="64901" y="12834"/>
                  <a:pt x="65112" y="12286"/>
                </a:cubicBezTo>
                <a:lnTo>
                  <a:pt x="65337" y="11723"/>
                </a:lnTo>
                <a:lnTo>
                  <a:pt x="65590" y="11680"/>
                </a:lnTo>
                <a:cubicBezTo>
                  <a:pt x="67124" y="11470"/>
                  <a:pt x="68686" y="11343"/>
                  <a:pt x="69502" y="11385"/>
                </a:cubicBezTo>
                <a:cubicBezTo>
                  <a:pt x="70346" y="11414"/>
                  <a:pt x="70515" y="11498"/>
                  <a:pt x="71191" y="12230"/>
                </a:cubicBezTo>
                <a:cubicBezTo>
                  <a:pt x="71965" y="13074"/>
                  <a:pt x="71951" y="13046"/>
                  <a:pt x="72134" y="13046"/>
                </a:cubicBezTo>
                <a:cubicBezTo>
                  <a:pt x="72345" y="13046"/>
                  <a:pt x="72401" y="12919"/>
                  <a:pt x="72542" y="12159"/>
                </a:cubicBezTo>
                <a:cubicBezTo>
                  <a:pt x="72697" y="11385"/>
                  <a:pt x="72697" y="9584"/>
                  <a:pt x="72542" y="8922"/>
                </a:cubicBezTo>
                <a:cubicBezTo>
                  <a:pt x="72247" y="7586"/>
                  <a:pt x="71599" y="6629"/>
                  <a:pt x="70417" y="5841"/>
                </a:cubicBezTo>
                <a:cubicBezTo>
                  <a:pt x="69798" y="5432"/>
                  <a:pt x="69404" y="5235"/>
                  <a:pt x="68770" y="5025"/>
                </a:cubicBezTo>
                <a:cubicBezTo>
                  <a:pt x="67856" y="4729"/>
                  <a:pt x="67616" y="4687"/>
                  <a:pt x="66828" y="4644"/>
                </a:cubicBezTo>
                <a:lnTo>
                  <a:pt x="66055" y="4616"/>
                </a:lnTo>
                <a:lnTo>
                  <a:pt x="65999" y="4377"/>
                </a:lnTo>
                <a:cubicBezTo>
                  <a:pt x="65914" y="4012"/>
                  <a:pt x="65618" y="3406"/>
                  <a:pt x="65337" y="2998"/>
                </a:cubicBezTo>
                <a:cubicBezTo>
                  <a:pt x="65055" y="2562"/>
                  <a:pt x="64338" y="1830"/>
                  <a:pt x="63916" y="1507"/>
                </a:cubicBezTo>
                <a:cubicBezTo>
                  <a:pt x="63198" y="972"/>
                  <a:pt x="61749" y="366"/>
                  <a:pt x="60679" y="156"/>
                </a:cubicBezTo>
                <a:cubicBezTo>
                  <a:pt x="60130" y="43"/>
                  <a:pt x="58738" y="0"/>
                  <a:pt x="58231" y="71"/>
                </a:cubicBezTo>
                <a:close/>
                <a:moveTo>
                  <a:pt x="40979" y="68152"/>
                </a:moveTo>
                <a:cubicBezTo>
                  <a:pt x="41048" y="68434"/>
                  <a:pt x="41401" y="68462"/>
                  <a:pt x="41710" y="68209"/>
                </a:cubicBezTo>
                <a:cubicBezTo>
                  <a:pt x="41795" y="68124"/>
                  <a:pt x="41893" y="68068"/>
                  <a:pt x="41921" y="68068"/>
                </a:cubicBezTo>
                <a:cubicBezTo>
                  <a:pt x="41949" y="68068"/>
                  <a:pt x="42005" y="68378"/>
                  <a:pt x="42033" y="68757"/>
                </a:cubicBezTo>
                <a:cubicBezTo>
                  <a:pt x="42174" y="70220"/>
                  <a:pt x="42442" y="71811"/>
                  <a:pt x="42583" y="72078"/>
                </a:cubicBezTo>
                <a:cubicBezTo>
                  <a:pt x="42667" y="72233"/>
                  <a:pt x="42850" y="72261"/>
                  <a:pt x="42962" y="72149"/>
                </a:cubicBezTo>
                <a:cubicBezTo>
                  <a:pt x="43018" y="72093"/>
                  <a:pt x="43089" y="71896"/>
                  <a:pt x="43131" y="71712"/>
                </a:cubicBezTo>
                <a:cubicBezTo>
                  <a:pt x="43159" y="71530"/>
                  <a:pt x="43215" y="71389"/>
                  <a:pt x="43230" y="71403"/>
                </a:cubicBezTo>
                <a:cubicBezTo>
                  <a:pt x="43258" y="71417"/>
                  <a:pt x="43300" y="71571"/>
                  <a:pt x="43343" y="71740"/>
                </a:cubicBezTo>
                <a:cubicBezTo>
                  <a:pt x="43412" y="72064"/>
                  <a:pt x="43568" y="72219"/>
                  <a:pt x="43778" y="72191"/>
                </a:cubicBezTo>
                <a:cubicBezTo>
                  <a:pt x="43891" y="72162"/>
                  <a:pt x="43919" y="72219"/>
                  <a:pt x="43990" y="72472"/>
                </a:cubicBezTo>
                <a:cubicBezTo>
                  <a:pt x="44159" y="73007"/>
                  <a:pt x="44553" y="73907"/>
                  <a:pt x="44665" y="74035"/>
                </a:cubicBezTo>
                <a:cubicBezTo>
                  <a:pt x="44820" y="74189"/>
                  <a:pt x="45003" y="74161"/>
                  <a:pt x="45172" y="73950"/>
                </a:cubicBezTo>
                <a:cubicBezTo>
                  <a:pt x="45242" y="73866"/>
                  <a:pt x="45313" y="73809"/>
                  <a:pt x="45313" y="73823"/>
                </a:cubicBezTo>
                <a:cubicBezTo>
                  <a:pt x="45326" y="73838"/>
                  <a:pt x="45397" y="74006"/>
                  <a:pt x="45467" y="74203"/>
                </a:cubicBezTo>
                <a:cubicBezTo>
                  <a:pt x="45523" y="74400"/>
                  <a:pt x="45650" y="74682"/>
                  <a:pt x="45748" y="74836"/>
                </a:cubicBezTo>
                <a:cubicBezTo>
                  <a:pt x="45819" y="74977"/>
                  <a:pt x="45945" y="75315"/>
                  <a:pt x="46002" y="75568"/>
                </a:cubicBezTo>
                <a:lnTo>
                  <a:pt x="46129" y="76033"/>
                </a:lnTo>
                <a:lnTo>
                  <a:pt x="46016" y="76328"/>
                </a:lnTo>
                <a:cubicBezTo>
                  <a:pt x="45805" y="76863"/>
                  <a:pt x="45805" y="76863"/>
                  <a:pt x="45425" y="76497"/>
                </a:cubicBezTo>
                <a:cubicBezTo>
                  <a:pt x="44975" y="76061"/>
                  <a:pt x="44426" y="75780"/>
                  <a:pt x="44003" y="75780"/>
                </a:cubicBezTo>
                <a:cubicBezTo>
                  <a:pt x="43821" y="75780"/>
                  <a:pt x="43596" y="75737"/>
                  <a:pt x="43483" y="75695"/>
                </a:cubicBezTo>
                <a:cubicBezTo>
                  <a:pt x="43315" y="75624"/>
                  <a:pt x="43146" y="75611"/>
                  <a:pt x="42709" y="75624"/>
                </a:cubicBezTo>
                <a:cubicBezTo>
                  <a:pt x="42146" y="75652"/>
                  <a:pt x="42146" y="75652"/>
                  <a:pt x="41949" y="75498"/>
                </a:cubicBezTo>
                <a:cubicBezTo>
                  <a:pt x="41696" y="75301"/>
                  <a:pt x="41414" y="75286"/>
                  <a:pt x="40711" y="75455"/>
                </a:cubicBezTo>
                <a:lnTo>
                  <a:pt x="40317" y="75554"/>
                </a:lnTo>
                <a:lnTo>
                  <a:pt x="39993" y="75286"/>
                </a:lnTo>
                <a:cubicBezTo>
                  <a:pt x="39557" y="74921"/>
                  <a:pt x="39219" y="74794"/>
                  <a:pt x="38487" y="74752"/>
                </a:cubicBezTo>
                <a:cubicBezTo>
                  <a:pt x="37995" y="74724"/>
                  <a:pt x="37855" y="74695"/>
                  <a:pt x="37686" y="74597"/>
                </a:cubicBezTo>
                <a:cubicBezTo>
                  <a:pt x="37446" y="74457"/>
                  <a:pt x="37095" y="74076"/>
                  <a:pt x="37095" y="73964"/>
                </a:cubicBezTo>
                <a:cubicBezTo>
                  <a:pt x="37095" y="73922"/>
                  <a:pt x="37305" y="73584"/>
                  <a:pt x="37558" y="73218"/>
                </a:cubicBezTo>
                <a:cubicBezTo>
                  <a:pt x="38023" y="72515"/>
                  <a:pt x="38515" y="71614"/>
                  <a:pt x="38628" y="71234"/>
                </a:cubicBezTo>
                <a:cubicBezTo>
                  <a:pt x="38671" y="71065"/>
                  <a:pt x="38727" y="71009"/>
                  <a:pt x="38868" y="70952"/>
                </a:cubicBezTo>
                <a:cubicBezTo>
                  <a:pt x="39078" y="70882"/>
                  <a:pt x="39459" y="70249"/>
                  <a:pt x="39684" y="69629"/>
                </a:cubicBezTo>
                <a:lnTo>
                  <a:pt x="39825" y="69222"/>
                </a:lnTo>
                <a:lnTo>
                  <a:pt x="40007" y="69250"/>
                </a:lnTo>
                <a:cubicBezTo>
                  <a:pt x="40219" y="69278"/>
                  <a:pt x="40317" y="69166"/>
                  <a:pt x="40641" y="68504"/>
                </a:cubicBezTo>
                <a:cubicBezTo>
                  <a:pt x="40767" y="68237"/>
                  <a:pt x="40894" y="68012"/>
                  <a:pt x="40908" y="68012"/>
                </a:cubicBezTo>
                <a:cubicBezTo>
                  <a:pt x="40936" y="68012"/>
                  <a:pt x="40964" y="68068"/>
                  <a:pt x="40979" y="68152"/>
                </a:cubicBezTo>
                <a:close/>
                <a:moveTo>
                  <a:pt x="41401" y="77735"/>
                </a:moveTo>
                <a:cubicBezTo>
                  <a:pt x="41682" y="77890"/>
                  <a:pt x="41893" y="77904"/>
                  <a:pt x="42343" y="77806"/>
                </a:cubicBezTo>
                <a:cubicBezTo>
                  <a:pt x="42892" y="77693"/>
                  <a:pt x="42864" y="77693"/>
                  <a:pt x="43356" y="77904"/>
                </a:cubicBezTo>
                <a:cubicBezTo>
                  <a:pt x="43652" y="78031"/>
                  <a:pt x="43835" y="78144"/>
                  <a:pt x="44060" y="78369"/>
                </a:cubicBezTo>
                <a:lnTo>
                  <a:pt x="44341" y="78664"/>
                </a:lnTo>
                <a:lnTo>
                  <a:pt x="44215" y="78748"/>
                </a:lnTo>
                <a:cubicBezTo>
                  <a:pt x="44144" y="78804"/>
                  <a:pt x="43990" y="78932"/>
                  <a:pt x="43877" y="79030"/>
                </a:cubicBezTo>
                <a:cubicBezTo>
                  <a:pt x="43765" y="79142"/>
                  <a:pt x="43512" y="79326"/>
                  <a:pt x="43300" y="79438"/>
                </a:cubicBezTo>
                <a:lnTo>
                  <a:pt x="42934" y="79663"/>
                </a:lnTo>
                <a:lnTo>
                  <a:pt x="42498" y="79298"/>
                </a:lnTo>
                <a:cubicBezTo>
                  <a:pt x="42259" y="79101"/>
                  <a:pt x="41964" y="78791"/>
                  <a:pt x="41865" y="78636"/>
                </a:cubicBezTo>
                <a:cubicBezTo>
                  <a:pt x="41752" y="78467"/>
                  <a:pt x="41583" y="78242"/>
                  <a:pt x="41485" y="78129"/>
                </a:cubicBezTo>
                <a:cubicBezTo>
                  <a:pt x="41260" y="77876"/>
                  <a:pt x="41119" y="77622"/>
                  <a:pt x="41204" y="77622"/>
                </a:cubicBezTo>
                <a:cubicBezTo>
                  <a:pt x="41217" y="77622"/>
                  <a:pt x="41302" y="77679"/>
                  <a:pt x="41401" y="77735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EFFE2735-F939-8767-9DF3-675957903A6E}"/>
              </a:ext>
            </a:extLst>
          </p:cNvPr>
          <p:cNvSpPr/>
          <p:nvPr/>
        </p:nvSpPr>
        <p:spPr>
          <a:xfrm>
            <a:off x="4938729" y="2395157"/>
            <a:ext cx="2971247" cy="1191553"/>
          </a:xfrm>
          <a:prstGeom prst="cloudCallout">
            <a:avLst>
              <a:gd name="adj1" fmla="val 46462"/>
              <a:gd name="adj2" fmla="val 91094"/>
            </a:avLst>
          </a:prstGeom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How has language been used in this stanza to make the hawk sound arrogant?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A8597C9-1B61-8D9B-AD25-37FFE433ADAA}"/>
              </a:ext>
            </a:extLst>
          </p:cNvPr>
          <p:cNvSpPr/>
          <p:nvPr/>
        </p:nvSpPr>
        <p:spPr>
          <a:xfrm>
            <a:off x="1261562" y="4140898"/>
            <a:ext cx="2555029" cy="833330"/>
          </a:xfrm>
          <a:prstGeom prst="wedgeRoundRectCallout">
            <a:avLst>
              <a:gd name="adj1" fmla="val 19902"/>
              <a:gd name="adj2" fmla="val -78365"/>
              <a:gd name="adj3" fmla="val 16667"/>
            </a:avLst>
          </a:prstGeom>
          <a:ln>
            <a:solidFill>
              <a:schemeClr val="accent6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rgbClr val="FF0000"/>
                </a:solidFill>
              </a:rPr>
              <a:t>The earth has been personified in this line. What is the effect of this?</a:t>
            </a:r>
          </a:p>
          <a:p>
            <a:pPr algn="ctr"/>
            <a:endParaRPr lang="en-US" dirty="0"/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DC75226C-A887-CDA0-E3E4-8C36019C5EB2}"/>
              </a:ext>
            </a:extLst>
          </p:cNvPr>
          <p:cNvSpPr/>
          <p:nvPr/>
        </p:nvSpPr>
        <p:spPr>
          <a:xfrm>
            <a:off x="4965746" y="3940032"/>
            <a:ext cx="2023617" cy="957572"/>
          </a:xfrm>
          <a:prstGeom prst="wedgeEllipseCallout">
            <a:avLst>
              <a:gd name="adj1" fmla="val -45987"/>
              <a:gd name="adj2" fmla="val -60151"/>
            </a:avLst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riblet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  <a:p>
            <a:pPr algn="ctr"/>
            <a:r>
              <a:rPr lang="en-US" dirty="0">
                <a:solidFill>
                  <a:srgbClr val="00B0F0"/>
                </a:solidFill>
              </a:rPr>
              <a:t>How does this word show that the hawk has power?</a:t>
            </a:r>
          </a:p>
          <a:p>
            <a:pPr algn="ctr"/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0" name="3D Model 49" descr="The Sun">
                <a:extLst>
                  <a:ext uri="{FF2B5EF4-FFF2-40B4-BE49-F238E27FC236}">
                    <a16:creationId xmlns:a16="http://schemas.microsoft.com/office/drawing/2014/main" id="{7795C4D6-4CC8-B569-F8BF-72A3A2C820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2171256"/>
                  </p:ext>
                </p:extLst>
              </p:nvPr>
            </p:nvGraphicFramePr>
            <p:xfrm>
              <a:off x="7887653" y="-301674"/>
              <a:ext cx="1684817" cy="1684817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684817" cy="1684817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y="162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94129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0" name="3D Model 49" descr="The Sun">
                <a:extLst>
                  <a:ext uri="{FF2B5EF4-FFF2-40B4-BE49-F238E27FC236}">
                    <a16:creationId xmlns:a16="http://schemas.microsoft.com/office/drawing/2014/main" id="{7795C4D6-4CC8-B569-F8BF-72A3A2C820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87653" y="-301674"/>
                <a:ext cx="1684817" cy="1684817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Google Shape;709;p45">
            <a:extLst>
              <a:ext uri="{FF2B5EF4-FFF2-40B4-BE49-F238E27FC236}">
                <a16:creationId xmlns:a16="http://schemas.microsoft.com/office/drawing/2014/main" id="{78E62EF5-8A4A-092C-78DA-523202368CF0}"/>
              </a:ext>
            </a:extLst>
          </p:cNvPr>
          <p:cNvSpPr/>
          <p:nvPr/>
        </p:nvSpPr>
        <p:spPr>
          <a:xfrm>
            <a:off x="8114477" y="3454631"/>
            <a:ext cx="969325" cy="795100"/>
          </a:xfrm>
          <a:custGeom>
            <a:avLst/>
            <a:gdLst/>
            <a:ahLst/>
            <a:cxnLst/>
            <a:rect l="l" t="t" r="r" b="b"/>
            <a:pathLst>
              <a:path w="38773" h="31804" extrusionOk="0">
                <a:moveTo>
                  <a:pt x="8349" y="2616"/>
                </a:moveTo>
                <a:cubicBezTo>
                  <a:pt x="8370" y="2929"/>
                  <a:pt x="8370" y="3160"/>
                  <a:pt x="8412" y="3390"/>
                </a:cubicBezTo>
                <a:cubicBezTo>
                  <a:pt x="8454" y="3662"/>
                  <a:pt x="8684" y="3850"/>
                  <a:pt x="8956" y="3850"/>
                </a:cubicBezTo>
                <a:cubicBezTo>
                  <a:pt x="9207" y="3850"/>
                  <a:pt x="9416" y="3704"/>
                  <a:pt x="9458" y="3452"/>
                </a:cubicBezTo>
                <a:cubicBezTo>
                  <a:pt x="9500" y="2929"/>
                  <a:pt x="9814" y="2657"/>
                  <a:pt x="10149" y="2344"/>
                </a:cubicBezTo>
                <a:cubicBezTo>
                  <a:pt x="10316" y="2197"/>
                  <a:pt x="10442" y="2051"/>
                  <a:pt x="10546" y="1883"/>
                </a:cubicBezTo>
                <a:cubicBezTo>
                  <a:pt x="11174" y="879"/>
                  <a:pt x="12241" y="586"/>
                  <a:pt x="13287" y="293"/>
                </a:cubicBezTo>
                <a:cubicBezTo>
                  <a:pt x="13873" y="147"/>
                  <a:pt x="14501" y="167"/>
                  <a:pt x="15108" y="105"/>
                </a:cubicBezTo>
                <a:cubicBezTo>
                  <a:pt x="16175" y="0"/>
                  <a:pt x="17221" y="105"/>
                  <a:pt x="18246" y="460"/>
                </a:cubicBezTo>
                <a:cubicBezTo>
                  <a:pt x="19104" y="732"/>
                  <a:pt x="19857" y="1193"/>
                  <a:pt x="20569" y="1716"/>
                </a:cubicBezTo>
                <a:cubicBezTo>
                  <a:pt x="20924" y="1988"/>
                  <a:pt x="21217" y="2406"/>
                  <a:pt x="21510" y="2804"/>
                </a:cubicBezTo>
                <a:cubicBezTo>
                  <a:pt x="21594" y="2929"/>
                  <a:pt x="21615" y="3118"/>
                  <a:pt x="21594" y="3306"/>
                </a:cubicBezTo>
                <a:cubicBezTo>
                  <a:pt x="21594" y="3620"/>
                  <a:pt x="21531" y="3934"/>
                  <a:pt x="21531" y="4248"/>
                </a:cubicBezTo>
                <a:cubicBezTo>
                  <a:pt x="21531" y="4771"/>
                  <a:pt x="21971" y="5001"/>
                  <a:pt x="22452" y="4708"/>
                </a:cubicBezTo>
                <a:cubicBezTo>
                  <a:pt x="22598" y="4645"/>
                  <a:pt x="22745" y="4499"/>
                  <a:pt x="22870" y="4394"/>
                </a:cubicBezTo>
                <a:cubicBezTo>
                  <a:pt x="23205" y="4122"/>
                  <a:pt x="23624" y="4038"/>
                  <a:pt x="24063" y="4059"/>
                </a:cubicBezTo>
                <a:cubicBezTo>
                  <a:pt x="25402" y="4164"/>
                  <a:pt x="26678" y="4457"/>
                  <a:pt x="27829" y="5105"/>
                </a:cubicBezTo>
                <a:cubicBezTo>
                  <a:pt x="29168" y="5838"/>
                  <a:pt x="30235" y="6842"/>
                  <a:pt x="30968" y="8202"/>
                </a:cubicBezTo>
                <a:cubicBezTo>
                  <a:pt x="31051" y="8328"/>
                  <a:pt x="31114" y="8537"/>
                  <a:pt x="31072" y="8683"/>
                </a:cubicBezTo>
                <a:cubicBezTo>
                  <a:pt x="31051" y="9039"/>
                  <a:pt x="30968" y="9374"/>
                  <a:pt x="30905" y="9709"/>
                </a:cubicBezTo>
                <a:cubicBezTo>
                  <a:pt x="30821" y="10043"/>
                  <a:pt x="30696" y="10336"/>
                  <a:pt x="30340" y="10546"/>
                </a:cubicBezTo>
                <a:cubicBezTo>
                  <a:pt x="30110" y="10713"/>
                  <a:pt x="30047" y="10964"/>
                  <a:pt x="30152" y="11236"/>
                </a:cubicBezTo>
                <a:cubicBezTo>
                  <a:pt x="30256" y="11487"/>
                  <a:pt x="30570" y="11696"/>
                  <a:pt x="30863" y="11571"/>
                </a:cubicBezTo>
                <a:cubicBezTo>
                  <a:pt x="31658" y="11278"/>
                  <a:pt x="32411" y="11550"/>
                  <a:pt x="33144" y="11613"/>
                </a:cubicBezTo>
                <a:cubicBezTo>
                  <a:pt x="33939" y="11717"/>
                  <a:pt x="34588" y="12136"/>
                  <a:pt x="35194" y="12638"/>
                </a:cubicBezTo>
                <a:cubicBezTo>
                  <a:pt x="35843" y="13161"/>
                  <a:pt x="36324" y="13810"/>
                  <a:pt x="36826" y="14500"/>
                </a:cubicBezTo>
                <a:cubicBezTo>
                  <a:pt x="37119" y="14898"/>
                  <a:pt x="37119" y="15756"/>
                  <a:pt x="36847" y="16111"/>
                </a:cubicBezTo>
                <a:cubicBezTo>
                  <a:pt x="36764" y="16258"/>
                  <a:pt x="36596" y="16362"/>
                  <a:pt x="36471" y="16404"/>
                </a:cubicBezTo>
                <a:cubicBezTo>
                  <a:pt x="36324" y="16467"/>
                  <a:pt x="36178" y="16467"/>
                  <a:pt x="36052" y="16509"/>
                </a:cubicBezTo>
                <a:cubicBezTo>
                  <a:pt x="35864" y="16593"/>
                  <a:pt x="35676" y="16697"/>
                  <a:pt x="35529" y="16802"/>
                </a:cubicBezTo>
                <a:cubicBezTo>
                  <a:pt x="35341" y="16948"/>
                  <a:pt x="35257" y="17199"/>
                  <a:pt x="35341" y="17429"/>
                </a:cubicBezTo>
                <a:cubicBezTo>
                  <a:pt x="35424" y="17660"/>
                  <a:pt x="35592" y="17785"/>
                  <a:pt x="35864" y="17827"/>
                </a:cubicBezTo>
                <a:cubicBezTo>
                  <a:pt x="35989" y="17848"/>
                  <a:pt x="36157" y="17848"/>
                  <a:pt x="36282" y="17785"/>
                </a:cubicBezTo>
                <a:cubicBezTo>
                  <a:pt x="36596" y="17660"/>
                  <a:pt x="36847" y="17764"/>
                  <a:pt x="37057" y="17973"/>
                </a:cubicBezTo>
                <a:cubicBezTo>
                  <a:pt x="37475" y="18371"/>
                  <a:pt x="37935" y="18769"/>
                  <a:pt x="38249" y="19208"/>
                </a:cubicBezTo>
                <a:cubicBezTo>
                  <a:pt x="38668" y="19815"/>
                  <a:pt x="38772" y="20547"/>
                  <a:pt x="38668" y="21238"/>
                </a:cubicBezTo>
                <a:cubicBezTo>
                  <a:pt x="38626" y="21405"/>
                  <a:pt x="38479" y="21614"/>
                  <a:pt x="38333" y="21719"/>
                </a:cubicBezTo>
                <a:cubicBezTo>
                  <a:pt x="37935" y="21949"/>
                  <a:pt x="37517" y="22137"/>
                  <a:pt x="37119" y="22347"/>
                </a:cubicBezTo>
                <a:cubicBezTo>
                  <a:pt x="36785" y="22535"/>
                  <a:pt x="36617" y="22807"/>
                  <a:pt x="36701" y="23183"/>
                </a:cubicBezTo>
                <a:cubicBezTo>
                  <a:pt x="36722" y="23330"/>
                  <a:pt x="36805" y="23497"/>
                  <a:pt x="36889" y="23644"/>
                </a:cubicBezTo>
                <a:cubicBezTo>
                  <a:pt x="37349" y="24753"/>
                  <a:pt x="37559" y="25904"/>
                  <a:pt x="37517" y="27075"/>
                </a:cubicBezTo>
                <a:cubicBezTo>
                  <a:pt x="37517" y="27138"/>
                  <a:pt x="37475" y="27180"/>
                  <a:pt x="37433" y="27347"/>
                </a:cubicBezTo>
                <a:cubicBezTo>
                  <a:pt x="37015" y="27661"/>
                  <a:pt x="36512" y="27996"/>
                  <a:pt x="35989" y="28393"/>
                </a:cubicBezTo>
                <a:cubicBezTo>
                  <a:pt x="35968" y="28603"/>
                  <a:pt x="35968" y="28875"/>
                  <a:pt x="35885" y="29147"/>
                </a:cubicBezTo>
                <a:cubicBezTo>
                  <a:pt x="35822" y="29398"/>
                  <a:pt x="35780" y="29649"/>
                  <a:pt x="35780" y="29900"/>
                </a:cubicBezTo>
                <a:cubicBezTo>
                  <a:pt x="35780" y="29984"/>
                  <a:pt x="35738" y="30088"/>
                  <a:pt x="35676" y="30130"/>
                </a:cubicBezTo>
                <a:cubicBezTo>
                  <a:pt x="35341" y="30507"/>
                  <a:pt x="35090" y="30967"/>
                  <a:pt x="34588" y="31218"/>
                </a:cubicBezTo>
                <a:cubicBezTo>
                  <a:pt x="34357" y="31323"/>
                  <a:pt x="34148" y="31469"/>
                  <a:pt x="33897" y="31595"/>
                </a:cubicBezTo>
                <a:cubicBezTo>
                  <a:pt x="33583" y="31762"/>
                  <a:pt x="33248" y="31804"/>
                  <a:pt x="32914" y="31574"/>
                </a:cubicBezTo>
                <a:cubicBezTo>
                  <a:pt x="32914" y="31365"/>
                  <a:pt x="32935" y="31134"/>
                  <a:pt x="32935" y="30925"/>
                </a:cubicBezTo>
                <a:cubicBezTo>
                  <a:pt x="32955" y="30318"/>
                  <a:pt x="32809" y="29795"/>
                  <a:pt x="32474" y="29335"/>
                </a:cubicBezTo>
                <a:cubicBezTo>
                  <a:pt x="32202" y="28979"/>
                  <a:pt x="31888" y="28812"/>
                  <a:pt x="31470" y="28728"/>
                </a:cubicBezTo>
                <a:cubicBezTo>
                  <a:pt x="30633" y="28603"/>
                  <a:pt x="29817" y="28728"/>
                  <a:pt x="29085" y="29168"/>
                </a:cubicBezTo>
                <a:cubicBezTo>
                  <a:pt x="28917" y="29063"/>
                  <a:pt x="29022" y="28937"/>
                  <a:pt x="29043" y="28812"/>
                </a:cubicBezTo>
                <a:cubicBezTo>
                  <a:pt x="29147" y="28310"/>
                  <a:pt x="29252" y="27808"/>
                  <a:pt x="29357" y="27243"/>
                </a:cubicBezTo>
                <a:cubicBezTo>
                  <a:pt x="29545" y="27243"/>
                  <a:pt x="29712" y="27201"/>
                  <a:pt x="29901" y="27201"/>
                </a:cubicBezTo>
                <a:cubicBezTo>
                  <a:pt x="30214" y="27243"/>
                  <a:pt x="30528" y="27305"/>
                  <a:pt x="30842" y="27305"/>
                </a:cubicBezTo>
                <a:cubicBezTo>
                  <a:pt x="30947" y="27305"/>
                  <a:pt x="31051" y="27180"/>
                  <a:pt x="31261" y="27054"/>
                </a:cubicBezTo>
                <a:cubicBezTo>
                  <a:pt x="30947" y="26971"/>
                  <a:pt x="30800" y="26887"/>
                  <a:pt x="30612" y="26866"/>
                </a:cubicBezTo>
                <a:cubicBezTo>
                  <a:pt x="29545" y="26678"/>
                  <a:pt x="28624" y="26238"/>
                  <a:pt x="27871" y="25422"/>
                </a:cubicBezTo>
                <a:cubicBezTo>
                  <a:pt x="27306" y="24836"/>
                  <a:pt x="26846" y="24209"/>
                  <a:pt x="26574" y="23414"/>
                </a:cubicBezTo>
                <a:cubicBezTo>
                  <a:pt x="26532" y="23288"/>
                  <a:pt x="26448" y="23163"/>
                  <a:pt x="26344" y="23058"/>
                </a:cubicBezTo>
                <a:cubicBezTo>
                  <a:pt x="26260" y="22974"/>
                  <a:pt x="26134" y="22891"/>
                  <a:pt x="26051" y="22911"/>
                </a:cubicBezTo>
                <a:cubicBezTo>
                  <a:pt x="25486" y="23058"/>
                  <a:pt x="24858" y="22995"/>
                  <a:pt x="24419" y="23518"/>
                </a:cubicBezTo>
                <a:cubicBezTo>
                  <a:pt x="24209" y="23748"/>
                  <a:pt x="23916" y="23916"/>
                  <a:pt x="23686" y="24104"/>
                </a:cubicBezTo>
                <a:cubicBezTo>
                  <a:pt x="23372" y="24334"/>
                  <a:pt x="23059" y="24334"/>
                  <a:pt x="22745" y="24104"/>
                </a:cubicBezTo>
                <a:cubicBezTo>
                  <a:pt x="22180" y="23707"/>
                  <a:pt x="21699" y="23288"/>
                  <a:pt x="21427" y="22660"/>
                </a:cubicBezTo>
                <a:cubicBezTo>
                  <a:pt x="21134" y="22012"/>
                  <a:pt x="20924" y="21321"/>
                  <a:pt x="20673" y="20652"/>
                </a:cubicBezTo>
                <a:cubicBezTo>
                  <a:pt x="20569" y="20359"/>
                  <a:pt x="20485" y="20045"/>
                  <a:pt x="20359" y="19752"/>
                </a:cubicBezTo>
                <a:cubicBezTo>
                  <a:pt x="20067" y="19208"/>
                  <a:pt x="19606" y="19145"/>
                  <a:pt x="19146" y="19564"/>
                </a:cubicBezTo>
                <a:cubicBezTo>
                  <a:pt x="19041" y="19668"/>
                  <a:pt x="18979" y="19773"/>
                  <a:pt x="18874" y="19878"/>
                </a:cubicBezTo>
                <a:cubicBezTo>
                  <a:pt x="18790" y="19982"/>
                  <a:pt x="18707" y="20129"/>
                  <a:pt x="18623" y="20254"/>
                </a:cubicBezTo>
                <a:cubicBezTo>
                  <a:pt x="17556" y="21907"/>
                  <a:pt x="15673" y="21217"/>
                  <a:pt x="14961" y="20170"/>
                </a:cubicBezTo>
                <a:cubicBezTo>
                  <a:pt x="14292" y="19124"/>
                  <a:pt x="13852" y="18057"/>
                  <a:pt x="13957" y="16802"/>
                </a:cubicBezTo>
                <a:cubicBezTo>
                  <a:pt x="13978" y="16572"/>
                  <a:pt x="13957" y="16321"/>
                  <a:pt x="13957" y="16111"/>
                </a:cubicBezTo>
                <a:cubicBezTo>
                  <a:pt x="13957" y="15756"/>
                  <a:pt x="13915" y="15358"/>
                  <a:pt x="14166" y="15044"/>
                </a:cubicBezTo>
                <a:cubicBezTo>
                  <a:pt x="14208" y="14960"/>
                  <a:pt x="14271" y="14835"/>
                  <a:pt x="14271" y="14730"/>
                </a:cubicBezTo>
                <a:cubicBezTo>
                  <a:pt x="14333" y="14333"/>
                  <a:pt x="14124" y="14019"/>
                  <a:pt x="13769" y="13977"/>
                </a:cubicBezTo>
                <a:cubicBezTo>
                  <a:pt x="13455" y="13914"/>
                  <a:pt x="13162" y="14103"/>
                  <a:pt x="13057" y="14437"/>
                </a:cubicBezTo>
                <a:cubicBezTo>
                  <a:pt x="12973" y="14730"/>
                  <a:pt x="12932" y="15065"/>
                  <a:pt x="12806" y="15337"/>
                </a:cubicBezTo>
                <a:cubicBezTo>
                  <a:pt x="12346" y="16300"/>
                  <a:pt x="11551" y="16844"/>
                  <a:pt x="10567" y="17241"/>
                </a:cubicBezTo>
                <a:cubicBezTo>
                  <a:pt x="10232" y="17367"/>
                  <a:pt x="9898" y="17367"/>
                  <a:pt x="9584" y="17262"/>
                </a:cubicBezTo>
                <a:cubicBezTo>
                  <a:pt x="9061" y="17095"/>
                  <a:pt x="8559" y="16906"/>
                  <a:pt x="8056" y="16697"/>
                </a:cubicBezTo>
                <a:cubicBezTo>
                  <a:pt x="7680" y="16530"/>
                  <a:pt x="7387" y="16279"/>
                  <a:pt x="7157" y="15944"/>
                </a:cubicBezTo>
                <a:cubicBezTo>
                  <a:pt x="6550" y="14960"/>
                  <a:pt x="6069" y="13977"/>
                  <a:pt x="5859" y="12868"/>
                </a:cubicBezTo>
                <a:cubicBezTo>
                  <a:pt x="5797" y="12450"/>
                  <a:pt x="5755" y="12094"/>
                  <a:pt x="6110" y="11780"/>
                </a:cubicBezTo>
                <a:cubicBezTo>
                  <a:pt x="5943" y="11571"/>
                  <a:pt x="5755" y="11383"/>
                  <a:pt x="5734" y="11194"/>
                </a:cubicBezTo>
                <a:cubicBezTo>
                  <a:pt x="5692" y="10943"/>
                  <a:pt x="5713" y="10629"/>
                  <a:pt x="5755" y="10336"/>
                </a:cubicBezTo>
                <a:cubicBezTo>
                  <a:pt x="5901" y="9499"/>
                  <a:pt x="6027" y="8642"/>
                  <a:pt x="6215" y="7805"/>
                </a:cubicBezTo>
                <a:cubicBezTo>
                  <a:pt x="6424" y="6758"/>
                  <a:pt x="6989" y="5921"/>
                  <a:pt x="7931" y="5377"/>
                </a:cubicBezTo>
                <a:cubicBezTo>
                  <a:pt x="8015" y="5315"/>
                  <a:pt x="8056" y="5294"/>
                  <a:pt x="8140" y="5231"/>
                </a:cubicBezTo>
                <a:cubicBezTo>
                  <a:pt x="7805" y="4917"/>
                  <a:pt x="7429" y="5085"/>
                  <a:pt x="7073" y="5126"/>
                </a:cubicBezTo>
                <a:cubicBezTo>
                  <a:pt x="6738" y="5189"/>
                  <a:pt x="6487" y="5336"/>
                  <a:pt x="6278" y="5629"/>
                </a:cubicBezTo>
                <a:cubicBezTo>
                  <a:pt x="5755" y="6319"/>
                  <a:pt x="5315" y="7010"/>
                  <a:pt x="5127" y="7909"/>
                </a:cubicBezTo>
                <a:cubicBezTo>
                  <a:pt x="4897" y="8997"/>
                  <a:pt x="4667" y="10085"/>
                  <a:pt x="4604" y="11236"/>
                </a:cubicBezTo>
                <a:cubicBezTo>
                  <a:pt x="4353" y="11487"/>
                  <a:pt x="4018" y="11655"/>
                  <a:pt x="3641" y="11759"/>
                </a:cubicBezTo>
                <a:cubicBezTo>
                  <a:pt x="2972" y="11927"/>
                  <a:pt x="2365" y="12240"/>
                  <a:pt x="1842" y="12722"/>
                </a:cubicBezTo>
                <a:cubicBezTo>
                  <a:pt x="1737" y="12805"/>
                  <a:pt x="1612" y="12847"/>
                  <a:pt x="1445" y="12952"/>
                </a:cubicBezTo>
                <a:cubicBezTo>
                  <a:pt x="1089" y="12554"/>
                  <a:pt x="733" y="12199"/>
                  <a:pt x="398" y="11822"/>
                </a:cubicBezTo>
                <a:cubicBezTo>
                  <a:pt x="356" y="11780"/>
                  <a:pt x="273" y="11696"/>
                  <a:pt x="273" y="11613"/>
                </a:cubicBezTo>
                <a:cubicBezTo>
                  <a:pt x="189" y="11131"/>
                  <a:pt x="1" y="10629"/>
                  <a:pt x="64" y="10106"/>
                </a:cubicBezTo>
                <a:cubicBezTo>
                  <a:pt x="168" y="8851"/>
                  <a:pt x="461" y="7616"/>
                  <a:pt x="901" y="6445"/>
                </a:cubicBezTo>
                <a:cubicBezTo>
                  <a:pt x="1005" y="6173"/>
                  <a:pt x="1152" y="5942"/>
                  <a:pt x="1319" y="5712"/>
                </a:cubicBezTo>
                <a:cubicBezTo>
                  <a:pt x="1361" y="5608"/>
                  <a:pt x="1465" y="5545"/>
                  <a:pt x="1549" y="5440"/>
                </a:cubicBezTo>
                <a:cubicBezTo>
                  <a:pt x="2344" y="4394"/>
                  <a:pt x="3432" y="3766"/>
                  <a:pt x="4541" y="3180"/>
                </a:cubicBezTo>
                <a:cubicBezTo>
                  <a:pt x="4813" y="3013"/>
                  <a:pt x="5169" y="2908"/>
                  <a:pt x="5504" y="2825"/>
                </a:cubicBezTo>
                <a:cubicBezTo>
                  <a:pt x="6445" y="2657"/>
                  <a:pt x="7345" y="2595"/>
                  <a:pt x="8349" y="2616"/>
                </a:cubicBezTo>
                <a:close/>
              </a:path>
            </a:pathLst>
          </a:custGeom>
          <a:solidFill>
            <a:srgbClr val="E7BA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726;p45">
            <a:extLst>
              <a:ext uri="{FF2B5EF4-FFF2-40B4-BE49-F238E27FC236}">
                <a16:creationId xmlns:a16="http://schemas.microsoft.com/office/drawing/2014/main" id="{C16ABEC4-EC09-0564-AD21-418DBB9AD3E8}"/>
              </a:ext>
            </a:extLst>
          </p:cNvPr>
          <p:cNvSpPr/>
          <p:nvPr/>
        </p:nvSpPr>
        <p:spPr>
          <a:xfrm>
            <a:off x="7775733" y="3430875"/>
            <a:ext cx="1345400" cy="2147850"/>
          </a:xfrm>
          <a:custGeom>
            <a:avLst/>
            <a:gdLst/>
            <a:ahLst/>
            <a:cxnLst/>
            <a:rect l="l" t="t" r="r" b="b"/>
            <a:pathLst>
              <a:path w="53816" h="85914" extrusionOk="0">
                <a:moveTo>
                  <a:pt x="16928" y="81791"/>
                </a:moveTo>
                <a:cubicBezTo>
                  <a:pt x="16593" y="82544"/>
                  <a:pt x="16028" y="82984"/>
                  <a:pt x="15316" y="83277"/>
                </a:cubicBezTo>
                <a:cubicBezTo>
                  <a:pt x="13873" y="83842"/>
                  <a:pt x="12366" y="83988"/>
                  <a:pt x="10839" y="83695"/>
                </a:cubicBezTo>
                <a:cubicBezTo>
                  <a:pt x="10190" y="83570"/>
                  <a:pt x="9688" y="83193"/>
                  <a:pt x="9249" y="82733"/>
                </a:cubicBezTo>
                <a:cubicBezTo>
                  <a:pt x="8851" y="82314"/>
                  <a:pt x="8914" y="81645"/>
                  <a:pt x="9311" y="81226"/>
                </a:cubicBezTo>
                <a:cubicBezTo>
                  <a:pt x="9981" y="80557"/>
                  <a:pt x="10839" y="80138"/>
                  <a:pt x="11822" y="80054"/>
                </a:cubicBezTo>
                <a:cubicBezTo>
                  <a:pt x="12680" y="79971"/>
                  <a:pt x="13538" y="80013"/>
                  <a:pt x="14375" y="80138"/>
                </a:cubicBezTo>
                <a:cubicBezTo>
                  <a:pt x="15233" y="80264"/>
                  <a:pt x="16132" y="80326"/>
                  <a:pt x="17053" y="80431"/>
                </a:cubicBezTo>
                <a:cubicBezTo>
                  <a:pt x="17116" y="80243"/>
                  <a:pt x="17200" y="80075"/>
                  <a:pt x="17241" y="79929"/>
                </a:cubicBezTo>
                <a:cubicBezTo>
                  <a:pt x="17283" y="79657"/>
                  <a:pt x="17304" y="79427"/>
                  <a:pt x="17346" y="79176"/>
                </a:cubicBezTo>
                <a:cubicBezTo>
                  <a:pt x="17472" y="77816"/>
                  <a:pt x="17723" y="76497"/>
                  <a:pt x="18225" y="75242"/>
                </a:cubicBezTo>
                <a:cubicBezTo>
                  <a:pt x="18246" y="75200"/>
                  <a:pt x="18288" y="75137"/>
                  <a:pt x="18288" y="75096"/>
                </a:cubicBezTo>
                <a:cubicBezTo>
                  <a:pt x="18309" y="74217"/>
                  <a:pt x="18748" y="73443"/>
                  <a:pt x="18936" y="72606"/>
                </a:cubicBezTo>
                <a:cubicBezTo>
                  <a:pt x="18936" y="72543"/>
                  <a:pt x="18936" y="72501"/>
                  <a:pt x="18915" y="72438"/>
                </a:cubicBezTo>
                <a:cubicBezTo>
                  <a:pt x="18246" y="71915"/>
                  <a:pt x="17409" y="71769"/>
                  <a:pt x="16656" y="71434"/>
                </a:cubicBezTo>
                <a:cubicBezTo>
                  <a:pt x="16321" y="71267"/>
                  <a:pt x="15965" y="71141"/>
                  <a:pt x="15630" y="71015"/>
                </a:cubicBezTo>
                <a:cubicBezTo>
                  <a:pt x="15316" y="70869"/>
                  <a:pt x="15191" y="70639"/>
                  <a:pt x="15254" y="70325"/>
                </a:cubicBezTo>
                <a:cubicBezTo>
                  <a:pt x="15316" y="69676"/>
                  <a:pt x="15316" y="68986"/>
                  <a:pt x="15505" y="68358"/>
                </a:cubicBezTo>
                <a:cubicBezTo>
                  <a:pt x="15735" y="67479"/>
                  <a:pt x="16091" y="66642"/>
                  <a:pt x="16363" y="65743"/>
                </a:cubicBezTo>
                <a:cubicBezTo>
                  <a:pt x="16446" y="65533"/>
                  <a:pt x="16593" y="65324"/>
                  <a:pt x="16593" y="65094"/>
                </a:cubicBezTo>
                <a:cubicBezTo>
                  <a:pt x="16635" y="64445"/>
                  <a:pt x="16865" y="63860"/>
                  <a:pt x="17158" y="63295"/>
                </a:cubicBezTo>
                <a:cubicBezTo>
                  <a:pt x="17472" y="62646"/>
                  <a:pt x="17534" y="61935"/>
                  <a:pt x="17639" y="61181"/>
                </a:cubicBezTo>
                <a:cubicBezTo>
                  <a:pt x="17576" y="61119"/>
                  <a:pt x="17472" y="61077"/>
                  <a:pt x="17388" y="60993"/>
                </a:cubicBezTo>
                <a:cubicBezTo>
                  <a:pt x="17011" y="60721"/>
                  <a:pt x="16886" y="60386"/>
                  <a:pt x="16948" y="59947"/>
                </a:cubicBezTo>
                <a:cubicBezTo>
                  <a:pt x="17053" y="59026"/>
                  <a:pt x="17158" y="58106"/>
                  <a:pt x="17220" y="57206"/>
                </a:cubicBezTo>
                <a:cubicBezTo>
                  <a:pt x="17262" y="56850"/>
                  <a:pt x="17304" y="56515"/>
                  <a:pt x="17367" y="56181"/>
                </a:cubicBezTo>
                <a:cubicBezTo>
                  <a:pt x="17430" y="55344"/>
                  <a:pt x="17597" y="54528"/>
                  <a:pt x="17827" y="53753"/>
                </a:cubicBezTo>
                <a:cubicBezTo>
                  <a:pt x="18162" y="52603"/>
                  <a:pt x="18518" y="51452"/>
                  <a:pt x="18581" y="50217"/>
                </a:cubicBezTo>
                <a:cubicBezTo>
                  <a:pt x="18622" y="49904"/>
                  <a:pt x="18727" y="49590"/>
                  <a:pt x="18790" y="49297"/>
                </a:cubicBezTo>
                <a:cubicBezTo>
                  <a:pt x="19250" y="47497"/>
                  <a:pt x="19836" y="45740"/>
                  <a:pt x="20547" y="43982"/>
                </a:cubicBezTo>
                <a:cubicBezTo>
                  <a:pt x="20652" y="43710"/>
                  <a:pt x="20840" y="43438"/>
                  <a:pt x="20819" y="43124"/>
                </a:cubicBezTo>
                <a:cubicBezTo>
                  <a:pt x="20631" y="42999"/>
                  <a:pt x="20526" y="43124"/>
                  <a:pt x="20401" y="43187"/>
                </a:cubicBezTo>
                <a:cubicBezTo>
                  <a:pt x="20024" y="43333"/>
                  <a:pt x="19689" y="43543"/>
                  <a:pt x="19292" y="43710"/>
                </a:cubicBezTo>
                <a:cubicBezTo>
                  <a:pt x="18769" y="43940"/>
                  <a:pt x="18225" y="44087"/>
                  <a:pt x="17639" y="44087"/>
                </a:cubicBezTo>
                <a:cubicBezTo>
                  <a:pt x="17430" y="44087"/>
                  <a:pt x="17262" y="44129"/>
                  <a:pt x="17053" y="44170"/>
                </a:cubicBezTo>
                <a:cubicBezTo>
                  <a:pt x="16321" y="44296"/>
                  <a:pt x="15547" y="44275"/>
                  <a:pt x="14814" y="44191"/>
                </a:cubicBezTo>
                <a:cubicBezTo>
                  <a:pt x="14647" y="44170"/>
                  <a:pt x="14479" y="44129"/>
                  <a:pt x="14333" y="44129"/>
                </a:cubicBezTo>
                <a:cubicBezTo>
                  <a:pt x="13433" y="44170"/>
                  <a:pt x="12701" y="43773"/>
                  <a:pt x="11990" y="43333"/>
                </a:cubicBezTo>
                <a:cubicBezTo>
                  <a:pt x="10483" y="42392"/>
                  <a:pt x="8998" y="41450"/>
                  <a:pt x="7575" y="40362"/>
                </a:cubicBezTo>
                <a:cubicBezTo>
                  <a:pt x="7324" y="40153"/>
                  <a:pt x="7073" y="39881"/>
                  <a:pt x="6905" y="39588"/>
                </a:cubicBezTo>
                <a:cubicBezTo>
                  <a:pt x="6382" y="38751"/>
                  <a:pt x="5775" y="37998"/>
                  <a:pt x="5085" y="37328"/>
                </a:cubicBezTo>
                <a:cubicBezTo>
                  <a:pt x="4457" y="36701"/>
                  <a:pt x="4018" y="35906"/>
                  <a:pt x="3662" y="35090"/>
                </a:cubicBezTo>
                <a:cubicBezTo>
                  <a:pt x="3264" y="34211"/>
                  <a:pt x="2930" y="33290"/>
                  <a:pt x="2553" y="32370"/>
                </a:cubicBezTo>
                <a:cubicBezTo>
                  <a:pt x="2448" y="32118"/>
                  <a:pt x="2407" y="31826"/>
                  <a:pt x="2323" y="31512"/>
                </a:cubicBezTo>
                <a:cubicBezTo>
                  <a:pt x="2051" y="31491"/>
                  <a:pt x="1779" y="31470"/>
                  <a:pt x="1507" y="31428"/>
                </a:cubicBezTo>
                <a:cubicBezTo>
                  <a:pt x="1088" y="31386"/>
                  <a:pt x="837" y="31156"/>
                  <a:pt x="691" y="30758"/>
                </a:cubicBezTo>
                <a:cubicBezTo>
                  <a:pt x="586" y="30361"/>
                  <a:pt x="482" y="30005"/>
                  <a:pt x="210" y="29691"/>
                </a:cubicBezTo>
                <a:cubicBezTo>
                  <a:pt x="42" y="29503"/>
                  <a:pt x="0" y="29294"/>
                  <a:pt x="63" y="29022"/>
                </a:cubicBezTo>
                <a:cubicBezTo>
                  <a:pt x="126" y="28813"/>
                  <a:pt x="168" y="28771"/>
                  <a:pt x="649" y="28540"/>
                </a:cubicBezTo>
                <a:cubicBezTo>
                  <a:pt x="1067" y="28917"/>
                  <a:pt x="1151" y="29608"/>
                  <a:pt x="1674" y="30026"/>
                </a:cubicBezTo>
                <a:cubicBezTo>
                  <a:pt x="1695" y="29901"/>
                  <a:pt x="1737" y="29817"/>
                  <a:pt x="1716" y="29733"/>
                </a:cubicBezTo>
                <a:cubicBezTo>
                  <a:pt x="1674" y="29377"/>
                  <a:pt x="1591" y="29001"/>
                  <a:pt x="1528" y="28645"/>
                </a:cubicBezTo>
                <a:cubicBezTo>
                  <a:pt x="1507" y="28289"/>
                  <a:pt x="1360" y="28038"/>
                  <a:pt x="1193" y="27766"/>
                </a:cubicBezTo>
                <a:cubicBezTo>
                  <a:pt x="1067" y="27557"/>
                  <a:pt x="963" y="27390"/>
                  <a:pt x="1130" y="27139"/>
                </a:cubicBezTo>
                <a:cubicBezTo>
                  <a:pt x="1298" y="26888"/>
                  <a:pt x="1549" y="26908"/>
                  <a:pt x="1800" y="26992"/>
                </a:cubicBezTo>
                <a:lnTo>
                  <a:pt x="2114" y="27097"/>
                </a:lnTo>
                <a:cubicBezTo>
                  <a:pt x="2197" y="27390"/>
                  <a:pt x="2323" y="27724"/>
                  <a:pt x="2386" y="28038"/>
                </a:cubicBezTo>
                <a:cubicBezTo>
                  <a:pt x="2448" y="28352"/>
                  <a:pt x="2386" y="28708"/>
                  <a:pt x="2616" y="29105"/>
                </a:cubicBezTo>
                <a:cubicBezTo>
                  <a:pt x="2762" y="28708"/>
                  <a:pt x="2720" y="28436"/>
                  <a:pt x="2700" y="28143"/>
                </a:cubicBezTo>
                <a:cubicBezTo>
                  <a:pt x="2658" y="27850"/>
                  <a:pt x="2637" y="27557"/>
                  <a:pt x="2825" y="27327"/>
                </a:cubicBezTo>
                <a:cubicBezTo>
                  <a:pt x="2867" y="27243"/>
                  <a:pt x="2972" y="27222"/>
                  <a:pt x="3139" y="27139"/>
                </a:cubicBezTo>
                <a:cubicBezTo>
                  <a:pt x="3348" y="27850"/>
                  <a:pt x="3599" y="28478"/>
                  <a:pt x="3474" y="29210"/>
                </a:cubicBezTo>
                <a:cubicBezTo>
                  <a:pt x="3369" y="29963"/>
                  <a:pt x="3285" y="30758"/>
                  <a:pt x="3244" y="31512"/>
                </a:cubicBezTo>
                <a:cubicBezTo>
                  <a:pt x="3223" y="31700"/>
                  <a:pt x="3264" y="31909"/>
                  <a:pt x="3348" y="32098"/>
                </a:cubicBezTo>
                <a:cubicBezTo>
                  <a:pt x="3662" y="32767"/>
                  <a:pt x="3997" y="33416"/>
                  <a:pt x="4290" y="34106"/>
                </a:cubicBezTo>
                <a:cubicBezTo>
                  <a:pt x="4750" y="35236"/>
                  <a:pt x="5378" y="36240"/>
                  <a:pt x="6277" y="37077"/>
                </a:cubicBezTo>
                <a:cubicBezTo>
                  <a:pt x="6801" y="37579"/>
                  <a:pt x="7219" y="38186"/>
                  <a:pt x="7575" y="38793"/>
                </a:cubicBezTo>
                <a:cubicBezTo>
                  <a:pt x="7826" y="39170"/>
                  <a:pt x="8140" y="39525"/>
                  <a:pt x="8516" y="39776"/>
                </a:cubicBezTo>
                <a:lnTo>
                  <a:pt x="12847" y="42601"/>
                </a:lnTo>
                <a:cubicBezTo>
                  <a:pt x="13308" y="42915"/>
                  <a:pt x="13810" y="43082"/>
                  <a:pt x="14375" y="43082"/>
                </a:cubicBezTo>
                <a:cubicBezTo>
                  <a:pt x="14647" y="43082"/>
                  <a:pt x="14898" y="43124"/>
                  <a:pt x="15149" y="43187"/>
                </a:cubicBezTo>
                <a:cubicBezTo>
                  <a:pt x="15672" y="43250"/>
                  <a:pt x="16153" y="43250"/>
                  <a:pt x="16676" y="43187"/>
                </a:cubicBezTo>
                <a:cubicBezTo>
                  <a:pt x="16948" y="43124"/>
                  <a:pt x="17200" y="43082"/>
                  <a:pt x="17451" y="43103"/>
                </a:cubicBezTo>
                <a:cubicBezTo>
                  <a:pt x="18120" y="43103"/>
                  <a:pt x="18727" y="42894"/>
                  <a:pt x="19334" y="42601"/>
                </a:cubicBezTo>
                <a:cubicBezTo>
                  <a:pt x="19689" y="42455"/>
                  <a:pt x="20066" y="42266"/>
                  <a:pt x="20401" y="42078"/>
                </a:cubicBezTo>
                <a:cubicBezTo>
                  <a:pt x="20589" y="41973"/>
                  <a:pt x="20736" y="41869"/>
                  <a:pt x="20903" y="41743"/>
                </a:cubicBezTo>
                <a:cubicBezTo>
                  <a:pt x="21175" y="41513"/>
                  <a:pt x="21447" y="41241"/>
                  <a:pt x="21698" y="40990"/>
                </a:cubicBezTo>
                <a:cubicBezTo>
                  <a:pt x="21907" y="40781"/>
                  <a:pt x="22096" y="40572"/>
                  <a:pt x="22096" y="40258"/>
                </a:cubicBezTo>
                <a:cubicBezTo>
                  <a:pt x="21656" y="40111"/>
                  <a:pt x="21217" y="39965"/>
                  <a:pt x="20798" y="39839"/>
                </a:cubicBezTo>
                <a:cubicBezTo>
                  <a:pt x="19459" y="39463"/>
                  <a:pt x="18183" y="38940"/>
                  <a:pt x="16948" y="38333"/>
                </a:cubicBezTo>
                <a:cubicBezTo>
                  <a:pt x="16091" y="37956"/>
                  <a:pt x="15296" y="37433"/>
                  <a:pt x="14479" y="36952"/>
                </a:cubicBezTo>
                <a:cubicBezTo>
                  <a:pt x="14417" y="36910"/>
                  <a:pt x="14333" y="36868"/>
                  <a:pt x="14270" y="36805"/>
                </a:cubicBezTo>
                <a:cubicBezTo>
                  <a:pt x="13517" y="35989"/>
                  <a:pt x="12701" y="35236"/>
                  <a:pt x="12136" y="34232"/>
                </a:cubicBezTo>
                <a:cubicBezTo>
                  <a:pt x="11508" y="33165"/>
                  <a:pt x="10964" y="32056"/>
                  <a:pt x="10588" y="30884"/>
                </a:cubicBezTo>
                <a:cubicBezTo>
                  <a:pt x="10504" y="30591"/>
                  <a:pt x="10399" y="30277"/>
                  <a:pt x="10399" y="29963"/>
                </a:cubicBezTo>
                <a:cubicBezTo>
                  <a:pt x="10337" y="28436"/>
                  <a:pt x="10253" y="26888"/>
                  <a:pt x="10253" y="25339"/>
                </a:cubicBezTo>
                <a:cubicBezTo>
                  <a:pt x="10253" y="24460"/>
                  <a:pt x="10378" y="23561"/>
                  <a:pt x="10504" y="22703"/>
                </a:cubicBezTo>
                <a:cubicBezTo>
                  <a:pt x="10650" y="21803"/>
                  <a:pt x="10881" y="20924"/>
                  <a:pt x="11090" y="19962"/>
                </a:cubicBezTo>
                <a:cubicBezTo>
                  <a:pt x="10902" y="19606"/>
                  <a:pt x="10671" y="19167"/>
                  <a:pt x="10441" y="18748"/>
                </a:cubicBezTo>
                <a:cubicBezTo>
                  <a:pt x="9960" y="17974"/>
                  <a:pt x="9939" y="17137"/>
                  <a:pt x="9960" y="16258"/>
                </a:cubicBezTo>
                <a:cubicBezTo>
                  <a:pt x="9960" y="15924"/>
                  <a:pt x="10023" y="15589"/>
                  <a:pt x="10086" y="15254"/>
                </a:cubicBezTo>
                <a:cubicBezTo>
                  <a:pt x="10337" y="14145"/>
                  <a:pt x="10881" y="13287"/>
                  <a:pt x="11843" y="12701"/>
                </a:cubicBezTo>
                <a:cubicBezTo>
                  <a:pt x="11969" y="12639"/>
                  <a:pt x="12178" y="12659"/>
                  <a:pt x="12345" y="12597"/>
                </a:cubicBezTo>
                <a:cubicBezTo>
                  <a:pt x="12534" y="12555"/>
                  <a:pt x="12701" y="12471"/>
                  <a:pt x="12889" y="12387"/>
                </a:cubicBezTo>
                <a:cubicBezTo>
                  <a:pt x="12701" y="10400"/>
                  <a:pt x="13182" y="8600"/>
                  <a:pt x="13852" y="6822"/>
                </a:cubicBezTo>
                <a:cubicBezTo>
                  <a:pt x="13935" y="6592"/>
                  <a:pt x="14103" y="6382"/>
                  <a:pt x="14270" y="6173"/>
                </a:cubicBezTo>
                <a:cubicBezTo>
                  <a:pt x="14689" y="5692"/>
                  <a:pt x="15149" y="5232"/>
                  <a:pt x="15588" y="4792"/>
                </a:cubicBezTo>
                <a:cubicBezTo>
                  <a:pt x="15798" y="4583"/>
                  <a:pt x="16028" y="4416"/>
                  <a:pt x="16258" y="4269"/>
                </a:cubicBezTo>
                <a:cubicBezTo>
                  <a:pt x="16656" y="4018"/>
                  <a:pt x="17074" y="3809"/>
                  <a:pt x="17451" y="3558"/>
                </a:cubicBezTo>
                <a:cubicBezTo>
                  <a:pt x="18309" y="2972"/>
                  <a:pt x="19271" y="2763"/>
                  <a:pt x="20275" y="2637"/>
                </a:cubicBezTo>
                <a:cubicBezTo>
                  <a:pt x="20694" y="2595"/>
                  <a:pt x="21133" y="2553"/>
                  <a:pt x="21552" y="2532"/>
                </a:cubicBezTo>
                <a:cubicBezTo>
                  <a:pt x="22284" y="2491"/>
                  <a:pt x="22284" y="2491"/>
                  <a:pt x="23016" y="2742"/>
                </a:cubicBezTo>
                <a:cubicBezTo>
                  <a:pt x="23351" y="2344"/>
                  <a:pt x="23749" y="1968"/>
                  <a:pt x="24083" y="1549"/>
                </a:cubicBezTo>
                <a:cubicBezTo>
                  <a:pt x="24397" y="1172"/>
                  <a:pt x="24732" y="921"/>
                  <a:pt x="25213" y="775"/>
                </a:cubicBezTo>
                <a:lnTo>
                  <a:pt x="25443" y="712"/>
                </a:lnTo>
                <a:cubicBezTo>
                  <a:pt x="26490" y="231"/>
                  <a:pt x="27557" y="22"/>
                  <a:pt x="28708" y="43"/>
                </a:cubicBezTo>
                <a:cubicBezTo>
                  <a:pt x="29210" y="43"/>
                  <a:pt x="29691" y="1"/>
                  <a:pt x="30172" y="1"/>
                </a:cubicBezTo>
                <a:cubicBezTo>
                  <a:pt x="31700" y="22"/>
                  <a:pt x="33039" y="545"/>
                  <a:pt x="34315" y="1298"/>
                </a:cubicBezTo>
                <a:cubicBezTo>
                  <a:pt x="35403" y="1968"/>
                  <a:pt x="36177" y="2867"/>
                  <a:pt x="36721" y="3976"/>
                </a:cubicBezTo>
                <a:cubicBezTo>
                  <a:pt x="37328" y="3997"/>
                  <a:pt x="37914" y="3976"/>
                  <a:pt x="38521" y="4018"/>
                </a:cubicBezTo>
                <a:cubicBezTo>
                  <a:pt x="40613" y="4206"/>
                  <a:pt x="42413" y="5043"/>
                  <a:pt x="44024" y="6403"/>
                </a:cubicBezTo>
                <a:cubicBezTo>
                  <a:pt x="44798" y="7094"/>
                  <a:pt x="45384" y="7952"/>
                  <a:pt x="45928" y="8810"/>
                </a:cubicBezTo>
                <a:cubicBezTo>
                  <a:pt x="46074" y="9040"/>
                  <a:pt x="46116" y="9291"/>
                  <a:pt x="46074" y="9542"/>
                </a:cubicBezTo>
                <a:cubicBezTo>
                  <a:pt x="46032" y="10086"/>
                  <a:pt x="45949" y="10609"/>
                  <a:pt x="45865" y="11195"/>
                </a:cubicBezTo>
                <a:cubicBezTo>
                  <a:pt x="46032" y="11425"/>
                  <a:pt x="46325" y="11341"/>
                  <a:pt x="46555" y="11383"/>
                </a:cubicBezTo>
                <a:cubicBezTo>
                  <a:pt x="47748" y="11446"/>
                  <a:pt x="48773" y="11927"/>
                  <a:pt x="49694" y="12659"/>
                </a:cubicBezTo>
                <a:cubicBezTo>
                  <a:pt x="50154" y="13015"/>
                  <a:pt x="50552" y="13496"/>
                  <a:pt x="50970" y="13936"/>
                </a:cubicBezTo>
                <a:cubicBezTo>
                  <a:pt x="51096" y="14103"/>
                  <a:pt x="51200" y="14250"/>
                  <a:pt x="51347" y="14417"/>
                </a:cubicBezTo>
                <a:cubicBezTo>
                  <a:pt x="52330" y="15463"/>
                  <a:pt x="52288" y="16614"/>
                  <a:pt x="51724" y="17828"/>
                </a:cubicBezTo>
                <a:cubicBezTo>
                  <a:pt x="51703" y="17890"/>
                  <a:pt x="51703" y="17932"/>
                  <a:pt x="51682" y="18037"/>
                </a:cubicBezTo>
                <a:cubicBezTo>
                  <a:pt x="51912" y="18288"/>
                  <a:pt x="52184" y="18560"/>
                  <a:pt x="52435" y="18811"/>
                </a:cubicBezTo>
                <a:cubicBezTo>
                  <a:pt x="53146" y="19439"/>
                  <a:pt x="53586" y="20192"/>
                  <a:pt x="53711" y="21154"/>
                </a:cubicBezTo>
                <a:cubicBezTo>
                  <a:pt x="53774" y="21657"/>
                  <a:pt x="53816" y="22117"/>
                  <a:pt x="53753" y="22598"/>
                </a:cubicBezTo>
                <a:cubicBezTo>
                  <a:pt x="53690" y="22954"/>
                  <a:pt x="53565" y="23247"/>
                  <a:pt x="53251" y="23456"/>
                </a:cubicBezTo>
                <a:cubicBezTo>
                  <a:pt x="52853" y="23749"/>
                  <a:pt x="52456" y="24000"/>
                  <a:pt x="51996" y="24314"/>
                </a:cubicBezTo>
                <a:cubicBezTo>
                  <a:pt x="52100" y="24795"/>
                  <a:pt x="52247" y="25318"/>
                  <a:pt x="52330" y="25841"/>
                </a:cubicBezTo>
                <a:cubicBezTo>
                  <a:pt x="52435" y="26448"/>
                  <a:pt x="52519" y="27013"/>
                  <a:pt x="52560" y="27620"/>
                </a:cubicBezTo>
                <a:cubicBezTo>
                  <a:pt x="52602" y="27871"/>
                  <a:pt x="52560" y="28143"/>
                  <a:pt x="52540" y="28373"/>
                </a:cubicBezTo>
                <a:cubicBezTo>
                  <a:pt x="52519" y="28771"/>
                  <a:pt x="52330" y="29085"/>
                  <a:pt x="52016" y="29315"/>
                </a:cubicBezTo>
                <a:cubicBezTo>
                  <a:pt x="51619" y="29608"/>
                  <a:pt x="51263" y="29921"/>
                  <a:pt x="50824" y="30256"/>
                </a:cubicBezTo>
                <a:cubicBezTo>
                  <a:pt x="50761" y="31219"/>
                  <a:pt x="50217" y="32056"/>
                  <a:pt x="49527" y="32746"/>
                </a:cubicBezTo>
                <a:cubicBezTo>
                  <a:pt x="49045" y="33248"/>
                  <a:pt x="48376" y="33625"/>
                  <a:pt x="47685" y="33792"/>
                </a:cubicBezTo>
                <a:cubicBezTo>
                  <a:pt x="47371" y="33876"/>
                  <a:pt x="46995" y="33792"/>
                  <a:pt x="46576" y="33792"/>
                </a:cubicBezTo>
                <a:cubicBezTo>
                  <a:pt x="46137" y="34253"/>
                  <a:pt x="45614" y="34755"/>
                  <a:pt x="45133" y="35278"/>
                </a:cubicBezTo>
                <a:cubicBezTo>
                  <a:pt x="44819" y="35613"/>
                  <a:pt x="44421" y="35885"/>
                  <a:pt x="44024" y="36073"/>
                </a:cubicBezTo>
                <a:cubicBezTo>
                  <a:pt x="43856" y="36136"/>
                  <a:pt x="43710" y="36219"/>
                  <a:pt x="43542" y="36240"/>
                </a:cubicBezTo>
                <a:cubicBezTo>
                  <a:pt x="42496" y="36408"/>
                  <a:pt x="41450" y="36659"/>
                  <a:pt x="40404" y="36387"/>
                </a:cubicBezTo>
                <a:cubicBezTo>
                  <a:pt x="40320" y="36345"/>
                  <a:pt x="40257" y="36387"/>
                  <a:pt x="40090" y="36387"/>
                </a:cubicBezTo>
                <a:cubicBezTo>
                  <a:pt x="39944" y="36533"/>
                  <a:pt x="39755" y="36722"/>
                  <a:pt x="39588" y="36910"/>
                </a:cubicBezTo>
                <a:cubicBezTo>
                  <a:pt x="39044" y="37579"/>
                  <a:pt x="38374" y="38103"/>
                  <a:pt x="37579" y="38479"/>
                </a:cubicBezTo>
                <a:cubicBezTo>
                  <a:pt x="36951" y="38751"/>
                  <a:pt x="36345" y="39065"/>
                  <a:pt x="35717" y="39358"/>
                </a:cubicBezTo>
                <a:lnTo>
                  <a:pt x="35194" y="39630"/>
                </a:lnTo>
                <a:cubicBezTo>
                  <a:pt x="35403" y="39797"/>
                  <a:pt x="35591" y="39944"/>
                  <a:pt x="35759" y="40069"/>
                </a:cubicBezTo>
                <a:cubicBezTo>
                  <a:pt x="36449" y="40676"/>
                  <a:pt x="37140" y="41262"/>
                  <a:pt x="37851" y="41848"/>
                </a:cubicBezTo>
                <a:cubicBezTo>
                  <a:pt x="38060" y="42036"/>
                  <a:pt x="38291" y="42204"/>
                  <a:pt x="38542" y="42350"/>
                </a:cubicBezTo>
                <a:cubicBezTo>
                  <a:pt x="39462" y="42789"/>
                  <a:pt x="40257" y="43417"/>
                  <a:pt x="41011" y="44066"/>
                </a:cubicBezTo>
                <a:cubicBezTo>
                  <a:pt x="41659" y="44610"/>
                  <a:pt x="42350" y="45175"/>
                  <a:pt x="43082" y="45614"/>
                </a:cubicBezTo>
                <a:cubicBezTo>
                  <a:pt x="43354" y="45802"/>
                  <a:pt x="43647" y="46012"/>
                  <a:pt x="43919" y="46221"/>
                </a:cubicBezTo>
                <a:cubicBezTo>
                  <a:pt x="44568" y="46765"/>
                  <a:pt x="45237" y="47288"/>
                  <a:pt x="45970" y="47748"/>
                </a:cubicBezTo>
                <a:cubicBezTo>
                  <a:pt x="46283" y="47958"/>
                  <a:pt x="46576" y="48209"/>
                  <a:pt x="46848" y="48460"/>
                </a:cubicBezTo>
                <a:cubicBezTo>
                  <a:pt x="47518" y="49108"/>
                  <a:pt x="48167" y="49799"/>
                  <a:pt x="48878" y="50427"/>
                </a:cubicBezTo>
                <a:cubicBezTo>
                  <a:pt x="49485" y="50950"/>
                  <a:pt x="49903" y="51577"/>
                  <a:pt x="50112" y="52352"/>
                </a:cubicBezTo>
                <a:cubicBezTo>
                  <a:pt x="50154" y="52519"/>
                  <a:pt x="50217" y="52665"/>
                  <a:pt x="50301" y="52854"/>
                </a:cubicBezTo>
                <a:cubicBezTo>
                  <a:pt x="50782" y="52854"/>
                  <a:pt x="51159" y="53084"/>
                  <a:pt x="51452" y="53481"/>
                </a:cubicBezTo>
                <a:cubicBezTo>
                  <a:pt x="51598" y="53691"/>
                  <a:pt x="51786" y="53879"/>
                  <a:pt x="51996" y="54005"/>
                </a:cubicBezTo>
                <a:cubicBezTo>
                  <a:pt x="52540" y="54360"/>
                  <a:pt x="52707" y="54946"/>
                  <a:pt x="52853" y="55553"/>
                </a:cubicBezTo>
                <a:cubicBezTo>
                  <a:pt x="52916" y="55720"/>
                  <a:pt x="52832" y="55909"/>
                  <a:pt x="52644" y="55971"/>
                </a:cubicBezTo>
                <a:cubicBezTo>
                  <a:pt x="52519" y="56013"/>
                  <a:pt x="52351" y="55992"/>
                  <a:pt x="52247" y="55971"/>
                </a:cubicBezTo>
                <a:cubicBezTo>
                  <a:pt x="51996" y="55867"/>
                  <a:pt x="51828" y="55657"/>
                  <a:pt x="51765" y="55406"/>
                </a:cubicBezTo>
                <a:cubicBezTo>
                  <a:pt x="51661" y="55134"/>
                  <a:pt x="51452" y="54946"/>
                  <a:pt x="51242" y="54758"/>
                </a:cubicBezTo>
                <a:cubicBezTo>
                  <a:pt x="50970" y="54528"/>
                  <a:pt x="50761" y="54277"/>
                  <a:pt x="50531" y="54005"/>
                </a:cubicBezTo>
                <a:cubicBezTo>
                  <a:pt x="50343" y="53816"/>
                  <a:pt x="50196" y="53649"/>
                  <a:pt x="49819" y="53712"/>
                </a:cubicBezTo>
                <a:cubicBezTo>
                  <a:pt x="50468" y="54297"/>
                  <a:pt x="50531" y="55051"/>
                  <a:pt x="50677" y="55762"/>
                </a:cubicBezTo>
                <a:cubicBezTo>
                  <a:pt x="50761" y="56055"/>
                  <a:pt x="50761" y="56390"/>
                  <a:pt x="50761" y="56704"/>
                </a:cubicBezTo>
                <a:cubicBezTo>
                  <a:pt x="50782" y="57038"/>
                  <a:pt x="50384" y="57269"/>
                  <a:pt x="50071" y="57101"/>
                </a:cubicBezTo>
                <a:cubicBezTo>
                  <a:pt x="49757" y="56913"/>
                  <a:pt x="49610" y="56620"/>
                  <a:pt x="49610" y="56222"/>
                </a:cubicBezTo>
                <a:cubicBezTo>
                  <a:pt x="49610" y="56055"/>
                  <a:pt x="49589" y="55846"/>
                  <a:pt x="49547" y="55657"/>
                </a:cubicBezTo>
                <a:cubicBezTo>
                  <a:pt x="49506" y="55385"/>
                  <a:pt x="49443" y="55113"/>
                  <a:pt x="49380" y="54758"/>
                </a:cubicBezTo>
                <a:cubicBezTo>
                  <a:pt x="49024" y="55113"/>
                  <a:pt x="48899" y="55427"/>
                  <a:pt x="48857" y="55783"/>
                </a:cubicBezTo>
                <a:cubicBezTo>
                  <a:pt x="48815" y="55992"/>
                  <a:pt x="48794" y="56181"/>
                  <a:pt x="48711" y="56369"/>
                </a:cubicBezTo>
                <a:cubicBezTo>
                  <a:pt x="48648" y="56578"/>
                  <a:pt x="48439" y="56683"/>
                  <a:pt x="48250" y="56641"/>
                </a:cubicBezTo>
                <a:cubicBezTo>
                  <a:pt x="48041" y="56620"/>
                  <a:pt x="47874" y="56474"/>
                  <a:pt x="47853" y="56264"/>
                </a:cubicBezTo>
                <a:cubicBezTo>
                  <a:pt x="47811" y="55804"/>
                  <a:pt x="47853" y="55385"/>
                  <a:pt x="48020" y="55009"/>
                </a:cubicBezTo>
                <a:cubicBezTo>
                  <a:pt x="48334" y="54235"/>
                  <a:pt x="48606" y="53461"/>
                  <a:pt x="49171" y="52812"/>
                </a:cubicBezTo>
                <a:cubicBezTo>
                  <a:pt x="49003" y="52226"/>
                  <a:pt x="48690" y="51766"/>
                  <a:pt x="48271" y="51368"/>
                </a:cubicBezTo>
                <a:cubicBezTo>
                  <a:pt x="47811" y="50950"/>
                  <a:pt x="47350" y="50510"/>
                  <a:pt x="46911" y="50050"/>
                </a:cubicBezTo>
                <a:cubicBezTo>
                  <a:pt x="46200" y="49359"/>
                  <a:pt x="45405" y="48753"/>
                  <a:pt x="44610" y="48146"/>
                </a:cubicBezTo>
                <a:cubicBezTo>
                  <a:pt x="43375" y="47204"/>
                  <a:pt x="42120" y="46326"/>
                  <a:pt x="40906" y="45363"/>
                </a:cubicBezTo>
                <a:cubicBezTo>
                  <a:pt x="40341" y="44945"/>
                  <a:pt x="39818" y="44505"/>
                  <a:pt x="39295" y="44087"/>
                </a:cubicBezTo>
                <a:cubicBezTo>
                  <a:pt x="39065" y="43919"/>
                  <a:pt x="38814" y="43731"/>
                  <a:pt x="38521" y="43564"/>
                </a:cubicBezTo>
                <a:cubicBezTo>
                  <a:pt x="37893" y="43250"/>
                  <a:pt x="37349" y="42831"/>
                  <a:pt x="36868" y="42350"/>
                </a:cubicBezTo>
                <a:cubicBezTo>
                  <a:pt x="36679" y="42162"/>
                  <a:pt x="36470" y="42036"/>
                  <a:pt x="36240" y="41827"/>
                </a:cubicBezTo>
                <a:cubicBezTo>
                  <a:pt x="36198" y="42204"/>
                  <a:pt x="36345" y="42455"/>
                  <a:pt x="36470" y="42706"/>
                </a:cubicBezTo>
                <a:cubicBezTo>
                  <a:pt x="36742" y="43145"/>
                  <a:pt x="36889" y="43647"/>
                  <a:pt x="37035" y="44150"/>
                </a:cubicBezTo>
                <a:cubicBezTo>
                  <a:pt x="37767" y="46786"/>
                  <a:pt x="38500" y="49464"/>
                  <a:pt x="39232" y="52100"/>
                </a:cubicBezTo>
                <a:cubicBezTo>
                  <a:pt x="39337" y="52519"/>
                  <a:pt x="39400" y="52937"/>
                  <a:pt x="39483" y="53356"/>
                </a:cubicBezTo>
                <a:cubicBezTo>
                  <a:pt x="39504" y="53502"/>
                  <a:pt x="39546" y="53691"/>
                  <a:pt x="39588" y="53837"/>
                </a:cubicBezTo>
                <a:cubicBezTo>
                  <a:pt x="40006" y="55260"/>
                  <a:pt x="40174" y="56704"/>
                  <a:pt x="40488" y="58126"/>
                </a:cubicBezTo>
                <a:cubicBezTo>
                  <a:pt x="40592" y="58650"/>
                  <a:pt x="40613" y="59215"/>
                  <a:pt x="40697" y="59759"/>
                </a:cubicBezTo>
                <a:cubicBezTo>
                  <a:pt x="40529" y="59947"/>
                  <a:pt x="40404" y="60072"/>
                  <a:pt x="40216" y="60282"/>
                </a:cubicBezTo>
                <a:cubicBezTo>
                  <a:pt x="40425" y="61223"/>
                  <a:pt x="40655" y="62186"/>
                  <a:pt x="40864" y="63190"/>
                </a:cubicBezTo>
                <a:cubicBezTo>
                  <a:pt x="41157" y="64696"/>
                  <a:pt x="41429" y="66224"/>
                  <a:pt x="41701" y="67751"/>
                </a:cubicBezTo>
                <a:cubicBezTo>
                  <a:pt x="41764" y="68044"/>
                  <a:pt x="41848" y="68316"/>
                  <a:pt x="41910" y="68588"/>
                </a:cubicBezTo>
                <a:cubicBezTo>
                  <a:pt x="41973" y="68756"/>
                  <a:pt x="42057" y="68944"/>
                  <a:pt x="42015" y="69090"/>
                </a:cubicBezTo>
                <a:cubicBezTo>
                  <a:pt x="41952" y="69990"/>
                  <a:pt x="42287" y="70785"/>
                  <a:pt x="42392" y="71622"/>
                </a:cubicBezTo>
                <a:cubicBezTo>
                  <a:pt x="42413" y="71831"/>
                  <a:pt x="42433" y="72020"/>
                  <a:pt x="42433" y="72229"/>
                </a:cubicBezTo>
                <a:cubicBezTo>
                  <a:pt x="42433" y="72564"/>
                  <a:pt x="42287" y="72815"/>
                  <a:pt x="41952" y="72940"/>
                </a:cubicBezTo>
                <a:cubicBezTo>
                  <a:pt x="41429" y="73129"/>
                  <a:pt x="40969" y="73547"/>
                  <a:pt x="40404" y="73652"/>
                </a:cubicBezTo>
                <a:cubicBezTo>
                  <a:pt x="40236" y="73673"/>
                  <a:pt x="40069" y="73798"/>
                  <a:pt x="39902" y="73756"/>
                </a:cubicBezTo>
                <a:cubicBezTo>
                  <a:pt x="39253" y="73610"/>
                  <a:pt x="38667" y="73966"/>
                  <a:pt x="38039" y="73882"/>
                </a:cubicBezTo>
                <a:cubicBezTo>
                  <a:pt x="38039" y="74196"/>
                  <a:pt x="37998" y="74489"/>
                  <a:pt x="38039" y="74719"/>
                </a:cubicBezTo>
                <a:cubicBezTo>
                  <a:pt x="38228" y="75263"/>
                  <a:pt x="38123" y="75786"/>
                  <a:pt x="38102" y="76330"/>
                </a:cubicBezTo>
                <a:cubicBezTo>
                  <a:pt x="38081" y="76832"/>
                  <a:pt x="38102" y="77313"/>
                  <a:pt x="38102" y="77795"/>
                </a:cubicBezTo>
                <a:cubicBezTo>
                  <a:pt x="38102" y="77899"/>
                  <a:pt x="38123" y="78046"/>
                  <a:pt x="38123" y="78150"/>
                </a:cubicBezTo>
                <a:cubicBezTo>
                  <a:pt x="37998" y="79343"/>
                  <a:pt x="38332" y="80473"/>
                  <a:pt x="38521" y="81707"/>
                </a:cubicBezTo>
                <a:cubicBezTo>
                  <a:pt x="38667" y="81645"/>
                  <a:pt x="38814" y="81624"/>
                  <a:pt x="38918" y="81561"/>
                </a:cubicBezTo>
                <a:cubicBezTo>
                  <a:pt x="39253" y="81394"/>
                  <a:pt x="39588" y="81289"/>
                  <a:pt x="39985" y="81289"/>
                </a:cubicBezTo>
                <a:cubicBezTo>
                  <a:pt x="40341" y="81289"/>
                  <a:pt x="40718" y="81122"/>
                  <a:pt x="41094" y="81142"/>
                </a:cubicBezTo>
                <a:cubicBezTo>
                  <a:pt x="41743" y="81184"/>
                  <a:pt x="42413" y="81205"/>
                  <a:pt x="43040" y="81394"/>
                </a:cubicBezTo>
                <a:cubicBezTo>
                  <a:pt x="43731" y="81561"/>
                  <a:pt x="44421" y="81749"/>
                  <a:pt x="44986" y="82272"/>
                </a:cubicBezTo>
                <a:cubicBezTo>
                  <a:pt x="45195" y="82461"/>
                  <a:pt x="45446" y="82607"/>
                  <a:pt x="45656" y="82795"/>
                </a:cubicBezTo>
                <a:cubicBezTo>
                  <a:pt x="45990" y="83067"/>
                  <a:pt x="46179" y="83402"/>
                  <a:pt x="46116" y="83842"/>
                </a:cubicBezTo>
                <a:cubicBezTo>
                  <a:pt x="46053" y="84114"/>
                  <a:pt x="46053" y="84365"/>
                  <a:pt x="46032" y="84595"/>
                </a:cubicBezTo>
                <a:cubicBezTo>
                  <a:pt x="46011" y="85013"/>
                  <a:pt x="45760" y="85285"/>
                  <a:pt x="45384" y="85411"/>
                </a:cubicBezTo>
                <a:cubicBezTo>
                  <a:pt x="44861" y="85599"/>
                  <a:pt x="44358" y="85829"/>
                  <a:pt x="43814" y="85704"/>
                </a:cubicBezTo>
                <a:cubicBezTo>
                  <a:pt x="43668" y="85683"/>
                  <a:pt x="43521" y="85704"/>
                  <a:pt x="43396" y="85725"/>
                </a:cubicBezTo>
                <a:cubicBezTo>
                  <a:pt x="41764" y="85913"/>
                  <a:pt x="40257" y="85599"/>
                  <a:pt x="38814" y="84846"/>
                </a:cubicBezTo>
                <a:cubicBezTo>
                  <a:pt x="38604" y="84741"/>
                  <a:pt x="38416" y="84595"/>
                  <a:pt x="38228" y="84469"/>
                </a:cubicBezTo>
                <a:cubicBezTo>
                  <a:pt x="38081" y="84323"/>
                  <a:pt x="37893" y="84135"/>
                  <a:pt x="37809" y="83946"/>
                </a:cubicBezTo>
                <a:cubicBezTo>
                  <a:pt x="37600" y="83319"/>
                  <a:pt x="37370" y="82712"/>
                  <a:pt x="37370" y="82042"/>
                </a:cubicBezTo>
                <a:cubicBezTo>
                  <a:pt x="37370" y="81603"/>
                  <a:pt x="37265" y="81122"/>
                  <a:pt x="37182" y="80682"/>
                </a:cubicBezTo>
                <a:cubicBezTo>
                  <a:pt x="37056" y="79887"/>
                  <a:pt x="36868" y="79113"/>
                  <a:pt x="37035" y="78297"/>
                </a:cubicBezTo>
                <a:cubicBezTo>
                  <a:pt x="36847" y="77418"/>
                  <a:pt x="36972" y="76539"/>
                  <a:pt x="37056" y="75660"/>
                </a:cubicBezTo>
                <a:cubicBezTo>
                  <a:pt x="37077" y="75242"/>
                  <a:pt x="36972" y="74824"/>
                  <a:pt x="36931" y="74342"/>
                </a:cubicBezTo>
                <a:cubicBezTo>
                  <a:pt x="36512" y="74196"/>
                  <a:pt x="36052" y="74175"/>
                  <a:pt x="35612" y="74112"/>
                </a:cubicBezTo>
                <a:cubicBezTo>
                  <a:pt x="35298" y="74070"/>
                  <a:pt x="34985" y="74028"/>
                  <a:pt x="34671" y="74008"/>
                </a:cubicBezTo>
                <a:cubicBezTo>
                  <a:pt x="34169" y="73987"/>
                  <a:pt x="33792" y="73756"/>
                  <a:pt x="33541" y="73338"/>
                </a:cubicBezTo>
                <a:cubicBezTo>
                  <a:pt x="33311" y="72940"/>
                  <a:pt x="33018" y="72543"/>
                  <a:pt x="32955" y="72124"/>
                </a:cubicBezTo>
                <a:cubicBezTo>
                  <a:pt x="32830" y="71413"/>
                  <a:pt x="32390" y="70785"/>
                  <a:pt x="32432" y="70053"/>
                </a:cubicBezTo>
                <a:cubicBezTo>
                  <a:pt x="32432" y="69948"/>
                  <a:pt x="32369" y="69844"/>
                  <a:pt x="32327" y="69739"/>
                </a:cubicBezTo>
                <a:cubicBezTo>
                  <a:pt x="32118" y="69362"/>
                  <a:pt x="31993" y="68965"/>
                  <a:pt x="31951" y="68526"/>
                </a:cubicBezTo>
                <a:cubicBezTo>
                  <a:pt x="31930" y="68274"/>
                  <a:pt x="31804" y="68023"/>
                  <a:pt x="31721" y="67814"/>
                </a:cubicBezTo>
                <a:cubicBezTo>
                  <a:pt x="31428" y="67647"/>
                  <a:pt x="31135" y="67521"/>
                  <a:pt x="30884" y="67375"/>
                </a:cubicBezTo>
                <a:cubicBezTo>
                  <a:pt x="30381" y="67061"/>
                  <a:pt x="29837" y="66914"/>
                  <a:pt x="29252" y="66873"/>
                </a:cubicBezTo>
                <a:cubicBezTo>
                  <a:pt x="28791" y="66831"/>
                  <a:pt x="28352" y="66956"/>
                  <a:pt x="27954" y="67186"/>
                </a:cubicBezTo>
                <a:cubicBezTo>
                  <a:pt x="27766" y="67291"/>
                  <a:pt x="27578" y="67479"/>
                  <a:pt x="27515" y="67689"/>
                </a:cubicBezTo>
                <a:cubicBezTo>
                  <a:pt x="27368" y="68065"/>
                  <a:pt x="27138" y="68379"/>
                  <a:pt x="26908" y="68693"/>
                </a:cubicBezTo>
                <a:cubicBezTo>
                  <a:pt x="26699" y="68965"/>
                  <a:pt x="26532" y="69279"/>
                  <a:pt x="26469" y="69614"/>
                </a:cubicBezTo>
                <a:cubicBezTo>
                  <a:pt x="26385" y="69927"/>
                  <a:pt x="26176" y="70241"/>
                  <a:pt x="25987" y="70534"/>
                </a:cubicBezTo>
                <a:cubicBezTo>
                  <a:pt x="25778" y="70890"/>
                  <a:pt x="25590" y="71267"/>
                  <a:pt x="25423" y="71685"/>
                </a:cubicBezTo>
                <a:cubicBezTo>
                  <a:pt x="25130" y="72396"/>
                  <a:pt x="24711" y="73045"/>
                  <a:pt x="24293" y="73694"/>
                </a:cubicBezTo>
                <a:cubicBezTo>
                  <a:pt x="24104" y="74008"/>
                  <a:pt x="23749" y="74112"/>
                  <a:pt x="23372" y="74070"/>
                </a:cubicBezTo>
                <a:cubicBezTo>
                  <a:pt x="23267" y="74070"/>
                  <a:pt x="23142" y="74070"/>
                  <a:pt x="23037" y="74008"/>
                </a:cubicBezTo>
                <a:cubicBezTo>
                  <a:pt x="22242" y="73673"/>
                  <a:pt x="21363" y="73652"/>
                  <a:pt x="20652" y="73087"/>
                </a:cubicBezTo>
                <a:cubicBezTo>
                  <a:pt x="20547" y="73024"/>
                  <a:pt x="20422" y="72961"/>
                  <a:pt x="20254" y="72919"/>
                </a:cubicBezTo>
                <a:cubicBezTo>
                  <a:pt x="20087" y="73443"/>
                  <a:pt x="19836" y="73903"/>
                  <a:pt x="19773" y="74405"/>
                </a:cubicBezTo>
                <a:cubicBezTo>
                  <a:pt x="19606" y="75556"/>
                  <a:pt x="19062" y="76581"/>
                  <a:pt x="18873" y="77732"/>
                </a:cubicBezTo>
                <a:cubicBezTo>
                  <a:pt x="18769" y="78464"/>
                  <a:pt x="18622" y="79197"/>
                  <a:pt x="18560" y="79929"/>
                </a:cubicBezTo>
                <a:cubicBezTo>
                  <a:pt x="18518" y="80473"/>
                  <a:pt x="18329" y="80975"/>
                  <a:pt x="18120" y="81456"/>
                </a:cubicBezTo>
                <a:cubicBezTo>
                  <a:pt x="17953" y="81812"/>
                  <a:pt x="17744" y="81958"/>
                  <a:pt x="17388" y="81917"/>
                </a:cubicBezTo>
                <a:cubicBezTo>
                  <a:pt x="17137" y="81791"/>
                  <a:pt x="17011" y="81791"/>
                  <a:pt x="16928" y="81791"/>
                </a:cubicBezTo>
                <a:close/>
                <a:moveTo>
                  <a:pt x="22200" y="3600"/>
                </a:moveTo>
                <a:cubicBezTo>
                  <a:pt x="21217" y="3579"/>
                  <a:pt x="20296" y="3620"/>
                  <a:pt x="19397" y="3892"/>
                </a:cubicBezTo>
                <a:cubicBezTo>
                  <a:pt x="19062" y="3997"/>
                  <a:pt x="18727" y="4081"/>
                  <a:pt x="18434" y="4227"/>
                </a:cubicBezTo>
                <a:cubicBezTo>
                  <a:pt x="17304" y="4834"/>
                  <a:pt x="16237" y="5462"/>
                  <a:pt x="15442" y="6508"/>
                </a:cubicBezTo>
                <a:cubicBezTo>
                  <a:pt x="15379" y="6592"/>
                  <a:pt x="15275" y="6654"/>
                  <a:pt x="15212" y="6759"/>
                </a:cubicBezTo>
                <a:cubicBezTo>
                  <a:pt x="15065" y="7010"/>
                  <a:pt x="14898" y="7240"/>
                  <a:pt x="14793" y="7512"/>
                </a:cubicBezTo>
                <a:cubicBezTo>
                  <a:pt x="14354" y="8684"/>
                  <a:pt x="14061" y="9898"/>
                  <a:pt x="13956" y="11174"/>
                </a:cubicBezTo>
                <a:cubicBezTo>
                  <a:pt x="13915" y="11697"/>
                  <a:pt x="14082" y="12178"/>
                  <a:pt x="14166" y="12680"/>
                </a:cubicBezTo>
                <a:cubicBezTo>
                  <a:pt x="14166" y="12764"/>
                  <a:pt x="14249" y="12848"/>
                  <a:pt x="14291" y="12890"/>
                </a:cubicBezTo>
                <a:cubicBezTo>
                  <a:pt x="14647" y="13266"/>
                  <a:pt x="14982" y="13622"/>
                  <a:pt x="15337" y="14020"/>
                </a:cubicBezTo>
                <a:cubicBezTo>
                  <a:pt x="15505" y="13936"/>
                  <a:pt x="15630" y="13894"/>
                  <a:pt x="15735" y="13789"/>
                </a:cubicBezTo>
                <a:cubicBezTo>
                  <a:pt x="16258" y="13329"/>
                  <a:pt x="16865" y="13015"/>
                  <a:pt x="17534" y="12806"/>
                </a:cubicBezTo>
                <a:cubicBezTo>
                  <a:pt x="17911" y="12701"/>
                  <a:pt x="18225" y="12555"/>
                  <a:pt x="18518" y="12283"/>
                </a:cubicBezTo>
                <a:cubicBezTo>
                  <a:pt x="18560" y="11132"/>
                  <a:pt x="18790" y="10065"/>
                  <a:pt x="19041" y="8977"/>
                </a:cubicBezTo>
                <a:cubicBezTo>
                  <a:pt x="19208" y="8077"/>
                  <a:pt x="19689" y="7408"/>
                  <a:pt x="20192" y="6696"/>
                </a:cubicBezTo>
                <a:cubicBezTo>
                  <a:pt x="20401" y="6424"/>
                  <a:pt x="20631" y="6278"/>
                  <a:pt x="20966" y="6194"/>
                </a:cubicBezTo>
                <a:cubicBezTo>
                  <a:pt x="21342" y="6152"/>
                  <a:pt x="21698" y="5985"/>
                  <a:pt x="22033" y="6299"/>
                </a:cubicBezTo>
                <a:cubicBezTo>
                  <a:pt x="21970" y="6361"/>
                  <a:pt x="21886" y="6382"/>
                  <a:pt x="21824" y="6424"/>
                </a:cubicBezTo>
                <a:cubicBezTo>
                  <a:pt x="20882" y="6989"/>
                  <a:pt x="20317" y="7784"/>
                  <a:pt x="20108" y="8872"/>
                </a:cubicBezTo>
                <a:cubicBezTo>
                  <a:pt x="19920" y="9709"/>
                  <a:pt x="19794" y="10567"/>
                  <a:pt x="19669" y="11404"/>
                </a:cubicBezTo>
                <a:cubicBezTo>
                  <a:pt x="19606" y="11697"/>
                  <a:pt x="19585" y="11969"/>
                  <a:pt x="19627" y="12262"/>
                </a:cubicBezTo>
                <a:cubicBezTo>
                  <a:pt x="19689" y="12471"/>
                  <a:pt x="19878" y="12639"/>
                  <a:pt x="20003" y="12848"/>
                </a:cubicBezTo>
                <a:cubicBezTo>
                  <a:pt x="19627" y="13162"/>
                  <a:pt x="19689" y="13538"/>
                  <a:pt x="19773" y="13936"/>
                </a:cubicBezTo>
                <a:cubicBezTo>
                  <a:pt x="19982" y="15066"/>
                  <a:pt x="20464" y="16049"/>
                  <a:pt x="21050" y="16991"/>
                </a:cubicBezTo>
                <a:cubicBezTo>
                  <a:pt x="21259" y="17346"/>
                  <a:pt x="21573" y="17597"/>
                  <a:pt x="21970" y="17765"/>
                </a:cubicBezTo>
                <a:cubicBezTo>
                  <a:pt x="22451" y="17932"/>
                  <a:pt x="22974" y="18141"/>
                  <a:pt x="23477" y="18330"/>
                </a:cubicBezTo>
                <a:cubicBezTo>
                  <a:pt x="23811" y="18434"/>
                  <a:pt x="24125" y="18455"/>
                  <a:pt x="24481" y="18309"/>
                </a:cubicBezTo>
                <a:cubicBezTo>
                  <a:pt x="25423" y="17911"/>
                  <a:pt x="26218" y="17346"/>
                  <a:pt x="26699" y="16405"/>
                </a:cubicBezTo>
                <a:cubicBezTo>
                  <a:pt x="26824" y="16112"/>
                  <a:pt x="26887" y="15798"/>
                  <a:pt x="26950" y="15505"/>
                </a:cubicBezTo>
                <a:cubicBezTo>
                  <a:pt x="27055" y="15170"/>
                  <a:pt x="27348" y="14982"/>
                  <a:pt x="27661" y="15045"/>
                </a:cubicBezTo>
                <a:cubicBezTo>
                  <a:pt x="28038" y="15108"/>
                  <a:pt x="28247" y="15421"/>
                  <a:pt x="28164" y="15798"/>
                </a:cubicBezTo>
                <a:cubicBezTo>
                  <a:pt x="28143" y="15903"/>
                  <a:pt x="28101" y="16028"/>
                  <a:pt x="28059" y="16112"/>
                </a:cubicBezTo>
                <a:cubicBezTo>
                  <a:pt x="27829" y="16426"/>
                  <a:pt x="27829" y="16823"/>
                  <a:pt x="27850" y="17179"/>
                </a:cubicBezTo>
                <a:cubicBezTo>
                  <a:pt x="27850" y="17409"/>
                  <a:pt x="27871" y="17660"/>
                  <a:pt x="27850" y="17869"/>
                </a:cubicBezTo>
                <a:cubicBezTo>
                  <a:pt x="27745" y="19125"/>
                  <a:pt x="28184" y="20213"/>
                  <a:pt x="28875" y="21238"/>
                </a:cubicBezTo>
                <a:cubicBezTo>
                  <a:pt x="29545" y="22284"/>
                  <a:pt x="31449" y="22996"/>
                  <a:pt x="32537" y="21322"/>
                </a:cubicBezTo>
                <a:cubicBezTo>
                  <a:pt x="32599" y="21175"/>
                  <a:pt x="32683" y="21071"/>
                  <a:pt x="32767" y="20945"/>
                </a:cubicBezTo>
                <a:cubicBezTo>
                  <a:pt x="32850" y="20841"/>
                  <a:pt x="32955" y="20715"/>
                  <a:pt x="33060" y="20631"/>
                </a:cubicBezTo>
                <a:cubicBezTo>
                  <a:pt x="33499" y="20213"/>
                  <a:pt x="33959" y="20276"/>
                  <a:pt x="34252" y="20820"/>
                </a:cubicBezTo>
                <a:cubicBezTo>
                  <a:pt x="34420" y="21071"/>
                  <a:pt x="34462" y="21426"/>
                  <a:pt x="34566" y="21698"/>
                </a:cubicBezTo>
                <a:cubicBezTo>
                  <a:pt x="34796" y="22389"/>
                  <a:pt x="35047" y="23059"/>
                  <a:pt x="35319" y="23728"/>
                </a:cubicBezTo>
                <a:cubicBezTo>
                  <a:pt x="35591" y="24356"/>
                  <a:pt x="36094" y="24795"/>
                  <a:pt x="36638" y="25151"/>
                </a:cubicBezTo>
                <a:cubicBezTo>
                  <a:pt x="36951" y="25402"/>
                  <a:pt x="37286" y="25360"/>
                  <a:pt x="37579" y="25151"/>
                </a:cubicBezTo>
                <a:cubicBezTo>
                  <a:pt x="37830" y="24983"/>
                  <a:pt x="38123" y="24816"/>
                  <a:pt x="38311" y="24586"/>
                </a:cubicBezTo>
                <a:cubicBezTo>
                  <a:pt x="38751" y="24063"/>
                  <a:pt x="39379" y="24147"/>
                  <a:pt x="39964" y="23979"/>
                </a:cubicBezTo>
                <a:cubicBezTo>
                  <a:pt x="40027" y="23958"/>
                  <a:pt x="40195" y="24042"/>
                  <a:pt x="40236" y="24105"/>
                </a:cubicBezTo>
                <a:cubicBezTo>
                  <a:pt x="40341" y="24209"/>
                  <a:pt x="40425" y="24356"/>
                  <a:pt x="40488" y="24481"/>
                </a:cubicBezTo>
                <a:cubicBezTo>
                  <a:pt x="40739" y="25235"/>
                  <a:pt x="41220" y="25862"/>
                  <a:pt x="41764" y="26490"/>
                </a:cubicBezTo>
                <a:cubicBezTo>
                  <a:pt x="42517" y="27327"/>
                  <a:pt x="43438" y="27745"/>
                  <a:pt x="44505" y="27934"/>
                </a:cubicBezTo>
                <a:cubicBezTo>
                  <a:pt x="44693" y="27955"/>
                  <a:pt x="44882" y="28038"/>
                  <a:pt x="45154" y="28101"/>
                </a:cubicBezTo>
                <a:cubicBezTo>
                  <a:pt x="44944" y="28248"/>
                  <a:pt x="44840" y="28373"/>
                  <a:pt x="44735" y="28373"/>
                </a:cubicBezTo>
                <a:cubicBezTo>
                  <a:pt x="44421" y="28373"/>
                  <a:pt x="44107" y="28289"/>
                  <a:pt x="43793" y="28268"/>
                </a:cubicBezTo>
                <a:cubicBezTo>
                  <a:pt x="43626" y="28248"/>
                  <a:pt x="43417" y="28289"/>
                  <a:pt x="43249" y="28289"/>
                </a:cubicBezTo>
                <a:cubicBezTo>
                  <a:pt x="43145" y="28833"/>
                  <a:pt x="43040" y="29357"/>
                  <a:pt x="42936" y="29859"/>
                </a:cubicBezTo>
                <a:cubicBezTo>
                  <a:pt x="42915" y="29984"/>
                  <a:pt x="42810" y="30131"/>
                  <a:pt x="42998" y="30235"/>
                </a:cubicBezTo>
                <a:cubicBezTo>
                  <a:pt x="43731" y="29796"/>
                  <a:pt x="44505" y="29649"/>
                  <a:pt x="45363" y="29796"/>
                </a:cubicBezTo>
                <a:cubicBezTo>
                  <a:pt x="45781" y="29859"/>
                  <a:pt x="46137" y="30047"/>
                  <a:pt x="46367" y="30382"/>
                </a:cubicBezTo>
                <a:cubicBezTo>
                  <a:pt x="46702" y="30863"/>
                  <a:pt x="46890" y="31407"/>
                  <a:pt x="46827" y="31993"/>
                </a:cubicBezTo>
                <a:cubicBezTo>
                  <a:pt x="46806" y="32223"/>
                  <a:pt x="46806" y="32432"/>
                  <a:pt x="46806" y="32642"/>
                </a:cubicBezTo>
                <a:cubicBezTo>
                  <a:pt x="47183" y="32872"/>
                  <a:pt x="47497" y="32809"/>
                  <a:pt x="47811" y="32662"/>
                </a:cubicBezTo>
                <a:cubicBezTo>
                  <a:pt x="48041" y="32537"/>
                  <a:pt x="48250" y="32411"/>
                  <a:pt x="48480" y="32265"/>
                </a:cubicBezTo>
                <a:cubicBezTo>
                  <a:pt x="48962" y="32035"/>
                  <a:pt x="49213" y="31574"/>
                  <a:pt x="49589" y="31198"/>
                </a:cubicBezTo>
                <a:cubicBezTo>
                  <a:pt x="49631" y="31156"/>
                  <a:pt x="49694" y="31051"/>
                  <a:pt x="49694" y="30968"/>
                </a:cubicBezTo>
                <a:cubicBezTo>
                  <a:pt x="49694" y="30696"/>
                  <a:pt x="49715" y="30465"/>
                  <a:pt x="49799" y="30193"/>
                </a:cubicBezTo>
                <a:cubicBezTo>
                  <a:pt x="49861" y="29942"/>
                  <a:pt x="49861" y="29649"/>
                  <a:pt x="49903" y="29440"/>
                </a:cubicBezTo>
                <a:cubicBezTo>
                  <a:pt x="50426" y="29043"/>
                  <a:pt x="50908" y="28708"/>
                  <a:pt x="51326" y="28394"/>
                </a:cubicBezTo>
                <a:cubicBezTo>
                  <a:pt x="51368" y="28268"/>
                  <a:pt x="51389" y="28227"/>
                  <a:pt x="51410" y="28143"/>
                </a:cubicBezTo>
                <a:cubicBezTo>
                  <a:pt x="51472" y="26950"/>
                  <a:pt x="51263" y="25799"/>
                  <a:pt x="50782" y="24711"/>
                </a:cubicBezTo>
                <a:cubicBezTo>
                  <a:pt x="50698" y="24565"/>
                  <a:pt x="50636" y="24398"/>
                  <a:pt x="50594" y="24230"/>
                </a:cubicBezTo>
                <a:cubicBezTo>
                  <a:pt x="50531" y="23875"/>
                  <a:pt x="50677" y="23582"/>
                  <a:pt x="51012" y="23393"/>
                </a:cubicBezTo>
                <a:cubicBezTo>
                  <a:pt x="51431" y="23184"/>
                  <a:pt x="51849" y="23017"/>
                  <a:pt x="52226" y="22766"/>
                </a:cubicBezTo>
                <a:cubicBezTo>
                  <a:pt x="52372" y="22661"/>
                  <a:pt x="52540" y="22494"/>
                  <a:pt x="52560" y="22305"/>
                </a:cubicBezTo>
                <a:cubicBezTo>
                  <a:pt x="52665" y="21573"/>
                  <a:pt x="52560" y="20862"/>
                  <a:pt x="52142" y="20255"/>
                </a:cubicBezTo>
                <a:cubicBezTo>
                  <a:pt x="51807" y="19794"/>
                  <a:pt x="51368" y="19418"/>
                  <a:pt x="50970" y="19041"/>
                </a:cubicBezTo>
                <a:cubicBezTo>
                  <a:pt x="50761" y="18832"/>
                  <a:pt x="50489" y="18748"/>
                  <a:pt x="50175" y="18853"/>
                </a:cubicBezTo>
                <a:cubicBezTo>
                  <a:pt x="50050" y="18895"/>
                  <a:pt x="49903" y="18895"/>
                  <a:pt x="49757" y="18874"/>
                </a:cubicBezTo>
                <a:cubicBezTo>
                  <a:pt x="49527" y="18853"/>
                  <a:pt x="49338" y="18727"/>
                  <a:pt x="49234" y="18476"/>
                </a:cubicBezTo>
                <a:cubicBezTo>
                  <a:pt x="49171" y="18246"/>
                  <a:pt x="49234" y="18016"/>
                  <a:pt x="49422" y="17849"/>
                </a:cubicBezTo>
                <a:cubicBezTo>
                  <a:pt x="49589" y="17723"/>
                  <a:pt x="49757" y="17639"/>
                  <a:pt x="49945" y="17577"/>
                </a:cubicBezTo>
                <a:cubicBezTo>
                  <a:pt x="50071" y="17514"/>
                  <a:pt x="50238" y="17514"/>
                  <a:pt x="50363" y="17472"/>
                </a:cubicBezTo>
                <a:cubicBezTo>
                  <a:pt x="50531" y="17388"/>
                  <a:pt x="50677" y="17284"/>
                  <a:pt x="50761" y="17179"/>
                </a:cubicBezTo>
                <a:cubicBezTo>
                  <a:pt x="51054" y="16781"/>
                  <a:pt x="51012" y="15944"/>
                  <a:pt x="50740" y="15547"/>
                </a:cubicBezTo>
                <a:cubicBezTo>
                  <a:pt x="50238" y="14877"/>
                  <a:pt x="49715" y="14229"/>
                  <a:pt x="49087" y="13706"/>
                </a:cubicBezTo>
                <a:cubicBezTo>
                  <a:pt x="48480" y="13203"/>
                  <a:pt x="47832" y="12764"/>
                  <a:pt x="47037" y="12680"/>
                </a:cubicBezTo>
                <a:cubicBezTo>
                  <a:pt x="46283" y="12597"/>
                  <a:pt x="45530" y="12346"/>
                  <a:pt x="44777" y="12639"/>
                </a:cubicBezTo>
                <a:cubicBezTo>
                  <a:pt x="44484" y="12743"/>
                  <a:pt x="44170" y="12534"/>
                  <a:pt x="44065" y="12283"/>
                </a:cubicBezTo>
                <a:cubicBezTo>
                  <a:pt x="43961" y="12032"/>
                  <a:pt x="44003" y="11760"/>
                  <a:pt x="44254" y="11613"/>
                </a:cubicBezTo>
                <a:cubicBezTo>
                  <a:pt x="44568" y="11404"/>
                  <a:pt x="44693" y="11090"/>
                  <a:pt x="44798" y="10776"/>
                </a:cubicBezTo>
                <a:cubicBezTo>
                  <a:pt x="44882" y="10421"/>
                  <a:pt x="44944" y="10086"/>
                  <a:pt x="44986" y="9751"/>
                </a:cubicBezTo>
                <a:cubicBezTo>
                  <a:pt x="45007" y="9605"/>
                  <a:pt x="44944" y="9416"/>
                  <a:pt x="44882" y="9249"/>
                </a:cubicBezTo>
                <a:cubicBezTo>
                  <a:pt x="44149" y="7910"/>
                  <a:pt x="43040" y="6905"/>
                  <a:pt x="41743" y="6173"/>
                </a:cubicBezTo>
                <a:cubicBezTo>
                  <a:pt x="40550" y="5504"/>
                  <a:pt x="39274" y="5232"/>
                  <a:pt x="37977" y="5127"/>
                </a:cubicBezTo>
                <a:cubicBezTo>
                  <a:pt x="37516" y="5085"/>
                  <a:pt x="37098" y="5169"/>
                  <a:pt x="36763" y="5462"/>
                </a:cubicBezTo>
                <a:cubicBezTo>
                  <a:pt x="36638" y="5566"/>
                  <a:pt x="36512" y="5671"/>
                  <a:pt x="36345" y="5776"/>
                </a:cubicBezTo>
                <a:cubicBezTo>
                  <a:pt x="35905" y="6027"/>
                  <a:pt x="35466" y="5817"/>
                  <a:pt x="35424" y="5294"/>
                </a:cubicBezTo>
                <a:cubicBezTo>
                  <a:pt x="35424" y="4981"/>
                  <a:pt x="35487" y="4667"/>
                  <a:pt x="35487" y="4353"/>
                </a:cubicBezTo>
                <a:cubicBezTo>
                  <a:pt x="35487" y="4206"/>
                  <a:pt x="35487" y="3997"/>
                  <a:pt x="35403" y="3872"/>
                </a:cubicBezTo>
                <a:cubicBezTo>
                  <a:pt x="35110" y="3474"/>
                  <a:pt x="34838" y="3056"/>
                  <a:pt x="34462" y="2763"/>
                </a:cubicBezTo>
                <a:cubicBezTo>
                  <a:pt x="33750" y="2219"/>
                  <a:pt x="32976" y="1779"/>
                  <a:pt x="32139" y="1507"/>
                </a:cubicBezTo>
                <a:cubicBezTo>
                  <a:pt x="31114" y="1172"/>
                  <a:pt x="30068" y="1089"/>
                  <a:pt x="29000" y="1172"/>
                </a:cubicBezTo>
                <a:cubicBezTo>
                  <a:pt x="28394" y="1214"/>
                  <a:pt x="27766" y="1193"/>
                  <a:pt x="27201" y="1361"/>
                </a:cubicBezTo>
                <a:cubicBezTo>
                  <a:pt x="26155" y="1633"/>
                  <a:pt x="25067" y="1926"/>
                  <a:pt x="24439" y="2951"/>
                </a:cubicBezTo>
                <a:cubicBezTo>
                  <a:pt x="24335" y="3097"/>
                  <a:pt x="24188" y="3265"/>
                  <a:pt x="24063" y="3390"/>
                </a:cubicBezTo>
                <a:cubicBezTo>
                  <a:pt x="23707" y="3704"/>
                  <a:pt x="23372" y="3997"/>
                  <a:pt x="23351" y="4520"/>
                </a:cubicBezTo>
                <a:cubicBezTo>
                  <a:pt x="23330" y="4750"/>
                  <a:pt x="23121" y="4918"/>
                  <a:pt x="22849" y="4918"/>
                </a:cubicBezTo>
                <a:cubicBezTo>
                  <a:pt x="22598" y="4918"/>
                  <a:pt x="22347" y="4729"/>
                  <a:pt x="22305" y="4436"/>
                </a:cubicBezTo>
                <a:cubicBezTo>
                  <a:pt x="22221" y="4164"/>
                  <a:pt x="22221" y="3913"/>
                  <a:pt x="22200" y="3600"/>
                </a:cubicBezTo>
                <a:close/>
                <a:moveTo>
                  <a:pt x="18518" y="13266"/>
                </a:moveTo>
                <a:cubicBezTo>
                  <a:pt x="18204" y="13392"/>
                  <a:pt x="17974" y="13517"/>
                  <a:pt x="17723" y="13601"/>
                </a:cubicBezTo>
                <a:cubicBezTo>
                  <a:pt x="17095" y="13810"/>
                  <a:pt x="16635" y="14166"/>
                  <a:pt x="16195" y="14647"/>
                </a:cubicBezTo>
                <a:cubicBezTo>
                  <a:pt x="14207" y="16677"/>
                  <a:pt x="13831" y="17179"/>
                  <a:pt x="12575" y="19711"/>
                </a:cubicBezTo>
                <a:cubicBezTo>
                  <a:pt x="12575" y="19753"/>
                  <a:pt x="12555" y="19773"/>
                  <a:pt x="12555" y="19794"/>
                </a:cubicBezTo>
                <a:cubicBezTo>
                  <a:pt x="12220" y="20380"/>
                  <a:pt x="12031" y="21008"/>
                  <a:pt x="11906" y="21657"/>
                </a:cubicBezTo>
                <a:cubicBezTo>
                  <a:pt x="11822" y="22054"/>
                  <a:pt x="11718" y="22431"/>
                  <a:pt x="11655" y="22828"/>
                </a:cubicBezTo>
                <a:cubicBezTo>
                  <a:pt x="11550" y="23728"/>
                  <a:pt x="11425" y="24586"/>
                  <a:pt x="11425" y="25465"/>
                </a:cubicBezTo>
                <a:cubicBezTo>
                  <a:pt x="11425" y="26804"/>
                  <a:pt x="11508" y="28164"/>
                  <a:pt x="11550" y="29503"/>
                </a:cubicBezTo>
                <a:cubicBezTo>
                  <a:pt x="11550" y="29754"/>
                  <a:pt x="11592" y="30026"/>
                  <a:pt x="11655" y="30256"/>
                </a:cubicBezTo>
                <a:cubicBezTo>
                  <a:pt x="12324" y="32349"/>
                  <a:pt x="13329" y="34211"/>
                  <a:pt x="14961" y="35696"/>
                </a:cubicBezTo>
                <a:cubicBezTo>
                  <a:pt x="15065" y="35801"/>
                  <a:pt x="15170" y="35906"/>
                  <a:pt x="15296" y="35968"/>
                </a:cubicBezTo>
                <a:cubicBezTo>
                  <a:pt x="16928" y="36931"/>
                  <a:pt x="18539" y="37893"/>
                  <a:pt x="20422" y="38291"/>
                </a:cubicBezTo>
                <a:cubicBezTo>
                  <a:pt x="20505" y="38312"/>
                  <a:pt x="20589" y="38333"/>
                  <a:pt x="20652" y="38396"/>
                </a:cubicBezTo>
                <a:cubicBezTo>
                  <a:pt x="21175" y="38709"/>
                  <a:pt x="21782" y="38835"/>
                  <a:pt x="22368" y="38960"/>
                </a:cubicBezTo>
                <a:cubicBezTo>
                  <a:pt x="22891" y="39065"/>
                  <a:pt x="23414" y="39191"/>
                  <a:pt x="23895" y="39463"/>
                </a:cubicBezTo>
                <a:cubicBezTo>
                  <a:pt x="24063" y="39546"/>
                  <a:pt x="24209" y="39567"/>
                  <a:pt x="24397" y="39588"/>
                </a:cubicBezTo>
                <a:cubicBezTo>
                  <a:pt x="25318" y="39693"/>
                  <a:pt x="26239" y="39776"/>
                  <a:pt x="27138" y="39714"/>
                </a:cubicBezTo>
                <a:cubicBezTo>
                  <a:pt x="28059" y="39651"/>
                  <a:pt x="28959" y="39776"/>
                  <a:pt x="29858" y="39588"/>
                </a:cubicBezTo>
                <a:cubicBezTo>
                  <a:pt x="31051" y="39358"/>
                  <a:pt x="32244" y="39191"/>
                  <a:pt x="33415" y="39023"/>
                </a:cubicBezTo>
                <a:cubicBezTo>
                  <a:pt x="34022" y="38919"/>
                  <a:pt x="34566" y="38709"/>
                  <a:pt x="35131" y="38437"/>
                </a:cubicBezTo>
                <a:cubicBezTo>
                  <a:pt x="35863" y="38103"/>
                  <a:pt x="36596" y="37768"/>
                  <a:pt x="37286" y="37391"/>
                </a:cubicBezTo>
                <a:cubicBezTo>
                  <a:pt x="37663" y="37182"/>
                  <a:pt x="38060" y="36952"/>
                  <a:pt x="38332" y="36638"/>
                </a:cubicBezTo>
                <a:cubicBezTo>
                  <a:pt x="38939" y="35989"/>
                  <a:pt x="39567" y="35362"/>
                  <a:pt x="40069" y="34608"/>
                </a:cubicBezTo>
                <a:cubicBezTo>
                  <a:pt x="40592" y="33792"/>
                  <a:pt x="41011" y="32893"/>
                  <a:pt x="41157" y="31909"/>
                </a:cubicBezTo>
                <a:cubicBezTo>
                  <a:pt x="41220" y="31637"/>
                  <a:pt x="41241" y="31386"/>
                  <a:pt x="41366" y="31177"/>
                </a:cubicBezTo>
                <a:cubicBezTo>
                  <a:pt x="41680" y="30549"/>
                  <a:pt x="41827" y="29859"/>
                  <a:pt x="41973" y="29210"/>
                </a:cubicBezTo>
                <a:cubicBezTo>
                  <a:pt x="42078" y="28771"/>
                  <a:pt x="42182" y="28310"/>
                  <a:pt x="42141" y="27829"/>
                </a:cubicBezTo>
                <a:cubicBezTo>
                  <a:pt x="42036" y="27745"/>
                  <a:pt x="41889" y="27641"/>
                  <a:pt x="41785" y="27578"/>
                </a:cubicBezTo>
                <a:cubicBezTo>
                  <a:pt x="41115" y="27222"/>
                  <a:pt x="40613" y="26678"/>
                  <a:pt x="40195" y="26072"/>
                </a:cubicBezTo>
                <a:cubicBezTo>
                  <a:pt x="40048" y="25862"/>
                  <a:pt x="39944" y="25632"/>
                  <a:pt x="39797" y="25423"/>
                </a:cubicBezTo>
                <a:cubicBezTo>
                  <a:pt x="39672" y="25214"/>
                  <a:pt x="39483" y="25151"/>
                  <a:pt x="39274" y="25276"/>
                </a:cubicBezTo>
                <a:cubicBezTo>
                  <a:pt x="39128" y="25381"/>
                  <a:pt x="39002" y="25486"/>
                  <a:pt x="38856" y="25590"/>
                </a:cubicBezTo>
                <a:cubicBezTo>
                  <a:pt x="38625" y="25779"/>
                  <a:pt x="38416" y="25967"/>
                  <a:pt x="38186" y="26113"/>
                </a:cubicBezTo>
                <a:cubicBezTo>
                  <a:pt x="37391" y="26616"/>
                  <a:pt x="36763" y="26636"/>
                  <a:pt x="36031" y="26092"/>
                </a:cubicBezTo>
                <a:cubicBezTo>
                  <a:pt x="35278" y="25548"/>
                  <a:pt x="34629" y="24921"/>
                  <a:pt x="34273" y="24021"/>
                </a:cubicBezTo>
                <a:cubicBezTo>
                  <a:pt x="34064" y="23540"/>
                  <a:pt x="33918" y="23017"/>
                  <a:pt x="33708" y="22514"/>
                </a:cubicBezTo>
                <a:cubicBezTo>
                  <a:pt x="33646" y="22389"/>
                  <a:pt x="33687" y="22180"/>
                  <a:pt x="33394" y="22096"/>
                </a:cubicBezTo>
                <a:cubicBezTo>
                  <a:pt x="33206" y="22284"/>
                  <a:pt x="33060" y="22514"/>
                  <a:pt x="32850" y="22703"/>
                </a:cubicBezTo>
                <a:cubicBezTo>
                  <a:pt x="32160" y="23268"/>
                  <a:pt x="31407" y="23582"/>
                  <a:pt x="30465" y="23435"/>
                </a:cubicBezTo>
                <a:cubicBezTo>
                  <a:pt x="29335" y="23247"/>
                  <a:pt x="28477" y="22724"/>
                  <a:pt x="27892" y="21719"/>
                </a:cubicBezTo>
                <a:cubicBezTo>
                  <a:pt x="27745" y="21489"/>
                  <a:pt x="27640" y="21196"/>
                  <a:pt x="27473" y="20966"/>
                </a:cubicBezTo>
                <a:cubicBezTo>
                  <a:pt x="27034" y="20318"/>
                  <a:pt x="26887" y="19564"/>
                  <a:pt x="26845" y="18769"/>
                </a:cubicBezTo>
                <a:cubicBezTo>
                  <a:pt x="26845" y="18623"/>
                  <a:pt x="26929" y="18434"/>
                  <a:pt x="26699" y="18330"/>
                </a:cubicBezTo>
                <a:cubicBezTo>
                  <a:pt x="26385" y="18455"/>
                  <a:pt x="26176" y="18748"/>
                  <a:pt x="25883" y="18937"/>
                </a:cubicBezTo>
                <a:cubicBezTo>
                  <a:pt x="25130" y="19418"/>
                  <a:pt x="24293" y="19773"/>
                  <a:pt x="23372" y="19481"/>
                </a:cubicBezTo>
                <a:cubicBezTo>
                  <a:pt x="22661" y="19271"/>
                  <a:pt x="21970" y="18999"/>
                  <a:pt x="21280" y="18685"/>
                </a:cubicBezTo>
                <a:cubicBezTo>
                  <a:pt x="20840" y="18476"/>
                  <a:pt x="20464" y="18141"/>
                  <a:pt x="20213" y="17723"/>
                </a:cubicBezTo>
                <a:cubicBezTo>
                  <a:pt x="19564" y="16656"/>
                  <a:pt x="18957" y="15547"/>
                  <a:pt x="18748" y="14271"/>
                </a:cubicBezTo>
                <a:cubicBezTo>
                  <a:pt x="18706" y="13957"/>
                  <a:pt x="18581" y="13643"/>
                  <a:pt x="18518" y="13266"/>
                </a:cubicBezTo>
                <a:close/>
                <a:moveTo>
                  <a:pt x="23351" y="40425"/>
                </a:moveTo>
                <a:cubicBezTo>
                  <a:pt x="22849" y="41095"/>
                  <a:pt x="22430" y="41743"/>
                  <a:pt x="22179" y="42476"/>
                </a:cubicBezTo>
                <a:cubicBezTo>
                  <a:pt x="21677" y="43857"/>
                  <a:pt x="21133" y="45196"/>
                  <a:pt x="20673" y="46577"/>
                </a:cubicBezTo>
                <a:cubicBezTo>
                  <a:pt x="20192" y="48104"/>
                  <a:pt x="19689" y="49631"/>
                  <a:pt x="19564" y="51243"/>
                </a:cubicBezTo>
                <a:cubicBezTo>
                  <a:pt x="19543" y="51577"/>
                  <a:pt x="19459" y="51912"/>
                  <a:pt x="19376" y="52247"/>
                </a:cubicBezTo>
                <a:cubicBezTo>
                  <a:pt x="19187" y="52958"/>
                  <a:pt x="18978" y="53649"/>
                  <a:pt x="18832" y="54318"/>
                </a:cubicBezTo>
                <a:cubicBezTo>
                  <a:pt x="18727" y="54758"/>
                  <a:pt x="18622" y="55197"/>
                  <a:pt x="18560" y="55657"/>
                </a:cubicBezTo>
                <a:cubicBezTo>
                  <a:pt x="18413" y="56913"/>
                  <a:pt x="18246" y="58168"/>
                  <a:pt x="18120" y="59424"/>
                </a:cubicBezTo>
                <a:cubicBezTo>
                  <a:pt x="18099" y="59591"/>
                  <a:pt x="18120" y="59821"/>
                  <a:pt x="18120" y="59968"/>
                </a:cubicBezTo>
                <a:cubicBezTo>
                  <a:pt x="18560" y="60303"/>
                  <a:pt x="19062" y="60365"/>
                  <a:pt x="19501" y="60554"/>
                </a:cubicBezTo>
                <a:cubicBezTo>
                  <a:pt x="20087" y="60784"/>
                  <a:pt x="20652" y="60867"/>
                  <a:pt x="21259" y="60930"/>
                </a:cubicBezTo>
                <a:cubicBezTo>
                  <a:pt x="22974" y="61119"/>
                  <a:pt x="24732" y="61286"/>
                  <a:pt x="26469" y="61537"/>
                </a:cubicBezTo>
                <a:cubicBezTo>
                  <a:pt x="28373" y="61809"/>
                  <a:pt x="30277" y="61725"/>
                  <a:pt x="32181" y="61809"/>
                </a:cubicBezTo>
                <a:cubicBezTo>
                  <a:pt x="32327" y="61809"/>
                  <a:pt x="32474" y="61809"/>
                  <a:pt x="32599" y="61767"/>
                </a:cubicBezTo>
                <a:cubicBezTo>
                  <a:pt x="34169" y="61725"/>
                  <a:pt x="35675" y="61223"/>
                  <a:pt x="37056" y="60575"/>
                </a:cubicBezTo>
                <a:cubicBezTo>
                  <a:pt x="37893" y="60177"/>
                  <a:pt x="38730" y="59696"/>
                  <a:pt x="39441" y="59005"/>
                </a:cubicBezTo>
                <a:cubicBezTo>
                  <a:pt x="39400" y="58775"/>
                  <a:pt x="39379" y="58524"/>
                  <a:pt x="39337" y="58273"/>
                </a:cubicBezTo>
                <a:cubicBezTo>
                  <a:pt x="39002" y="56850"/>
                  <a:pt x="38856" y="55385"/>
                  <a:pt x="38437" y="53984"/>
                </a:cubicBezTo>
                <a:cubicBezTo>
                  <a:pt x="38395" y="53837"/>
                  <a:pt x="38416" y="53691"/>
                  <a:pt x="38374" y="53565"/>
                </a:cubicBezTo>
                <a:cubicBezTo>
                  <a:pt x="38291" y="53168"/>
                  <a:pt x="38228" y="52770"/>
                  <a:pt x="38123" y="52372"/>
                </a:cubicBezTo>
                <a:cubicBezTo>
                  <a:pt x="37495" y="50050"/>
                  <a:pt x="36868" y="47748"/>
                  <a:pt x="36219" y="45426"/>
                </a:cubicBezTo>
                <a:cubicBezTo>
                  <a:pt x="35968" y="44505"/>
                  <a:pt x="35780" y="43585"/>
                  <a:pt x="35298" y="42748"/>
                </a:cubicBezTo>
                <a:cubicBezTo>
                  <a:pt x="35152" y="42497"/>
                  <a:pt x="35047" y="42183"/>
                  <a:pt x="34985" y="41869"/>
                </a:cubicBezTo>
                <a:cubicBezTo>
                  <a:pt x="34880" y="41157"/>
                  <a:pt x="34524" y="40592"/>
                  <a:pt x="34127" y="39986"/>
                </a:cubicBezTo>
                <a:cubicBezTo>
                  <a:pt x="32934" y="40174"/>
                  <a:pt x="31721" y="40383"/>
                  <a:pt x="30486" y="40530"/>
                </a:cubicBezTo>
                <a:cubicBezTo>
                  <a:pt x="29796" y="40613"/>
                  <a:pt x="29105" y="40844"/>
                  <a:pt x="28373" y="40760"/>
                </a:cubicBezTo>
                <a:cubicBezTo>
                  <a:pt x="27912" y="40718"/>
                  <a:pt x="27410" y="40697"/>
                  <a:pt x="26908" y="40697"/>
                </a:cubicBezTo>
                <a:cubicBezTo>
                  <a:pt x="26071" y="40718"/>
                  <a:pt x="25255" y="40613"/>
                  <a:pt x="24418" y="40488"/>
                </a:cubicBezTo>
                <a:cubicBezTo>
                  <a:pt x="24083" y="40467"/>
                  <a:pt x="23728" y="40467"/>
                  <a:pt x="23351" y="40425"/>
                </a:cubicBezTo>
                <a:close/>
                <a:moveTo>
                  <a:pt x="16467" y="69969"/>
                </a:moveTo>
                <a:cubicBezTo>
                  <a:pt x="16635" y="70053"/>
                  <a:pt x="16781" y="70220"/>
                  <a:pt x="16969" y="70283"/>
                </a:cubicBezTo>
                <a:cubicBezTo>
                  <a:pt x="17702" y="70555"/>
                  <a:pt x="18455" y="70806"/>
                  <a:pt x="19166" y="71225"/>
                </a:cubicBezTo>
                <a:cubicBezTo>
                  <a:pt x="19292" y="71287"/>
                  <a:pt x="19438" y="71350"/>
                  <a:pt x="19564" y="71371"/>
                </a:cubicBezTo>
                <a:cubicBezTo>
                  <a:pt x="20192" y="71455"/>
                  <a:pt x="20673" y="71769"/>
                  <a:pt x="21196" y="72083"/>
                </a:cubicBezTo>
                <a:cubicBezTo>
                  <a:pt x="21384" y="72208"/>
                  <a:pt x="21594" y="72375"/>
                  <a:pt x="21803" y="72396"/>
                </a:cubicBezTo>
                <a:cubicBezTo>
                  <a:pt x="22200" y="72480"/>
                  <a:pt x="22598" y="72543"/>
                  <a:pt x="22933" y="72752"/>
                </a:cubicBezTo>
                <a:cubicBezTo>
                  <a:pt x="23079" y="72857"/>
                  <a:pt x="23267" y="72815"/>
                  <a:pt x="23372" y="72647"/>
                </a:cubicBezTo>
                <a:cubicBezTo>
                  <a:pt x="23665" y="72166"/>
                  <a:pt x="24000" y="71685"/>
                  <a:pt x="24209" y="71162"/>
                </a:cubicBezTo>
                <a:cubicBezTo>
                  <a:pt x="24376" y="70806"/>
                  <a:pt x="24523" y="70430"/>
                  <a:pt x="24732" y="70095"/>
                </a:cubicBezTo>
                <a:cubicBezTo>
                  <a:pt x="24899" y="69823"/>
                  <a:pt x="25151" y="69572"/>
                  <a:pt x="25213" y="69279"/>
                </a:cubicBezTo>
                <a:cubicBezTo>
                  <a:pt x="25318" y="68714"/>
                  <a:pt x="25653" y="68316"/>
                  <a:pt x="25967" y="67835"/>
                </a:cubicBezTo>
                <a:cubicBezTo>
                  <a:pt x="26071" y="67689"/>
                  <a:pt x="26197" y="67500"/>
                  <a:pt x="26280" y="67354"/>
                </a:cubicBezTo>
                <a:cubicBezTo>
                  <a:pt x="26824" y="66161"/>
                  <a:pt x="26824" y="66203"/>
                  <a:pt x="28080" y="65847"/>
                </a:cubicBezTo>
                <a:cubicBezTo>
                  <a:pt x="28917" y="65617"/>
                  <a:pt x="29733" y="65805"/>
                  <a:pt x="30549" y="66015"/>
                </a:cubicBezTo>
                <a:cubicBezTo>
                  <a:pt x="31072" y="66140"/>
                  <a:pt x="31532" y="66454"/>
                  <a:pt x="32013" y="66684"/>
                </a:cubicBezTo>
                <a:cubicBezTo>
                  <a:pt x="32118" y="66747"/>
                  <a:pt x="32202" y="66831"/>
                  <a:pt x="32265" y="66935"/>
                </a:cubicBezTo>
                <a:cubicBezTo>
                  <a:pt x="32641" y="67312"/>
                  <a:pt x="32871" y="67793"/>
                  <a:pt x="32892" y="68316"/>
                </a:cubicBezTo>
                <a:cubicBezTo>
                  <a:pt x="32892" y="68777"/>
                  <a:pt x="33185" y="69132"/>
                  <a:pt x="33290" y="69509"/>
                </a:cubicBezTo>
                <a:cubicBezTo>
                  <a:pt x="33415" y="69969"/>
                  <a:pt x="33499" y="70409"/>
                  <a:pt x="33604" y="70848"/>
                </a:cubicBezTo>
                <a:cubicBezTo>
                  <a:pt x="33604" y="70869"/>
                  <a:pt x="33625" y="70911"/>
                  <a:pt x="33666" y="70932"/>
                </a:cubicBezTo>
                <a:cubicBezTo>
                  <a:pt x="33813" y="71141"/>
                  <a:pt x="33876" y="71392"/>
                  <a:pt x="33918" y="71643"/>
                </a:cubicBezTo>
                <a:cubicBezTo>
                  <a:pt x="34106" y="72501"/>
                  <a:pt x="34503" y="72836"/>
                  <a:pt x="35382" y="72940"/>
                </a:cubicBezTo>
                <a:cubicBezTo>
                  <a:pt x="35801" y="73003"/>
                  <a:pt x="36240" y="73045"/>
                  <a:pt x="36659" y="73066"/>
                </a:cubicBezTo>
                <a:cubicBezTo>
                  <a:pt x="36847" y="73066"/>
                  <a:pt x="37077" y="73066"/>
                  <a:pt x="37244" y="72961"/>
                </a:cubicBezTo>
                <a:cubicBezTo>
                  <a:pt x="37872" y="72606"/>
                  <a:pt x="38542" y="72647"/>
                  <a:pt x="39232" y="72606"/>
                </a:cubicBezTo>
                <a:cubicBezTo>
                  <a:pt x="39860" y="72585"/>
                  <a:pt x="40425" y="72522"/>
                  <a:pt x="40780" y="71894"/>
                </a:cubicBezTo>
                <a:cubicBezTo>
                  <a:pt x="41199" y="71664"/>
                  <a:pt x="41220" y="71287"/>
                  <a:pt x="41094" y="70869"/>
                </a:cubicBezTo>
                <a:cubicBezTo>
                  <a:pt x="40990" y="70492"/>
                  <a:pt x="40822" y="70095"/>
                  <a:pt x="40843" y="69697"/>
                </a:cubicBezTo>
                <a:cubicBezTo>
                  <a:pt x="40906" y="69028"/>
                  <a:pt x="40676" y="68400"/>
                  <a:pt x="40571" y="67772"/>
                </a:cubicBezTo>
                <a:lnTo>
                  <a:pt x="40320" y="66517"/>
                </a:lnTo>
                <a:cubicBezTo>
                  <a:pt x="39964" y="64571"/>
                  <a:pt x="39630" y="62646"/>
                  <a:pt x="39253" y="60700"/>
                </a:cubicBezTo>
                <a:cubicBezTo>
                  <a:pt x="39253" y="60679"/>
                  <a:pt x="39232" y="60658"/>
                  <a:pt x="39211" y="60616"/>
                </a:cubicBezTo>
                <a:cubicBezTo>
                  <a:pt x="39128" y="60616"/>
                  <a:pt x="39023" y="60616"/>
                  <a:pt x="38960" y="60658"/>
                </a:cubicBezTo>
                <a:cubicBezTo>
                  <a:pt x="38019" y="61202"/>
                  <a:pt x="37035" y="61621"/>
                  <a:pt x="36031" y="62039"/>
                </a:cubicBezTo>
                <a:cubicBezTo>
                  <a:pt x="35068" y="62437"/>
                  <a:pt x="34085" y="62646"/>
                  <a:pt x="33060" y="62792"/>
                </a:cubicBezTo>
                <a:cubicBezTo>
                  <a:pt x="32453" y="62897"/>
                  <a:pt x="31846" y="62897"/>
                  <a:pt x="31260" y="62918"/>
                </a:cubicBezTo>
                <a:cubicBezTo>
                  <a:pt x="30591" y="62918"/>
                  <a:pt x="29942" y="62897"/>
                  <a:pt x="29293" y="62876"/>
                </a:cubicBezTo>
                <a:cubicBezTo>
                  <a:pt x="28749" y="62855"/>
                  <a:pt x="28184" y="62855"/>
                  <a:pt x="27661" y="62792"/>
                </a:cubicBezTo>
                <a:cubicBezTo>
                  <a:pt x="25736" y="62583"/>
                  <a:pt x="23791" y="62374"/>
                  <a:pt x="21866" y="62144"/>
                </a:cubicBezTo>
                <a:cubicBezTo>
                  <a:pt x="20924" y="62039"/>
                  <a:pt x="19982" y="62039"/>
                  <a:pt x="19083" y="61600"/>
                </a:cubicBezTo>
                <a:cubicBezTo>
                  <a:pt x="18978" y="61537"/>
                  <a:pt x="18832" y="61600"/>
                  <a:pt x="18643" y="61600"/>
                </a:cubicBezTo>
                <a:cubicBezTo>
                  <a:pt x="18622" y="62332"/>
                  <a:pt x="18518" y="63002"/>
                  <a:pt x="18246" y="63629"/>
                </a:cubicBezTo>
                <a:cubicBezTo>
                  <a:pt x="18016" y="64215"/>
                  <a:pt x="17744" y="64780"/>
                  <a:pt x="17723" y="65429"/>
                </a:cubicBezTo>
                <a:cubicBezTo>
                  <a:pt x="17723" y="65617"/>
                  <a:pt x="17618" y="65826"/>
                  <a:pt x="17534" y="66015"/>
                </a:cubicBezTo>
                <a:cubicBezTo>
                  <a:pt x="17179" y="66831"/>
                  <a:pt x="16907" y="67668"/>
                  <a:pt x="16676" y="68526"/>
                </a:cubicBezTo>
                <a:cubicBezTo>
                  <a:pt x="16488" y="68965"/>
                  <a:pt x="16467" y="69446"/>
                  <a:pt x="16467" y="69969"/>
                </a:cubicBezTo>
                <a:close/>
                <a:moveTo>
                  <a:pt x="40801" y="35403"/>
                </a:moveTo>
                <a:cubicBezTo>
                  <a:pt x="41827" y="35675"/>
                  <a:pt x="42705" y="35383"/>
                  <a:pt x="43563" y="35194"/>
                </a:cubicBezTo>
                <a:cubicBezTo>
                  <a:pt x="43856" y="35152"/>
                  <a:pt x="44128" y="34901"/>
                  <a:pt x="44358" y="34713"/>
                </a:cubicBezTo>
                <a:cubicBezTo>
                  <a:pt x="44589" y="34525"/>
                  <a:pt x="44777" y="34315"/>
                  <a:pt x="44965" y="34106"/>
                </a:cubicBezTo>
                <a:cubicBezTo>
                  <a:pt x="45718" y="33353"/>
                  <a:pt x="45698" y="33353"/>
                  <a:pt x="45865" y="32244"/>
                </a:cubicBezTo>
                <a:cubicBezTo>
                  <a:pt x="45949" y="31721"/>
                  <a:pt x="45802" y="31302"/>
                  <a:pt x="45446" y="30905"/>
                </a:cubicBezTo>
                <a:cubicBezTo>
                  <a:pt x="45279" y="30696"/>
                  <a:pt x="45028" y="30591"/>
                  <a:pt x="44777" y="30654"/>
                </a:cubicBezTo>
                <a:cubicBezTo>
                  <a:pt x="44233" y="30779"/>
                  <a:pt x="43647" y="30800"/>
                  <a:pt x="43229" y="31261"/>
                </a:cubicBezTo>
                <a:cubicBezTo>
                  <a:pt x="43082" y="31407"/>
                  <a:pt x="42873" y="31533"/>
                  <a:pt x="42705" y="31679"/>
                </a:cubicBezTo>
                <a:cubicBezTo>
                  <a:pt x="42454" y="31888"/>
                  <a:pt x="42266" y="32098"/>
                  <a:pt x="42203" y="32432"/>
                </a:cubicBezTo>
                <a:cubicBezTo>
                  <a:pt x="42141" y="32893"/>
                  <a:pt x="41889" y="33269"/>
                  <a:pt x="41617" y="33625"/>
                </a:cubicBezTo>
                <a:cubicBezTo>
                  <a:pt x="41199" y="34148"/>
                  <a:pt x="40927" y="34734"/>
                  <a:pt x="40801" y="35403"/>
                </a:cubicBezTo>
                <a:close/>
                <a:moveTo>
                  <a:pt x="44819" y="83611"/>
                </a:moveTo>
                <a:cubicBezTo>
                  <a:pt x="43982" y="82795"/>
                  <a:pt x="42936" y="82419"/>
                  <a:pt x="41785" y="82272"/>
                </a:cubicBezTo>
                <a:cubicBezTo>
                  <a:pt x="41220" y="82230"/>
                  <a:pt x="40676" y="82314"/>
                  <a:pt x="40090" y="82335"/>
                </a:cubicBezTo>
                <a:cubicBezTo>
                  <a:pt x="39630" y="82356"/>
                  <a:pt x="39274" y="82565"/>
                  <a:pt x="38960" y="82858"/>
                </a:cubicBezTo>
                <a:cubicBezTo>
                  <a:pt x="38709" y="83109"/>
                  <a:pt x="38730" y="83465"/>
                  <a:pt x="39044" y="83632"/>
                </a:cubicBezTo>
                <a:cubicBezTo>
                  <a:pt x="39755" y="84030"/>
                  <a:pt x="40488" y="84344"/>
                  <a:pt x="41304" y="84469"/>
                </a:cubicBezTo>
                <a:cubicBezTo>
                  <a:pt x="42266" y="84637"/>
                  <a:pt x="43229" y="84511"/>
                  <a:pt x="44191" y="84511"/>
                </a:cubicBezTo>
                <a:cubicBezTo>
                  <a:pt x="44379" y="84511"/>
                  <a:pt x="44589" y="84407"/>
                  <a:pt x="44756" y="84302"/>
                </a:cubicBezTo>
                <a:cubicBezTo>
                  <a:pt x="44902" y="84114"/>
                  <a:pt x="44902" y="83883"/>
                  <a:pt x="44819" y="83611"/>
                </a:cubicBezTo>
                <a:close/>
                <a:moveTo>
                  <a:pt x="11592" y="18434"/>
                </a:moveTo>
                <a:cubicBezTo>
                  <a:pt x="12052" y="17974"/>
                  <a:pt x="13747" y="15840"/>
                  <a:pt x="14019" y="15421"/>
                </a:cubicBezTo>
                <a:cubicBezTo>
                  <a:pt x="14040" y="15380"/>
                  <a:pt x="14082" y="15317"/>
                  <a:pt x="14082" y="15275"/>
                </a:cubicBezTo>
                <a:cubicBezTo>
                  <a:pt x="14124" y="15149"/>
                  <a:pt x="14145" y="14982"/>
                  <a:pt x="14124" y="14856"/>
                </a:cubicBezTo>
                <a:cubicBezTo>
                  <a:pt x="13956" y="14271"/>
                  <a:pt x="13517" y="13915"/>
                  <a:pt x="13078" y="13538"/>
                </a:cubicBezTo>
                <a:cubicBezTo>
                  <a:pt x="12994" y="13496"/>
                  <a:pt x="12868" y="13496"/>
                  <a:pt x="12764" y="13475"/>
                </a:cubicBezTo>
                <a:cubicBezTo>
                  <a:pt x="12136" y="13434"/>
                  <a:pt x="11759" y="13831"/>
                  <a:pt x="11508" y="14333"/>
                </a:cubicBezTo>
                <a:cubicBezTo>
                  <a:pt x="11111" y="15003"/>
                  <a:pt x="10943" y="15798"/>
                  <a:pt x="11006" y="16551"/>
                </a:cubicBezTo>
                <a:cubicBezTo>
                  <a:pt x="11069" y="17179"/>
                  <a:pt x="11027" y="17890"/>
                  <a:pt x="11592" y="18434"/>
                </a:cubicBezTo>
                <a:close/>
                <a:moveTo>
                  <a:pt x="15693" y="81414"/>
                </a:moveTo>
                <a:cubicBezTo>
                  <a:pt x="14982" y="81331"/>
                  <a:pt x="14333" y="81289"/>
                  <a:pt x="13684" y="81184"/>
                </a:cubicBezTo>
                <a:cubicBezTo>
                  <a:pt x="13015" y="81080"/>
                  <a:pt x="12366" y="81101"/>
                  <a:pt x="11718" y="81205"/>
                </a:cubicBezTo>
                <a:cubicBezTo>
                  <a:pt x="11132" y="81310"/>
                  <a:pt x="10567" y="81498"/>
                  <a:pt x="10190" y="82042"/>
                </a:cubicBezTo>
                <a:cubicBezTo>
                  <a:pt x="10483" y="82314"/>
                  <a:pt x="10755" y="82544"/>
                  <a:pt x="11090" y="82586"/>
                </a:cubicBezTo>
                <a:cubicBezTo>
                  <a:pt x="12429" y="82858"/>
                  <a:pt x="13705" y="82733"/>
                  <a:pt x="14961" y="82230"/>
                </a:cubicBezTo>
                <a:cubicBezTo>
                  <a:pt x="15296" y="82105"/>
                  <a:pt x="15568" y="81917"/>
                  <a:pt x="15693" y="81414"/>
                </a:cubicBezTo>
                <a:close/>
              </a:path>
            </a:pathLst>
          </a:custGeom>
          <a:solidFill>
            <a:srgbClr val="1D31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710;p45">
            <a:extLst>
              <a:ext uri="{FF2B5EF4-FFF2-40B4-BE49-F238E27FC236}">
                <a16:creationId xmlns:a16="http://schemas.microsoft.com/office/drawing/2014/main" id="{87406342-D7FB-F183-D0C0-552602906B18}"/>
              </a:ext>
            </a:extLst>
          </p:cNvPr>
          <p:cNvSpPr/>
          <p:nvPr/>
        </p:nvSpPr>
        <p:spPr>
          <a:xfrm>
            <a:off x="8065190" y="3762805"/>
            <a:ext cx="768975" cy="662050"/>
          </a:xfrm>
          <a:custGeom>
            <a:avLst/>
            <a:gdLst/>
            <a:ahLst/>
            <a:cxnLst/>
            <a:rect l="l" t="t" r="r" b="b"/>
            <a:pathLst>
              <a:path w="30759" h="26482" extrusionOk="0">
                <a:moveTo>
                  <a:pt x="7073" y="0"/>
                </a:moveTo>
                <a:cubicBezTo>
                  <a:pt x="6759" y="126"/>
                  <a:pt x="6529" y="272"/>
                  <a:pt x="6299" y="335"/>
                </a:cubicBezTo>
                <a:cubicBezTo>
                  <a:pt x="5671" y="544"/>
                  <a:pt x="5190" y="921"/>
                  <a:pt x="4750" y="1381"/>
                </a:cubicBezTo>
                <a:cubicBezTo>
                  <a:pt x="2763" y="3432"/>
                  <a:pt x="2407" y="3934"/>
                  <a:pt x="1152" y="6465"/>
                </a:cubicBezTo>
                <a:cubicBezTo>
                  <a:pt x="1152" y="6486"/>
                  <a:pt x="1110" y="6507"/>
                  <a:pt x="1110" y="6549"/>
                </a:cubicBezTo>
                <a:cubicBezTo>
                  <a:pt x="775" y="7114"/>
                  <a:pt x="587" y="7742"/>
                  <a:pt x="461" y="8390"/>
                </a:cubicBezTo>
                <a:cubicBezTo>
                  <a:pt x="377" y="8788"/>
                  <a:pt x="273" y="9186"/>
                  <a:pt x="231" y="9583"/>
                </a:cubicBezTo>
                <a:cubicBezTo>
                  <a:pt x="126" y="10462"/>
                  <a:pt x="1" y="11320"/>
                  <a:pt x="1" y="12219"/>
                </a:cubicBezTo>
                <a:cubicBezTo>
                  <a:pt x="1" y="13559"/>
                  <a:pt x="63" y="14919"/>
                  <a:pt x="126" y="16237"/>
                </a:cubicBezTo>
                <a:cubicBezTo>
                  <a:pt x="126" y="16509"/>
                  <a:pt x="147" y="16760"/>
                  <a:pt x="231" y="17011"/>
                </a:cubicBezTo>
                <a:cubicBezTo>
                  <a:pt x="880" y="19103"/>
                  <a:pt x="1905" y="20945"/>
                  <a:pt x="3516" y="22451"/>
                </a:cubicBezTo>
                <a:cubicBezTo>
                  <a:pt x="3621" y="22556"/>
                  <a:pt x="3725" y="22660"/>
                  <a:pt x="3872" y="22702"/>
                </a:cubicBezTo>
                <a:cubicBezTo>
                  <a:pt x="5483" y="23665"/>
                  <a:pt x="7115" y="24648"/>
                  <a:pt x="8998" y="25025"/>
                </a:cubicBezTo>
                <a:cubicBezTo>
                  <a:pt x="9061" y="25067"/>
                  <a:pt x="9144" y="25088"/>
                  <a:pt x="9228" y="25129"/>
                </a:cubicBezTo>
                <a:cubicBezTo>
                  <a:pt x="9751" y="25443"/>
                  <a:pt x="10358" y="25569"/>
                  <a:pt x="10923" y="25715"/>
                </a:cubicBezTo>
                <a:cubicBezTo>
                  <a:pt x="11446" y="25820"/>
                  <a:pt x="11969" y="25945"/>
                  <a:pt x="12471" y="26196"/>
                </a:cubicBezTo>
                <a:cubicBezTo>
                  <a:pt x="12618" y="26280"/>
                  <a:pt x="12785" y="26301"/>
                  <a:pt x="12973" y="26343"/>
                </a:cubicBezTo>
                <a:cubicBezTo>
                  <a:pt x="13681" y="26425"/>
                  <a:pt x="14401" y="26482"/>
                  <a:pt x="15124" y="26482"/>
                </a:cubicBezTo>
                <a:cubicBezTo>
                  <a:pt x="15321" y="26482"/>
                  <a:pt x="15518" y="26477"/>
                  <a:pt x="15714" y="26468"/>
                </a:cubicBezTo>
                <a:cubicBezTo>
                  <a:pt x="16021" y="26441"/>
                  <a:pt x="16323" y="26436"/>
                  <a:pt x="16624" y="26436"/>
                </a:cubicBezTo>
                <a:cubicBezTo>
                  <a:pt x="16774" y="26436"/>
                  <a:pt x="16924" y="26437"/>
                  <a:pt x="17074" y="26437"/>
                </a:cubicBezTo>
                <a:cubicBezTo>
                  <a:pt x="17524" y="26437"/>
                  <a:pt x="17974" y="26427"/>
                  <a:pt x="18434" y="26343"/>
                </a:cubicBezTo>
                <a:cubicBezTo>
                  <a:pt x="19606" y="26092"/>
                  <a:pt x="20820" y="25945"/>
                  <a:pt x="21991" y="25757"/>
                </a:cubicBezTo>
                <a:cubicBezTo>
                  <a:pt x="22598" y="25652"/>
                  <a:pt x="23142" y="25443"/>
                  <a:pt x="23686" y="25192"/>
                </a:cubicBezTo>
                <a:cubicBezTo>
                  <a:pt x="24419" y="24836"/>
                  <a:pt x="25151" y="24502"/>
                  <a:pt x="25862" y="24146"/>
                </a:cubicBezTo>
                <a:cubicBezTo>
                  <a:pt x="26218" y="23937"/>
                  <a:pt x="26616" y="23686"/>
                  <a:pt x="26908" y="23393"/>
                </a:cubicBezTo>
                <a:cubicBezTo>
                  <a:pt x="27515" y="22723"/>
                  <a:pt x="28143" y="22095"/>
                  <a:pt x="28624" y="21342"/>
                </a:cubicBezTo>
                <a:cubicBezTo>
                  <a:pt x="29147" y="20526"/>
                  <a:pt x="29566" y="19647"/>
                  <a:pt x="29733" y="18643"/>
                </a:cubicBezTo>
                <a:cubicBezTo>
                  <a:pt x="29775" y="18392"/>
                  <a:pt x="29817" y="18120"/>
                  <a:pt x="29942" y="17911"/>
                </a:cubicBezTo>
                <a:cubicBezTo>
                  <a:pt x="30256" y="17283"/>
                  <a:pt x="30382" y="16613"/>
                  <a:pt x="30549" y="15944"/>
                </a:cubicBezTo>
                <a:cubicBezTo>
                  <a:pt x="30654" y="15484"/>
                  <a:pt x="30758" y="15044"/>
                  <a:pt x="30675" y="14542"/>
                </a:cubicBezTo>
                <a:cubicBezTo>
                  <a:pt x="30570" y="14458"/>
                  <a:pt x="30445" y="14354"/>
                  <a:pt x="30340" y="14312"/>
                </a:cubicBezTo>
                <a:cubicBezTo>
                  <a:pt x="29649" y="13935"/>
                  <a:pt x="29168" y="13391"/>
                  <a:pt x="28750" y="12784"/>
                </a:cubicBezTo>
                <a:cubicBezTo>
                  <a:pt x="28582" y="12575"/>
                  <a:pt x="28478" y="12345"/>
                  <a:pt x="28352" y="12136"/>
                </a:cubicBezTo>
                <a:cubicBezTo>
                  <a:pt x="28274" y="12005"/>
                  <a:pt x="28171" y="11940"/>
                  <a:pt x="28053" y="11940"/>
                </a:cubicBezTo>
                <a:cubicBezTo>
                  <a:pt x="27983" y="11940"/>
                  <a:pt x="27908" y="11963"/>
                  <a:pt x="27829" y="12010"/>
                </a:cubicBezTo>
                <a:cubicBezTo>
                  <a:pt x="27662" y="12115"/>
                  <a:pt x="27536" y="12219"/>
                  <a:pt x="27411" y="12324"/>
                </a:cubicBezTo>
                <a:cubicBezTo>
                  <a:pt x="27181" y="12491"/>
                  <a:pt x="26971" y="12680"/>
                  <a:pt x="26720" y="12847"/>
                </a:cubicBezTo>
                <a:cubicBezTo>
                  <a:pt x="26333" y="13098"/>
                  <a:pt x="25983" y="13229"/>
                  <a:pt x="25637" y="13229"/>
                </a:cubicBezTo>
                <a:cubicBezTo>
                  <a:pt x="25292" y="13229"/>
                  <a:pt x="24952" y="13098"/>
                  <a:pt x="24586" y="12826"/>
                </a:cubicBezTo>
                <a:cubicBezTo>
                  <a:pt x="23833" y="12261"/>
                  <a:pt x="23163" y="11634"/>
                  <a:pt x="22828" y="10755"/>
                </a:cubicBezTo>
                <a:cubicBezTo>
                  <a:pt x="22619" y="10253"/>
                  <a:pt x="22473" y="9730"/>
                  <a:pt x="22243" y="9227"/>
                </a:cubicBezTo>
                <a:cubicBezTo>
                  <a:pt x="22201" y="9102"/>
                  <a:pt x="22222" y="8893"/>
                  <a:pt x="21929" y="8809"/>
                </a:cubicBezTo>
                <a:cubicBezTo>
                  <a:pt x="21761" y="8997"/>
                  <a:pt x="21594" y="9227"/>
                  <a:pt x="21385" y="9416"/>
                </a:cubicBezTo>
                <a:cubicBezTo>
                  <a:pt x="20832" y="9882"/>
                  <a:pt x="20209" y="10191"/>
                  <a:pt x="19479" y="10191"/>
                </a:cubicBezTo>
                <a:cubicBezTo>
                  <a:pt x="19324" y="10191"/>
                  <a:pt x="19164" y="10177"/>
                  <a:pt x="18999" y="10148"/>
                </a:cubicBezTo>
                <a:cubicBezTo>
                  <a:pt x="17890" y="9960"/>
                  <a:pt x="17012" y="9437"/>
                  <a:pt x="16447" y="8453"/>
                </a:cubicBezTo>
                <a:cubicBezTo>
                  <a:pt x="16279" y="8223"/>
                  <a:pt x="16175" y="7930"/>
                  <a:pt x="16028" y="7700"/>
                </a:cubicBezTo>
                <a:cubicBezTo>
                  <a:pt x="15589" y="7030"/>
                  <a:pt x="15421" y="6277"/>
                  <a:pt x="15401" y="5503"/>
                </a:cubicBezTo>
                <a:cubicBezTo>
                  <a:pt x="15401" y="5336"/>
                  <a:pt x="15484" y="5147"/>
                  <a:pt x="15233" y="5043"/>
                </a:cubicBezTo>
                <a:cubicBezTo>
                  <a:pt x="14919" y="5189"/>
                  <a:pt x="14710" y="5461"/>
                  <a:pt x="14438" y="5649"/>
                </a:cubicBezTo>
                <a:cubicBezTo>
                  <a:pt x="13863" y="6022"/>
                  <a:pt x="13254" y="6303"/>
                  <a:pt x="12610" y="6303"/>
                </a:cubicBezTo>
                <a:cubicBezTo>
                  <a:pt x="12387" y="6303"/>
                  <a:pt x="12159" y="6269"/>
                  <a:pt x="11927" y="6193"/>
                </a:cubicBezTo>
                <a:cubicBezTo>
                  <a:pt x="11216" y="5984"/>
                  <a:pt x="10504" y="5733"/>
                  <a:pt x="9835" y="5419"/>
                </a:cubicBezTo>
                <a:cubicBezTo>
                  <a:pt x="9375" y="5210"/>
                  <a:pt x="9019" y="4875"/>
                  <a:pt x="8747" y="4457"/>
                </a:cubicBezTo>
                <a:cubicBezTo>
                  <a:pt x="8098" y="3369"/>
                  <a:pt x="7491" y="2281"/>
                  <a:pt x="7282" y="1004"/>
                </a:cubicBezTo>
                <a:cubicBezTo>
                  <a:pt x="7240" y="691"/>
                  <a:pt x="7157" y="398"/>
                  <a:pt x="70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711;p45">
            <a:extLst>
              <a:ext uri="{FF2B5EF4-FFF2-40B4-BE49-F238E27FC236}">
                <a16:creationId xmlns:a16="http://schemas.microsoft.com/office/drawing/2014/main" id="{996FE145-C7A6-0268-13C3-1AE07BDF2D2B}"/>
              </a:ext>
            </a:extLst>
          </p:cNvPr>
          <p:cNvSpPr/>
          <p:nvPr/>
        </p:nvSpPr>
        <p:spPr>
          <a:xfrm>
            <a:off x="8233115" y="4430255"/>
            <a:ext cx="533575" cy="545600"/>
          </a:xfrm>
          <a:custGeom>
            <a:avLst/>
            <a:gdLst/>
            <a:ahLst/>
            <a:cxnLst/>
            <a:rect l="l" t="t" r="r" b="b"/>
            <a:pathLst>
              <a:path w="21343" h="21824" extrusionOk="0">
                <a:moveTo>
                  <a:pt x="5231" y="419"/>
                </a:moveTo>
                <a:cubicBezTo>
                  <a:pt x="5608" y="461"/>
                  <a:pt x="5963" y="461"/>
                  <a:pt x="6340" y="503"/>
                </a:cubicBezTo>
                <a:cubicBezTo>
                  <a:pt x="7135" y="628"/>
                  <a:pt x="7972" y="733"/>
                  <a:pt x="8809" y="712"/>
                </a:cubicBezTo>
                <a:cubicBezTo>
                  <a:pt x="9311" y="712"/>
                  <a:pt x="9792" y="733"/>
                  <a:pt x="10274" y="796"/>
                </a:cubicBezTo>
                <a:cubicBezTo>
                  <a:pt x="11006" y="879"/>
                  <a:pt x="11697" y="628"/>
                  <a:pt x="12408" y="566"/>
                </a:cubicBezTo>
                <a:cubicBezTo>
                  <a:pt x="13621" y="398"/>
                  <a:pt x="14835" y="189"/>
                  <a:pt x="16028" y="1"/>
                </a:cubicBezTo>
                <a:cubicBezTo>
                  <a:pt x="16425" y="607"/>
                  <a:pt x="16760" y="1193"/>
                  <a:pt x="16906" y="1884"/>
                </a:cubicBezTo>
                <a:cubicBezTo>
                  <a:pt x="16948" y="2198"/>
                  <a:pt x="17053" y="2491"/>
                  <a:pt x="17220" y="2783"/>
                </a:cubicBezTo>
                <a:cubicBezTo>
                  <a:pt x="17681" y="3620"/>
                  <a:pt x="17869" y="4541"/>
                  <a:pt x="18120" y="5441"/>
                </a:cubicBezTo>
                <a:cubicBezTo>
                  <a:pt x="18748" y="7763"/>
                  <a:pt x="19417" y="10065"/>
                  <a:pt x="20045" y="12408"/>
                </a:cubicBezTo>
                <a:cubicBezTo>
                  <a:pt x="20150" y="12806"/>
                  <a:pt x="20191" y="13183"/>
                  <a:pt x="20275" y="13580"/>
                </a:cubicBezTo>
                <a:cubicBezTo>
                  <a:pt x="20296" y="13706"/>
                  <a:pt x="20296" y="13873"/>
                  <a:pt x="20359" y="13999"/>
                </a:cubicBezTo>
                <a:cubicBezTo>
                  <a:pt x="20798" y="15379"/>
                  <a:pt x="20924" y="16844"/>
                  <a:pt x="21238" y="18288"/>
                </a:cubicBezTo>
                <a:cubicBezTo>
                  <a:pt x="21300" y="18518"/>
                  <a:pt x="21321" y="18790"/>
                  <a:pt x="21342" y="19020"/>
                </a:cubicBezTo>
                <a:cubicBezTo>
                  <a:pt x="20631" y="19732"/>
                  <a:pt x="19794" y="20171"/>
                  <a:pt x="18957" y="20589"/>
                </a:cubicBezTo>
                <a:cubicBezTo>
                  <a:pt x="17576" y="21238"/>
                  <a:pt x="16090" y="21740"/>
                  <a:pt x="14521" y="21803"/>
                </a:cubicBezTo>
                <a:cubicBezTo>
                  <a:pt x="14375" y="21803"/>
                  <a:pt x="14228" y="21824"/>
                  <a:pt x="14103" y="21824"/>
                </a:cubicBezTo>
                <a:cubicBezTo>
                  <a:pt x="12178" y="21740"/>
                  <a:pt x="10274" y="21824"/>
                  <a:pt x="8370" y="21552"/>
                </a:cubicBezTo>
                <a:cubicBezTo>
                  <a:pt x="6633" y="21322"/>
                  <a:pt x="4896" y="21133"/>
                  <a:pt x="3160" y="20966"/>
                </a:cubicBezTo>
                <a:cubicBezTo>
                  <a:pt x="2553" y="20903"/>
                  <a:pt x="1988" y="20799"/>
                  <a:pt x="1402" y="20569"/>
                </a:cubicBezTo>
                <a:cubicBezTo>
                  <a:pt x="963" y="20380"/>
                  <a:pt x="461" y="20338"/>
                  <a:pt x="21" y="19983"/>
                </a:cubicBezTo>
                <a:cubicBezTo>
                  <a:pt x="21" y="19836"/>
                  <a:pt x="0" y="19648"/>
                  <a:pt x="21" y="19439"/>
                </a:cubicBezTo>
                <a:cubicBezTo>
                  <a:pt x="147" y="18183"/>
                  <a:pt x="314" y="16928"/>
                  <a:pt x="461" y="15672"/>
                </a:cubicBezTo>
                <a:cubicBezTo>
                  <a:pt x="523" y="15233"/>
                  <a:pt x="628" y="14752"/>
                  <a:pt x="733" y="14333"/>
                </a:cubicBezTo>
                <a:cubicBezTo>
                  <a:pt x="921" y="13643"/>
                  <a:pt x="1088" y="12952"/>
                  <a:pt x="1277" y="12283"/>
                </a:cubicBezTo>
                <a:cubicBezTo>
                  <a:pt x="1360" y="11927"/>
                  <a:pt x="1444" y="11592"/>
                  <a:pt x="1465" y="11258"/>
                </a:cubicBezTo>
                <a:cubicBezTo>
                  <a:pt x="1590" y="9625"/>
                  <a:pt x="2093" y="8119"/>
                  <a:pt x="2595" y="6592"/>
                </a:cubicBezTo>
                <a:cubicBezTo>
                  <a:pt x="3034" y="5211"/>
                  <a:pt x="3578" y="3851"/>
                  <a:pt x="4080" y="2491"/>
                </a:cubicBezTo>
                <a:cubicBezTo>
                  <a:pt x="4352" y="1737"/>
                  <a:pt x="4729" y="1089"/>
                  <a:pt x="5231" y="419"/>
                </a:cubicBezTo>
                <a:close/>
              </a:path>
            </a:pathLst>
          </a:custGeom>
          <a:solidFill>
            <a:srgbClr val="F1B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712;p45">
            <a:extLst>
              <a:ext uri="{FF2B5EF4-FFF2-40B4-BE49-F238E27FC236}">
                <a16:creationId xmlns:a16="http://schemas.microsoft.com/office/drawing/2014/main" id="{C6F080C2-4F9B-6B7E-64CF-C8F6AA6CC3F6}"/>
              </a:ext>
            </a:extLst>
          </p:cNvPr>
          <p:cNvSpPr/>
          <p:nvPr/>
        </p:nvSpPr>
        <p:spPr>
          <a:xfrm>
            <a:off x="8191790" y="4944455"/>
            <a:ext cx="616750" cy="311800"/>
          </a:xfrm>
          <a:custGeom>
            <a:avLst/>
            <a:gdLst/>
            <a:ahLst/>
            <a:cxnLst/>
            <a:rect l="l" t="t" r="r" b="b"/>
            <a:pathLst>
              <a:path w="24670" h="12472" extrusionOk="0">
                <a:moveTo>
                  <a:pt x="0" y="9395"/>
                </a:moveTo>
                <a:cubicBezTo>
                  <a:pt x="0" y="8872"/>
                  <a:pt x="42" y="8391"/>
                  <a:pt x="168" y="7910"/>
                </a:cubicBezTo>
                <a:cubicBezTo>
                  <a:pt x="398" y="7052"/>
                  <a:pt x="670" y="6215"/>
                  <a:pt x="1025" y="5399"/>
                </a:cubicBezTo>
                <a:cubicBezTo>
                  <a:pt x="1109" y="5231"/>
                  <a:pt x="1214" y="5043"/>
                  <a:pt x="1214" y="4834"/>
                </a:cubicBezTo>
                <a:cubicBezTo>
                  <a:pt x="1214" y="4185"/>
                  <a:pt x="1465" y="3599"/>
                  <a:pt x="1737" y="3034"/>
                </a:cubicBezTo>
                <a:cubicBezTo>
                  <a:pt x="1988" y="2407"/>
                  <a:pt x="2093" y="1716"/>
                  <a:pt x="2134" y="984"/>
                </a:cubicBezTo>
                <a:cubicBezTo>
                  <a:pt x="2302" y="984"/>
                  <a:pt x="2469" y="942"/>
                  <a:pt x="2574" y="984"/>
                </a:cubicBezTo>
                <a:cubicBezTo>
                  <a:pt x="3432" y="1423"/>
                  <a:pt x="4394" y="1402"/>
                  <a:pt x="5336" y="1549"/>
                </a:cubicBezTo>
                <a:cubicBezTo>
                  <a:pt x="7282" y="1779"/>
                  <a:pt x="9207" y="1988"/>
                  <a:pt x="11153" y="2198"/>
                </a:cubicBezTo>
                <a:cubicBezTo>
                  <a:pt x="11697" y="2239"/>
                  <a:pt x="12241" y="2239"/>
                  <a:pt x="12764" y="2281"/>
                </a:cubicBezTo>
                <a:cubicBezTo>
                  <a:pt x="13433" y="2302"/>
                  <a:pt x="14082" y="2344"/>
                  <a:pt x="14730" y="2323"/>
                </a:cubicBezTo>
                <a:cubicBezTo>
                  <a:pt x="15337" y="2323"/>
                  <a:pt x="15944" y="2302"/>
                  <a:pt x="16530" y="2198"/>
                </a:cubicBezTo>
                <a:cubicBezTo>
                  <a:pt x="17555" y="2030"/>
                  <a:pt x="18559" y="1821"/>
                  <a:pt x="19522" y="1444"/>
                </a:cubicBezTo>
                <a:cubicBezTo>
                  <a:pt x="20505" y="1026"/>
                  <a:pt x="21531" y="628"/>
                  <a:pt x="22451" y="42"/>
                </a:cubicBezTo>
                <a:cubicBezTo>
                  <a:pt x="22535" y="1"/>
                  <a:pt x="22598" y="21"/>
                  <a:pt x="22681" y="21"/>
                </a:cubicBezTo>
                <a:cubicBezTo>
                  <a:pt x="22702" y="42"/>
                  <a:pt x="22744" y="63"/>
                  <a:pt x="22744" y="105"/>
                </a:cubicBezTo>
                <a:cubicBezTo>
                  <a:pt x="23100" y="2030"/>
                  <a:pt x="23435" y="3976"/>
                  <a:pt x="23811" y="5901"/>
                </a:cubicBezTo>
                <a:cubicBezTo>
                  <a:pt x="23895" y="6319"/>
                  <a:pt x="24000" y="6738"/>
                  <a:pt x="24041" y="7156"/>
                </a:cubicBezTo>
                <a:cubicBezTo>
                  <a:pt x="24146" y="7826"/>
                  <a:pt x="24376" y="8412"/>
                  <a:pt x="24334" y="9102"/>
                </a:cubicBezTo>
                <a:cubicBezTo>
                  <a:pt x="24313" y="9479"/>
                  <a:pt x="24460" y="9876"/>
                  <a:pt x="24565" y="10274"/>
                </a:cubicBezTo>
                <a:cubicBezTo>
                  <a:pt x="24669" y="10693"/>
                  <a:pt x="24669" y="11048"/>
                  <a:pt x="24251" y="11299"/>
                </a:cubicBezTo>
                <a:cubicBezTo>
                  <a:pt x="23916" y="11885"/>
                  <a:pt x="23330" y="11948"/>
                  <a:pt x="22702" y="11990"/>
                </a:cubicBezTo>
                <a:cubicBezTo>
                  <a:pt x="22054" y="12032"/>
                  <a:pt x="21342" y="11990"/>
                  <a:pt x="20715" y="12366"/>
                </a:cubicBezTo>
                <a:cubicBezTo>
                  <a:pt x="20568" y="12471"/>
                  <a:pt x="20338" y="12471"/>
                  <a:pt x="20150" y="12471"/>
                </a:cubicBezTo>
                <a:cubicBezTo>
                  <a:pt x="19731" y="12450"/>
                  <a:pt x="19292" y="12387"/>
                  <a:pt x="18873" y="12345"/>
                </a:cubicBezTo>
                <a:cubicBezTo>
                  <a:pt x="17995" y="12241"/>
                  <a:pt x="17576" y="11885"/>
                  <a:pt x="17409" y="11027"/>
                </a:cubicBezTo>
                <a:cubicBezTo>
                  <a:pt x="17346" y="10776"/>
                  <a:pt x="17304" y="10525"/>
                  <a:pt x="17137" y="10316"/>
                </a:cubicBezTo>
                <a:cubicBezTo>
                  <a:pt x="17116" y="10295"/>
                  <a:pt x="17116" y="10274"/>
                  <a:pt x="17095" y="10253"/>
                </a:cubicBezTo>
                <a:cubicBezTo>
                  <a:pt x="16990" y="9793"/>
                  <a:pt x="16907" y="9353"/>
                  <a:pt x="16781" y="8914"/>
                </a:cubicBezTo>
                <a:cubicBezTo>
                  <a:pt x="16676" y="8516"/>
                  <a:pt x="16383" y="8182"/>
                  <a:pt x="16383" y="7700"/>
                </a:cubicBezTo>
                <a:cubicBezTo>
                  <a:pt x="16383" y="7177"/>
                  <a:pt x="16153" y="6717"/>
                  <a:pt x="15756" y="6319"/>
                </a:cubicBezTo>
                <a:cubicBezTo>
                  <a:pt x="15672" y="6236"/>
                  <a:pt x="15588" y="6131"/>
                  <a:pt x="15484" y="6089"/>
                </a:cubicBezTo>
                <a:cubicBezTo>
                  <a:pt x="15023" y="5859"/>
                  <a:pt x="14542" y="5545"/>
                  <a:pt x="14019" y="5399"/>
                </a:cubicBezTo>
                <a:cubicBezTo>
                  <a:pt x="13245" y="5190"/>
                  <a:pt x="12429" y="5022"/>
                  <a:pt x="11571" y="5252"/>
                </a:cubicBezTo>
                <a:cubicBezTo>
                  <a:pt x="10295" y="5587"/>
                  <a:pt x="10295" y="5566"/>
                  <a:pt x="9772" y="6738"/>
                </a:cubicBezTo>
                <a:cubicBezTo>
                  <a:pt x="9688" y="6926"/>
                  <a:pt x="9562" y="7073"/>
                  <a:pt x="9458" y="7240"/>
                </a:cubicBezTo>
                <a:cubicBezTo>
                  <a:pt x="9165" y="7680"/>
                  <a:pt x="8830" y="8098"/>
                  <a:pt x="8684" y="8684"/>
                </a:cubicBezTo>
                <a:cubicBezTo>
                  <a:pt x="8642" y="8956"/>
                  <a:pt x="8412" y="9228"/>
                  <a:pt x="8223" y="9479"/>
                </a:cubicBezTo>
                <a:cubicBezTo>
                  <a:pt x="8014" y="9835"/>
                  <a:pt x="7826" y="10169"/>
                  <a:pt x="7700" y="10567"/>
                </a:cubicBezTo>
                <a:cubicBezTo>
                  <a:pt x="7491" y="11090"/>
                  <a:pt x="7156" y="11550"/>
                  <a:pt x="6863" y="12053"/>
                </a:cubicBezTo>
                <a:cubicBezTo>
                  <a:pt x="6759" y="12241"/>
                  <a:pt x="6570" y="12262"/>
                  <a:pt x="6424" y="12157"/>
                </a:cubicBezTo>
                <a:cubicBezTo>
                  <a:pt x="6068" y="11948"/>
                  <a:pt x="5691" y="11864"/>
                  <a:pt x="5294" y="11781"/>
                </a:cubicBezTo>
                <a:cubicBezTo>
                  <a:pt x="5085" y="11739"/>
                  <a:pt x="4875" y="11571"/>
                  <a:pt x="4687" y="11467"/>
                </a:cubicBezTo>
                <a:cubicBezTo>
                  <a:pt x="4164" y="11153"/>
                  <a:pt x="3662" y="10839"/>
                  <a:pt x="3034" y="10776"/>
                </a:cubicBezTo>
                <a:cubicBezTo>
                  <a:pt x="2909" y="10734"/>
                  <a:pt x="2762" y="10693"/>
                  <a:pt x="2658" y="10609"/>
                </a:cubicBezTo>
                <a:cubicBezTo>
                  <a:pt x="1946" y="10190"/>
                  <a:pt x="1193" y="9960"/>
                  <a:pt x="461" y="9667"/>
                </a:cubicBezTo>
                <a:cubicBezTo>
                  <a:pt x="314" y="9646"/>
                  <a:pt x="168" y="9521"/>
                  <a:pt x="0" y="9395"/>
                </a:cubicBezTo>
                <a:close/>
              </a:path>
            </a:pathLst>
          </a:custGeom>
          <a:solidFill>
            <a:srgbClr val="6884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713;p45">
            <a:extLst>
              <a:ext uri="{FF2B5EF4-FFF2-40B4-BE49-F238E27FC236}">
                <a16:creationId xmlns:a16="http://schemas.microsoft.com/office/drawing/2014/main" id="{99D75BCC-185D-2958-96D0-2B2CB2A49D0E}"/>
              </a:ext>
            </a:extLst>
          </p:cNvPr>
          <p:cNvSpPr/>
          <p:nvPr/>
        </p:nvSpPr>
        <p:spPr>
          <a:xfrm>
            <a:off x="8800140" y="4196430"/>
            <a:ext cx="128700" cy="125575"/>
          </a:xfrm>
          <a:custGeom>
            <a:avLst/>
            <a:gdLst/>
            <a:ahLst/>
            <a:cxnLst/>
            <a:rect l="l" t="t" r="r" b="b"/>
            <a:pathLst>
              <a:path w="5148" h="5023" extrusionOk="0">
                <a:moveTo>
                  <a:pt x="0" y="4750"/>
                </a:moveTo>
                <a:cubicBezTo>
                  <a:pt x="126" y="4081"/>
                  <a:pt x="398" y="3495"/>
                  <a:pt x="816" y="3035"/>
                </a:cubicBezTo>
                <a:cubicBezTo>
                  <a:pt x="1130" y="2658"/>
                  <a:pt x="1360" y="2302"/>
                  <a:pt x="1402" y="1821"/>
                </a:cubicBezTo>
                <a:cubicBezTo>
                  <a:pt x="1465" y="1486"/>
                  <a:pt x="1653" y="1256"/>
                  <a:pt x="1904" y="1068"/>
                </a:cubicBezTo>
                <a:cubicBezTo>
                  <a:pt x="2093" y="942"/>
                  <a:pt x="2302" y="817"/>
                  <a:pt x="2428" y="649"/>
                </a:cubicBezTo>
                <a:cubicBezTo>
                  <a:pt x="2846" y="210"/>
                  <a:pt x="3453" y="189"/>
                  <a:pt x="3976" y="43"/>
                </a:cubicBezTo>
                <a:cubicBezTo>
                  <a:pt x="4227" y="1"/>
                  <a:pt x="4478" y="105"/>
                  <a:pt x="4645" y="315"/>
                </a:cubicBezTo>
                <a:cubicBezTo>
                  <a:pt x="5001" y="712"/>
                  <a:pt x="5148" y="1089"/>
                  <a:pt x="5064" y="1654"/>
                </a:cubicBezTo>
                <a:cubicBezTo>
                  <a:pt x="4917" y="2721"/>
                  <a:pt x="4917" y="2742"/>
                  <a:pt x="4164" y="3495"/>
                </a:cubicBezTo>
                <a:cubicBezTo>
                  <a:pt x="3955" y="3704"/>
                  <a:pt x="3767" y="3913"/>
                  <a:pt x="3557" y="4102"/>
                </a:cubicBezTo>
                <a:cubicBezTo>
                  <a:pt x="3327" y="4290"/>
                  <a:pt x="3055" y="4520"/>
                  <a:pt x="2762" y="4604"/>
                </a:cubicBezTo>
                <a:cubicBezTo>
                  <a:pt x="1904" y="4730"/>
                  <a:pt x="1026" y="5022"/>
                  <a:pt x="0" y="47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714;p45">
            <a:extLst>
              <a:ext uri="{FF2B5EF4-FFF2-40B4-BE49-F238E27FC236}">
                <a16:creationId xmlns:a16="http://schemas.microsoft.com/office/drawing/2014/main" id="{E1CCF5D9-5A97-4181-6742-D59EB143AF99}"/>
              </a:ext>
            </a:extLst>
          </p:cNvPr>
          <p:cNvSpPr/>
          <p:nvPr/>
        </p:nvSpPr>
        <p:spPr>
          <a:xfrm>
            <a:off x="8746265" y="5485330"/>
            <a:ext cx="156425" cy="60700"/>
          </a:xfrm>
          <a:custGeom>
            <a:avLst/>
            <a:gdLst/>
            <a:ahLst/>
            <a:cxnLst/>
            <a:rect l="l" t="t" r="r" b="b"/>
            <a:pathLst>
              <a:path w="6257" h="2428" extrusionOk="0">
                <a:moveTo>
                  <a:pt x="6173" y="1402"/>
                </a:moveTo>
                <a:cubicBezTo>
                  <a:pt x="6256" y="1674"/>
                  <a:pt x="6256" y="1905"/>
                  <a:pt x="6068" y="2051"/>
                </a:cubicBezTo>
                <a:cubicBezTo>
                  <a:pt x="5943" y="2198"/>
                  <a:pt x="5712" y="2260"/>
                  <a:pt x="5524" y="2260"/>
                </a:cubicBezTo>
                <a:cubicBezTo>
                  <a:pt x="4562" y="2260"/>
                  <a:pt x="3599" y="2428"/>
                  <a:pt x="2616" y="2239"/>
                </a:cubicBezTo>
                <a:cubicBezTo>
                  <a:pt x="1821" y="2114"/>
                  <a:pt x="1088" y="1800"/>
                  <a:pt x="377" y="1402"/>
                </a:cubicBezTo>
                <a:cubicBezTo>
                  <a:pt x="42" y="1214"/>
                  <a:pt x="0" y="879"/>
                  <a:pt x="293" y="628"/>
                </a:cubicBezTo>
                <a:cubicBezTo>
                  <a:pt x="607" y="335"/>
                  <a:pt x="942" y="126"/>
                  <a:pt x="1423" y="105"/>
                </a:cubicBezTo>
                <a:cubicBezTo>
                  <a:pt x="1988" y="63"/>
                  <a:pt x="2553" y="1"/>
                  <a:pt x="3118" y="42"/>
                </a:cubicBezTo>
                <a:cubicBezTo>
                  <a:pt x="4290" y="168"/>
                  <a:pt x="5336" y="566"/>
                  <a:pt x="6173" y="1402"/>
                </a:cubicBezTo>
                <a:close/>
              </a:path>
            </a:pathLst>
          </a:custGeom>
          <a:solidFill>
            <a:srgbClr val="F17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715;p45">
            <a:extLst>
              <a:ext uri="{FF2B5EF4-FFF2-40B4-BE49-F238E27FC236}">
                <a16:creationId xmlns:a16="http://schemas.microsoft.com/office/drawing/2014/main" id="{3FFF0534-51E3-68FA-3D52-E80FCCA9E8A0}"/>
              </a:ext>
            </a:extLst>
          </p:cNvPr>
          <p:cNvSpPr/>
          <p:nvPr/>
        </p:nvSpPr>
        <p:spPr>
          <a:xfrm>
            <a:off x="8053690" y="3765930"/>
            <a:ext cx="80050" cy="125050"/>
          </a:xfrm>
          <a:custGeom>
            <a:avLst/>
            <a:gdLst/>
            <a:ahLst/>
            <a:cxnLst/>
            <a:rect l="l" t="t" r="r" b="b"/>
            <a:pathLst>
              <a:path w="3202" h="5002" extrusionOk="0">
                <a:moveTo>
                  <a:pt x="649" y="5001"/>
                </a:moveTo>
                <a:cubicBezTo>
                  <a:pt x="84" y="4457"/>
                  <a:pt x="126" y="3746"/>
                  <a:pt x="63" y="3118"/>
                </a:cubicBezTo>
                <a:cubicBezTo>
                  <a:pt x="0" y="2365"/>
                  <a:pt x="168" y="1570"/>
                  <a:pt x="565" y="900"/>
                </a:cubicBezTo>
                <a:cubicBezTo>
                  <a:pt x="837" y="398"/>
                  <a:pt x="1193" y="1"/>
                  <a:pt x="1821" y="42"/>
                </a:cubicBezTo>
                <a:cubicBezTo>
                  <a:pt x="1925" y="42"/>
                  <a:pt x="2072" y="42"/>
                  <a:pt x="2135" y="105"/>
                </a:cubicBezTo>
                <a:cubicBezTo>
                  <a:pt x="2574" y="482"/>
                  <a:pt x="2992" y="838"/>
                  <a:pt x="3181" y="1423"/>
                </a:cubicBezTo>
                <a:cubicBezTo>
                  <a:pt x="3202" y="1549"/>
                  <a:pt x="3181" y="1675"/>
                  <a:pt x="3139" y="1842"/>
                </a:cubicBezTo>
                <a:cubicBezTo>
                  <a:pt x="3139" y="1884"/>
                  <a:pt x="3097" y="1947"/>
                  <a:pt x="3076" y="1988"/>
                </a:cubicBezTo>
                <a:cubicBezTo>
                  <a:pt x="2846" y="2407"/>
                  <a:pt x="1130" y="4541"/>
                  <a:pt x="649" y="50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716;p45">
            <a:extLst>
              <a:ext uri="{FF2B5EF4-FFF2-40B4-BE49-F238E27FC236}">
                <a16:creationId xmlns:a16="http://schemas.microsoft.com/office/drawing/2014/main" id="{E55D83FD-D1E1-2962-D6BF-EC631D6216F3}"/>
              </a:ext>
            </a:extLst>
          </p:cNvPr>
          <p:cNvSpPr/>
          <p:nvPr/>
        </p:nvSpPr>
        <p:spPr>
          <a:xfrm>
            <a:off x="8034865" y="5456030"/>
            <a:ext cx="137600" cy="45550"/>
          </a:xfrm>
          <a:custGeom>
            <a:avLst/>
            <a:gdLst/>
            <a:ahLst/>
            <a:cxnLst/>
            <a:rect l="l" t="t" r="r" b="b"/>
            <a:pathLst>
              <a:path w="5504" h="1822" extrusionOk="0">
                <a:moveTo>
                  <a:pt x="5503" y="377"/>
                </a:moveTo>
                <a:cubicBezTo>
                  <a:pt x="5398" y="880"/>
                  <a:pt x="5106" y="1068"/>
                  <a:pt x="4771" y="1193"/>
                </a:cubicBezTo>
                <a:cubicBezTo>
                  <a:pt x="3515" y="1696"/>
                  <a:pt x="2197" y="1821"/>
                  <a:pt x="900" y="1549"/>
                </a:cubicBezTo>
                <a:cubicBezTo>
                  <a:pt x="565" y="1507"/>
                  <a:pt x="293" y="1277"/>
                  <a:pt x="0" y="1005"/>
                </a:cubicBezTo>
                <a:cubicBezTo>
                  <a:pt x="398" y="461"/>
                  <a:pt x="942" y="252"/>
                  <a:pt x="1528" y="168"/>
                </a:cubicBezTo>
                <a:cubicBezTo>
                  <a:pt x="2176" y="64"/>
                  <a:pt x="2825" y="1"/>
                  <a:pt x="3494" y="147"/>
                </a:cubicBezTo>
                <a:cubicBezTo>
                  <a:pt x="4143" y="252"/>
                  <a:pt x="4792" y="294"/>
                  <a:pt x="5503" y="377"/>
                </a:cubicBezTo>
                <a:close/>
              </a:path>
            </a:pathLst>
          </a:custGeom>
          <a:solidFill>
            <a:srgbClr val="F17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717;p45">
            <a:extLst>
              <a:ext uri="{FF2B5EF4-FFF2-40B4-BE49-F238E27FC236}">
                <a16:creationId xmlns:a16="http://schemas.microsoft.com/office/drawing/2014/main" id="{60F9D28D-6D05-D4F9-9486-5AA3842A2322}"/>
              </a:ext>
            </a:extLst>
          </p:cNvPr>
          <p:cNvSpPr/>
          <p:nvPr/>
        </p:nvSpPr>
        <p:spPr>
          <a:xfrm>
            <a:off x="8272340" y="4177605"/>
            <a:ext cx="272025" cy="162175"/>
          </a:xfrm>
          <a:custGeom>
            <a:avLst/>
            <a:gdLst/>
            <a:ahLst/>
            <a:cxnLst/>
            <a:rect l="l" t="t" r="r" b="b"/>
            <a:pathLst>
              <a:path w="10881" h="6487" extrusionOk="0">
                <a:moveTo>
                  <a:pt x="10881" y="63"/>
                </a:moveTo>
                <a:cubicBezTo>
                  <a:pt x="10797" y="963"/>
                  <a:pt x="10672" y="1779"/>
                  <a:pt x="10358" y="2553"/>
                </a:cubicBezTo>
                <a:cubicBezTo>
                  <a:pt x="10044" y="3369"/>
                  <a:pt x="9688" y="4122"/>
                  <a:pt x="9270" y="4855"/>
                </a:cubicBezTo>
                <a:cubicBezTo>
                  <a:pt x="8767" y="5713"/>
                  <a:pt x="7889" y="6027"/>
                  <a:pt x="7073" y="6403"/>
                </a:cubicBezTo>
                <a:cubicBezTo>
                  <a:pt x="6884" y="6487"/>
                  <a:pt x="6675" y="6445"/>
                  <a:pt x="6466" y="6424"/>
                </a:cubicBezTo>
                <a:cubicBezTo>
                  <a:pt x="5734" y="6340"/>
                  <a:pt x="4980" y="6299"/>
                  <a:pt x="4248" y="6194"/>
                </a:cubicBezTo>
                <a:cubicBezTo>
                  <a:pt x="3662" y="6110"/>
                  <a:pt x="3139" y="5901"/>
                  <a:pt x="2700" y="5503"/>
                </a:cubicBezTo>
                <a:cubicBezTo>
                  <a:pt x="2386" y="5231"/>
                  <a:pt x="2009" y="4980"/>
                  <a:pt x="1674" y="4708"/>
                </a:cubicBezTo>
                <a:cubicBezTo>
                  <a:pt x="942" y="4122"/>
                  <a:pt x="419" y="3390"/>
                  <a:pt x="168" y="2470"/>
                </a:cubicBezTo>
                <a:cubicBezTo>
                  <a:pt x="21" y="2009"/>
                  <a:pt x="0" y="1507"/>
                  <a:pt x="84" y="1047"/>
                </a:cubicBezTo>
                <a:cubicBezTo>
                  <a:pt x="126" y="628"/>
                  <a:pt x="377" y="482"/>
                  <a:pt x="796" y="524"/>
                </a:cubicBezTo>
                <a:cubicBezTo>
                  <a:pt x="837" y="524"/>
                  <a:pt x="900" y="545"/>
                  <a:pt x="963" y="545"/>
                </a:cubicBezTo>
                <a:cubicBezTo>
                  <a:pt x="2616" y="879"/>
                  <a:pt x="4269" y="649"/>
                  <a:pt x="5922" y="461"/>
                </a:cubicBezTo>
                <a:cubicBezTo>
                  <a:pt x="6591" y="377"/>
                  <a:pt x="7282" y="335"/>
                  <a:pt x="7951" y="252"/>
                </a:cubicBezTo>
                <a:cubicBezTo>
                  <a:pt x="8182" y="231"/>
                  <a:pt x="8433" y="231"/>
                  <a:pt x="8642" y="168"/>
                </a:cubicBezTo>
                <a:cubicBezTo>
                  <a:pt x="9395" y="1"/>
                  <a:pt x="10107" y="42"/>
                  <a:pt x="10881" y="63"/>
                </a:cubicBezTo>
                <a:close/>
              </a:path>
            </a:pathLst>
          </a:custGeom>
          <a:solidFill>
            <a:srgbClr val="FB65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718;p45">
            <a:extLst>
              <a:ext uri="{FF2B5EF4-FFF2-40B4-BE49-F238E27FC236}">
                <a16:creationId xmlns:a16="http://schemas.microsoft.com/office/drawing/2014/main" id="{32E7E792-59BE-859F-4EB5-EF96A394AC8E}"/>
              </a:ext>
            </a:extLst>
          </p:cNvPr>
          <p:cNvSpPr/>
          <p:nvPr/>
        </p:nvSpPr>
        <p:spPr>
          <a:xfrm>
            <a:off x="8560040" y="4132105"/>
            <a:ext cx="177350" cy="206125"/>
          </a:xfrm>
          <a:custGeom>
            <a:avLst/>
            <a:gdLst/>
            <a:ahLst/>
            <a:cxnLst/>
            <a:rect l="l" t="t" r="r" b="b"/>
            <a:pathLst>
              <a:path w="7094" h="8245" extrusionOk="0">
                <a:moveTo>
                  <a:pt x="6968" y="3494"/>
                </a:moveTo>
                <a:cubicBezTo>
                  <a:pt x="6968" y="2867"/>
                  <a:pt x="6780" y="2197"/>
                  <a:pt x="6382" y="1674"/>
                </a:cubicBezTo>
                <a:cubicBezTo>
                  <a:pt x="5524" y="502"/>
                  <a:pt x="3871" y="0"/>
                  <a:pt x="2532" y="419"/>
                </a:cubicBezTo>
                <a:cubicBezTo>
                  <a:pt x="2156" y="440"/>
                  <a:pt x="1758" y="544"/>
                  <a:pt x="1528" y="816"/>
                </a:cubicBezTo>
                <a:cubicBezTo>
                  <a:pt x="1277" y="1067"/>
                  <a:pt x="1151" y="1297"/>
                  <a:pt x="1109" y="1465"/>
                </a:cubicBezTo>
                <a:cubicBezTo>
                  <a:pt x="1109" y="1486"/>
                  <a:pt x="1068" y="1486"/>
                  <a:pt x="1068" y="1528"/>
                </a:cubicBezTo>
                <a:cubicBezTo>
                  <a:pt x="0" y="3118"/>
                  <a:pt x="335" y="5545"/>
                  <a:pt x="1863" y="6759"/>
                </a:cubicBezTo>
                <a:cubicBezTo>
                  <a:pt x="3767" y="8244"/>
                  <a:pt x="6298" y="7051"/>
                  <a:pt x="6926" y="4834"/>
                </a:cubicBezTo>
                <a:cubicBezTo>
                  <a:pt x="7094" y="4373"/>
                  <a:pt x="7073" y="3913"/>
                  <a:pt x="6968" y="349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719;p45">
            <a:extLst>
              <a:ext uri="{FF2B5EF4-FFF2-40B4-BE49-F238E27FC236}">
                <a16:creationId xmlns:a16="http://schemas.microsoft.com/office/drawing/2014/main" id="{8F89D06F-2BEA-52C7-C3D3-E053FC50D21B}"/>
              </a:ext>
            </a:extLst>
          </p:cNvPr>
          <p:cNvSpPr/>
          <p:nvPr/>
        </p:nvSpPr>
        <p:spPr>
          <a:xfrm>
            <a:off x="8042190" y="4050505"/>
            <a:ext cx="204025" cy="190425"/>
          </a:xfrm>
          <a:custGeom>
            <a:avLst/>
            <a:gdLst/>
            <a:ahLst/>
            <a:cxnLst/>
            <a:rect l="l" t="t" r="r" b="b"/>
            <a:pathLst>
              <a:path w="8161" h="7617" extrusionOk="0">
                <a:moveTo>
                  <a:pt x="7302" y="1779"/>
                </a:moveTo>
                <a:cubicBezTo>
                  <a:pt x="6612" y="732"/>
                  <a:pt x="5189" y="0"/>
                  <a:pt x="3996" y="502"/>
                </a:cubicBezTo>
                <a:cubicBezTo>
                  <a:pt x="2783" y="607"/>
                  <a:pt x="1569" y="1256"/>
                  <a:pt x="1067" y="2364"/>
                </a:cubicBezTo>
                <a:cubicBezTo>
                  <a:pt x="0" y="4687"/>
                  <a:pt x="2511" y="7449"/>
                  <a:pt x="4771" y="7554"/>
                </a:cubicBezTo>
                <a:cubicBezTo>
                  <a:pt x="5838" y="7616"/>
                  <a:pt x="6800" y="6675"/>
                  <a:pt x="7386" y="5859"/>
                </a:cubicBezTo>
                <a:cubicBezTo>
                  <a:pt x="8160" y="4771"/>
                  <a:pt x="8014" y="2908"/>
                  <a:pt x="7302" y="177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720;p45">
            <a:extLst>
              <a:ext uri="{FF2B5EF4-FFF2-40B4-BE49-F238E27FC236}">
                <a16:creationId xmlns:a16="http://schemas.microsoft.com/office/drawing/2014/main" id="{8FA4C274-3480-5BB4-7464-0A94656FCB00}"/>
              </a:ext>
            </a:extLst>
          </p:cNvPr>
          <p:cNvSpPr/>
          <p:nvPr/>
        </p:nvSpPr>
        <p:spPr>
          <a:xfrm>
            <a:off x="8288565" y="4565730"/>
            <a:ext cx="415350" cy="84775"/>
          </a:xfrm>
          <a:custGeom>
            <a:avLst/>
            <a:gdLst/>
            <a:ahLst/>
            <a:cxnLst/>
            <a:rect l="l" t="t" r="r" b="b"/>
            <a:pathLst>
              <a:path w="16614" h="3391" extrusionOk="0">
                <a:moveTo>
                  <a:pt x="16488" y="1758"/>
                </a:moveTo>
                <a:cubicBezTo>
                  <a:pt x="16111" y="712"/>
                  <a:pt x="14960" y="1235"/>
                  <a:pt x="14124" y="1131"/>
                </a:cubicBezTo>
                <a:cubicBezTo>
                  <a:pt x="12596" y="963"/>
                  <a:pt x="10504" y="1842"/>
                  <a:pt x="9039" y="1173"/>
                </a:cubicBezTo>
                <a:cubicBezTo>
                  <a:pt x="7784" y="608"/>
                  <a:pt x="7198" y="1"/>
                  <a:pt x="5733" y="503"/>
                </a:cubicBezTo>
                <a:cubicBezTo>
                  <a:pt x="5105" y="712"/>
                  <a:pt x="4520" y="1047"/>
                  <a:pt x="3913" y="1256"/>
                </a:cubicBezTo>
                <a:cubicBezTo>
                  <a:pt x="3013" y="1570"/>
                  <a:pt x="2092" y="817"/>
                  <a:pt x="1339" y="461"/>
                </a:cubicBezTo>
                <a:cubicBezTo>
                  <a:pt x="712" y="189"/>
                  <a:pt x="0" y="775"/>
                  <a:pt x="377" y="1445"/>
                </a:cubicBezTo>
                <a:cubicBezTo>
                  <a:pt x="942" y="2449"/>
                  <a:pt x="2239" y="3160"/>
                  <a:pt x="3390" y="3244"/>
                </a:cubicBezTo>
                <a:cubicBezTo>
                  <a:pt x="4708" y="3349"/>
                  <a:pt x="6277" y="1800"/>
                  <a:pt x="7470" y="2554"/>
                </a:cubicBezTo>
                <a:cubicBezTo>
                  <a:pt x="8704" y="3390"/>
                  <a:pt x="9918" y="3390"/>
                  <a:pt x="11383" y="3265"/>
                </a:cubicBezTo>
                <a:cubicBezTo>
                  <a:pt x="12303" y="3181"/>
                  <a:pt x="13182" y="3077"/>
                  <a:pt x="14103" y="3139"/>
                </a:cubicBezTo>
                <a:cubicBezTo>
                  <a:pt x="14814" y="3181"/>
                  <a:pt x="15421" y="3223"/>
                  <a:pt x="16007" y="2826"/>
                </a:cubicBezTo>
                <a:cubicBezTo>
                  <a:pt x="16404" y="2616"/>
                  <a:pt x="16613" y="2177"/>
                  <a:pt x="16488" y="1758"/>
                </a:cubicBezTo>
                <a:close/>
              </a:path>
            </a:pathLst>
          </a:custGeom>
          <a:solidFill>
            <a:srgbClr val="F17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721;p45">
            <a:extLst>
              <a:ext uri="{FF2B5EF4-FFF2-40B4-BE49-F238E27FC236}">
                <a16:creationId xmlns:a16="http://schemas.microsoft.com/office/drawing/2014/main" id="{CD1CE323-6BE7-991B-8A2E-5293EAECE6AC}"/>
              </a:ext>
            </a:extLst>
          </p:cNvPr>
          <p:cNvSpPr/>
          <p:nvPr/>
        </p:nvSpPr>
        <p:spPr>
          <a:xfrm>
            <a:off x="8246190" y="4680830"/>
            <a:ext cx="483875" cy="102550"/>
          </a:xfrm>
          <a:custGeom>
            <a:avLst/>
            <a:gdLst/>
            <a:ahLst/>
            <a:cxnLst/>
            <a:rect l="l" t="t" r="r" b="b"/>
            <a:pathLst>
              <a:path w="19355" h="4102" extrusionOk="0">
                <a:moveTo>
                  <a:pt x="18434" y="1214"/>
                </a:moveTo>
                <a:cubicBezTo>
                  <a:pt x="17011" y="732"/>
                  <a:pt x="15254" y="816"/>
                  <a:pt x="13894" y="1548"/>
                </a:cubicBezTo>
                <a:cubicBezTo>
                  <a:pt x="13768" y="1632"/>
                  <a:pt x="13140" y="1779"/>
                  <a:pt x="13370" y="1967"/>
                </a:cubicBezTo>
                <a:cubicBezTo>
                  <a:pt x="13098" y="1737"/>
                  <a:pt x="12973" y="1360"/>
                  <a:pt x="12617" y="1172"/>
                </a:cubicBezTo>
                <a:cubicBezTo>
                  <a:pt x="11843" y="837"/>
                  <a:pt x="11215" y="795"/>
                  <a:pt x="10441" y="1067"/>
                </a:cubicBezTo>
                <a:cubicBezTo>
                  <a:pt x="8474" y="1758"/>
                  <a:pt x="7135" y="1590"/>
                  <a:pt x="5420" y="481"/>
                </a:cubicBezTo>
                <a:cubicBezTo>
                  <a:pt x="4876" y="105"/>
                  <a:pt x="3997" y="126"/>
                  <a:pt x="3411" y="398"/>
                </a:cubicBezTo>
                <a:cubicBezTo>
                  <a:pt x="3055" y="544"/>
                  <a:pt x="2699" y="816"/>
                  <a:pt x="2302" y="858"/>
                </a:cubicBezTo>
                <a:cubicBezTo>
                  <a:pt x="2176" y="900"/>
                  <a:pt x="1570" y="314"/>
                  <a:pt x="1423" y="188"/>
                </a:cubicBezTo>
                <a:cubicBezTo>
                  <a:pt x="1214" y="0"/>
                  <a:pt x="900" y="21"/>
                  <a:pt x="733" y="272"/>
                </a:cubicBezTo>
                <a:cubicBezTo>
                  <a:pt x="0" y="1465"/>
                  <a:pt x="1549" y="3034"/>
                  <a:pt x="2804" y="2720"/>
                </a:cubicBezTo>
                <a:cubicBezTo>
                  <a:pt x="3264" y="2595"/>
                  <a:pt x="3683" y="2385"/>
                  <a:pt x="4122" y="2197"/>
                </a:cubicBezTo>
                <a:cubicBezTo>
                  <a:pt x="4415" y="2092"/>
                  <a:pt x="5231" y="2804"/>
                  <a:pt x="5461" y="2929"/>
                </a:cubicBezTo>
                <a:cubicBezTo>
                  <a:pt x="6298" y="3369"/>
                  <a:pt x="7303" y="3515"/>
                  <a:pt x="8244" y="3578"/>
                </a:cubicBezTo>
                <a:cubicBezTo>
                  <a:pt x="9060" y="3641"/>
                  <a:pt x="10127" y="3515"/>
                  <a:pt x="10839" y="3118"/>
                </a:cubicBezTo>
                <a:cubicBezTo>
                  <a:pt x="11718" y="2615"/>
                  <a:pt x="11969" y="3662"/>
                  <a:pt x="12847" y="3892"/>
                </a:cubicBezTo>
                <a:cubicBezTo>
                  <a:pt x="13684" y="4101"/>
                  <a:pt x="14647" y="3327"/>
                  <a:pt x="15400" y="3055"/>
                </a:cubicBezTo>
                <a:cubicBezTo>
                  <a:pt x="16425" y="2720"/>
                  <a:pt x="17367" y="3055"/>
                  <a:pt x="18392" y="2908"/>
                </a:cubicBezTo>
                <a:cubicBezTo>
                  <a:pt x="19355" y="2720"/>
                  <a:pt x="19208" y="1465"/>
                  <a:pt x="18434" y="1214"/>
                </a:cubicBezTo>
                <a:close/>
              </a:path>
            </a:pathLst>
          </a:custGeom>
          <a:solidFill>
            <a:srgbClr val="F17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727;p45">
            <a:extLst>
              <a:ext uri="{FF2B5EF4-FFF2-40B4-BE49-F238E27FC236}">
                <a16:creationId xmlns:a16="http://schemas.microsoft.com/office/drawing/2014/main" id="{5247E81A-E040-CFE9-1598-DD618B3C8F54}"/>
              </a:ext>
            </a:extLst>
          </p:cNvPr>
          <p:cNvSpPr/>
          <p:nvPr/>
        </p:nvSpPr>
        <p:spPr>
          <a:xfrm>
            <a:off x="8242515" y="4153555"/>
            <a:ext cx="325400" cy="213950"/>
          </a:xfrm>
          <a:custGeom>
            <a:avLst/>
            <a:gdLst/>
            <a:ahLst/>
            <a:cxnLst/>
            <a:rect l="l" t="t" r="r" b="b"/>
            <a:pathLst>
              <a:path w="13016" h="8558" extrusionOk="0">
                <a:moveTo>
                  <a:pt x="754" y="398"/>
                </a:moveTo>
                <a:cubicBezTo>
                  <a:pt x="1193" y="335"/>
                  <a:pt x="1591" y="293"/>
                  <a:pt x="1926" y="586"/>
                </a:cubicBezTo>
                <a:cubicBezTo>
                  <a:pt x="2009" y="670"/>
                  <a:pt x="2135" y="691"/>
                  <a:pt x="2240" y="711"/>
                </a:cubicBezTo>
                <a:cubicBezTo>
                  <a:pt x="3098" y="816"/>
                  <a:pt x="3934" y="963"/>
                  <a:pt x="4792" y="879"/>
                </a:cubicBezTo>
                <a:cubicBezTo>
                  <a:pt x="6362" y="691"/>
                  <a:pt x="7931" y="586"/>
                  <a:pt x="9479" y="356"/>
                </a:cubicBezTo>
                <a:cubicBezTo>
                  <a:pt x="10421" y="188"/>
                  <a:pt x="11362" y="272"/>
                  <a:pt x="12283" y="84"/>
                </a:cubicBezTo>
                <a:cubicBezTo>
                  <a:pt x="12722" y="0"/>
                  <a:pt x="13015" y="272"/>
                  <a:pt x="12994" y="711"/>
                </a:cubicBezTo>
                <a:cubicBezTo>
                  <a:pt x="12932" y="1486"/>
                  <a:pt x="12973" y="2281"/>
                  <a:pt x="12764" y="3013"/>
                </a:cubicBezTo>
                <a:cubicBezTo>
                  <a:pt x="12346" y="4457"/>
                  <a:pt x="11823" y="5901"/>
                  <a:pt x="10818" y="7072"/>
                </a:cubicBezTo>
                <a:cubicBezTo>
                  <a:pt x="10525" y="7407"/>
                  <a:pt x="10253" y="7700"/>
                  <a:pt x="9835" y="7867"/>
                </a:cubicBezTo>
                <a:cubicBezTo>
                  <a:pt x="9479" y="7993"/>
                  <a:pt x="9144" y="8181"/>
                  <a:pt x="8831" y="8328"/>
                </a:cubicBezTo>
                <a:cubicBezTo>
                  <a:pt x="8475" y="8516"/>
                  <a:pt x="8077" y="8558"/>
                  <a:pt x="7659" y="8516"/>
                </a:cubicBezTo>
                <a:cubicBezTo>
                  <a:pt x="6927" y="8411"/>
                  <a:pt x="6173" y="8349"/>
                  <a:pt x="5441" y="8286"/>
                </a:cubicBezTo>
                <a:cubicBezTo>
                  <a:pt x="4625" y="8181"/>
                  <a:pt x="3893" y="7909"/>
                  <a:pt x="3265" y="7365"/>
                </a:cubicBezTo>
                <a:cubicBezTo>
                  <a:pt x="2993" y="7135"/>
                  <a:pt x="2742" y="6926"/>
                  <a:pt x="2449" y="6737"/>
                </a:cubicBezTo>
                <a:cubicBezTo>
                  <a:pt x="1821" y="6319"/>
                  <a:pt x="1319" y="5733"/>
                  <a:pt x="942" y="5105"/>
                </a:cubicBezTo>
                <a:cubicBezTo>
                  <a:pt x="252" y="4017"/>
                  <a:pt x="1" y="2783"/>
                  <a:pt x="315" y="1507"/>
                </a:cubicBezTo>
                <a:cubicBezTo>
                  <a:pt x="377" y="1109"/>
                  <a:pt x="566" y="795"/>
                  <a:pt x="754" y="398"/>
                </a:cubicBezTo>
                <a:close/>
                <a:moveTo>
                  <a:pt x="12074" y="1025"/>
                </a:moveTo>
                <a:cubicBezTo>
                  <a:pt x="11258" y="983"/>
                  <a:pt x="10567" y="921"/>
                  <a:pt x="9856" y="1130"/>
                </a:cubicBezTo>
                <a:cubicBezTo>
                  <a:pt x="9647" y="1193"/>
                  <a:pt x="9416" y="1193"/>
                  <a:pt x="9165" y="1214"/>
                </a:cubicBezTo>
                <a:cubicBezTo>
                  <a:pt x="8496" y="1297"/>
                  <a:pt x="7805" y="1339"/>
                  <a:pt x="7136" y="1423"/>
                </a:cubicBezTo>
                <a:cubicBezTo>
                  <a:pt x="5483" y="1632"/>
                  <a:pt x="3830" y="1841"/>
                  <a:pt x="2198" y="1507"/>
                </a:cubicBezTo>
                <a:cubicBezTo>
                  <a:pt x="2135" y="1507"/>
                  <a:pt x="2093" y="1486"/>
                  <a:pt x="2009" y="1486"/>
                </a:cubicBezTo>
                <a:cubicBezTo>
                  <a:pt x="1570" y="1423"/>
                  <a:pt x="1361" y="1590"/>
                  <a:pt x="1298" y="2009"/>
                </a:cubicBezTo>
                <a:cubicBezTo>
                  <a:pt x="1214" y="2490"/>
                  <a:pt x="1235" y="2971"/>
                  <a:pt x="1382" y="3432"/>
                </a:cubicBezTo>
                <a:cubicBezTo>
                  <a:pt x="1633" y="4352"/>
                  <a:pt x="2156" y="5084"/>
                  <a:pt x="2888" y="5670"/>
                </a:cubicBezTo>
                <a:cubicBezTo>
                  <a:pt x="3223" y="5921"/>
                  <a:pt x="3579" y="6193"/>
                  <a:pt x="3914" y="6465"/>
                </a:cubicBezTo>
                <a:cubicBezTo>
                  <a:pt x="4353" y="6863"/>
                  <a:pt x="4876" y="7072"/>
                  <a:pt x="5462" y="7156"/>
                </a:cubicBezTo>
                <a:cubicBezTo>
                  <a:pt x="6194" y="7261"/>
                  <a:pt x="6927" y="7344"/>
                  <a:pt x="7680" y="7386"/>
                </a:cubicBezTo>
                <a:cubicBezTo>
                  <a:pt x="7889" y="7407"/>
                  <a:pt x="8098" y="7449"/>
                  <a:pt x="8287" y="7365"/>
                </a:cubicBezTo>
                <a:cubicBezTo>
                  <a:pt x="9124" y="6989"/>
                  <a:pt x="9981" y="6717"/>
                  <a:pt x="10484" y="5817"/>
                </a:cubicBezTo>
                <a:cubicBezTo>
                  <a:pt x="10902" y="5064"/>
                  <a:pt x="11258" y="4310"/>
                  <a:pt x="11572" y="3515"/>
                </a:cubicBezTo>
                <a:cubicBezTo>
                  <a:pt x="11885" y="2741"/>
                  <a:pt x="11990" y="1925"/>
                  <a:pt x="12074" y="1025"/>
                </a:cubicBezTo>
                <a:close/>
              </a:path>
            </a:pathLst>
          </a:custGeom>
          <a:solidFill>
            <a:srgbClr val="1D31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728;p45">
            <a:extLst>
              <a:ext uri="{FF2B5EF4-FFF2-40B4-BE49-F238E27FC236}">
                <a16:creationId xmlns:a16="http://schemas.microsoft.com/office/drawing/2014/main" id="{FA09AFCA-A959-4351-BF50-4B1DD7455058}"/>
              </a:ext>
            </a:extLst>
          </p:cNvPr>
          <p:cNvSpPr/>
          <p:nvPr/>
        </p:nvSpPr>
        <p:spPr>
          <a:xfrm>
            <a:off x="8186565" y="4035330"/>
            <a:ext cx="45000" cy="46575"/>
          </a:xfrm>
          <a:custGeom>
            <a:avLst/>
            <a:gdLst/>
            <a:ahLst/>
            <a:cxnLst/>
            <a:rect l="l" t="t" r="r" b="b"/>
            <a:pathLst>
              <a:path w="1800" h="1863" extrusionOk="0">
                <a:moveTo>
                  <a:pt x="1548" y="84"/>
                </a:moveTo>
                <a:cubicBezTo>
                  <a:pt x="1799" y="523"/>
                  <a:pt x="1779" y="921"/>
                  <a:pt x="1758" y="1298"/>
                </a:cubicBezTo>
                <a:cubicBezTo>
                  <a:pt x="1737" y="1611"/>
                  <a:pt x="1486" y="1779"/>
                  <a:pt x="1151" y="1821"/>
                </a:cubicBezTo>
                <a:cubicBezTo>
                  <a:pt x="753" y="1863"/>
                  <a:pt x="418" y="1737"/>
                  <a:pt x="209" y="1360"/>
                </a:cubicBezTo>
                <a:cubicBezTo>
                  <a:pt x="0" y="1005"/>
                  <a:pt x="21" y="628"/>
                  <a:pt x="209" y="293"/>
                </a:cubicBezTo>
                <a:cubicBezTo>
                  <a:pt x="293" y="168"/>
                  <a:pt x="481" y="63"/>
                  <a:pt x="628" y="42"/>
                </a:cubicBezTo>
                <a:cubicBezTo>
                  <a:pt x="921" y="0"/>
                  <a:pt x="1234" y="63"/>
                  <a:pt x="1548" y="84"/>
                </a:cubicBezTo>
                <a:close/>
              </a:path>
            </a:pathLst>
          </a:custGeom>
          <a:solidFill>
            <a:srgbClr val="1D31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729;p45">
            <a:extLst>
              <a:ext uri="{FF2B5EF4-FFF2-40B4-BE49-F238E27FC236}">
                <a16:creationId xmlns:a16="http://schemas.microsoft.com/office/drawing/2014/main" id="{C9B5F2E6-8B40-97D5-FCE8-450AF5765ED6}"/>
              </a:ext>
            </a:extLst>
          </p:cNvPr>
          <p:cNvSpPr/>
          <p:nvPr/>
        </p:nvSpPr>
        <p:spPr>
          <a:xfrm>
            <a:off x="8511915" y="4056255"/>
            <a:ext cx="44475" cy="49700"/>
          </a:xfrm>
          <a:custGeom>
            <a:avLst/>
            <a:gdLst/>
            <a:ahLst/>
            <a:cxnLst/>
            <a:rect l="l" t="t" r="r" b="b"/>
            <a:pathLst>
              <a:path w="1779" h="1988" extrusionOk="0">
                <a:moveTo>
                  <a:pt x="858" y="42"/>
                </a:moveTo>
                <a:cubicBezTo>
                  <a:pt x="1486" y="63"/>
                  <a:pt x="1737" y="314"/>
                  <a:pt x="1779" y="879"/>
                </a:cubicBezTo>
                <a:cubicBezTo>
                  <a:pt x="1779" y="1528"/>
                  <a:pt x="1298" y="1988"/>
                  <a:pt x="921" y="1946"/>
                </a:cubicBezTo>
                <a:cubicBezTo>
                  <a:pt x="503" y="1883"/>
                  <a:pt x="21" y="1444"/>
                  <a:pt x="21" y="1130"/>
                </a:cubicBezTo>
                <a:cubicBezTo>
                  <a:pt x="0" y="377"/>
                  <a:pt x="273" y="0"/>
                  <a:pt x="858" y="42"/>
                </a:cubicBezTo>
                <a:close/>
              </a:path>
            </a:pathLst>
          </a:custGeom>
          <a:solidFill>
            <a:srgbClr val="1D312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722;p45">
            <a:extLst>
              <a:ext uri="{FF2B5EF4-FFF2-40B4-BE49-F238E27FC236}">
                <a16:creationId xmlns:a16="http://schemas.microsoft.com/office/drawing/2014/main" id="{F39F2DC2-4A3A-6EC4-F908-013EB9D3432F}"/>
              </a:ext>
            </a:extLst>
          </p:cNvPr>
          <p:cNvGrpSpPr/>
          <p:nvPr/>
        </p:nvGrpSpPr>
        <p:grpSpPr>
          <a:xfrm rot="20609651">
            <a:off x="8754378" y="3314827"/>
            <a:ext cx="296625" cy="308125"/>
            <a:chOff x="7653400" y="2205913"/>
            <a:chExt cx="296625" cy="308125"/>
          </a:xfrm>
        </p:grpSpPr>
        <p:sp>
          <p:nvSpPr>
            <p:cNvPr id="328" name="Google Shape;723;p45">
              <a:extLst>
                <a:ext uri="{FF2B5EF4-FFF2-40B4-BE49-F238E27FC236}">
                  <a16:creationId xmlns:a16="http://schemas.microsoft.com/office/drawing/2014/main" id="{1DE6E0FD-C9EF-3982-88F4-CEE5B4A6EE51}"/>
                </a:ext>
              </a:extLst>
            </p:cNvPr>
            <p:cNvSpPr/>
            <p:nvPr/>
          </p:nvSpPr>
          <p:spPr>
            <a:xfrm>
              <a:off x="7774250" y="2463788"/>
              <a:ext cx="175775" cy="50250"/>
            </a:xfrm>
            <a:custGeom>
              <a:avLst/>
              <a:gdLst/>
              <a:ahLst/>
              <a:cxnLst/>
              <a:rect l="l" t="t" r="r" b="b"/>
              <a:pathLst>
                <a:path w="7031" h="2010" extrusionOk="0">
                  <a:moveTo>
                    <a:pt x="1088" y="2009"/>
                  </a:moveTo>
                  <a:cubicBezTo>
                    <a:pt x="795" y="1967"/>
                    <a:pt x="565" y="1905"/>
                    <a:pt x="293" y="1842"/>
                  </a:cubicBezTo>
                  <a:cubicBezTo>
                    <a:pt x="105" y="1779"/>
                    <a:pt x="0" y="1654"/>
                    <a:pt x="0" y="1444"/>
                  </a:cubicBezTo>
                  <a:cubicBezTo>
                    <a:pt x="0" y="1256"/>
                    <a:pt x="167" y="1047"/>
                    <a:pt x="377" y="1047"/>
                  </a:cubicBezTo>
                  <a:cubicBezTo>
                    <a:pt x="900" y="1068"/>
                    <a:pt x="1360" y="858"/>
                    <a:pt x="1862" y="754"/>
                  </a:cubicBezTo>
                  <a:cubicBezTo>
                    <a:pt x="2051" y="712"/>
                    <a:pt x="2260" y="649"/>
                    <a:pt x="2469" y="691"/>
                  </a:cubicBezTo>
                  <a:cubicBezTo>
                    <a:pt x="3013" y="733"/>
                    <a:pt x="3557" y="607"/>
                    <a:pt x="4059" y="440"/>
                  </a:cubicBezTo>
                  <a:cubicBezTo>
                    <a:pt x="4687" y="273"/>
                    <a:pt x="5336" y="210"/>
                    <a:pt x="5963" y="84"/>
                  </a:cubicBezTo>
                  <a:cubicBezTo>
                    <a:pt x="6256" y="1"/>
                    <a:pt x="6549" y="105"/>
                    <a:pt x="6779" y="231"/>
                  </a:cubicBezTo>
                  <a:cubicBezTo>
                    <a:pt x="6947" y="335"/>
                    <a:pt x="7030" y="503"/>
                    <a:pt x="6989" y="649"/>
                  </a:cubicBezTo>
                  <a:cubicBezTo>
                    <a:pt x="6926" y="796"/>
                    <a:pt x="6821" y="921"/>
                    <a:pt x="6717" y="963"/>
                  </a:cubicBezTo>
                  <a:cubicBezTo>
                    <a:pt x="6445" y="1068"/>
                    <a:pt x="6131" y="1172"/>
                    <a:pt x="5817" y="1172"/>
                  </a:cubicBezTo>
                  <a:cubicBezTo>
                    <a:pt x="5043" y="1214"/>
                    <a:pt x="4373" y="1486"/>
                    <a:pt x="3641" y="1591"/>
                  </a:cubicBezTo>
                  <a:cubicBezTo>
                    <a:pt x="3432" y="1633"/>
                    <a:pt x="3243" y="1695"/>
                    <a:pt x="3055" y="1695"/>
                  </a:cubicBezTo>
                  <a:cubicBezTo>
                    <a:pt x="2490" y="1675"/>
                    <a:pt x="1946" y="1758"/>
                    <a:pt x="1381" y="1947"/>
                  </a:cubicBezTo>
                  <a:close/>
                </a:path>
              </a:pathLst>
            </a:custGeom>
            <a:solidFill>
              <a:srgbClr val="1D3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724;p45">
              <a:extLst>
                <a:ext uri="{FF2B5EF4-FFF2-40B4-BE49-F238E27FC236}">
                  <a16:creationId xmlns:a16="http://schemas.microsoft.com/office/drawing/2014/main" id="{514654DE-E2B3-E335-261D-259BBCD9849E}"/>
                </a:ext>
              </a:extLst>
            </p:cNvPr>
            <p:cNvSpPr/>
            <p:nvPr/>
          </p:nvSpPr>
          <p:spPr>
            <a:xfrm>
              <a:off x="7747575" y="2299013"/>
              <a:ext cx="115100" cy="84250"/>
            </a:xfrm>
            <a:custGeom>
              <a:avLst/>
              <a:gdLst/>
              <a:ahLst/>
              <a:cxnLst/>
              <a:rect l="l" t="t" r="r" b="b"/>
              <a:pathLst>
                <a:path w="4604" h="3370" extrusionOk="0">
                  <a:moveTo>
                    <a:pt x="3955" y="1"/>
                  </a:moveTo>
                  <a:cubicBezTo>
                    <a:pt x="4143" y="22"/>
                    <a:pt x="4268" y="63"/>
                    <a:pt x="4373" y="84"/>
                  </a:cubicBezTo>
                  <a:cubicBezTo>
                    <a:pt x="4499" y="105"/>
                    <a:pt x="4603" y="315"/>
                    <a:pt x="4520" y="419"/>
                  </a:cubicBezTo>
                  <a:cubicBezTo>
                    <a:pt x="4247" y="838"/>
                    <a:pt x="4038" y="1340"/>
                    <a:pt x="3536" y="1570"/>
                  </a:cubicBezTo>
                  <a:cubicBezTo>
                    <a:pt x="3348" y="1654"/>
                    <a:pt x="3159" y="1737"/>
                    <a:pt x="3013" y="1863"/>
                  </a:cubicBezTo>
                  <a:cubicBezTo>
                    <a:pt x="2427" y="2428"/>
                    <a:pt x="1653" y="2700"/>
                    <a:pt x="1004" y="3160"/>
                  </a:cubicBezTo>
                  <a:cubicBezTo>
                    <a:pt x="900" y="3244"/>
                    <a:pt x="732" y="3307"/>
                    <a:pt x="607" y="3328"/>
                  </a:cubicBezTo>
                  <a:cubicBezTo>
                    <a:pt x="418" y="3369"/>
                    <a:pt x="272" y="3328"/>
                    <a:pt x="126" y="3160"/>
                  </a:cubicBezTo>
                  <a:cubicBezTo>
                    <a:pt x="21" y="3014"/>
                    <a:pt x="0" y="2825"/>
                    <a:pt x="105" y="2700"/>
                  </a:cubicBezTo>
                  <a:cubicBezTo>
                    <a:pt x="377" y="2407"/>
                    <a:pt x="628" y="2072"/>
                    <a:pt x="962" y="1884"/>
                  </a:cubicBezTo>
                  <a:cubicBezTo>
                    <a:pt x="1423" y="1633"/>
                    <a:pt x="1883" y="1382"/>
                    <a:pt x="2260" y="1047"/>
                  </a:cubicBezTo>
                  <a:cubicBezTo>
                    <a:pt x="2615" y="712"/>
                    <a:pt x="3118" y="607"/>
                    <a:pt x="3431" y="210"/>
                  </a:cubicBezTo>
                  <a:cubicBezTo>
                    <a:pt x="3578" y="84"/>
                    <a:pt x="3829" y="63"/>
                    <a:pt x="3955" y="1"/>
                  </a:cubicBezTo>
                  <a:close/>
                </a:path>
              </a:pathLst>
            </a:custGeom>
            <a:solidFill>
              <a:srgbClr val="1D3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725;p45">
              <a:extLst>
                <a:ext uri="{FF2B5EF4-FFF2-40B4-BE49-F238E27FC236}">
                  <a16:creationId xmlns:a16="http://schemas.microsoft.com/office/drawing/2014/main" id="{1FC249A2-3300-310B-B473-90635C118D83}"/>
                </a:ext>
              </a:extLst>
            </p:cNvPr>
            <p:cNvSpPr/>
            <p:nvPr/>
          </p:nvSpPr>
          <p:spPr>
            <a:xfrm>
              <a:off x="7653400" y="2205913"/>
              <a:ext cx="36650" cy="138125"/>
            </a:xfrm>
            <a:custGeom>
              <a:avLst/>
              <a:gdLst/>
              <a:ahLst/>
              <a:cxnLst/>
              <a:rect l="l" t="t" r="r" b="b"/>
              <a:pathLst>
                <a:path w="1466" h="5525" extrusionOk="0">
                  <a:moveTo>
                    <a:pt x="1444" y="1277"/>
                  </a:moveTo>
                  <a:cubicBezTo>
                    <a:pt x="1319" y="2365"/>
                    <a:pt x="1214" y="3536"/>
                    <a:pt x="1047" y="4687"/>
                  </a:cubicBezTo>
                  <a:cubicBezTo>
                    <a:pt x="1026" y="4875"/>
                    <a:pt x="942" y="5085"/>
                    <a:pt x="838" y="5231"/>
                  </a:cubicBezTo>
                  <a:cubicBezTo>
                    <a:pt x="754" y="5399"/>
                    <a:pt x="587" y="5524"/>
                    <a:pt x="419" y="5461"/>
                  </a:cubicBezTo>
                  <a:cubicBezTo>
                    <a:pt x="294" y="5399"/>
                    <a:pt x="126" y="5231"/>
                    <a:pt x="84" y="5106"/>
                  </a:cubicBezTo>
                  <a:cubicBezTo>
                    <a:pt x="1" y="4938"/>
                    <a:pt x="1" y="4708"/>
                    <a:pt x="22" y="4499"/>
                  </a:cubicBezTo>
                  <a:cubicBezTo>
                    <a:pt x="105" y="3808"/>
                    <a:pt x="168" y="3097"/>
                    <a:pt x="273" y="2386"/>
                  </a:cubicBezTo>
                  <a:cubicBezTo>
                    <a:pt x="336" y="1842"/>
                    <a:pt x="419" y="1318"/>
                    <a:pt x="503" y="774"/>
                  </a:cubicBezTo>
                  <a:cubicBezTo>
                    <a:pt x="524" y="670"/>
                    <a:pt x="524" y="523"/>
                    <a:pt x="545" y="419"/>
                  </a:cubicBezTo>
                  <a:cubicBezTo>
                    <a:pt x="628" y="168"/>
                    <a:pt x="817" y="0"/>
                    <a:pt x="1026" y="0"/>
                  </a:cubicBezTo>
                  <a:cubicBezTo>
                    <a:pt x="1235" y="0"/>
                    <a:pt x="1382" y="210"/>
                    <a:pt x="1424" y="482"/>
                  </a:cubicBezTo>
                  <a:cubicBezTo>
                    <a:pt x="1465" y="754"/>
                    <a:pt x="1444" y="963"/>
                    <a:pt x="1444" y="1277"/>
                  </a:cubicBezTo>
                  <a:close/>
                </a:path>
              </a:pathLst>
            </a:custGeom>
            <a:solidFill>
              <a:srgbClr val="1D3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158;p66">
            <a:extLst>
              <a:ext uri="{FF2B5EF4-FFF2-40B4-BE49-F238E27FC236}">
                <a16:creationId xmlns:a16="http://schemas.microsoft.com/office/drawing/2014/main" id="{6B3555D5-2AE3-CA12-00F2-8B4DD812295F}"/>
              </a:ext>
            </a:extLst>
          </p:cNvPr>
          <p:cNvSpPr/>
          <p:nvPr/>
        </p:nvSpPr>
        <p:spPr>
          <a:xfrm flipH="1">
            <a:off x="-53564" y="1081812"/>
            <a:ext cx="1450512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BAE5E22F-767B-5BD8-7C57-D9B2369C7117}"/>
              </a:ext>
            </a:extLst>
          </p:cNvPr>
          <p:cNvSpPr/>
          <p:nvPr/>
        </p:nvSpPr>
        <p:spPr>
          <a:xfrm>
            <a:off x="173542" y="3965469"/>
            <a:ext cx="4724729" cy="1108170"/>
          </a:xfrm>
          <a:prstGeom prst="horizontalScroll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earth has been personified. By looking ‘upward’, it suggest that the hawk is above it both literally and hierarchically.</a:t>
            </a:r>
          </a:p>
        </p:txBody>
      </p:sp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4FE5FBA5-068E-9144-E53B-53568B329473}"/>
              </a:ext>
            </a:extLst>
          </p:cNvPr>
          <p:cNvSpPr/>
          <p:nvPr/>
        </p:nvSpPr>
        <p:spPr>
          <a:xfrm>
            <a:off x="4965746" y="3965469"/>
            <a:ext cx="2833744" cy="1038679"/>
          </a:xfrm>
          <a:prstGeom prst="verticalScroll">
            <a:avLst/>
          </a:prstGeom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Inspectors have power over the things they inspect- they cast judgement and can punish.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7331F65-EB42-2304-C719-7BE5417ADB7C}"/>
              </a:ext>
            </a:extLst>
          </p:cNvPr>
          <p:cNvSpPr/>
          <p:nvPr/>
        </p:nvSpPr>
        <p:spPr>
          <a:xfrm>
            <a:off x="2659380" y="3840972"/>
            <a:ext cx="219157" cy="1920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60F7F8D8-730C-D1AF-B9C3-1777CA6E4BD1}"/>
              </a:ext>
            </a:extLst>
          </p:cNvPr>
          <p:cNvSpPr/>
          <p:nvPr/>
        </p:nvSpPr>
        <p:spPr>
          <a:xfrm rot="10800000" flipH="1">
            <a:off x="6273905" y="3657404"/>
            <a:ext cx="602241" cy="233576"/>
          </a:xfrm>
          <a:prstGeom prst="bentUpArrow">
            <a:avLst>
              <a:gd name="adj1" fmla="val 15313"/>
              <a:gd name="adj2" fmla="val 25000"/>
              <a:gd name="adj3" fmla="val 467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BC83D54D-E4E9-C37F-7E30-B400BE2AD83D}"/>
              </a:ext>
            </a:extLst>
          </p:cNvPr>
          <p:cNvSpPr/>
          <p:nvPr/>
        </p:nvSpPr>
        <p:spPr>
          <a:xfrm>
            <a:off x="5158740" y="1626051"/>
            <a:ext cx="3261687" cy="1531591"/>
          </a:xfrm>
          <a:prstGeom prst="cloudCallout">
            <a:avLst>
              <a:gd name="adj1" fmla="val 35236"/>
              <a:gd name="adj2" fmla="val 89628"/>
            </a:avLst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hawk seems to think that the natural world has been designed just so suit it showing its arrogance.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4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circle(out)">
                                      <p:cBhvr>
                                        <p:cTn id="3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8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" grpId="0" animBg="1"/>
      <p:bldP spid="347" grpId="0"/>
      <p:bldP spid="348" grpId="0"/>
      <p:bldP spid="349" grpId="0" build="p"/>
      <p:bldP spid="351" grpId="0" animBg="1"/>
      <p:bldP spid="351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2" grpId="0" animBg="1"/>
      <p:bldP spid="3" grpId="0" animBg="1"/>
      <p:bldP spid="4" grpId="0" animBg="1"/>
      <p:bldP spid="5" grpId="0" animBg="1"/>
      <p:bldP spid="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/>
          <p:nvPr/>
        </p:nvSpPr>
        <p:spPr>
          <a:xfrm>
            <a:off x="644236" y="67756"/>
            <a:ext cx="1014941" cy="9921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443" name="Google Shape;443;p50"/>
          <p:cNvSpPr txBox="1">
            <a:spLocks noGrp="1"/>
          </p:cNvSpPr>
          <p:nvPr>
            <p:ph type="title"/>
          </p:nvPr>
        </p:nvSpPr>
        <p:spPr>
          <a:xfrm>
            <a:off x="-1345386" y="94613"/>
            <a:ext cx="10061467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Embracing the Height</a:t>
            </a:r>
          </a:p>
        </p:txBody>
      </p:sp>
      <p:sp>
        <p:nvSpPr>
          <p:cNvPr id="444" name="Google Shape;444;p50"/>
          <p:cNvSpPr txBox="1">
            <a:spLocks noGrp="1"/>
          </p:cNvSpPr>
          <p:nvPr>
            <p:ph type="title" idx="2"/>
          </p:nvPr>
        </p:nvSpPr>
        <p:spPr>
          <a:xfrm>
            <a:off x="566140" y="62745"/>
            <a:ext cx="11841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45" name="Google Shape;445;p50"/>
          <p:cNvSpPr txBox="1">
            <a:spLocks noGrp="1"/>
          </p:cNvSpPr>
          <p:nvPr>
            <p:ph type="subTitle" idx="1"/>
          </p:nvPr>
        </p:nvSpPr>
        <p:spPr>
          <a:xfrm>
            <a:off x="2037020" y="653778"/>
            <a:ext cx="5439496" cy="304090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lang="en" sz="2000" b="1" dirty="0">
              <a:solidFill>
                <a:srgbClr val="FF0000"/>
              </a:solidFill>
              <a:latin typeface="-apple-system"/>
            </a:endParaRPr>
          </a:p>
          <a:p>
            <a:pPr algn="l"/>
            <a:endParaRPr lang="en" sz="2000" b="1" dirty="0">
              <a:solidFill>
                <a:srgbClr val="FF0000"/>
              </a:solidFill>
              <a:latin typeface="-apple-system"/>
            </a:endParaRPr>
          </a:p>
          <a:p>
            <a:pPr algn="l"/>
            <a:endParaRPr lang="en" sz="2000" b="1" dirty="0">
              <a:solidFill>
                <a:srgbClr val="FF0000"/>
              </a:solidFill>
              <a:latin typeface="-apple-system"/>
            </a:endParaRPr>
          </a:p>
          <a:p>
            <a:pPr algn="l"/>
            <a:endParaRPr lang="en" sz="2000" b="1" dirty="0">
              <a:solidFill>
                <a:srgbClr val="FF0000"/>
              </a:solidFill>
              <a:latin typeface="-apple-system"/>
            </a:endParaRPr>
          </a:p>
          <a:p>
            <a:pPr algn="l"/>
            <a:r>
              <a:rPr lang="en" sz="2000" b="1" dirty="0">
                <a:solidFill>
                  <a:srgbClr val="FF0000"/>
                </a:solidFill>
                <a:latin typeface="Merriweather" panose="00000500000000000000" pitchFamily="2" charset="0"/>
              </a:rPr>
              <a:t>My feet are</a:t>
            </a: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 </a:t>
            </a:r>
            <a:r>
              <a:rPr lang="en" sz="2000" b="1" dirty="0">
                <a:solidFill>
                  <a:srgbClr val="92D050"/>
                </a:solidFill>
                <a:latin typeface="Merriweather" panose="00000500000000000000" pitchFamily="2" charset="0"/>
              </a:rPr>
              <a:t>locked</a:t>
            </a: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 </a:t>
            </a:r>
            <a:r>
              <a:rPr lang="en" sz="2000" b="1" dirty="0">
                <a:solidFill>
                  <a:srgbClr val="FF0000"/>
                </a:solidFill>
                <a:latin typeface="Merriweather" panose="00000500000000000000" pitchFamily="2" charset="0"/>
              </a:rPr>
              <a:t>upon the rough</a:t>
            </a: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 </a:t>
            </a:r>
            <a:r>
              <a:rPr lang="en" sz="2000" b="1" dirty="0">
                <a:solidFill>
                  <a:srgbClr val="92D050"/>
                </a:solidFill>
                <a:latin typeface="Merriweather" panose="00000500000000000000" pitchFamily="2" charset="0"/>
              </a:rPr>
              <a:t>bark</a:t>
            </a: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.</a:t>
            </a:r>
            <a:endParaRPr lang="en-US" sz="2000" b="1" dirty="0">
              <a:latin typeface="Merriweather" panose="00000500000000000000" pitchFamily="2" charset="0"/>
            </a:endParaRPr>
          </a:p>
          <a:p>
            <a:pPr algn="l"/>
            <a:endParaRPr lang="en" sz="2000" b="1" dirty="0">
              <a:solidFill>
                <a:srgbClr val="374151"/>
              </a:solidFill>
              <a:latin typeface="Merriweather" panose="00000500000000000000" pitchFamily="2" charset="0"/>
            </a:endParaRPr>
          </a:p>
          <a:p>
            <a:pPr algn="l"/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 </a:t>
            </a:r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It took the whole of Creation</a:t>
            </a:r>
          </a:p>
          <a:p>
            <a:pPr algn="l"/>
            <a:endParaRPr lang="en" sz="2000" b="1" dirty="0">
              <a:solidFill>
                <a:srgbClr val="00B0F0"/>
              </a:solidFill>
              <a:latin typeface="Merriweather" panose="00000500000000000000" pitchFamily="2" charset="0"/>
            </a:endParaRPr>
          </a:p>
          <a:p>
            <a:pPr algn="l"/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To produce my foot, my each feather:</a:t>
            </a:r>
            <a:endParaRPr lang="en-US" sz="2000" b="1" dirty="0">
              <a:solidFill>
                <a:srgbClr val="00B0F0"/>
              </a:solidFill>
              <a:latin typeface="Merriweather" panose="00000500000000000000" pitchFamily="2" charset="0"/>
            </a:endParaRPr>
          </a:p>
          <a:p>
            <a:pPr algn="l"/>
            <a:endParaRPr lang="en" sz="2000" b="1" dirty="0">
              <a:solidFill>
                <a:srgbClr val="374151"/>
              </a:solidFill>
              <a:latin typeface="Merriweather" panose="00000500000000000000" pitchFamily="2" charset="0"/>
            </a:endParaRPr>
          </a:p>
          <a:p>
            <a:pPr algn="l"/>
            <a:r>
              <a:rPr lang="en" sz="2000" b="1" dirty="0">
                <a:solidFill>
                  <a:srgbClr val="7030A0"/>
                </a:solidFill>
                <a:latin typeface="Merriweather" panose="00000500000000000000" pitchFamily="2" charset="0"/>
              </a:rPr>
              <a:t> Now I hold Creation in my foot</a:t>
            </a:r>
            <a:endParaRPr lang="en-US" sz="2000" b="1" dirty="0">
              <a:solidFill>
                <a:srgbClr val="7030A0"/>
              </a:solidFill>
              <a:latin typeface="Merriweather" panose="00000500000000000000" pitchFamily="2" charset="0"/>
            </a:endParaRPr>
          </a:p>
          <a:p>
            <a:pPr marL="0" indent="0" algn="l"/>
            <a:br>
              <a:rPr lang="en-US" dirty="0"/>
            </a:br>
            <a:endParaRPr lang="en-US" dirty="0"/>
          </a:p>
        </p:txBody>
      </p:sp>
      <p:sp>
        <p:nvSpPr>
          <p:cNvPr id="446" name="Google Shape;446;p50"/>
          <p:cNvSpPr/>
          <p:nvPr/>
        </p:nvSpPr>
        <p:spPr>
          <a:xfrm rot="1080694">
            <a:off x="-985749" y="566239"/>
            <a:ext cx="3438898" cy="1802894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50"/>
          <p:cNvSpPr/>
          <p:nvPr/>
        </p:nvSpPr>
        <p:spPr>
          <a:xfrm rot="2121883">
            <a:off x="8024038" y="1369939"/>
            <a:ext cx="848595" cy="1385097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>
                  <a:alpha val="26789"/>
                </a:schemeClr>
              </a:gs>
              <a:gs pos="100000">
                <a:schemeClr val="accent3">
                  <a:alpha val="26789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Callout: Bent Line with Accent Bar 5">
            <a:extLst>
              <a:ext uri="{FF2B5EF4-FFF2-40B4-BE49-F238E27FC236}">
                <a16:creationId xmlns:a16="http://schemas.microsoft.com/office/drawing/2014/main" id="{046E61F3-E072-05FB-9568-C02ECC94BC49}"/>
              </a:ext>
            </a:extLst>
          </p:cNvPr>
          <p:cNvSpPr/>
          <p:nvPr/>
        </p:nvSpPr>
        <p:spPr>
          <a:xfrm>
            <a:off x="7106980" y="999413"/>
            <a:ext cx="1916699" cy="708053"/>
          </a:xfrm>
          <a:prstGeom prst="accentCallout2">
            <a:avLst>
              <a:gd name="adj1" fmla="val 16793"/>
              <a:gd name="adj2" fmla="val -4152"/>
              <a:gd name="adj3" fmla="val 18750"/>
              <a:gd name="adj4" fmla="val -16667"/>
              <a:gd name="adj5" fmla="val 98671"/>
              <a:gd name="adj6" fmla="val -156544"/>
            </a:avLst>
          </a:prstGeom>
          <a:solidFill>
            <a:schemeClr val="tx1">
              <a:lumMod val="60000"/>
              <a:lumOff val="40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Arial"/>
              </a:rPr>
              <a:t>What does this image suggest about the hawk ? Why ?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4" name="Google Shape;1036;p52">
            <a:extLst>
              <a:ext uri="{FF2B5EF4-FFF2-40B4-BE49-F238E27FC236}">
                <a16:creationId xmlns:a16="http://schemas.microsoft.com/office/drawing/2014/main" id="{2AF949D2-B111-47EF-0A31-05F085063176}"/>
              </a:ext>
            </a:extLst>
          </p:cNvPr>
          <p:cNvGrpSpPr/>
          <p:nvPr/>
        </p:nvGrpSpPr>
        <p:grpSpPr>
          <a:xfrm>
            <a:off x="7935710" y="3327111"/>
            <a:ext cx="1018500" cy="1756875"/>
            <a:chOff x="1671850" y="5693675"/>
            <a:chExt cx="1018500" cy="1756875"/>
          </a:xfrm>
        </p:grpSpPr>
        <p:sp>
          <p:nvSpPr>
            <p:cNvPr id="5" name="Google Shape;1037;p52">
              <a:extLst>
                <a:ext uri="{FF2B5EF4-FFF2-40B4-BE49-F238E27FC236}">
                  <a16:creationId xmlns:a16="http://schemas.microsoft.com/office/drawing/2014/main" id="{5031E0FA-B1B9-7AB2-514E-0712E6C6B5B6}"/>
                </a:ext>
              </a:extLst>
            </p:cNvPr>
            <p:cNvSpPr/>
            <p:nvPr/>
          </p:nvSpPr>
          <p:spPr>
            <a:xfrm>
              <a:off x="1973150" y="6647950"/>
              <a:ext cx="178400" cy="199575"/>
            </a:xfrm>
            <a:custGeom>
              <a:avLst/>
              <a:gdLst/>
              <a:ahLst/>
              <a:cxnLst/>
              <a:rect l="l" t="t" r="r" b="b"/>
              <a:pathLst>
                <a:path w="7136" h="7983" extrusionOk="0">
                  <a:moveTo>
                    <a:pt x="6613" y="5615"/>
                  </a:moveTo>
                  <a:cubicBezTo>
                    <a:pt x="6589" y="5657"/>
                    <a:pt x="6566" y="5698"/>
                    <a:pt x="6544" y="5737"/>
                  </a:cubicBezTo>
                  <a:lnTo>
                    <a:pt x="6544" y="5737"/>
                  </a:lnTo>
                  <a:cubicBezTo>
                    <a:pt x="6554" y="5722"/>
                    <a:pt x="6575" y="5683"/>
                    <a:pt x="6613" y="5615"/>
                  </a:cubicBezTo>
                  <a:close/>
                  <a:moveTo>
                    <a:pt x="5691" y="1"/>
                  </a:moveTo>
                  <a:cubicBezTo>
                    <a:pt x="5061" y="1"/>
                    <a:pt x="4233" y="478"/>
                    <a:pt x="3872" y="1095"/>
                  </a:cubicBezTo>
                  <a:cubicBezTo>
                    <a:pt x="3181" y="2267"/>
                    <a:pt x="1570" y="2999"/>
                    <a:pt x="628" y="4004"/>
                  </a:cubicBezTo>
                  <a:cubicBezTo>
                    <a:pt x="147" y="4485"/>
                    <a:pt x="1" y="5301"/>
                    <a:pt x="398" y="5887"/>
                  </a:cubicBezTo>
                  <a:cubicBezTo>
                    <a:pt x="880" y="6619"/>
                    <a:pt x="2344" y="7351"/>
                    <a:pt x="3139" y="7707"/>
                  </a:cubicBezTo>
                  <a:cubicBezTo>
                    <a:pt x="3524" y="7888"/>
                    <a:pt x="3890" y="7982"/>
                    <a:pt x="4233" y="7982"/>
                  </a:cubicBezTo>
                  <a:cubicBezTo>
                    <a:pt x="4841" y="7982"/>
                    <a:pt x="5376" y="7687"/>
                    <a:pt x="5818" y="7058"/>
                  </a:cubicBezTo>
                  <a:cubicBezTo>
                    <a:pt x="6027" y="6765"/>
                    <a:pt x="6194" y="6452"/>
                    <a:pt x="6341" y="6138"/>
                  </a:cubicBezTo>
                  <a:cubicBezTo>
                    <a:pt x="6405" y="5992"/>
                    <a:pt x="6470" y="5872"/>
                    <a:pt x="6544" y="5737"/>
                  </a:cubicBezTo>
                  <a:lnTo>
                    <a:pt x="6544" y="5737"/>
                  </a:lnTo>
                  <a:cubicBezTo>
                    <a:pt x="6541" y="5743"/>
                    <a:pt x="6539" y="5745"/>
                    <a:pt x="6539" y="5745"/>
                  </a:cubicBezTo>
                  <a:cubicBezTo>
                    <a:pt x="6531" y="5745"/>
                    <a:pt x="6889" y="5049"/>
                    <a:pt x="6905" y="5049"/>
                  </a:cubicBezTo>
                  <a:cubicBezTo>
                    <a:pt x="6905" y="5049"/>
                    <a:pt x="6906" y="5049"/>
                    <a:pt x="6906" y="5050"/>
                  </a:cubicBezTo>
                  <a:cubicBezTo>
                    <a:pt x="7031" y="4568"/>
                    <a:pt x="6927" y="4024"/>
                    <a:pt x="6927" y="3543"/>
                  </a:cubicBezTo>
                  <a:cubicBezTo>
                    <a:pt x="6927" y="3125"/>
                    <a:pt x="7136" y="2748"/>
                    <a:pt x="7115" y="2288"/>
                  </a:cubicBezTo>
                  <a:cubicBezTo>
                    <a:pt x="7052" y="1555"/>
                    <a:pt x="6989" y="300"/>
                    <a:pt x="6299" y="237"/>
                  </a:cubicBezTo>
                  <a:cubicBezTo>
                    <a:pt x="6152" y="73"/>
                    <a:pt x="5937" y="1"/>
                    <a:pt x="56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38;p52">
              <a:extLst>
                <a:ext uri="{FF2B5EF4-FFF2-40B4-BE49-F238E27FC236}">
                  <a16:creationId xmlns:a16="http://schemas.microsoft.com/office/drawing/2014/main" id="{9D234E1C-7A4F-7C37-C479-9409F1399A5D}"/>
                </a:ext>
              </a:extLst>
            </p:cNvPr>
            <p:cNvSpPr/>
            <p:nvPr/>
          </p:nvSpPr>
          <p:spPr>
            <a:xfrm>
              <a:off x="2397900" y="6609400"/>
              <a:ext cx="150675" cy="161575"/>
            </a:xfrm>
            <a:custGeom>
              <a:avLst/>
              <a:gdLst/>
              <a:ahLst/>
              <a:cxnLst/>
              <a:rect l="l" t="t" r="r" b="b"/>
              <a:pathLst>
                <a:path w="6027" h="6463" extrusionOk="0">
                  <a:moveTo>
                    <a:pt x="820" y="1"/>
                  </a:moveTo>
                  <a:cubicBezTo>
                    <a:pt x="597" y="1"/>
                    <a:pt x="418" y="177"/>
                    <a:pt x="273" y="587"/>
                  </a:cubicBezTo>
                  <a:cubicBezTo>
                    <a:pt x="1" y="1382"/>
                    <a:pt x="273" y="2009"/>
                    <a:pt x="524" y="2784"/>
                  </a:cubicBezTo>
                  <a:cubicBezTo>
                    <a:pt x="570" y="2939"/>
                    <a:pt x="594" y="3025"/>
                    <a:pt x="603" y="3025"/>
                  </a:cubicBezTo>
                  <a:cubicBezTo>
                    <a:pt x="606" y="3025"/>
                    <a:pt x="608" y="3014"/>
                    <a:pt x="608" y="2993"/>
                  </a:cubicBezTo>
                  <a:lnTo>
                    <a:pt x="608" y="3265"/>
                  </a:lnTo>
                  <a:cubicBezTo>
                    <a:pt x="608" y="3641"/>
                    <a:pt x="1172" y="4018"/>
                    <a:pt x="1235" y="4416"/>
                  </a:cubicBezTo>
                  <a:cubicBezTo>
                    <a:pt x="1361" y="5190"/>
                    <a:pt x="942" y="5901"/>
                    <a:pt x="1507" y="6299"/>
                  </a:cubicBezTo>
                  <a:cubicBezTo>
                    <a:pt x="1671" y="6416"/>
                    <a:pt x="1804" y="6463"/>
                    <a:pt x="1924" y="6463"/>
                  </a:cubicBezTo>
                  <a:cubicBezTo>
                    <a:pt x="2231" y="6463"/>
                    <a:pt x="2451" y="6154"/>
                    <a:pt x="2888" y="5943"/>
                  </a:cubicBezTo>
                  <a:cubicBezTo>
                    <a:pt x="3432" y="5818"/>
                    <a:pt x="3830" y="5399"/>
                    <a:pt x="4374" y="5085"/>
                  </a:cubicBezTo>
                  <a:cubicBezTo>
                    <a:pt x="5734" y="4437"/>
                    <a:pt x="6027" y="3851"/>
                    <a:pt x="4541" y="3097"/>
                  </a:cubicBezTo>
                  <a:cubicBezTo>
                    <a:pt x="3934" y="2784"/>
                    <a:pt x="3704" y="2721"/>
                    <a:pt x="3223" y="2281"/>
                  </a:cubicBezTo>
                  <a:lnTo>
                    <a:pt x="2930" y="1968"/>
                  </a:lnTo>
                  <a:cubicBezTo>
                    <a:pt x="2700" y="1716"/>
                    <a:pt x="2553" y="1424"/>
                    <a:pt x="2261" y="1193"/>
                  </a:cubicBezTo>
                  <a:cubicBezTo>
                    <a:pt x="1903" y="911"/>
                    <a:pt x="1698" y="138"/>
                    <a:pt x="1371" y="138"/>
                  </a:cubicBezTo>
                  <a:cubicBezTo>
                    <a:pt x="1334" y="138"/>
                    <a:pt x="1296" y="147"/>
                    <a:pt x="1256" y="168"/>
                  </a:cubicBezTo>
                  <a:cubicBezTo>
                    <a:pt x="1094" y="60"/>
                    <a:pt x="950" y="1"/>
                    <a:pt x="8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39;p52">
              <a:extLst>
                <a:ext uri="{FF2B5EF4-FFF2-40B4-BE49-F238E27FC236}">
                  <a16:creationId xmlns:a16="http://schemas.microsoft.com/office/drawing/2014/main" id="{CD500C2E-D14A-F61F-68F4-BE5D6810F25A}"/>
                </a:ext>
              </a:extLst>
            </p:cNvPr>
            <p:cNvSpPr/>
            <p:nvPr/>
          </p:nvSpPr>
          <p:spPr>
            <a:xfrm>
              <a:off x="2062075" y="6970850"/>
              <a:ext cx="550" cy="25"/>
            </a:xfrm>
            <a:custGeom>
              <a:avLst/>
              <a:gdLst/>
              <a:ahLst/>
              <a:cxnLst/>
              <a:rect l="l" t="t" r="r" b="b"/>
              <a:pathLst>
                <a:path w="22" h="1" extrusionOk="0">
                  <a:moveTo>
                    <a:pt x="1" y="1"/>
                  </a:moveTo>
                  <a:cubicBezTo>
                    <a:pt x="1" y="1"/>
                    <a:pt x="22" y="1"/>
                    <a:pt x="1" y="1"/>
                  </a:cubicBezTo>
                  <a:cubicBezTo>
                    <a:pt x="22" y="1"/>
                    <a:pt x="22" y="1"/>
                    <a:pt x="1" y="1"/>
                  </a:cubicBezTo>
                  <a:close/>
                </a:path>
              </a:pathLst>
            </a:custGeom>
            <a:solidFill>
              <a:srgbClr val="FFC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40;p52">
              <a:extLst>
                <a:ext uri="{FF2B5EF4-FFF2-40B4-BE49-F238E27FC236}">
                  <a16:creationId xmlns:a16="http://schemas.microsoft.com/office/drawing/2014/main" id="{71E21C6C-D4F0-53F8-1D2E-88EAD4B1594F}"/>
                </a:ext>
              </a:extLst>
            </p:cNvPr>
            <p:cNvSpPr/>
            <p:nvPr/>
          </p:nvSpPr>
          <p:spPr>
            <a:xfrm>
              <a:off x="2044300" y="6626250"/>
              <a:ext cx="434700" cy="455400"/>
            </a:xfrm>
            <a:custGeom>
              <a:avLst/>
              <a:gdLst/>
              <a:ahLst/>
              <a:cxnLst/>
              <a:rect l="l" t="t" r="r" b="b"/>
              <a:pathLst>
                <a:path w="17388" h="18216" extrusionOk="0">
                  <a:moveTo>
                    <a:pt x="13232" y="0"/>
                  </a:moveTo>
                  <a:cubicBezTo>
                    <a:pt x="12592" y="0"/>
                    <a:pt x="11825" y="337"/>
                    <a:pt x="11320" y="645"/>
                  </a:cubicBezTo>
                  <a:lnTo>
                    <a:pt x="11069" y="645"/>
                  </a:lnTo>
                  <a:cubicBezTo>
                    <a:pt x="10441" y="645"/>
                    <a:pt x="9834" y="1377"/>
                    <a:pt x="9521" y="1942"/>
                  </a:cubicBezTo>
                  <a:cubicBezTo>
                    <a:pt x="9228" y="2465"/>
                    <a:pt x="9123" y="2947"/>
                    <a:pt x="9186" y="3532"/>
                  </a:cubicBezTo>
                  <a:lnTo>
                    <a:pt x="9144" y="3532"/>
                  </a:lnTo>
                  <a:cubicBezTo>
                    <a:pt x="9077" y="3540"/>
                    <a:pt x="9012" y="3543"/>
                    <a:pt x="8947" y="3543"/>
                  </a:cubicBezTo>
                  <a:cubicBezTo>
                    <a:pt x="8276" y="3543"/>
                    <a:pt x="7681" y="3174"/>
                    <a:pt x="7052" y="2926"/>
                  </a:cubicBezTo>
                  <a:cubicBezTo>
                    <a:pt x="7010" y="2905"/>
                    <a:pt x="7679" y="1315"/>
                    <a:pt x="7638" y="1273"/>
                  </a:cubicBezTo>
                  <a:cubicBezTo>
                    <a:pt x="7782" y="939"/>
                    <a:pt x="7647" y="850"/>
                    <a:pt x="7349" y="850"/>
                  </a:cubicBezTo>
                  <a:cubicBezTo>
                    <a:pt x="7008" y="850"/>
                    <a:pt x="6453" y="968"/>
                    <a:pt x="5861" y="968"/>
                  </a:cubicBezTo>
                  <a:cubicBezTo>
                    <a:pt x="5770" y="968"/>
                    <a:pt x="5679" y="965"/>
                    <a:pt x="5587" y="959"/>
                  </a:cubicBezTo>
                  <a:cubicBezTo>
                    <a:pt x="5524" y="959"/>
                    <a:pt x="5441" y="959"/>
                    <a:pt x="5357" y="938"/>
                  </a:cubicBezTo>
                  <a:cubicBezTo>
                    <a:pt x="5332" y="936"/>
                    <a:pt x="5306" y="936"/>
                    <a:pt x="5282" y="936"/>
                  </a:cubicBezTo>
                  <a:cubicBezTo>
                    <a:pt x="4645" y="936"/>
                    <a:pt x="4114" y="1440"/>
                    <a:pt x="3913" y="1963"/>
                  </a:cubicBezTo>
                  <a:cubicBezTo>
                    <a:pt x="3495" y="3156"/>
                    <a:pt x="3348" y="4411"/>
                    <a:pt x="2951" y="5625"/>
                  </a:cubicBezTo>
                  <a:cubicBezTo>
                    <a:pt x="2553" y="6859"/>
                    <a:pt x="2197" y="8073"/>
                    <a:pt x="1988" y="9370"/>
                  </a:cubicBezTo>
                  <a:cubicBezTo>
                    <a:pt x="1779" y="10584"/>
                    <a:pt x="1549" y="11944"/>
                    <a:pt x="1026" y="13095"/>
                  </a:cubicBezTo>
                  <a:cubicBezTo>
                    <a:pt x="921" y="13304"/>
                    <a:pt x="837" y="13513"/>
                    <a:pt x="754" y="13743"/>
                  </a:cubicBezTo>
                  <a:cubicBezTo>
                    <a:pt x="754" y="13743"/>
                    <a:pt x="754" y="13743"/>
                    <a:pt x="754" y="13743"/>
                  </a:cubicBezTo>
                  <a:cubicBezTo>
                    <a:pt x="767" y="13743"/>
                    <a:pt x="585" y="14468"/>
                    <a:pt x="644" y="14468"/>
                  </a:cubicBezTo>
                  <a:cubicBezTo>
                    <a:pt x="654" y="14468"/>
                    <a:pt x="672" y="14447"/>
                    <a:pt x="698" y="14397"/>
                  </a:cubicBezTo>
                  <a:lnTo>
                    <a:pt x="698" y="14397"/>
                  </a:lnTo>
                  <a:cubicBezTo>
                    <a:pt x="456" y="14873"/>
                    <a:pt x="333" y="15426"/>
                    <a:pt x="210" y="15919"/>
                  </a:cubicBezTo>
                  <a:cubicBezTo>
                    <a:pt x="0" y="16861"/>
                    <a:pt x="503" y="17760"/>
                    <a:pt x="1486" y="18032"/>
                  </a:cubicBezTo>
                  <a:cubicBezTo>
                    <a:pt x="1792" y="18126"/>
                    <a:pt x="2100" y="18160"/>
                    <a:pt x="2409" y="18160"/>
                  </a:cubicBezTo>
                  <a:cubicBezTo>
                    <a:pt x="3282" y="18160"/>
                    <a:pt x="4162" y="17886"/>
                    <a:pt x="5043" y="17886"/>
                  </a:cubicBezTo>
                  <a:cubicBezTo>
                    <a:pt x="6821" y="17886"/>
                    <a:pt x="8525" y="18203"/>
                    <a:pt x="10331" y="18203"/>
                  </a:cubicBezTo>
                  <a:cubicBezTo>
                    <a:pt x="10437" y="18203"/>
                    <a:pt x="10544" y="18202"/>
                    <a:pt x="10651" y="18200"/>
                  </a:cubicBezTo>
                  <a:cubicBezTo>
                    <a:pt x="11529" y="18179"/>
                    <a:pt x="12429" y="18116"/>
                    <a:pt x="13308" y="18116"/>
                  </a:cubicBezTo>
                  <a:cubicBezTo>
                    <a:pt x="13790" y="18116"/>
                    <a:pt x="14244" y="18216"/>
                    <a:pt x="14705" y="18216"/>
                  </a:cubicBezTo>
                  <a:cubicBezTo>
                    <a:pt x="14804" y="18216"/>
                    <a:pt x="14903" y="18211"/>
                    <a:pt x="15003" y="18200"/>
                  </a:cubicBezTo>
                  <a:cubicBezTo>
                    <a:pt x="16781" y="18012"/>
                    <a:pt x="17388" y="16735"/>
                    <a:pt x="17388" y="15208"/>
                  </a:cubicBezTo>
                  <a:cubicBezTo>
                    <a:pt x="17367" y="13869"/>
                    <a:pt x="17074" y="12509"/>
                    <a:pt x="16802" y="11190"/>
                  </a:cubicBezTo>
                  <a:cubicBezTo>
                    <a:pt x="16446" y="9454"/>
                    <a:pt x="16342" y="7759"/>
                    <a:pt x="16049" y="6022"/>
                  </a:cubicBezTo>
                  <a:cubicBezTo>
                    <a:pt x="15840" y="4620"/>
                    <a:pt x="15463" y="3156"/>
                    <a:pt x="14668" y="1963"/>
                  </a:cubicBezTo>
                  <a:cubicBezTo>
                    <a:pt x="14438" y="1628"/>
                    <a:pt x="14333" y="436"/>
                    <a:pt x="14040" y="289"/>
                  </a:cubicBezTo>
                  <a:cubicBezTo>
                    <a:pt x="13833" y="82"/>
                    <a:pt x="13548" y="0"/>
                    <a:pt x="132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41;p52">
              <a:extLst>
                <a:ext uri="{FF2B5EF4-FFF2-40B4-BE49-F238E27FC236}">
                  <a16:creationId xmlns:a16="http://schemas.microsoft.com/office/drawing/2014/main" id="{114B1EF1-3448-3B86-6F0D-776E55DB4786}"/>
                </a:ext>
              </a:extLst>
            </p:cNvPr>
            <p:cNvSpPr/>
            <p:nvPr/>
          </p:nvSpPr>
          <p:spPr>
            <a:xfrm>
              <a:off x="2040125" y="7063700"/>
              <a:ext cx="448300" cy="229825"/>
            </a:xfrm>
            <a:custGeom>
              <a:avLst/>
              <a:gdLst/>
              <a:ahLst/>
              <a:cxnLst/>
              <a:rect l="l" t="t" r="r" b="b"/>
              <a:pathLst>
                <a:path w="17932" h="9193" extrusionOk="0">
                  <a:moveTo>
                    <a:pt x="10152" y="3675"/>
                  </a:moveTo>
                  <a:lnTo>
                    <a:pt x="10152" y="3675"/>
                  </a:lnTo>
                  <a:cubicBezTo>
                    <a:pt x="10321" y="3681"/>
                    <a:pt x="10406" y="3692"/>
                    <a:pt x="10368" y="3692"/>
                  </a:cubicBezTo>
                  <a:cubicBezTo>
                    <a:pt x="10345" y="3692"/>
                    <a:pt x="10276" y="3688"/>
                    <a:pt x="10152" y="3675"/>
                  </a:cubicBezTo>
                  <a:close/>
                  <a:moveTo>
                    <a:pt x="15693" y="0"/>
                  </a:moveTo>
                  <a:cubicBezTo>
                    <a:pt x="14708" y="0"/>
                    <a:pt x="13520" y="457"/>
                    <a:pt x="12763" y="765"/>
                  </a:cubicBezTo>
                  <a:cubicBezTo>
                    <a:pt x="11970" y="440"/>
                    <a:pt x="11032" y="371"/>
                    <a:pt x="10107" y="371"/>
                  </a:cubicBezTo>
                  <a:cubicBezTo>
                    <a:pt x="9422" y="371"/>
                    <a:pt x="8745" y="409"/>
                    <a:pt x="8139" y="409"/>
                  </a:cubicBezTo>
                  <a:cubicBezTo>
                    <a:pt x="7611" y="409"/>
                    <a:pt x="7087" y="393"/>
                    <a:pt x="6568" y="393"/>
                  </a:cubicBezTo>
                  <a:cubicBezTo>
                    <a:pt x="5399" y="393"/>
                    <a:pt x="4254" y="473"/>
                    <a:pt x="3139" y="995"/>
                  </a:cubicBezTo>
                  <a:cubicBezTo>
                    <a:pt x="3119" y="1004"/>
                    <a:pt x="3095" y="1009"/>
                    <a:pt x="3067" y="1009"/>
                  </a:cubicBezTo>
                  <a:cubicBezTo>
                    <a:pt x="2825" y="1009"/>
                    <a:pt x="2290" y="682"/>
                    <a:pt x="2062" y="682"/>
                  </a:cubicBezTo>
                  <a:cubicBezTo>
                    <a:pt x="2031" y="682"/>
                    <a:pt x="2006" y="688"/>
                    <a:pt x="1988" y="702"/>
                  </a:cubicBezTo>
                  <a:cubicBezTo>
                    <a:pt x="1938" y="697"/>
                    <a:pt x="1889" y="694"/>
                    <a:pt x="1839" y="694"/>
                  </a:cubicBezTo>
                  <a:cubicBezTo>
                    <a:pt x="1468" y="694"/>
                    <a:pt x="1100" y="840"/>
                    <a:pt x="879" y="1246"/>
                  </a:cubicBezTo>
                  <a:cubicBezTo>
                    <a:pt x="774" y="1434"/>
                    <a:pt x="1255" y="2292"/>
                    <a:pt x="1193" y="2501"/>
                  </a:cubicBezTo>
                  <a:cubicBezTo>
                    <a:pt x="1046" y="2711"/>
                    <a:pt x="942" y="2962"/>
                    <a:pt x="921" y="3192"/>
                  </a:cubicBezTo>
                  <a:cubicBezTo>
                    <a:pt x="607" y="4133"/>
                    <a:pt x="398" y="5180"/>
                    <a:pt x="272" y="6037"/>
                  </a:cubicBezTo>
                  <a:cubicBezTo>
                    <a:pt x="146" y="6895"/>
                    <a:pt x="0" y="7921"/>
                    <a:pt x="690" y="8611"/>
                  </a:cubicBezTo>
                  <a:cubicBezTo>
                    <a:pt x="1151" y="9071"/>
                    <a:pt x="1883" y="9155"/>
                    <a:pt x="2511" y="9176"/>
                  </a:cubicBezTo>
                  <a:cubicBezTo>
                    <a:pt x="2674" y="9186"/>
                    <a:pt x="2865" y="9193"/>
                    <a:pt x="3072" y="9193"/>
                  </a:cubicBezTo>
                  <a:cubicBezTo>
                    <a:pt x="4169" y="9193"/>
                    <a:pt x="5733" y="9003"/>
                    <a:pt x="6172" y="8088"/>
                  </a:cubicBezTo>
                  <a:cubicBezTo>
                    <a:pt x="6800" y="6749"/>
                    <a:pt x="7386" y="5326"/>
                    <a:pt x="7574" y="3840"/>
                  </a:cubicBezTo>
                  <a:lnTo>
                    <a:pt x="7574" y="3715"/>
                  </a:lnTo>
                  <a:lnTo>
                    <a:pt x="7574" y="3673"/>
                  </a:lnTo>
                  <a:lnTo>
                    <a:pt x="9981" y="3673"/>
                  </a:lnTo>
                  <a:cubicBezTo>
                    <a:pt x="9983" y="3673"/>
                    <a:pt x="9985" y="3673"/>
                    <a:pt x="9987" y="3673"/>
                  </a:cubicBezTo>
                  <a:lnTo>
                    <a:pt x="9987" y="3673"/>
                  </a:lnTo>
                  <a:cubicBezTo>
                    <a:pt x="9299" y="3711"/>
                    <a:pt x="10609" y="4384"/>
                    <a:pt x="10629" y="4384"/>
                  </a:cubicBezTo>
                  <a:cubicBezTo>
                    <a:pt x="10629" y="4656"/>
                    <a:pt x="10608" y="4908"/>
                    <a:pt x="10566" y="5117"/>
                  </a:cubicBezTo>
                  <a:cubicBezTo>
                    <a:pt x="10504" y="6372"/>
                    <a:pt x="10629" y="8360"/>
                    <a:pt x="12178" y="8778"/>
                  </a:cubicBezTo>
                  <a:cubicBezTo>
                    <a:pt x="12521" y="8875"/>
                    <a:pt x="13079" y="8926"/>
                    <a:pt x="13702" y="8926"/>
                  </a:cubicBezTo>
                  <a:cubicBezTo>
                    <a:pt x="14975" y="8926"/>
                    <a:pt x="16519" y="8712"/>
                    <a:pt x="17053" y="8234"/>
                  </a:cubicBezTo>
                  <a:cubicBezTo>
                    <a:pt x="17932" y="7523"/>
                    <a:pt x="17785" y="6100"/>
                    <a:pt x="17639" y="5096"/>
                  </a:cubicBezTo>
                  <a:cubicBezTo>
                    <a:pt x="17618" y="4887"/>
                    <a:pt x="17555" y="4677"/>
                    <a:pt x="17534" y="4447"/>
                  </a:cubicBezTo>
                  <a:cubicBezTo>
                    <a:pt x="17534" y="4384"/>
                    <a:pt x="17513" y="4238"/>
                    <a:pt x="17513" y="4154"/>
                  </a:cubicBezTo>
                  <a:cubicBezTo>
                    <a:pt x="17513" y="3422"/>
                    <a:pt x="17597" y="1413"/>
                    <a:pt x="17157" y="702"/>
                  </a:cubicBezTo>
                  <a:cubicBezTo>
                    <a:pt x="16857" y="183"/>
                    <a:pt x="16316" y="0"/>
                    <a:pt x="156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42;p52">
              <a:extLst>
                <a:ext uri="{FF2B5EF4-FFF2-40B4-BE49-F238E27FC236}">
                  <a16:creationId xmlns:a16="http://schemas.microsoft.com/office/drawing/2014/main" id="{615CC0E5-F092-FC59-FDEE-90EAB3401139}"/>
                </a:ext>
              </a:extLst>
            </p:cNvPr>
            <p:cNvSpPr/>
            <p:nvPr/>
          </p:nvSpPr>
          <p:spPr>
            <a:xfrm>
              <a:off x="1996175" y="7391000"/>
              <a:ext cx="104650" cy="58700"/>
            </a:xfrm>
            <a:custGeom>
              <a:avLst/>
              <a:gdLst/>
              <a:ahLst/>
              <a:cxnLst/>
              <a:rect l="l" t="t" r="r" b="b"/>
              <a:pathLst>
                <a:path w="4186" h="2348" extrusionOk="0">
                  <a:moveTo>
                    <a:pt x="2860" y="0"/>
                  </a:moveTo>
                  <a:cubicBezTo>
                    <a:pt x="2608" y="0"/>
                    <a:pt x="2371" y="30"/>
                    <a:pt x="2135" y="59"/>
                  </a:cubicBezTo>
                  <a:cubicBezTo>
                    <a:pt x="2009" y="80"/>
                    <a:pt x="1884" y="80"/>
                    <a:pt x="1737" y="122"/>
                  </a:cubicBezTo>
                  <a:cubicBezTo>
                    <a:pt x="1674" y="122"/>
                    <a:pt x="1570" y="143"/>
                    <a:pt x="1486" y="143"/>
                  </a:cubicBezTo>
                  <a:cubicBezTo>
                    <a:pt x="1423" y="154"/>
                    <a:pt x="1381" y="159"/>
                    <a:pt x="1366" y="159"/>
                  </a:cubicBezTo>
                  <a:cubicBezTo>
                    <a:pt x="1350" y="159"/>
                    <a:pt x="1360" y="154"/>
                    <a:pt x="1402" y="143"/>
                  </a:cubicBezTo>
                  <a:cubicBezTo>
                    <a:pt x="1300" y="110"/>
                    <a:pt x="1198" y="95"/>
                    <a:pt x="1098" y="95"/>
                  </a:cubicBezTo>
                  <a:cubicBezTo>
                    <a:pt x="506" y="95"/>
                    <a:pt x="0" y="637"/>
                    <a:pt x="0" y="1210"/>
                  </a:cubicBezTo>
                  <a:cubicBezTo>
                    <a:pt x="0" y="1786"/>
                    <a:pt x="496" y="2348"/>
                    <a:pt x="1061" y="2348"/>
                  </a:cubicBezTo>
                  <a:cubicBezTo>
                    <a:pt x="1173" y="2348"/>
                    <a:pt x="1288" y="2326"/>
                    <a:pt x="1402" y="2277"/>
                  </a:cubicBezTo>
                  <a:cubicBezTo>
                    <a:pt x="1925" y="2068"/>
                    <a:pt x="2825" y="2026"/>
                    <a:pt x="3474" y="1922"/>
                  </a:cubicBezTo>
                  <a:cubicBezTo>
                    <a:pt x="3892" y="1859"/>
                    <a:pt x="4185" y="1378"/>
                    <a:pt x="4185" y="980"/>
                  </a:cubicBezTo>
                  <a:cubicBezTo>
                    <a:pt x="4143" y="436"/>
                    <a:pt x="3704" y="59"/>
                    <a:pt x="3181" y="18"/>
                  </a:cubicBezTo>
                  <a:cubicBezTo>
                    <a:pt x="3071" y="5"/>
                    <a:pt x="2964" y="0"/>
                    <a:pt x="28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43;p52">
              <a:extLst>
                <a:ext uri="{FF2B5EF4-FFF2-40B4-BE49-F238E27FC236}">
                  <a16:creationId xmlns:a16="http://schemas.microsoft.com/office/drawing/2014/main" id="{2D0768E1-06FE-3A75-B621-C0DA982AE6E9}"/>
                </a:ext>
              </a:extLst>
            </p:cNvPr>
            <p:cNvSpPr/>
            <p:nvPr/>
          </p:nvSpPr>
          <p:spPr>
            <a:xfrm>
              <a:off x="2394250" y="7369525"/>
              <a:ext cx="153800" cy="78500"/>
            </a:xfrm>
            <a:custGeom>
              <a:avLst/>
              <a:gdLst/>
              <a:ahLst/>
              <a:cxnLst/>
              <a:rect l="l" t="t" r="r" b="b"/>
              <a:pathLst>
                <a:path w="6152" h="3140" extrusionOk="0">
                  <a:moveTo>
                    <a:pt x="2929" y="0"/>
                  </a:moveTo>
                  <a:cubicBezTo>
                    <a:pt x="2524" y="0"/>
                    <a:pt x="2120" y="48"/>
                    <a:pt x="1716" y="61"/>
                  </a:cubicBezTo>
                  <a:cubicBezTo>
                    <a:pt x="20" y="81"/>
                    <a:pt x="1" y="2719"/>
                    <a:pt x="1658" y="2719"/>
                  </a:cubicBezTo>
                  <a:cubicBezTo>
                    <a:pt x="1677" y="2719"/>
                    <a:pt x="1696" y="2719"/>
                    <a:pt x="1716" y="2718"/>
                  </a:cubicBezTo>
                  <a:cubicBezTo>
                    <a:pt x="2050" y="2704"/>
                    <a:pt x="2383" y="2657"/>
                    <a:pt x="2717" y="2657"/>
                  </a:cubicBezTo>
                  <a:cubicBezTo>
                    <a:pt x="2906" y="2657"/>
                    <a:pt x="3096" y="2672"/>
                    <a:pt x="3285" y="2718"/>
                  </a:cubicBezTo>
                  <a:cubicBezTo>
                    <a:pt x="3557" y="2802"/>
                    <a:pt x="3808" y="3011"/>
                    <a:pt x="4101" y="3094"/>
                  </a:cubicBezTo>
                  <a:cubicBezTo>
                    <a:pt x="4224" y="3125"/>
                    <a:pt x="4346" y="3140"/>
                    <a:pt x="4467" y="3140"/>
                  </a:cubicBezTo>
                  <a:cubicBezTo>
                    <a:pt x="4762" y="3140"/>
                    <a:pt x="5054" y="3054"/>
                    <a:pt x="5336" y="2906"/>
                  </a:cubicBezTo>
                  <a:cubicBezTo>
                    <a:pt x="6152" y="2404"/>
                    <a:pt x="6005" y="1316"/>
                    <a:pt x="5315" y="793"/>
                  </a:cubicBezTo>
                  <a:cubicBezTo>
                    <a:pt x="4896" y="500"/>
                    <a:pt x="4373" y="270"/>
                    <a:pt x="3787" y="102"/>
                  </a:cubicBezTo>
                  <a:cubicBezTo>
                    <a:pt x="3501" y="24"/>
                    <a:pt x="3215" y="0"/>
                    <a:pt x="29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44;p52">
              <a:extLst>
                <a:ext uri="{FF2B5EF4-FFF2-40B4-BE49-F238E27FC236}">
                  <a16:creationId xmlns:a16="http://schemas.microsoft.com/office/drawing/2014/main" id="{E45EBEAD-5D36-EB94-1511-7DB9875826C2}"/>
                </a:ext>
              </a:extLst>
            </p:cNvPr>
            <p:cNvSpPr/>
            <p:nvPr/>
          </p:nvSpPr>
          <p:spPr>
            <a:xfrm>
              <a:off x="1751725" y="6151225"/>
              <a:ext cx="918225" cy="571725"/>
            </a:xfrm>
            <a:custGeom>
              <a:avLst/>
              <a:gdLst/>
              <a:ahLst/>
              <a:cxnLst/>
              <a:rect l="l" t="t" r="r" b="b"/>
              <a:pathLst>
                <a:path w="36729" h="22869" extrusionOk="0">
                  <a:moveTo>
                    <a:pt x="25288" y="1"/>
                  </a:moveTo>
                  <a:cubicBezTo>
                    <a:pt x="23964" y="1"/>
                    <a:pt x="23491" y="451"/>
                    <a:pt x="21517" y="647"/>
                  </a:cubicBezTo>
                  <a:cubicBezTo>
                    <a:pt x="20784" y="710"/>
                    <a:pt x="20052" y="815"/>
                    <a:pt x="19320" y="1003"/>
                  </a:cubicBezTo>
                  <a:cubicBezTo>
                    <a:pt x="18998" y="546"/>
                    <a:pt x="18455" y="319"/>
                    <a:pt x="17909" y="319"/>
                  </a:cubicBezTo>
                  <a:cubicBezTo>
                    <a:pt x="17104" y="319"/>
                    <a:pt x="16293" y="813"/>
                    <a:pt x="16181" y="1798"/>
                  </a:cubicBezTo>
                  <a:cubicBezTo>
                    <a:pt x="16136" y="1801"/>
                    <a:pt x="16091" y="1802"/>
                    <a:pt x="16045" y="1802"/>
                  </a:cubicBezTo>
                  <a:cubicBezTo>
                    <a:pt x="15772" y="1802"/>
                    <a:pt x="15491" y="1756"/>
                    <a:pt x="15239" y="1756"/>
                  </a:cubicBezTo>
                  <a:cubicBezTo>
                    <a:pt x="14926" y="1798"/>
                    <a:pt x="14612" y="1840"/>
                    <a:pt x="14319" y="1924"/>
                  </a:cubicBezTo>
                  <a:cubicBezTo>
                    <a:pt x="14050" y="1824"/>
                    <a:pt x="13773" y="1777"/>
                    <a:pt x="13499" y="1777"/>
                  </a:cubicBezTo>
                  <a:cubicBezTo>
                    <a:pt x="13196" y="1777"/>
                    <a:pt x="12899" y="1835"/>
                    <a:pt x="12624" y="1945"/>
                  </a:cubicBezTo>
                  <a:cubicBezTo>
                    <a:pt x="12247" y="1463"/>
                    <a:pt x="11677" y="1191"/>
                    <a:pt x="11110" y="1191"/>
                  </a:cubicBezTo>
                  <a:cubicBezTo>
                    <a:pt x="10542" y="1191"/>
                    <a:pt x="9977" y="1463"/>
                    <a:pt x="9611" y="2070"/>
                  </a:cubicBezTo>
                  <a:cubicBezTo>
                    <a:pt x="9527" y="2217"/>
                    <a:pt x="9465" y="2363"/>
                    <a:pt x="9381" y="2530"/>
                  </a:cubicBezTo>
                  <a:cubicBezTo>
                    <a:pt x="9282" y="2513"/>
                    <a:pt x="9181" y="2504"/>
                    <a:pt x="9080" y="2504"/>
                  </a:cubicBezTo>
                  <a:cubicBezTo>
                    <a:pt x="8584" y="2504"/>
                    <a:pt x="8072" y="2713"/>
                    <a:pt x="7602" y="3095"/>
                  </a:cubicBezTo>
                  <a:cubicBezTo>
                    <a:pt x="7330" y="3305"/>
                    <a:pt x="7100" y="3577"/>
                    <a:pt x="6912" y="3849"/>
                  </a:cubicBezTo>
                  <a:cubicBezTo>
                    <a:pt x="6431" y="4246"/>
                    <a:pt x="5970" y="4769"/>
                    <a:pt x="5719" y="5188"/>
                  </a:cubicBezTo>
                  <a:cubicBezTo>
                    <a:pt x="5405" y="5732"/>
                    <a:pt x="5112" y="6401"/>
                    <a:pt x="4903" y="7071"/>
                  </a:cubicBezTo>
                  <a:cubicBezTo>
                    <a:pt x="4380" y="6652"/>
                    <a:pt x="3648" y="6443"/>
                    <a:pt x="3020" y="6422"/>
                  </a:cubicBezTo>
                  <a:cubicBezTo>
                    <a:pt x="2981" y="6420"/>
                    <a:pt x="2942" y="6419"/>
                    <a:pt x="2903" y="6419"/>
                  </a:cubicBezTo>
                  <a:cubicBezTo>
                    <a:pt x="1584" y="6419"/>
                    <a:pt x="0" y="7431"/>
                    <a:pt x="467" y="8975"/>
                  </a:cubicBezTo>
                  <a:cubicBezTo>
                    <a:pt x="886" y="10377"/>
                    <a:pt x="1032" y="11423"/>
                    <a:pt x="2309" y="11569"/>
                  </a:cubicBezTo>
                  <a:cubicBezTo>
                    <a:pt x="2429" y="11586"/>
                    <a:pt x="2561" y="11592"/>
                    <a:pt x="2700" y="11592"/>
                  </a:cubicBezTo>
                  <a:cubicBezTo>
                    <a:pt x="3117" y="11592"/>
                    <a:pt x="3600" y="11537"/>
                    <a:pt x="4052" y="11537"/>
                  </a:cubicBezTo>
                  <a:cubicBezTo>
                    <a:pt x="4231" y="11537"/>
                    <a:pt x="4405" y="11545"/>
                    <a:pt x="4568" y="11569"/>
                  </a:cubicBezTo>
                  <a:cubicBezTo>
                    <a:pt x="4673" y="11569"/>
                    <a:pt x="4778" y="11590"/>
                    <a:pt x="4882" y="11590"/>
                  </a:cubicBezTo>
                  <a:cubicBezTo>
                    <a:pt x="5175" y="13097"/>
                    <a:pt x="5970" y="15085"/>
                    <a:pt x="6765" y="16361"/>
                  </a:cubicBezTo>
                  <a:cubicBezTo>
                    <a:pt x="7540" y="17658"/>
                    <a:pt x="9297" y="18077"/>
                    <a:pt x="10532" y="18997"/>
                  </a:cubicBezTo>
                  <a:cubicBezTo>
                    <a:pt x="11934" y="20043"/>
                    <a:pt x="13859" y="20169"/>
                    <a:pt x="15553" y="20357"/>
                  </a:cubicBezTo>
                  <a:cubicBezTo>
                    <a:pt x="16275" y="20441"/>
                    <a:pt x="16903" y="20483"/>
                    <a:pt x="17525" y="20483"/>
                  </a:cubicBezTo>
                  <a:cubicBezTo>
                    <a:pt x="18148" y="20483"/>
                    <a:pt x="18765" y="20441"/>
                    <a:pt x="19466" y="20357"/>
                  </a:cubicBezTo>
                  <a:lnTo>
                    <a:pt x="19466" y="20357"/>
                  </a:lnTo>
                  <a:cubicBezTo>
                    <a:pt x="19466" y="20483"/>
                    <a:pt x="19445" y="20860"/>
                    <a:pt x="19445" y="20985"/>
                  </a:cubicBezTo>
                  <a:cubicBezTo>
                    <a:pt x="19341" y="21173"/>
                    <a:pt x="19299" y="21383"/>
                    <a:pt x="19299" y="21592"/>
                  </a:cubicBezTo>
                  <a:cubicBezTo>
                    <a:pt x="19299" y="22261"/>
                    <a:pt x="19864" y="22868"/>
                    <a:pt x="20554" y="22868"/>
                  </a:cubicBezTo>
                  <a:cubicBezTo>
                    <a:pt x="21098" y="22868"/>
                    <a:pt x="21621" y="22471"/>
                    <a:pt x="21747" y="21927"/>
                  </a:cubicBezTo>
                  <a:cubicBezTo>
                    <a:pt x="21830" y="21613"/>
                    <a:pt x="21768" y="21278"/>
                    <a:pt x="21642" y="20985"/>
                  </a:cubicBezTo>
                  <a:lnTo>
                    <a:pt x="21642" y="20567"/>
                  </a:lnTo>
                  <a:cubicBezTo>
                    <a:pt x="21642" y="20441"/>
                    <a:pt x="21621" y="20336"/>
                    <a:pt x="21558" y="20211"/>
                  </a:cubicBezTo>
                  <a:cubicBezTo>
                    <a:pt x="22605" y="19918"/>
                    <a:pt x="23630" y="19541"/>
                    <a:pt x="24697" y="19227"/>
                  </a:cubicBezTo>
                  <a:cubicBezTo>
                    <a:pt x="26120" y="18809"/>
                    <a:pt x="27417" y="18600"/>
                    <a:pt x="28652" y="17742"/>
                  </a:cubicBezTo>
                  <a:cubicBezTo>
                    <a:pt x="29886" y="16884"/>
                    <a:pt x="30849" y="15754"/>
                    <a:pt x="31602" y="14478"/>
                  </a:cubicBezTo>
                  <a:cubicBezTo>
                    <a:pt x="32753" y="12511"/>
                    <a:pt x="33004" y="10314"/>
                    <a:pt x="33129" y="8117"/>
                  </a:cubicBezTo>
                  <a:cubicBezTo>
                    <a:pt x="33548" y="8075"/>
                    <a:pt x="33945" y="7824"/>
                    <a:pt x="34154" y="7447"/>
                  </a:cubicBezTo>
                  <a:cubicBezTo>
                    <a:pt x="34154" y="7406"/>
                    <a:pt x="34175" y="7385"/>
                    <a:pt x="34196" y="7364"/>
                  </a:cubicBezTo>
                  <a:lnTo>
                    <a:pt x="34364" y="7196"/>
                  </a:lnTo>
                  <a:lnTo>
                    <a:pt x="34426" y="7134"/>
                  </a:lnTo>
                  <a:cubicBezTo>
                    <a:pt x="34430" y="7130"/>
                    <a:pt x="34434" y="7128"/>
                    <a:pt x="34438" y="7128"/>
                  </a:cubicBezTo>
                  <a:cubicBezTo>
                    <a:pt x="34498" y="7128"/>
                    <a:pt x="34591" y="7554"/>
                    <a:pt x="34668" y="7554"/>
                  </a:cubicBezTo>
                  <a:cubicBezTo>
                    <a:pt x="34671" y="7554"/>
                    <a:pt x="34674" y="7554"/>
                    <a:pt x="34678" y="7552"/>
                  </a:cubicBezTo>
                  <a:cubicBezTo>
                    <a:pt x="35138" y="7175"/>
                    <a:pt x="36079" y="6422"/>
                    <a:pt x="36372" y="5899"/>
                  </a:cubicBezTo>
                  <a:cubicBezTo>
                    <a:pt x="36728" y="5167"/>
                    <a:pt x="35975" y="3472"/>
                    <a:pt x="35305" y="3074"/>
                  </a:cubicBezTo>
                  <a:cubicBezTo>
                    <a:pt x="35193" y="3008"/>
                    <a:pt x="35076" y="2978"/>
                    <a:pt x="34956" y="2978"/>
                  </a:cubicBezTo>
                  <a:cubicBezTo>
                    <a:pt x="34362" y="2978"/>
                    <a:pt x="33718" y="3710"/>
                    <a:pt x="33422" y="4267"/>
                  </a:cubicBezTo>
                  <a:cubicBezTo>
                    <a:pt x="33380" y="4309"/>
                    <a:pt x="33380" y="4330"/>
                    <a:pt x="33359" y="4372"/>
                  </a:cubicBezTo>
                  <a:lnTo>
                    <a:pt x="33234" y="4518"/>
                  </a:lnTo>
                  <a:cubicBezTo>
                    <a:pt x="33150" y="3723"/>
                    <a:pt x="32962" y="2949"/>
                    <a:pt x="32522" y="2321"/>
                  </a:cubicBezTo>
                  <a:cubicBezTo>
                    <a:pt x="31790" y="1296"/>
                    <a:pt x="27877" y="292"/>
                    <a:pt x="26664" y="124"/>
                  </a:cubicBezTo>
                  <a:cubicBezTo>
                    <a:pt x="26102" y="37"/>
                    <a:pt x="25661" y="1"/>
                    <a:pt x="25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45;p52">
              <a:extLst>
                <a:ext uri="{FF2B5EF4-FFF2-40B4-BE49-F238E27FC236}">
                  <a16:creationId xmlns:a16="http://schemas.microsoft.com/office/drawing/2014/main" id="{FA16B5CC-28B8-2CDF-D732-A2740BA2AD4D}"/>
                </a:ext>
              </a:extLst>
            </p:cNvPr>
            <p:cNvSpPr/>
            <p:nvPr/>
          </p:nvSpPr>
          <p:spPr>
            <a:xfrm>
              <a:off x="1911950" y="6420250"/>
              <a:ext cx="127150" cy="135400"/>
            </a:xfrm>
            <a:custGeom>
              <a:avLst/>
              <a:gdLst/>
              <a:ahLst/>
              <a:cxnLst/>
              <a:rect l="l" t="t" r="r" b="b"/>
              <a:pathLst>
                <a:path w="5086" h="5416" extrusionOk="0">
                  <a:moveTo>
                    <a:pt x="2511" y="1"/>
                  </a:moveTo>
                  <a:cubicBezTo>
                    <a:pt x="2311" y="1"/>
                    <a:pt x="2113" y="31"/>
                    <a:pt x="1926" y="97"/>
                  </a:cubicBezTo>
                  <a:cubicBezTo>
                    <a:pt x="921" y="495"/>
                    <a:pt x="168" y="1520"/>
                    <a:pt x="126" y="2587"/>
                  </a:cubicBezTo>
                  <a:cubicBezTo>
                    <a:pt x="63" y="2775"/>
                    <a:pt x="1" y="2984"/>
                    <a:pt x="1" y="3194"/>
                  </a:cubicBezTo>
                  <a:cubicBezTo>
                    <a:pt x="1" y="3382"/>
                    <a:pt x="43" y="3570"/>
                    <a:pt x="63" y="3738"/>
                  </a:cubicBezTo>
                  <a:cubicBezTo>
                    <a:pt x="108" y="3872"/>
                    <a:pt x="258" y="4280"/>
                    <a:pt x="259" y="4280"/>
                  </a:cubicBezTo>
                  <a:cubicBezTo>
                    <a:pt x="259" y="4280"/>
                    <a:pt x="235" y="4212"/>
                    <a:pt x="168" y="4031"/>
                  </a:cubicBezTo>
                  <a:lnTo>
                    <a:pt x="168" y="4031"/>
                  </a:lnTo>
                  <a:cubicBezTo>
                    <a:pt x="440" y="4700"/>
                    <a:pt x="817" y="5077"/>
                    <a:pt x="1486" y="5328"/>
                  </a:cubicBezTo>
                  <a:cubicBezTo>
                    <a:pt x="1641" y="5390"/>
                    <a:pt x="1805" y="5415"/>
                    <a:pt x="1971" y="5415"/>
                  </a:cubicBezTo>
                  <a:cubicBezTo>
                    <a:pt x="2366" y="5415"/>
                    <a:pt x="2773" y="5272"/>
                    <a:pt x="3097" y="5140"/>
                  </a:cubicBezTo>
                  <a:cubicBezTo>
                    <a:pt x="3725" y="4889"/>
                    <a:pt x="4332" y="4261"/>
                    <a:pt x="4625" y="3654"/>
                  </a:cubicBezTo>
                  <a:cubicBezTo>
                    <a:pt x="5085" y="2650"/>
                    <a:pt x="5043" y="1541"/>
                    <a:pt x="4227" y="725"/>
                  </a:cubicBezTo>
                  <a:cubicBezTo>
                    <a:pt x="3783" y="297"/>
                    <a:pt x="3135" y="1"/>
                    <a:pt x="25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46;p52">
              <a:extLst>
                <a:ext uri="{FF2B5EF4-FFF2-40B4-BE49-F238E27FC236}">
                  <a16:creationId xmlns:a16="http://schemas.microsoft.com/office/drawing/2014/main" id="{BF224222-6F26-00B9-6972-EAC304D8A0F3}"/>
                </a:ext>
              </a:extLst>
            </p:cNvPr>
            <p:cNvSpPr/>
            <p:nvPr/>
          </p:nvSpPr>
          <p:spPr>
            <a:xfrm>
              <a:off x="2436100" y="6357500"/>
              <a:ext cx="133925" cy="125300"/>
            </a:xfrm>
            <a:custGeom>
              <a:avLst/>
              <a:gdLst/>
              <a:ahLst/>
              <a:cxnLst/>
              <a:rect l="l" t="t" r="r" b="b"/>
              <a:pathLst>
                <a:path w="5357" h="5012" extrusionOk="0">
                  <a:moveTo>
                    <a:pt x="2303" y="1"/>
                  </a:moveTo>
                  <a:cubicBezTo>
                    <a:pt x="2155" y="1"/>
                    <a:pt x="2008" y="11"/>
                    <a:pt x="1862" y="33"/>
                  </a:cubicBezTo>
                  <a:cubicBezTo>
                    <a:pt x="733" y="180"/>
                    <a:pt x="0" y="1414"/>
                    <a:pt x="42" y="2502"/>
                  </a:cubicBezTo>
                  <a:cubicBezTo>
                    <a:pt x="118" y="3774"/>
                    <a:pt x="1055" y="5012"/>
                    <a:pt x="2337" y="5012"/>
                  </a:cubicBezTo>
                  <a:cubicBezTo>
                    <a:pt x="2469" y="5012"/>
                    <a:pt x="2603" y="4999"/>
                    <a:pt x="2741" y="4971"/>
                  </a:cubicBezTo>
                  <a:cubicBezTo>
                    <a:pt x="3055" y="4909"/>
                    <a:pt x="3369" y="4741"/>
                    <a:pt x="3599" y="4490"/>
                  </a:cubicBezTo>
                  <a:cubicBezTo>
                    <a:pt x="3704" y="4448"/>
                    <a:pt x="3850" y="4365"/>
                    <a:pt x="3913" y="4281"/>
                  </a:cubicBezTo>
                  <a:cubicBezTo>
                    <a:pt x="3976" y="4260"/>
                    <a:pt x="4018" y="4218"/>
                    <a:pt x="4080" y="4176"/>
                  </a:cubicBezTo>
                  <a:cubicBezTo>
                    <a:pt x="4436" y="4030"/>
                    <a:pt x="4750" y="3758"/>
                    <a:pt x="4938" y="3402"/>
                  </a:cubicBezTo>
                  <a:cubicBezTo>
                    <a:pt x="5064" y="3130"/>
                    <a:pt x="5147" y="2858"/>
                    <a:pt x="5147" y="2586"/>
                  </a:cubicBezTo>
                  <a:cubicBezTo>
                    <a:pt x="5357" y="1812"/>
                    <a:pt x="5022" y="849"/>
                    <a:pt x="4290" y="452"/>
                  </a:cubicBezTo>
                  <a:cubicBezTo>
                    <a:pt x="4018" y="285"/>
                    <a:pt x="3766" y="243"/>
                    <a:pt x="3474" y="201"/>
                  </a:cubicBezTo>
                  <a:cubicBezTo>
                    <a:pt x="3106" y="78"/>
                    <a:pt x="2705" y="1"/>
                    <a:pt x="23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47;p52">
              <a:extLst>
                <a:ext uri="{FF2B5EF4-FFF2-40B4-BE49-F238E27FC236}">
                  <a16:creationId xmlns:a16="http://schemas.microsoft.com/office/drawing/2014/main" id="{AB545B2B-C588-A72C-0651-AD0723FC376F}"/>
                </a:ext>
              </a:extLst>
            </p:cNvPr>
            <p:cNvSpPr/>
            <p:nvPr/>
          </p:nvSpPr>
          <p:spPr>
            <a:xfrm>
              <a:off x="2115600" y="6376600"/>
              <a:ext cx="29350" cy="22025"/>
            </a:xfrm>
            <a:custGeom>
              <a:avLst/>
              <a:gdLst/>
              <a:ahLst/>
              <a:cxnLst/>
              <a:rect l="l" t="t" r="r" b="b"/>
              <a:pathLst>
                <a:path w="1174" h="881" extrusionOk="0">
                  <a:moveTo>
                    <a:pt x="618" y="0"/>
                  </a:moveTo>
                  <a:cubicBezTo>
                    <a:pt x="605" y="0"/>
                    <a:pt x="593" y="1"/>
                    <a:pt x="580" y="2"/>
                  </a:cubicBezTo>
                  <a:cubicBezTo>
                    <a:pt x="1" y="22"/>
                    <a:pt x="55" y="881"/>
                    <a:pt x="582" y="881"/>
                  </a:cubicBezTo>
                  <a:cubicBezTo>
                    <a:pt x="588" y="881"/>
                    <a:pt x="594" y="881"/>
                    <a:pt x="601" y="881"/>
                  </a:cubicBezTo>
                  <a:cubicBezTo>
                    <a:pt x="1173" y="860"/>
                    <a:pt x="1146" y="0"/>
                    <a:pt x="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48;p52">
              <a:extLst>
                <a:ext uri="{FF2B5EF4-FFF2-40B4-BE49-F238E27FC236}">
                  <a16:creationId xmlns:a16="http://schemas.microsoft.com/office/drawing/2014/main" id="{370D6922-9AB1-C912-EB75-5F42D756B4BD}"/>
                </a:ext>
              </a:extLst>
            </p:cNvPr>
            <p:cNvSpPr/>
            <p:nvPr/>
          </p:nvSpPr>
          <p:spPr>
            <a:xfrm>
              <a:off x="2184475" y="6346500"/>
              <a:ext cx="13125" cy="8175"/>
            </a:xfrm>
            <a:custGeom>
              <a:avLst/>
              <a:gdLst/>
              <a:ahLst/>
              <a:cxnLst/>
              <a:rect l="l" t="t" r="r" b="b"/>
              <a:pathLst>
                <a:path w="525" h="327" extrusionOk="0">
                  <a:moveTo>
                    <a:pt x="367" y="1"/>
                  </a:moveTo>
                  <a:cubicBezTo>
                    <a:pt x="348" y="1"/>
                    <a:pt x="330" y="5"/>
                    <a:pt x="315" y="13"/>
                  </a:cubicBezTo>
                  <a:cubicBezTo>
                    <a:pt x="252" y="13"/>
                    <a:pt x="168" y="55"/>
                    <a:pt x="126" y="55"/>
                  </a:cubicBezTo>
                  <a:cubicBezTo>
                    <a:pt x="1" y="76"/>
                    <a:pt x="1" y="306"/>
                    <a:pt x="126" y="306"/>
                  </a:cubicBezTo>
                  <a:cubicBezTo>
                    <a:pt x="168" y="306"/>
                    <a:pt x="252" y="327"/>
                    <a:pt x="315" y="327"/>
                  </a:cubicBezTo>
                  <a:cubicBezTo>
                    <a:pt x="357" y="327"/>
                    <a:pt x="378" y="327"/>
                    <a:pt x="440" y="306"/>
                  </a:cubicBezTo>
                  <a:cubicBezTo>
                    <a:pt x="482" y="285"/>
                    <a:pt x="524" y="222"/>
                    <a:pt x="524" y="160"/>
                  </a:cubicBezTo>
                  <a:cubicBezTo>
                    <a:pt x="524" y="97"/>
                    <a:pt x="482" y="76"/>
                    <a:pt x="461" y="55"/>
                  </a:cubicBezTo>
                  <a:cubicBezTo>
                    <a:pt x="435" y="15"/>
                    <a:pt x="400" y="1"/>
                    <a:pt x="367" y="1"/>
                  </a:cubicBezTo>
                  <a:close/>
                </a:path>
              </a:pathLst>
            </a:custGeom>
            <a:solidFill>
              <a:srgbClr val="FF84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49;p52">
              <a:extLst>
                <a:ext uri="{FF2B5EF4-FFF2-40B4-BE49-F238E27FC236}">
                  <a16:creationId xmlns:a16="http://schemas.microsoft.com/office/drawing/2014/main" id="{18B25A72-29A7-E4D8-7A94-40958FC5FE8A}"/>
                </a:ext>
              </a:extLst>
            </p:cNvPr>
            <p:cNvSpPr/>
            <p:nvPr/>
          </p:nvSpPr>
          <p:spPr>
            <a:xfrm>
              <a:off x="2244650" y="6385500"/>
              <a:ext cx="18675" cy="14700"/>
            </a:xfrm>
            <a:custGeom>
              <a:avLst/>
              <a:gdLst/>
              <a:ahLst/>
              <a:cxnLst/>
              <a:rect l="l" t="t" r="r" b="b"/>
              <a:pathLst>
                <a:path w="747" h="588" extrusionOk="0">
                  <a:moveTo>
                    <a:pt x="376" y="1"/>
                  </a:moveTo>
                  <a:cubicBezTo>
                    <a:pt x="369" y="1"/>
                    <a:pt x="363" y="1"/>
                    <a:pt x="356" y="1"/>
                  </a:cubicBezTo>
                  <a:cubicBezTo>
                    <a:pt x="0" y="22"/>
                    <a:pt x="21" y="587"/>
                    <a:pt x="377" y="587"/>
                  </a:cubicBezTo>
                  <a:cubicBezTo>
                    <a:pt x="747" y="546"/>
                    <a:pt x="733" y="1"/>
                    <a:pt x="3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50;p52">
              <a:extLst>
                <a:ext uri="{FF2B5EF4-FFF2-40B4-BE49-F238E27FC236}">
                  <a16:creationId xmlns:a16="http://schemas.microsoft.com/office/drawing/2014/main" id="{2AA85102-0092-5E59-383E-BDC3959117BB}"/>
                </a:ext>
              </a:extLst>
            </p:cNvPr>
            <p:cNvSpPr/>
            <p:nvPr/>
          </p:nvSpPr>
          <p:spPr>
            <a:xfrm>
              <a:off x="2298525" y="6341575"/>
              <a:ext cx="22500" cy="19400"/>
            </a:xfrm>
            <a:custGeom>
              <a:avLst/>
              <a:gdLst/>
              <a:ahLst/>
              <a:cxnLst/>
              <a:rect l="l" t="t" r="r" b="b"/>
              <a:pathLst>
                <a:path w="900" h="776" extrusionOk="0">
                  <a:moveTo>
                    <a:pt x="502" y="1"/>
                  </a:moveTo>
                  <a:cubicBezTo>
                    <a:pt x="482" y="1"/>
                    <a:pt x="419" y="1"/>
                    <a:pt x="398" y="43"/>
                  </a:cubicBezTo>
                  <a:cubicBezTo>
                    <a:pt x="293" y="64"/>
                    <a:pt x="189" y="64"/>
                    <a:pt x="105" y="168"/>
                  </a:cubicBezTo>
                  <a:cubicBezTo>
                    <a:pt x="63" y="252"/>
                    <a:pt x="0" y="315"/>
                    <a:pt x="0" y="419"/>
                  </a:cubicBezTo>
                  <a:cubicBezTo>
                    <a:pt x="0" y="482"/>
                    <a:pt x="21" y="566"/>
                    <a:pt x="63" y="608"/>
                  </a:cubicBezTo>
                  <a:cubicBezTo>
                    <a:pt x="105" y="691"/>
                    <a:pt x="189" y="733"/>
                    <a:pt x="293" y="775"/>
                  </a:cubicBezTo>
                  <a:lnTo>
                    <a:pt x="523" y="775"/>
                  </a:lnTo>
                  <a:cubicBezTo>
                    <a:pt x="628" y="775"/>
                    <a:pt x="712" y="712"/>
                    <a:pt x="795" y="629"/>
                  </a:cubicBezTo>
                  <a:cubicBezTo>
                    <a:pt x="879" y="566"/>
                    <a:pt x="900" y="482"/>
                    <a:pt x="900" y="377"/>
                  </a:cubicBezTo>
                  <a:cubicBezTo>
                    <a:pt x="900" y="273"/>
                    <a:pt x="837" y="168"/>
                    <a:pt x="774" y="105"/>
                  </a:cubicBezTo>
                  <a:cubicBezTo>
                    <a:pt x="712" y="64"/>
                    <a:pt x="586" y="1"/>
                    <a:pt x="5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51;p52">
              <a:extLst>
                <a:ext uri="{FF2B5EF4-FFF2-40B4-BE49-F238E27FC236}">
                  <a16:creationId xmlns:a16="http://schemas.microsoft.com/office/drawing/2014/main" id="{DB216A67-A7F3-757B-CDF7-901B9E0D7FC9}"/>
                </a:ext>
              </a:extLst>
            </p:cNvPr>
            <p:cNvSpPr/>
            <p:nvPr/>
          </p:nvSpPr>
          <p:spPr>
            <a:xfrm>
              <a:off x="2166700" y="6413200"/>
              <a:ext cx="19050" cy="14200"/>
            </a:xfrm>
            <a:custGeom>
              <a:avLst/>
              <a:gdLst/>
              <a:ahLst/>
              <a:cxnLst/>
              <a:rect l="l" t="t" r="r" b="b"/>
              <a:pathLst>
                <a:path w="762" h="568" extrusionOk="0">
                  <a:moveTo>
                    <a:pt x="396" y="0"/>
                  </a:moveTo>
                  <a:cubicBezTo>
                    <a:pt x="383" y="0"/>
                    <a:pt x="370" y="1"/>
                    <a:pt x="356" y="2"/>
                  </a:cubicBezTo>
                  <a:cubicBezTo>
                    <a:pt x="7" y="23"/>
                    <a:pt x="1" y="568"/>
                    <a:pt x="377" y="568"/>
                  </a:cubicBezTo>
                  <a:cubicBezTo>
                    <a:pt x="384" y="568"/>
                    <a:pt x="391" y="568"/>
                    <a:pt x="398" y="567"/>
                  </a:cubicBezTo>
                  <a:cubicBezTo>
                    <a:pt x="762" y="547"/>
                    <a:pt x="755" y="0"/>
                    <a:pt x="3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52;p52">
              <a:extLst>
                <a:ext uri="{FF2B5EF4-FFF2-40B4-BE49-F238E27FC236}">
                  <a16:creationId xmlns:a16="http://schemas.microsoft.com/office/drawing/2014/main" id="{7D19B5BB-E853-C4A8-F58D-4854E8A43D59}"/>
                </a:ext>
              </a:extLst>
            </p:cNvPr>
            <p:cNvSpPr/>
            <p:nvPr/>
          </p:nvSpPr>
          <p:spPr>
            <a:xfrm>
              <a:off x="2314200" y="6411150"/>
              <a:ext cx="19925" cy="22000"/>
            </a:xfrm>
            <a:custGeom>
              <a:avLst/>
              <a:gdLst/>
              <a:ahLst/>
              <a:cxnLst/>
              <a:rect l="l" t="t" r="r" b="b"/>
              <a:pathLst>
                <a:path w="797" h="880" extrusionOk="0">
                  <a:moveTo>
                    <a:pt x="378" y="1"/>
                  </a:moveTo>
                  <a:cubicBezTo>
                    <a:pt x="273" y="1"/>
                    <a:pt x="189" y="43"/>
                    <a:pt x="147" y="105"/>
                  </a:cubicBezTo>
                  <a:cubicBezTo>
                    <a:pt x="1" y="210"/>
                    <a:pt x="22" y="398"/>
                    <a:pt x="22" y="524"/>
                  </a:cubicBezTo>
                  <a:cubicBezTo>
                    <a:pt x="22" y="733"/>
                    <a:pt x="210" y="880"/>
                    <a:pt x="419" y="880"/>
                  </a:cubicBezTo>
                  <a:cubicBezTo>
                    <a:pt x="608" y="880"/>
                    <a:pt x="796" y="712"/>
                    <a:pt x="796" y="503"/>
                  </a:cubicBezTo>
                  <a:cubicBezTo>
                    <a:pt x="775" y="356"/>
                    <a:pt x="775" y="189"/>
                    <a:pt x="629" y="105"/>
                  </a:cubicBezTo>
                  <a:cubicBezTo>
                    <a:pt x="545" y="43"/>
                    <a:pt x="482" y="1"/>
                    <a:pt x="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53;p52">
              <a:extLst>
                <a:ext uri="{FF2B5EF4-FFF2-40B4-BE49-F238E27FC236}">
                  <a16:creationId xmlns:a16="http://schemas.microsoft.com/office/drawing/2014/main" id="{47ED0C83-FAFC-DB89-4CBC-3D8E2E6E8EB3}"/>
                </a:ext>
              </a:extLst>
            </p:cNvPr>
            <p:cNvSpPr/>
            <p:nvPr/>
          </p:nvSpPr>
          <p:spPr>
            <a:xfrm>
              <a:off x="1671850" y="5706975"/>
              <a:ext cx="1011175" cy="643225"/>
            </a:xfrm>
            <a:custGeom>
              <a:avLst/>
              <a:gdLst/>
              <a:ahLst/>
              <a:cxnLst/>
              <a:rect l="l" t="t" r="r" b="b"/>
              <a:pathLst>
                <a:path w="40447" h="25729" extrusionOk="0">
                  <a:moveTo>
                    <a:pt x="15494" y="1"/>
                  </a:moveTo>
                  <a:cubicBezTo>
                    <a:pt x="14762" y="1"/>
                    <a:pt x="14066" y="112"/>
                    <a:pt x="13517" y="318"/>
                  </a:cubicBezTo>
                  <a:cubicBezTo>
                    <a:pt x="12074" y="841"/>
                    <a:pt x="10358" y="2013"/>
                    <a:pt x="10525" y="3603"/>
                  </a:cubicBezTo>
                  <a:cubicBezTo>
                    <a:pt x="10504" y="3687"/>
                    <a:pt x="10881" y="4210"/>
                    <a:pt x="10839" y="4315"/>
                  </a:cubicBezTo>
                  <a:cubicBezTo>
                    <a:pt x="10827" y="4316"/>
                    <a:pt x="10814" y="4316"/>
                    <a:pt x="10802" y="4316"/>
                  </a:cubicBezTo>
                  <a:cubicBezTo>
                    <a:pt x="10415" y="4316"/>
                    <a:pt x="10325" y="3770"/>
                    <a:pt x="10030" y="3770"/>
                  </a:cubicBezTo>
                  <a:cubicBezTo>
                    <a:pt x="9984" y="3770"/>
                    <a:pt x="9934" y="3783"/>
                    <a:pt x="9877" y="3813"/>
                  </a:cubicBezTo>
                  <a:cubicBezTo>
                    <a:pt x="9730" y="3624"/>
                    <a:pt x="9521" y="3478"/>
                    <a:pt x="9249" y="3352"/>
                  </a:cubicBezTo>
                  <a:cubicBezTo>
                    <a:pt x="8988" y="3213"/>
                    <a:pt x="8710" y="3150"/>
                    <a:pt x="8425" y="3150"/>
                  </a:cubicBezTo>
                  <a:cubicBezTo>
                    <a:pt x="7087" y="3150"/>
                    <a:pt x="5615" y="4538"/>
                    <a:pt x="5253" y="5884"/>
                  </a:cubicBezTo>
                  <a:cubicBezTo>
                    <a:pt x="5064" y="6554"/>
                    <a:pt x="5190" y="7181"/>
                    <a:pt x="5566" y="7704"/>
                  </a:cubicBezTo>
                  <a:cubicBezTo>
                    <a:pt x="5504" y="7788"/>
                    <a:pt x="5504" y="8688"/>
                    <a:pt x="5462" y="8751"/>
                  </a:cubicBezTo>
                  <a:cubicBezTo>
                    <a:pt x="3683" y="9420"/>
                    <a:pt x="2051" y="9985"/>
                    <a:pt x="2574" y="11973"/>
                  </a:cubicBezTo>
                  <a:cubicBezTo>
                    <a:pt x="2784" y="12768"/>
                    <a:pt x="3202" y="13396"/>
                    <a:pt x="3767" y="13919"/>
                  </a:cubicBezTo>
                  <a:cubicBezTo>
                    <a:pt x="3662" y="14274"/>
                    <a:pt x="3579" y="14672"/>
                    <a:pt x="3516" y="15028"/>
                  </a:cubicBezTo>
                  <a:lnTo>
                    <a:pt x="3516" y="15132"/>
                  </a:lnTo>
                  <a:cubicBezTo>
                    <a:pt x="1" y="15739"/>
                    <a:pt x="900" y="17706"/>
                    <a:pt x="1884" y="19631"/>
                  </a:cubicBezTo>
                  <a:cubicBezTo>
                    <a:pt x="2051" y="20008"/>
                    <a:pt x="1089" y="21786"/>
                    <a:pt x="1424" y="21995"/>
                  </a:cubicBezTo>
                  <a:cubicBezTo>
                    <a:pt x="1591" y="22602"/>
                    <a:pt x="3516" y="23355"/>
                    <a:pt x="3913" y="23857"/>
                  </a:cubicBezTo>
                  <a:cubicBezTo>
                    <a:pt x="4297" y="24337"/>
                    <a:pt x="4822" y="24553"/>
                    <a:pt x="5391" y="24553"/>
                  </a:cubicBezTo>
                  <a:cubicBezTo>
                    <a:pt x="5442" y="24553"/>
                    <a:pt x="5494" y="24551"/>
                    <a:pt x="5546" y="24548"/>
                  </a:cubicBezTo>
                  <a:cubicBezTo>
                    <a:pt x="5727" y="24401"/>
                    <a:pt x="5798" y="24243"/>
                    <a:pt x="5965" y="24243"/>
                  </a:cubicBezTo>
                  <a:cubicBezTo>
                    <a:pt x="6202" y="24243"/>
                    <a:pt x="6632" y="24561"/>
                    <a:pt x="7847" y="25678"/>
                  </a:cubicBezTo>
                  <a:cubicBezTo>
                    <a:pt x="7884" y="25715"/>
                    <a:pt x="7930" y="25728"/>
                    <a:pt x="7981" y="25728"/>
                  </a:cubicBezTo>
                  <a:cubicBezTo>
                    <a:pt x="8103" y="25728"/>
                    <a:pt x="8252" y="25651"/>
                    <a:pt x="8370" y="25636"/>
                  </a:cubicBezTo>
                  <a:cubicBezTo>
                    <a:pt x="8391" y="25552"/>
                    <a:pt x="8412" y="25489"/>
                    <a:pt x="8412" y="25427"/>
                  </a:cubicBezTo>
                  <a:cubicBezTo>
                    <a:pt x="8600" y="24820"/>
                    <a:pt x="8370" y="23460"/>
                    <a:pt x="8684" y="22874"/>
                  </a:cubicBezTo>
                  <a:cubicBezTo>
                    <a:pt x="8831" y="22623"/>
                    <a:pt x="8935" y="22456"/>
                    <a:pt x="9123" y="22225"/>
                  </a:cubicBezTo>
                  <a:cubicBezTo>
                    <a:pt x="9103" y="22142"/>
                    <a:pt x="9165" y="22079"/>
                    <a:pt x="9312" y="22016"/>
                  </a:cubicBezTo>
                  <a:cubicBezTo>
                    <a:pt x="9333" y="21995"/>
                    <a:pt x="9354" y="21974"/>
                    <a:pt x="9375" y="21974"/>
                  </a:cubicBezTo>
                  <a:cubicBezTo>
                    <a:pt x="9396" y="21947"/>
                    <a:pt x="9426" y="21936"/>
                    <a:pt x="9462" y="21936"/>
                  </a:cubicBezTo>
                  <a:cubicBezTo>
                    <a:pt x="9655" y="21936"/>
                    <a:pt x="10028" y="22259"/>
                    <a:pt x="10218" y="22259"/>
                  </a:cubicBezTo>
                  <a:cubicBezTo>
                    <a:pt x="10239" y="22259"/>
                    <a:pt x="10258" y="22255"/>
                    <a:pt x="10274" y="22246"/>
                  </a:cubicBezTo>
                  <a:cubicBezTo>
                    <a:pt x="10389" y="22189"/>
                    <a:pt x="10511" y="22157"/>
                    <a:pt x="10631" y="22157"/>
                  </a:cubicBezTo>
                  <a:cubicBezTo>
                    <a:pt x="10730" y="22157"/>
                    <a:pt x="10829" y="22178"/>
                    <a:pt x="10923" y="22225"/>
                  </a:cubicBezTo>
                  <a:cubicBezTo>
                    <a:pt x="10923" y="22204"/>
                    <a:pt x="10923" y="22163"/>
                    <a:pt x="10944" y="22163"/>
                  </a:cubicBezTo>
                  <a:cubicBezTo>
                    <a:pt x="11111" y="22204"/>
                    <a:pt x="11300" y="22225"/>
                    <a:pt x="11425" y="22225"/>
                  </a:cubicBezTo>
                  <a:cubicBezTo>
                    <a:pt x="11497" y="22231"/>
                    <a:pt x="11566" y="22233"/>
                    <a:pt x="11633" y="22233"/>
                  </a:cubicBezTo>
                  <a:cubicBezTo>
                    <a:pt x="12620" y="22233"/>
                    <a:pt x="12963" y="21669"/>
                    <a:pt x="13748" y="21179"/>
                  </a:cubicBezTo>
                  <a:cubicBezTo>
                    <a:pt x="13762" y="21181"/>
                    <a:pt x="13780" y="21182"/>
                    <a:pt x="13803" y="21182"/>
                  </a:cubicBezTo>
                  <a:cubicBezTo>
                    <a:pt x="14071" y="21182"/>
                    <a:pt x="14869" y="21071"/>
                    <a:pt x="15024" y="21033"/>
                  </a:cubicBezTo>
                  <a:cubicBezTo>
                    <a:pt x="15924" y="20740"/>
                    <a:pt x="16028" y="19819"/>
                    <a:pt x="16593" y="19108"/>
                  </a:cubicBezTo>
                  <a:cubicBezTo>
                    <a:pt x="16991" y="19254"/>
                    <a:pt x="17911" y="19463"/>
                    <a:pt x="18330" y="19484"/>
                  </a:cubicBezTo>
                  <a:cubicBezTo>
                    <a:pt x="18337" y="19485"/>
                    <a:pt x="18344" y="19485"/>
                    <a:pt x="18351" y="19485"/>
                  </a:cubicBezTo>
                  <a:cubicBezTo>
                    <a:pt x="18892" y="19485"/>
                    <a:pt x="19613" y="18688"/>
                    <a:pt x="20150" y="18564"/>
                  </a:cubicBezTo>
                  <a:cubicBezTo>
                    <a:pt x="20212" y="18547"/>
                    <a:pt x="20272" y="18539"/>
                    <a:pt x="20331" y="18539"/>
                  </a:cubicBezTo>
                  <a:cubicBezTo>
                    <a:pt x="20774" y="18539"/>
                    <a:pt x="21119" y="18971"/>
                    <a:pt x="21424" y="18971"/>
                  </a:cubicBezTo>
                  <a:cubicBezTo>
                    <a:pt x="21526" y="18971"/>
                    <a:pt x="21624" y="18923"/>
                    <a:pt x="21719" y="18794"/>
                  </a:cubicBezTo>
                  <a:cubicBezTo>
                    <a:pt x="22138" y="19463"/>
                    <a:pt x="22745" y="19840"/>
                    <a:pt x="23707" y="19882"/>
                  </a:cubicBezTo>
                  <a:cubicBezTo>
                    <a:pt x="23720" y="19882"/>
                    <a:pt x="23733" y="19882"/>
                    <a:pt x="23746" y="19882"/>
                  </a:cubicBezTo>
                  <a:cubicBezTo>
                    <a:pt x="24735" y="19882"/>
                    <a:pt x="25641" y="19098"/>
                    <a:pt x="26302" y="18334"/>
                  </a:cubicBezTo>
                  <a:cubicBezTo>
                    <a:pt x="26490" y="18438"/>
                    <a:pt x="26720" y="18522"/>
                    <a:pt x="26950" y="18564"/>
                  </a:cubicBezTo>
                  <a:cubicBezTo>
                    <a:pt x="27224" y="18628"/>
                    <a:pt x="27488" y="18659"/>
                    <a:pt x="27742" y="18659"/>
                  </a:cubicBezTo>
                  <a:cubicBezTo>
                    <a:pt x="28556" y="18659"/>
                    <a:pt x="29264" y="18347"/>
                    <a:pt x="29838" y="17852"/>
                  </a:cubicBezTo>
                  <a:cubicBezTo>
                    <a:pt x="30101" y="18060"/>
                    <a:pt x="30391" y="18158"/>
                    <a:pt x="30679" y="18158"/>
                  </a:cubicBezTo>
                  <a:cubicBezTo>
                    <a:pt x="30826" y="18158"/>
                    <a:pt x="30973" y="18132"/>
                    <a:pt x="31114" y="18083"/>
                  </a:cubicBezTo>
                  <a:cubicBezTo>
                    <a:pt x="31219" y="18271"/>
                    <a:pt x="31323" y="18438"/>
                    <a:pt x="31512" y="18564"/>
                  </a:cubicBezTo>
                  <a:cubicBezTo>
                    <a:pt x="32132" y="19091"/>
                    <a:pt x="32799" y="19308"/>
                    <a:pt x="33538" y="19308"/>
                  </a:cubicBezTo>
                  <a:cubicBezTo>
                    <a:pt x="33795" y="19308"/>
                    <a:pt x="34061" y="19282"/>
                    <a:pt x="34336" y="19233"/>
                  </a:cubicBezTo>
                  <a:cubicBezTo>
                    <a:pt x="34420" y="19212"/>
                    <a:pt x="34483" y="19212"/>
                    <a:pt x="34567" y="19191"/>
                  </a:cubicBezTo>
                  <a:cubicBezTo>
                    <a:pt x="34588" y="19296"/>
                    <a:pt x="34567" y="19380"/>
                    <a:pt x="34588" y="19422"/>
                  </a:cubicBezTo>
                  <a:cubicBezTo>
                    <a:pt x="34671" y="19735"/>
                    <a:pt x="35613" y="20238"/>
                    <a:pt x="35801" y="21535"/>
                  </a:cubicBezTo>
                  <a:cubicBezTo>
                    <a:pt x="35801" y="21535"/>
                    <a:pt x="38417" y="21263"/>
                    <a:pt x="39044" y="20154"/>
                  </a:cubicBezTo>
                  <a:cubicBezTo>
                    <a:pt x="39505" y="19338"/>
                    <a:pt x="38312" y="18752"/>
                    <a:pt x="37873" y="18145"/>
                  </a:cubicBezTo>
                  <a:cubicBezTo>
                    <a:pt x="38751" y="17748"/>
                    <a:pt x="40425" y="16555"/>
                    <a:pt x="39714" y="15634"/>
                  </a:cubicBezTo>
                  <a:cubicBezTo>
                    <a:pt x="39651" y="15509"/>
                    <a:pt x="39567" y="15404"/>
                    <a:pt x="39463" y="15300"/>
                  </a:cubicBezTo>
                  <a:cubicBezTo>
                    <a:pt x="39379" y="15132"/>
                    <a:pt x="38877" y="14651"/>
                    <a:pt x="38521" y="14128"/>
                  </a:cubicBezTo>
                  <a:cubicBezTo>
                    <a:pt x="38919" y="13877"/>
                    <a:pt x="39484" y="13751"/>
                    <a:pt x="39651" y="13312"/>
                  </a:cubicBezTo>
                  <a:cubicBezTo>
                    <a:pt x="40028" y="12287"/>
                    <a:pt x="40446" y="11471"/>
                    <a:pt x="39567" y="10613"/>
                  </a:cubicBezTo>
                  <a:cubicBezTo>
                    <a:pt x="38781" y="9842"/>
                    <a:pt x="37871" y="8961"/>
                    <a:pt x="37008" y="8961"/>
                  </a:cubicBezTo>
                  <a:cubicBezTo>
                    <a:pt x="36746" y="8961"/>
                    <a:pt x="36489" y="9042"/>
                    <a:pt x="36240" y="9232"/>
                  </a:cubicBezTo>
                  <a:cubicBezTo>
                    <a:pt x="36128" y="9315"/>
                    <a:pt x="36017" y="9330"/>
                    <a:pt x="35912" y="9330"/>
                  </a:cubicBezTo>
                  <a:cubicBezTo>
                    <a:pt x="35851" y="9330"/>
                    <a:pt x="35792" y="9325"/>
                    <a:pt x="35735" y="9325"/>
                  </a:cubicBezTo>
                  <a:cubicBezTo>
                    <a:pt x="35615" y="9325"/>
                    <a:pt x="35503" y="9347"/>
                    <a:pt x="35404" y="9483"/>
                  </a:cubicBezTo>
                  <a:cubicBezTo>
                    <a:pt x="35376" y="9467"/>
                    <a:pt x="35349" y="9459"/>
                    <a:pt x="35323" y="9459"/>
                  </a:cubicBezTo>
                  <a:cubicBezTo>
                    <a:pt x="35045" y="9459"/>
                    <a:pt x="34850" y="10311"/>
                    <a:pt x="34546" y="10311"/>
                  </a:cubicBezTo>
                  <a:cubicBezTo>
                    <a:pt x="34512" y="10311"/>
                    <a:pt x="34477" y="10301"/>
                    <a:pt x="34441" y="10278"/>
                  </a:cubicBezTo>
                  <a:cubicBezTo>
                    <a:pt x="34964" y="9378"/>
                    <a:pt x="35592" y="8604"/>
                    <a:pt x="35948" y="7600"/>
                  </a:cubicBezTo>
                  <a:cubicBezTo>
                    <a:pt x="36324" y="6554"/>
                    <a:pt x="36261" y="5256"/>
                    <a:pt x="35780" y="4294"/>
                  </a:cubicBezTo>
                  <a:cubicBezTo>
                    <a:pt x="34978" y="2690"/>
                    <a:pt x="32849" y="1615"/>
                    <a:pt x="30984" y="1615"/>
                  </a:cubicBezTo>
                  <a:cubicBezTo>
                    <a:pt x="30416" y="1615"/>
                    <a:pt x="29872" y="1715"/>
                    <a:pt x="29398" y="1929"/>
                  </a:cubicBezTo>
                  <a:cubicBezTo>
                    <a:pt x="29043" y="2097"/>
                    <a:pt x="27955" y="2725"/>
                    <a:pt x="27662" y="2955"/>
                  </a:cubicBezTo>
                  <a:cubicBezTo>
                    <a:pt x="26541" y="1587"/>
                    <a:pt x="25208" y="522"/>
                    <a:pt x="23767" y="522"/>
                  </a:cubicBezTo>
                  <a:cubicBezTo>
                    <a:pt x="23137" y="522"/>
                    <a:pt x="22486" y="726"/>
                    <a:pt x="21824" y="1197"/>
                  </a:cubicBezTo>
                  <a:cubicBezTo>
                    <a:pt x="21800" y="1196"/>
                    <a:pt x="21776" y="1196"/>
                    <a:pt x="21752" y="1196"/>
                  </a:cubicBezTo>
                  <a:cubicBezTo>
                    <a:pt x="21206" y="1196"/>
                    <a:pt x="20610" y="1416"/>
                    <a:pt x="20129" y="1637"/>
                  </a:cubicBezTo>
                  <a:cubicBezTo>
                    <a:pt x="19774" y="1804"/>
                    <a:pt x="20255" y="2976"/>
                    <a:pt x="19983" y="3269"/>
                  </a:cubicBezTo>
                  <a:cubicBezTo>
                    <a:pt x="19983" y="2746"/>
                    <a:pt x="19899" y="2243"/>
                    <a:pt x="19690" y="1846"/>
                  </a:cubicBezTo>
                  <a:cubicBezTo>
                    <a:pt x="18952" y="558"/>
                    <a:pt x="17134" y="1"/>
                    <a:pt x="154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54;p52">
              <a:extLst>
                <a:ext uri="{FF2B5EF4-FFF2-40B4-BE49-F238E27FC236}">
                  <a16:creationId xmlns:a16="http://schemas.microsoft.com/office/drawing/2014/main" id="{CCA221A9-721B-5CFE-E8FC-65DA81EC6420}"/>
                </a:ext>
              </a:extLst>
            </p:cNvPr>
            <p:cNvSpPr/>
            <p:nvPr/>
          </p:nvSpPr>
          <p:spPr>
            <a:xfrm>
              <a:off x="2006625" y="6346825"/>
              <a:ext cx="35600" cy="47325"/>
            </a:xfrm>
            <a:custGeom>
              <a:avLst/>
              <a:gdLst/>
              <a:ahLst/>
              <a:cxnLst/>
              <a:rect l="l" t="t" r="r" b="b"/>
              <a:pathLst>
                <a:path w="1424" h="1893" extrusionOk="0">
                  <a:moveTo>
                    <a:pt x="823" y="1"/>
                  </a:moveTo>
                  <a:cubicBezTo>
                    <a:pt x="625" y="1"/>
                    <a:pt x="437" y="93"/>
                    <a:pt x="315" y="230"/>
                  </a:cubicBezTo>
                  <a:cubicBezTo>
                    <a:pt x="43" y="565"/>
                    <a:pt x="1" y="921"/>
                    <a:pt x="22" y="1318"/>
                  </a:cubicBezTo>
                  <a:cubicBezTo>
                    <a:pt x="41" y="1639"/>
                    <a:pt x="366" y="1892"/>
                    <a:pt x="676" y="1892"/>
                  </a:cubicBezTo>
                  <a:cubicBezTo>
                    <a:pt x="709" y="1892"/>
                    <a:pt x="742" y="1889"/>
                    <a:pt x="775" y="1883"/>
                  </a:cubicBezTo>
                  <a:cubicBezTo>
                    <a:pt x="1110" y="1841"/>
                    <a:pt x="1424" y="1465"/>
                    <a:pt x="1361" y="1130"/>
                  </a:cubicBezTo>
                  <a:cubicBezTo>
                    <a:pt x="1319" y="1088"/>
                    <a:pt x="1319" y="1004"/>
                    <a:pt x="1319" y="942"/>
                  </a:cubicBezTo>
                  <a:cubicBezTo>
                    <a:pt x="1403" y="816"/>
                    <a:pt x="1424" y="691"/>
                    <a:pt x="1424" y="523"/>
                  </a:cubicBezTo>
                  <a:cubicBezTo>
                    <a:pt x="1424" y="314"/>
                    <a:pt x="1256" y="105"/>
                    <a:pt x="1047" y="42"/>
                  </a:cubicBezTo>
                  <a:cubicBezTo>
                    <a:pt x="973" y="13"/>
                    <a:pt x="897" y="1"/>
                    <a:pt x="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55;p52">
              <a:extLst>
                <a:ext uri="{FF2B5EF4-FFF2-40B4-BE49-F238E27FC236}">
                  <a16:creationId xmlns:a16="http://schemas.microsoft.com/office/drawing/2014/main" id="{C0843BD8-DCF6-CAA1-AC09-0C5EC315A31F}"/>
                </a:ext>
              </a:extLst>
            </p:cNvPr>
            <p:cNvSpPr/>
            <p:nvPr/>
          </p:nvSpPr>
          <p:spPr>
            <a:xfrm>
              <a:off x="2418825" y="6301575"/>
              <a:ext cx="34025" cy="50500"/>
            </a:xfrm>
            <a:custGeom>
              <a:avLst/>
              <a:gdLst/>
              <a:ahLst/>
              <a:cxnLst/>
              <a:rect l="l" t="t" r="r" b="b"/>
              <a:pathLst>
                <a:path w="1361" h="2020" extrusionOk="0">
                  <a:moveTo>
                    <a:pt x="683" y="0"/>
                  </a:moveTo>
                  <a:cubicBezTo>
                    <a:pt x="445" y="0"/>
                    <a:pt x="210" y="136"/>
                    <a:pt x="147" y="408"/>
                  </a:cubicBezTo>
                  <a:cubicBezTo>
                    <a:pt x="63" y="722"/>
                    <a:pt x="1" y="1036"/>
                    <a:pt x="1" y="1350"/>
                  </a:cubicBezTo>
                  <a:cubicBezTo>
                    <a:pt x="1" y="1705"/>
                    <a:pt x="315" y="2019"/>
                    <a:pt x="691" y="2019"/>
                  </a:cubicBezTo>
                  <a:cubicBezTo>
                    <a:pt x="1047" y="2019"/>
                    <a:pt x="1361" y="1705"/>
                    <a:pt x="1361" y="1350"/>
                  </a:cubicBezTo>
                  <a:cubicBezTo>
                    <a:pt x="1361" y="1036"/>
                    <a:pt x="1319" y="722"/>
                    <a:pt x="1235" y="408"/>
                  </a:cubicBezTo>
                  <a:cubicBezTo>
                    <a:pt x="1162" y="136"/>
                    <a:pt x="921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56;p52">
              <a:extLst>
                <a:ext uri="{FF2B5EF4-FFF2-40B4-BE49-F238E27FC236}">
                  <a16:creationId xmlns:a16="http://schemas.microsoft.com/office/drawing/2014/main" id="{4732F33A-E6E1-9E32-57C0-61AC6E33308B}"/>
                </a:ext>
              </a:extLst>
            </p:cNvPr>
            <p:cNvSpPr/>
            <p:nvPr/>
          </p:nvSpPr>
          <p:spPr>
            <a:xfrm>
              <a:off x="1688075" y="5693675"/>
              <a:ext cx="1002275" cy="1756875"/>
            </a:xfrm>
            <a:custGeom>
              <a:avLst/>
              <a:gdLst/>
              <a:ahLst/>
              <a:cxnLst/>
              <a:rect l="l" t="t" r="r" b="b"/>
              <a:pathLst>
                <a:path w="40091" h="70275" extrusionOk="0">
                  <a:moveTo>
                    <a:pt x="18853" y="3466"/>
                  </a:moveTo>
                  <a:lnTo>
                    <a:pt x="18853" y="3466"/>
                  </a:lnTo>
                  <a:cubicBezTo>
                    <a:pt x="18957" y="3884"/>
                    <a:pt x="18978" y="4261"/>
                    <a:pt x="18769" y="4617"/>
                  </a:cubicBezTo>
                  <a:cubicBezTo>
                    <a:pt x="18735" y="4668"/>
                    <a:pt x="18590" y="4733"/>
                    <a:pt x="18492" y="4733"/>
                  </a:cubicBezTo>
                  <a:cubicBezTo>
                    <a:pt x="18470" y="4733"/>
                    <a:pt x="18450" y="4729"/>
                    <a:pt x="18434" y="4721"/>
                  </a:cubicBezTo>
                  <a:cubicBezTo>
                    <a:pt x="18350" y="4638"/>
                    <a:pt x="18392" y="4324"/>
                    <a:pt x="18413" y="4219"/>
                  </a:cubicBezTo>
                  <a:cubicBezTo>
                    <a:pt x="18497" y="3989"/>
                    <a:pt x="18643" y="3717"/>
                    <a:pt x="18853" y="3466"/>
                  </a:cubicBezTo>
                  <a:close/>
                  <a:moveTo>
                    <a:pt x="9604" y="4638"/>
                  </a:moveTo>
                  <a:lnTo>
                    <a:pt x="9604" y="4638"/>
                  </a:lnTo>
                  <a:cubicBezTo>
                    <a:pt x="9855" y="4826"/>
                    <a:pt x="10127" y="5035"/>
                    <a:pt x="10274" y="5265"/>
                  </a:cubicBezTo>
                  <a:cubicBezTo>
                    <a:pt x="10337" y="5349"/>
                    <a:pt x="10420" y="5475"/>
                    <a:pt x="10358" y="5558"/>
                  </a:cubicBezTo>
                  <a:cubicBezTo>
                    <a:pt x="10276" y="5646"/>
                    <a:pt x="10182" y="5684"/>
                    <a:pt x="10088" y="5684"/>
                  </a:cubicBezTo>
                  <a:cubicBezTo>
                    <a:pt x="9891" y="5684"/>
                    <a:pt x="9696" y="5519"/>
                    <a:pt x="9625" y="5307"/>
                  </a:cubicBezTo>
                  <a:cubicBezTo>
                    <a:pt x="9542" y="5098"/>
                    <a:pt x="9542" y="4868"/>
                    <a:pt x="9604" y="4638"/>
                  </a:cubicBezTo>
                  <a:close/>
                  <a:moveTo>
                    <a:pt x="27013" y="3926"/>
                  </a:moveTo>
                  <a:cubicBezTo>
                    <a:pt x="27306" y="4324"/>
                    <a:pt x="27536" y="4742"/>
                    <a:pt x="27682" y="5265"/>
                  </a:cubicBezTo>
                  <a:cubicBezTo>
                    <a:pt x="27850" y="5726"/>
                    <a:pt x="27913" y="6332"/>
                    <a:pt x="27682" y="6835"/>
                  </a:cubicBezTo>
                  <a:cubicBezTo>
                    <a:pt x="27620" y="7044"/>
                    <a:pt x="27452" y="7232"/>
                    <a:pt x="27243" y="7295"/>
                  </a:cubicBezTo>
                  <a:cubicBezTo>
                    <a:pt x="27215" y="7306"/>
                    <a:pt x="27186" y="7311"/>
                    <a:pt x="27156" y="7311"/>
                  </a:cubicBezTo>
                  <a:cubicBezTo>
                    <a:pt x="26904" y="7311"/>
                    <a:pt x="26627" y="6940"/>
                    <a:pt x="26552" y="6772"/>
                  </a:cubicBezTo>
                  <a:cubicBezTo>
                    <a:pt x="26029" y="5893"/>
                    <a:pt x="26364" y="4742"/>
                    <a:pt x="26971" y="4010"/>
                  </a:cubicBezTo>
                  <a:cubicBezTo>
                    <a:pt x="26992" y="3989"/>
                    <a:pt x="27013" y="3947"/>
                    <a:pt x="27013" y="3926"/>
                  </a:cubicBezTo>
                  <a:close/>
                  <a:moveTo>
                    <a:pt x="30005" y="15099"/>
                  </a:moveTo>
                  <a:cubicBezTo>
                    <a:pt x="30047" y="15099"/>
                    <a:pt x="29963" y="15622"/>
                    <a:pt x="29963" y="15664"/>
                  </a:cubicBezTo>
                  <a:cubicBezTo>
                    <a:pt x="29900" y="15978"/>
                    <a:pt x="29796" y="16271"/>
                    <a:pt x="29628" y="16564"/>
                  </a:cubicBezTo>
                  <a:cubicBezTo>
                    <a:pt x="29586" y="16187"/>
                    <a:pt x="29586" y="15832"/>
                    <a:pt x="29754" y="15518"/>
                  </a:cubicBezTo>
                  <a:cubicBezTo>
                    <a:pt x="29837" y="15371"/>
                    <a:pt x="29858" y="15099"/>
                    <a:pt x="30005" y="15099"/>
                  </a:cubicBezTo>
                  <a:close/>
                  <a:moveTo>
                    <a:pt x="25088" y="14555"/>
                  </a:moveTo>
                  <a:cubicBezTo>
                    <a:pt x="25423" y="14827"/>
                    <a:pt x="25506" y="15560"/>
                    <a:pt x="25527" y="15957"/>
                  </a:cubicBezTo>
                  <a:cubicBezTo>
                    <a:pt x="25548" y="16355"/>
                    <a:pt x="25548" y="16690"/>
                    <a:pt x="25506" y="17003"/>
                  </a:cubicBezTo>
                  <a:cubicBezTo>
                    <a:pt x="25234" y="16355"/>
                    <a:pt x="25109" y="15622"/>
                    <a:pt x="25088" y="15120"/>
                  </a:cubicBezTo>
                  <a:lnTo>
                    <a:pt x="25088" y="14660"/>
                  </a:lnTo>
                  <a:lnTo>
                    <a:pt x="25088" y="14555"/>
                  </a:lnTo>
                  <a:close/>
                  <a:moveTo>
                    <a:pt x="19792" y="16219"/>
                  </a:moveTo>
                  <a:cubicBezTo>
                    <a:pt x="19843" y="16219"/>
                    <a:pt x="19906" y="16236"/>
                    <a:pt x="19982" y="16271"/>
                  </a:cubicBezTo>
                  <a:cubicBezTo>
                    <a:pt x="20401" y="16480"/>
                    <a:pt x="20652" y="16899"/>
                    <a:pt x="20443" y="17338"/>
                  </a:cubicBezTo>
                  <a:cubicBezTo>
                    <a:pt x="20317" y="17610"/>
                    <a:pt x="20129" y="17840"/>
                    <a:pt x="19920" y="18071"/>
                  </a:cubicBezTo>
                  <a:cubicBezTo>
                    <a:pt x="19794" y="17799"/>
                    <a:pt x="19710" y="17485"/>
                    <a:pt x="19669" y="17192"/>
                  </a:cubicBezTo>
                  <a:cubicBezTo>
                    <a:pt x="19606" y="16982"/>
                    <a:pt x="19606" y="16773"/>
                    <a:pt x="19606" y="16543"/>
                  </a:cubicBezTo>
                  <a:cubicBezTo>
                    <a:pt x="19606" y="16332"/>
                    <a:pt x="19660" y="16219"/>
                    <a:pt x="19792" y="16219"/>
                  </a:cubicBezTo>
                  <a:close/>
                  <a:moveTo>
                    <a:pt x="12576" y="18656"/>
                  </a:moveTo>
                  <a:cubicBezTo>
                    <a:pt x="12596" y="18656"/>
                    <a:pt x="12638" y="18656"/>
                    <a:pt x="12659" y="18677"/>
                  </a:cubicBezTo>
                  <a:cubicBezTo>
                    <a:pt x="12973" y="18803"/>
                    <a:pt x="13224" y="19368"/>
                    <a:pt x="13266" y="19661"/>
                  </a:cubicBezTo>
                  <a:cubicBezTo>
                    <a:pt x="13287" y="19954"/>
                    <a:pt x="13099" y="20288"/>
                    <a:pt x="12952" y="20519"/>
                  </a:cubicBezTo>
                  <a:lnTo>
                    <a:pt x="12910" y="20560"/>
                  </a:lnTo>
                  <a:lnTo>
                    <a:pt x="12868" y="20519"/>
                  </a:lnTo>
                  <a:cubicBezTo>
                    <a:pt x="12638" y="20247"/>
                    <a:pt x="12450" y="19849"/>
                    <a:pt x="12387" y="19431"/>
                  </a:cubicBezTo>
                  <a:cubicBezTo>
                    <a:pt x="12387" y="19431"/>
                    <a:pt x="12324" y="18887"/>
                    <a:pt x="12450" y="18698"/>
                  </a:cubicBezTo>
                  <a:cubicBezTo>
                    <a:pt x="12471" y="18677"/>
                    <a:pt x="12534" y="18656"/>
                    <a:pt x="12576" y="18656"/>
                  </a:cubicBezTo>
                  <a:close/>
                  <a:moveTo>
                    <a:pt x="37454" y="21502"/>
                  </a:moveTo>
                  <a:cubicBezTo>
                    <a:pt x="37893" y="21565"/>
                    <a:pt x="38123" y="21983"/>
                    <a:pt x="38332" y="22360"/>
                  </a:cubicBezTo>
                  <a:cubicBezTo>
                    <a:pt x="38542" y="22862"/>
                    <a:pt x="38625" y="23385"/>
                    <a:pt x="38542" y="23804"/>
                  </a:cubicBezTo>
                  <a:cubicBezTo>
                    <a:pt x="38458" y="24222"/>
                    <a:pt x="38102" y="24515"/>
                    <a:pt x="37788" y="24766"/>
                  </a:cubicBezTo>
                  <a:cubicBezTo>
                    <a:pt x="37747" y="24829"/>
                    <a:pt x="37684" y="24871"/>
                    <a:pt x="37642" y="24913"/>
                  </a:cubicBezTo>
                  <a:cubicBezTo>
                    <a:pt x="37265" y="25247"/>
                    <a:pt x="36805" y="25540"/>
                    <a:pt x="36219" y="25791"/>
                  </a:cubicBezTo>
                  <a:cubicBezTo>
                    <a:pt x="36198" y="25791"/>
                    <a:pt x="36177" y="25812"/>
                    <a:pt x="36177" y="25812"/>
                  </a:cubicBezTo>
                  <a:lnTo>
                    <a:pt x="36094" y="25854"/>
                  </a:lnTo>
                  <a:lnTo>
                    <a:pt x="36094" y="25770"/>
                  </a:lnTo>
                  <a:cubicBezTo>
                    <a:pt x="36094" y="25017"/>
                    <a:pt x="36031" y="24285"/>
                    <a:pt x="35968" y="23406"/>
                  </a:cubicBezTo>
                  <a:cubicBezTo>
                    <a:pt x="35926" y="23092"/>
                    <a:pt x="35905" y="22841"/>
                    <a:pt x="35843" y="22569"/>
                  </a:cubicBezTo>
                  <a:lnTo>
                    <a:pt x="35843" y="22548"/>
                  </a:lnTo>
                  <a:lnTo>
                    <a:pt x="35884" y="22527"/>
                  </a:lnTo>
                  <a:lnTo>
                    <a:pt x="35968" y="22444"/>
                  </a:lnTo>
                  <a:cubicBezTo>
                    <a:pt x="36135" y="22234"/>
                    <a:pt x="36324" y="22025"/>
                    <a:pt x="36512" y="21879"/>
                  </a:cubicBezTo>
                  <a:cubicBezTo>
                    <a:pt x="36680" y="21690"/>
                    <a:pt x="37035" y="21502"/>
                    <a:pt x="37349" y="21502"/>
                  </a:cubicBezTo>
                  <a:close/>
                  <a:moveTo>
                    <a:pt x="14597" y="795"/>
                  </a:moveTo>
                  <a:cubicBezTo>
                    <a:pt x="14861" y="795"/>
                    <a:pt x="15129" y="820"/>
                    <a:pt x="15400" y="871"/>
                  </a:cubicBezTo>
                  <a:cubicBezTo>
                    <a:pt x="16384" y="1081"/>
                    <a:pt x="17430" y="1708"/>
                    <a:pt x="18162" y="2420"/>
                  </a:cubicBezTo>
                  <a:cubicBezTo>
                    <a:pt x="18267" y="2482"/>
                    <a:pt x="18350" y="2587"/>
                    <a:pt x="18434" y="2734"/>
                  </a:cubicBezTo>
                  <a:cubicBezTo>
                    <a:pt x="17932" y="3466"/>
                    <a:pt x="17074" y="4407"/>
                    <a:pt x="17785" y="5286"/>
                  </a:cubicBezTo>
                  <a:cubicBezTo>
                    <a:pt x="17948" y="5502"/>
                    <a:pt x="18188" y="5596"/>
                    <a:pt x="18440" y="5596"/>
                  </a:cubicBezTo>
                  <a:cubicBezTo>
                    <a:pt x="18578" y="5596"/>
                    <a:pt x="18719" y="5568"/>
                    <a:pt x="18853" y="5516"/>
                  </a:cubicBezTo>
                  <a:cubicBezTo>
                    <a:pt x="19250" y="5391"/>
                    <a:pt x="19418" y="5056"/>
                    <a:pt x="19564" y="4721"/>
                  </a:cubicBezTo>
                  <a:cubicBezTo>
                    <a:pt x="19773" y="4156"/>
                    <a:pt x="19669" y="3487"/>
                    <a:pt x="19397" y="2901"/>
                  </a:cubicBezTo>
                  <a:cubicBezTo>
                    <a:pt x="19418" y="2880"/>
                    <a:pt x="19459" y="2880"/>
                    <a:pt x="19459" y="2859"/>
                  </a:cubicBezTo>
                  <a:cubicBezTo>
                    <a:pt x="20296" y="2148"/>
                    <a:pt x="21259" y="1687"/>
                    <a:pt x="22326" y="1583"/>
                  </a:cubicBezTo>
                  <a:cubicBezTo>
                    <a:pt x="22453" y="1567"/>
                    <a:pt x="22579" y="1560"/>
                    <a:pt x="22704" y="1560"/>
                  </a:cubicBezTo>
                  <a:cubicBezTo>
                    <a:pt x="23771" y="1560"/>
                    <a:pt x="24752" y="2092"/>
                    <a:pt x="25632" y="2692"/>
                  </a:cubicBezTo>
                  <a:cubicBezTo>
                    <a:pt x="25883" y="2880"/>
                    <a:pt x="26155" y="3089"/>
                    <a:pt x="26385" y="3298"/>
                  </a:cubicBezTo>
                  <a:cubicBezTo>
                    <a:pt x="26280" y="3424"/>
                    <a:pt x="26176" y="3529"/>
                    <a:pt x="26071" y="3675"/>
                  </a:cubicBezTo>
                  <a:cubicBezTo>
                    <a:pt x="25464" y="4470"/>
                    <a:pt x="25234" y="5495"/>
                    <a:pt x="25423" y="6500"/>
                  </a:cubicBezTo>
                  <a:cubicBezTo>
                    <a:pt x="25547" y="7262"/>
                    <a:pt x="26256" y="8234"/>
                    <a:pt x="27106" y="8234"/>
                  </a:cubicBezTo>
                  <a:cubicBezTo>
                    <a:pt x="27260" y="8234"/>
                    <a:pt x="27418" y="8202"/>
                    <a:pt x="27578" y="8132"/>
                  </a:cubicBezTo>
                  <a:cubicBezTo>
                    <a:pt x="28582" y="7713"/>
                    <a:pt x="28791" y="6542"/>
                    <a:pt x="28624" y="5579"/>
                  </a:cubicBezTo>
                  <a:cubicBezTo>
                    <a:pt x="28498" y="4784"/>
                    <a:pt x="28164" y="4010"/>
                    <a:pt x="27661" y="3361"/>
                  </a:cubicBezTo>
                  <a:cubicBezTo>
                    <a:pt x="28310" y="2901"/>
                    <a:pt x="29105" y="2629"/>
                    <a:pt x="29837" y="2545"/>
                  </a:cubicBezTo>
                  <a:cubicBezTo>
                    <a:pt x="29935" y="2535"/>
                    <a:pt x="30032" y="2530"/>
                    <a:pt x="30131" y="2530"/>
                  </a:cubicBezTo>
                  <a:cubicBezTo>
                    <a:pt x="31197" y="2530"/>
                    <a:pt x="32316" y="3128"/>
                    <a:pt x="33102" y="3780"/>
                  </a:cubicBezTo>
                  <a:cubicBezTo>
                    <a:pt x="33625" y="4219"/>
                    <a:pt x="34043" y="4763"/>
                    <a:pt x="34357" y="5370"/>
                  </a:cubicBezTo>
                  <a:cubicBezTo>
                    <a:pt x="34671" y="5935"/>
                    <a:pt x="34775" y="6709"/>
                    <a:pt x="34880" y="7358"/>
                  </a:cubicBezTo>
                  <a:cubicBezTo>
                    <a:pt x="34943" y="7692"/>
                    <a:pt x="34985" y="8006"/>
                    <a:pt x="34985" y="8341"/>
                  </a:cubicBezTo>
                  <a:cubicBezTo>
                    <a:pt x="34985" y="8550"/>
                    <a:pt x="34943" y="8760"/>
                    <a:pt x="34859" y="9011"/>
                  </a:cubicBezTo>
                  <a:cubicBezTo>
                    <a:pt x="34148" y="9157"/>
                    <a:pt x="33415" y="9638"/>
                    <a:pt x="33415" y="10412"/>
                  </a:cubicBezTo>
                  <a:cubicBezTo>
                    <a:pt x="33415" y="10831"/>
                    <a:pt x="33729" y="11103"/>
                    <a:pt x="34127" y="11145"/>
                  </a:cubicBezTo>
                  <a:cubicBezTo>
                    <a:pt x="34151" y="11148"/>
                    <a:pt x="34175" y="11150"/>
                    <a:pt x="34200" y="11150"/>
                  </a:cubicBezTo>
                  <a:cubicBezTo>
                    <a:pt x="34595" y="11150"/>
                    <a:pt x="34998" y="10690"/>
                    <a:pt x="35215" y="10433"/>
                  </a:cubicBezTo>
                  <a:cubicBezTo>
                    <a:pt x="35382" y="10266"/>
                    <a:pt x="35487" y="10057"/>
                    <a:pt x="35571" y="9848"/>
                  </a:cubicBezTo>
                  <a:cubicBezTo>
                    <a:pt x="35822" y="9848"/>
                    <a:pt x="36094" y="9889"/>
                    <a:pt x="36261" y="9910"/>
                  </a:cubicBezTo>
                  <a:cubicBezTo>
                    <a:pt x="36972" y="10078"/>
                    <a:pt x="37600" y="10475"/>
                    <a:pt x="38123" y="10956"/>
                  </a:cubicBezTo>
                  <a:cubicBezTo>
                    <a:pt x="38646" y="11459"/>
                    <a:pt x="38918" y="12317"/>
                    <a:pt x="38709" y="13028"/>
                  </a:cubicBezTo>
                  <a:cubicBezTo>
                    <a:pt x="38458" y="13760"/>
                    <a:pt x="37558" y="14262"/>
                    <a:pt x="36889" y="14514"/>
                  </a:cubicBezTo>
                  <a:cubicBezTo>
                    <a:pt x="36554" y="14660"/>
                    <a:pt x="36366" y="15099"/>
                    <a:pt x="36659" y="15350"/>
                  </a:cubicBezTo>
                  <a:cubicBezTo>
                    <a:pt x="36868" y="15539"/>
                    <a:pt x="37077" y="15643"/>
                    <a:pt x="37349" y="15748"/>
                  </a:cubicBezTo>
                  <a:cubicBezTo>
                    <a:pt x="37621" y="15853"/>
                    <a:pt x="37872" y="16020"/>
                    <a:pt x="38123" y="16187"/>
                  </a:cubicBezTo>
                  <a:cubicBezTo>
                    <a:pt x="38332" y="16355"/>
                    <a:pt x="38500" y="16501"/>
                    <a:pt x="38625" y="16710"/>
                  </a:cubicBezTo>
                  <a:cubicBezTo>
                    <a:pt x="38730" y="16773"/>
                    <a:pt x="38939" y="17087"/>
                    <a:pt x="38918" y="17171"/>
                  </a:cubicBezTo>
                  <a:cubicBezTo>
                    <a:pt x="38751" y="17443"/>
                    <a:pt x="38207" y="17589"/>
                    <a:pt x="37914" y="17652"/>
                  </a:cubicBezTo>
                  <a:cubicBezTo>
                    <a:pt x="37391" y="17799"/>
                    <a:pt x="36889" y="17799"/>
                    <a:pt x="36408" y="18029"/>
                  </a:cubicBezTo>
                  <a:cubicBezTo>
                    <a:pt x="36135" y="18133"/>
                    <a:pt x="36031" y="18552"/>
                    <a:pt x="36198" y="18782"/>
                  </a:cubicBezTo>
                  <a:cubicBezTo>
                    <a:pt x="36575" y="19305"/>
                    <a:pt x="37244" y="19619"/>
                    <a:pt x="37726" y="20037"/>
                  </a:cubicBezTo>
                  <a:cubicBezTo>
                    <a:pt x="37768" y="20058"/>
                    <a:pt x="37914" y="20184"/>
                    <a:pt x="37914" y="20226"/>
                  </a:cubicBezTo>
                  <a:cubicBezTo>
                    <a:pt x="37914" y="20267"/>
                    <a:pt x="37621" y="20414"/>
                    <a:pt x="37558" y="20456"/>
                  </a:cubicBezTo>
                  <a:cubicBezTo>
                    <a:pt x="37056" y="20686"/>
                    <a:pt x="36428" y="20791"/>
                    <a:pt x="35884" y="20853"/>
                  </a:cubicBezTo>
                  <a:cubicBezTo>
                    <a:pt x="35633" y="20874"/>
                    <a:pt x="35508" y="21042"/>
                    <a:pt x="35487" y="21209"/>
                  </a:cubicBezTo>
                  <a:cubicBezTo>
                    <a:pt x="35110" y="20665"/>
                    <a:pt x="34796" y="20184"/>
                    <a:pt x="34524" y="19828"/>
                  </a:cubicBezTo>
                  <a:cubicBezTo>
                    <a:pt x="34775" y="19703"/>
                    <a:pt x="35006" y="19556"/>
                    <a:pt x="35257" y="19431"/>
                  </a:cubicBezTo>
                  <a:cubicBezTo>
                    <a:pt x="35534" y="19264"/>
                    <a:pt x="35403" y="18820"/>
                    <a:pt x="35109" y="18820"/>
                  </a:cubicBezTo>
                  <a:cubicBezTo>
                    <a:pt x="35070" y="18820"/>
                    <a:pt x="35029" y="18828"/>
                    <a:pt x="34985" y="18845"/>
                  </a:cubicBezTo>
                  <a:cubicBezTo>
                    <a:pt x="34650" y="18949"/>
                    <a:pt x="34273" y="19075"/>
                    <a:pt x="33918" y="19200"/>
                  </a:cubicBezTo>
                  <a:lnTo>
                    <a:pt x="33520" y="18887"/>
                  </a:lnTo>
                  <a:cubicBezTo>
                    <a:pt x="33513" y="18880"/>
                    <a:pt x="33506" y="18877"/>
                    <a:pt x="33498" y="18877"/>
                  </a:cubicBezTo>
                  <a:cubicBezTo>
                    <a:pt x="33483" y="18877"/>
                    <a:pt x="33464" y="18887"/>
                    <a:pt x="33436" y="18887"/>
                  </a:cubicBezTo>
                  <a:cubicBezTo>
                    <a:pt x="33332" y="18887"/>
                    <a:pt x="33227" y="18970"/>
                    <a:pt x="33206" y="19075"/>
                  </a:cubicBezTo>
                  <a:cubicBezTo>
                    <a:pt x="33185" y="19138"/>
                    <a:pt x="33164" y="19284"/>
                    <a:pt x="33269" y="19368"/>
                  </a:cubicBezTo>
                  <a:lnTo>
                    <a:pt x="33290" y="19389"/>
                  </a:lnTo>
                  <a:cubicBezTo>
                    <a:pt x="32932" y="19472"/>
                    <a:pt x="32574" y="19535"/>
                    <a:pt x="32220" y="19535"/>
                  </a:cubicBezTo>
                  <a:cubicBezTo>
                    <a:pt x="31953" y="19535"/>
                    <a:pt x="31688" y="19500"/>
                    <a:pt x="31428" y="19410"/>
                  </a:cubicBezTo>
                  <a:cubicBezTo>
                    <a:pt x="30591" y="19159"/>
                    <a:pt x="30047" y="18363"/>
                    <a:pt x="29775" y="17547"/>
                  </a:cubicBezTo>
                  <a:cubicBezTo>
                    <a:pt x="29879" y="17338"/>
                    <a:pt x="30026" y="17171"/>
                    <a:pt x="30089" y="16962"/>
                  </a:cubicBezTo>
                  <a:cubicBezTo>
                    <a:pt x="30296" y="16485"/>
                    <a:pt x="31076" y="14555"/>
                    <a:pt x="29917" y="14555"/>
                  </a:cubicBezTo>
                  <a:cubicBezTo>
                    <a:pt x="29905" y="14555"/>
                    <a:pt x="29892" y="14555"/>
                    <a:pt x="29879" y="14555"/>
                  </a:cubicBezTo>
                  <a:cubicBezTo>
                    <a:pt x="29419" y="14555"/>
                    <a:pt x="29189" y="15120"/>
                    <a:pt x="29001" y="15455"/>
                  </a:cubicBezTo>
                  <a:cubicBezTo>
                    <a:pt x="28708" y="16020"/>
                    <a:pt x="28770" y="16690"/>
                    <a:pt x="28833" y="17275"/>
                  </a:cubicBezTo>
                  <a:cubicBezTo>
                    <a:pt x="28833" y="17380"/>
                    <a:pt x="28875" y="17443"/>
                    <a:pt x="28896" y="17547"/>
                  </a:cubicBezTo>
                  <a:cubicBezTo>
                    <a:pt x="28603" y="17861"/>
                    <a:pt x="28289" y="18133"/>
                    <a:pt x="27954" y="18363"/>
                  </a:cubicBezTo>
                  <a:cubicBezTo>
                    <a:pt x="27659" y="18570"/>
                    <a:pt x="27382" y="18660"/>
                    <a:pt x="27127" y="18660"/>
                  </a:cubicBezTo>
                  <a:cubicBezTo>
                    <a:pt x="26657" y="18660"/>
                    <a:pt x="26257" y="18358"/>
                    <a:pt x="25946" y="17924"/>
                  </a:cubicBezTo>
                  <a:cubicBezTo>
                    <a:pt x="25946" y="17861"/>
                    <a:pt x="25967" y="17819"/>
                    <a:pt x="25967" y="17757"/>
                  </a:cubicBezTo>
                  <a:cubicBezTo>
                    <a:pt x="26071" y="17234"/>
                    <a:pt x="26050" y="16690"/>
                    <a:pt x="25988" y="16146"/>
                  </a:cubicBezTo>
                  <a:cubicBezTo>
                    <a:pt x="25967" y="15874"/>
                    <a:pt x="25946" y="15602"/>
                    <a:pt x="25883" y="15330"/>
                  </a:cubicBezTo>
                  <a:cubicBezTo>
                    <a:pt x="25862" y="15120"/>
                    <a:pt x="25736" y="14974"/>
                    <a:pt x="25653" y="14765"/>
                  </a:cubicBezTo>
                  <a:cubicBezTo>
                    <a:pt x="25548" y="14472"/>
                    <a:pt x="25423" y="14179"/>
                    <a:pt x="25151" y="14032"/>
                  </a:cubicBezTo>
                  <a:cubicBezTo>
                    <a:pt x="25090" y="13994"/>
                    <a:pt x="25026" y="13977"/>
                    <a:pt x="24964" y="13977"/>
                  </a:cubicBezTo>
                  <a:cubicBezTo>
                    <a:pt x="24789" y="13977"/>
                    <a:pt x="24621" y="14108"/>
                    <a:pt x="24544" y="14262"/>
                  </a:cubicBezTo>
                  <a:cubicBezTo>
                    <a:pt x="24293" y="14765"/>
                    <a:pt x="24335" y="15497"/>
                    <a:pt x="24418" y="16041"/>
                  </a:cubicBezTo>
                  <a:cubicBezTo>
                    <a:pt x="24523" y="16773"/>
                    <a:pt x="24753" y="17464"/>
                    <a:pt x="25151" y="18071"/>
                  </a:cubicBezTo>
                  <a:cubicBezTo>
                    <a:pt x="25004" y="18405"/>
                    <a:pt x="24795" y="18719"/>
                    <a:pt x="24502" y="19012"/>
                  </a:cubicBezTo>
                  <a:cubicBezTo>
                    <a:pt x="23977" y="19588"/>
                    <a:pt x="23287" y="19876"/>
                    <a:pt x="22544" y="19876"/>
                  </a:cubicBezTo>
                  <a:cubicBezTo>
                    <a:pt x="22369" y="19876"/>
                    <a:pt x="22191" y="19860"/>
                    <a:pt x="22012" y="19828"/>
                  </a:cubicBezTo>
                  <a:cubicBezTo>
                    <a:pt x="21280" y="19703"/>
                    <a:pt x="20715" y="19305"/>
                    <a:pt x="20296" y="18719"/>
                  </a:cubicBezTo>
                  <a:cubicBezTo>
                    <a:pt x="20401" y="18594"/>
                    <a:pt x="20506" y="18489"/>
                    <a:pt x="20568" y="18363"/>
                  </a:cubicBezTo>
                  <a:cubicBezTo>
                    <a:pt x="20882" y="17903"/>
                    <a:pt x="21175" y="17254"/>
                    <a:pt x="21029" y="16690"/>
                  </a:cubicBezTo>
                  <a:cubicBezTo>
                    <a:pt x="20879" y="16166"/>
                    <a:pt x="20210" y="15642"/>
                    <a:pt x="19652" y="15642"/>
                  </a:cubicBezTo>
                  <a:cubicBezTo>
                    <a:pt x="19586" y="15642"/>
                    <a:pt x="19521" y="15649"/>
                    <a:pt x="19459" y="15664"/>
                  </a:cubicBezTo>
                  <a:cubicBezTo>
                    <a:pt x="18539" y="15936"/>
                    <a:pt x="18874" y="17527"/>
                    <a:pt x="19083" y="18133"/>
                  </a:cubicBezTo>
                  <a:cubicBezTo>
                    <a:pt x="19146" y="18322"/>
                    <a:pt x="19208" y="18468"/>
                    <a:pt x="19292" y="18656"/>
                  </a:cubicBezTo>
                  <a:cubicBezTo>
                    <a:pt x="18874" y="18970"/>
                    <a:pt x="18434" y="19242"/>
                    <a:pt x="18037" y="19472"/>
                  </a:cubicBezTo>
                  <a:cubicBezTo>
                    <a:pt x="17765" y="19608"/>
                    <a:pt x="17508" y="19687"/>
                    <a:pt x="17252" y="19687"/>
                  </a:cubicBezTo>
                  <a:cubicBezTo>
                    <a:pt x="16996" y="19687"/>
                    <a:pt x="16739" y="19608"/>
                    <a:pt x="16467" y="19431"/>
                  </a:cubicBezTo>
                  <a:cubicBezTo>
                    <a:pt x="16258" y="19305"/>
                    <a:pt x="16112" y="19096"/>
                    <a:pt x="15965" y="18866"/>
                  </a:cubicBezTo>
                  <a:lnTo>
                    <a:pt x="15965" y="18803"/>
                  </a:lnTo>
                  <a:cubicBezTo>
                    <a:pt x="15944" y="18782"/>
                    <a:pt x="15923" y="18761"/>
                    <a:pt x="15923" y="18719"/>
                  </a:cubicBezTo>
                  <a:cubicBezTo>
                    <a:pt x="15902" y="18656"/>
                    <a:pt x="15861" y="18594"/>
                    <a:pt x="15840" y="18510"/>
                  </a:cubicBezTo>
                  <a:cubicBezTo>
                    <a:pt x="15819" y="18448"/>
                    <a:pt x="15758" y="17735"/>
                    <a:pt x="15796" y="17735"/>
                  </a:cubicBezTo>
                  <a:cubicBezTo>
                    <a:pt x="15797" y="17735"/>
                    <a:pt x="15797" y="17735"/>
                    <a:pt x="15798" y="17736"/>
                  </a:cubicBezTo>
                  <a:cubicBezTo>
                    <a:pt x="15818" y="17739"/>
                    <a:pt x="15837" y="17741"/>
                    <a:pt x="15856" y="17741"/>
                  </a:cubicBezTo>
                  <a:cubicBezTo>
                    <a:pt x="16171" y="17741"/>
                    <a:pt x="16300" y="17271"/>
                    <a:pt x="15944" y="17192"/>
                  </a:cubicBezTo>
                  <a:cubicBezTo>
                    <a:pt x="15894" y="17182"/>
                    <a:pt x="15847" y="17177"/>
                    <a:pt x="15802" y="17177"/>
                  </a:cubicBezTo>
                  <a:cubicBezTo>
                    <a:pt x="15183" y="17177"/>
                    <a:pt x="14995" y="18067"/>
                    <a:pt x="15170" y="18594"/>
                  </a:cubicBezTo>
                  <a:cubicBezTo>
                    <a:pt x="15233" y="18824"/>
                    <a:pt x="15337" y="19075"/>
                    <a:pt x="15442" y="19305"/>
                  </a:cubicBezTo>
                  <a:cubicBezTo>
                    <a:pt x="15421" y="19912"/>
                    <a:pt x="15233" y="20435"/>
                    <a:pt x="14961" y="20749"/>
                  </a:cubicBezTo>
                  <a:cubicBezTo>
                    <a:pt x="14710" y="20979"/>
                    <a:pt x="14396" y="21104"/>
                    <a:pt x="14040" y="21104"/>
                  </a:cubicBezTo>
                  <a:lnTo>
                    <a:pt x="13936" y="21104"/>
                  </a:lnTo>
                  <a:cubicBezTo>
                    <a:pt x="13831" y="21104"/>
                    <a:pt x="13747" y="21084"/>
                    <a:pt x="13643" y="21063"/>
                  </a:cubicBezTo>
                  <a:lnTo>
                    <a:pt x="13601" y="21021"/>
                  </a:lnTo>
                  <a:lnTo>
                    <a:pt x="13622" y="20979"/>
                  </a:lnTo>
                  <a:cubicBezTo>
                    <a:pt x="13956" y="20288"/>
                    <a:pt x="13956" y="19598"/>
                    <a:pt x="13622" y="18928"/>
                  </a:cubicBezTo>
                  <a:cubicBezTo>
                    <a:pt x="13392" y="18489"/>
                    <a:pt x="12889" y="18050"/>
                    <a:pt x="12450" y="18050"/>
                  </a:cubicBezTo>
                  <a:cubicBezTo>
                    <a:pt x="12199" y="18050"/>
                    <a:pt x="12031" y="18175"/>
                    <a:pt x="11864" y="18405"/>
                  </a:cubicBezTo>
                  <a:cubicBezTo>
                    <a:pt x="11446" y="19096"/>
                    <a:pt x="11676" y="20079"/>
                    <a:pt x="12094" y="20791"/>
                  </a:cubicBezTo>
                  <a:cubicBezTo>
                    <a:pt x="12178" y="20895"/>
                    <a:pt x="12262" y="21021"/>
                    <a:pt x="12366" y="21125"/>
                  </a:cubicBezTo>
                  <a:lnTo>
                    <a:pt x="12387" y="21188"/>
                  </a:lnTo>
                  <a:lnTo>
                    <a:pt x="12345" y="21209"/>
                  </a:lnTo>
                  <a:cubicBezTo>
                    <a:pt x="12073" y="21418"/>
                    <a:pt x="11759" y="21607"/>
                    <a:pt x="11467" y="21753"/>
                  </a:cubicBezTo>
                  <a:cubicBezTo>
                    <a:pt x="11153" y="21941"/>
                    <a:pt x="10881" y="22088"/>
                    <a:pt x="10483" y="22130"/>
                  </a:cubicBezTo>
                  <a:cubicBezTo>
                    <a:pt x="10211" y="22151"/>
                    <a:pt x="9981" y="22172"/>
                    <a:pt x="9730" y="22172"/>
                  </a:cubicBezTo>
                  <a:lnTo>
                    <a:pt x="9332" y="22172"/>
                  </a:lnTo>
                  <a:cubicBezTo>
                    <a:pt x="9228" y="22172"/>
                    <a:pt x="9123" y="22151"/>
                    <a:pt x="9039" y="22130"/>
                  </a:cubicBezTo>
                  <a:cubicBezTo>
                    <a:pt x="8998" y="22067"/>
                    <a:pt x="8935" y="22046"/>
                    <a:pt x="8851" y="22046"/>
                  </a:cubicBezTo>
                  <a:lnTo>
                    <a:pt x="8788" y="22046"/>
                  </a:lnTo>
                  <a:cubicBezTo>
                    <a:pt x="8265" y="21858"/>
                    <a:pt x="7972" y="21502"/>
                    <a:pt x="7951" y="21000"/>
                  </a:cubicBezTo>
                  <a:cubicBezTo>
                    <a:pt x="7951" y="19933"/>
                    <a:pt x="8286" y="18845"/>
                    <a:pt x="8914" y="17924"/>
                  </a:cubicBezTo>
                  <a:cubicBezTo>
                    <a:pt x="8956" y="17840"/>
                    <a:pt x="9018" y="17799"/>
                    <a:pt x="9039" y="17715"/>
                  </a:cubicBezTo>
                  <a:cubicBezTo>
                    <a:pt x="9228" y="17422"/>
                    <a:pt x="9416" y="17129"/>
                    <a:pt x="9688" y="16920"/>
                  </a:cubicBezTo>
                  <a:cubicBezTo>
                    <a:pt x="10086" y="16648"/>
                    <a:pt x="10567" y="16606"/>
                    <a:pt x="11006" y="16585"/>
                  </a:cubicBezTo>
                  <a:cubicBezTo>
                    <a:pt x="11257" y="16585"/>
                    <a:pt x="11362" y="16376"/>
                    <a:pt x="11362" y="16187"/>
                  </a:cubicBezTo>
                  <a:cubicBezTo>
                    <a:pt x="11362" y="16020"/>
                    <a:pt x="11257" y="15832"/>
                    <a:pt x="11006" y="15832"/>
                  </a:cubicBezTo>
                  <a:cubicBezTo>
                    <a:pt x="9897" y="15832"/>
                    <a:pt x="9144" y="16229"/>
                    <a:pt x="8516" y="17066"/>
                  </a:cubicBezTo>
                  <a:cubicBezTo>
                    <a:pt x="7679" y="18175"/>
                    <a:pt x="7219" y="19263"/>
                    <a:pt x="7052" y="20435"/>
                  </a:cubicBezTo>
                  <a:cubicBezTo>
                    <a:pt x="6947" y="21209"/>
                    <a:pt x="7031" y="22297"/>
                    <a:pt x="8056" y="22820"/>
                  </a:cubicBezTo>
                  <a:lnTo>
                    <a:pt x="8098" y="22841"/>
                  </a:lnTo>
                  <a:lnTo>
                    <a:pt x="8077" y="22883"/>
                  </a:lnTo>
                  <a:cubicBezTo>
                    <a:pt x="7575" y="23678"/>
                    <a:pt x="7282" y="24661"/>
                    <a:pt x="7177" y="25896"/>
                  </a:cubicBezTo>
                  <a:lnTo>
                    <a:pt x="7177" y="26021"/>
                  </a:lnTo>
                  <a:lnTo>
                    <a:pt x="7073" y="25875"/>
                  </a:lnTo>
                  <a:cubicBezTo>
                    <a:pt x="6550" y="25164"/>
                    <a:pt x="5985" y="24410"/>
                    <a:pt x="5148" y="24306"/>
                  </a:cubicBezTo>
                  <a:cubicBezTo>
                    <a:pt x="5043" y="24285"/>
                    <a:pt x="4959" y="24285"/>
                    <a:pt x="4855" y="24285"/>
                  </a:cubicBezTo>
                  <a:cubicBezTo>
                    <a:pt x="4729" y="24285"/>
                    <a:pt x="4625" y="24285"/>
                    <a:pt x="4499" y="24306"/>
                  </a:cubicBezTo>
                  <a:lnTo>
                    <a:pt x="4436" y="24306"/>
                  </a:lnTo>
                  <a:lnTo>
                    <a:pt x="4436" y="24243"/>
                  </a:lnTo>
                  <a:cubicBezTo>
                    <a:pt x="4415" y="24138"/>
                    <a:pt x="4353" y="24013"/>
                    <a:pt x="4206" y="23971"/>
                  </a:cubicBezTo>
                  <a:cubicBezTo>
                    <a:pt x="3348" y="23762"/>
                    <a:pt x="2720" y="23511"/>
                    <a:pt x="2156" y="23134"/>
                  </a:cubicBezTo>
                  <a:cubicBezTo>
                    <a:pt x="2051" y="23071"/>
                    <a:pt x="1988" y="22988"/>
                    <a:pt x="1884" y="22946"/>
                  </a:cubicBezTo>
                  <a:cubicBezTo>
                    <a:pt x="1507" y="22736"/>
                    <a:pt x="1151" y="22527"/>
                    <a:pt x="1005" y="22004"/>
                  </a:cubicBezTo>
                  <a:cubicBezTo>
                    <a:pt x="879" y="21481"/>
                    <a:pt x="1193" y="21146"/>
                    <a:pt x="1507" y="20832"/>
                  </a:cubicBezTo>
                  <a:cubicBezTo>
                    <a:pt x="1591" y="20749"/>
                    <a:pt x="1695" y="20644"/>
                    <a:pt x="1779" y="20540"/>
                  </a:cubicBezTo>
                  <a:cubicBezTo>
                    <a:pt x="1925" y="20351"/>
                    <a:pt x="1988" y="20121"/>
                    <a:pt x="1925" y="19891"/>
                  </a:cubicBezTo>
                  <a:cubicBezTo>
                    <a:pt x="1884" y="19640"/>
                    <a:pt x="1695" y="19472"/>
                    <a:pt x="1465" y="19368"/>
                  </a:cubicBezTo>
                  <a:lnTo>
                    <a:pt x="1423" y="19368"/>
                  </a:lnTo>
                  <a:cubicBezTo>
                    <a:pt x="1319" y="19221"/>
                    <a:pt x="1214" y="19096"/>
                    <a:pt x="1151" y="18991"/>
                  </a:cubicBezTo>
                  <a:cubicBezTo>
                    <a:pt x="1047" y="18866"/>
                    <a:pt x="984" y="18677"/>
                    <a:pt x="942" y="18531"/>
                  </a:cubicBezTo>
                  <a:cubicBezTo>
                    <a:pt x="942" y="18468"/>
                    <a:pt x="900" y="18447"/>
                    <a:pt x="900" y="18384"/>
                  </a:cubicBezTo>
                  <a:cubicBezTo>
                    <a:pt x="733" y="17799"/>
                    <a:pt x="1047" y="17087"/>
                    <a:pt x="1381" y="16690"/>
                  </a:cubicBezTo>
                  <a:cubicBezTo>
                    <a:pt x="1695" y="16334"/>
                    <a:pt x="2051" y="15957"/>
                    <a:pt x="2637" y="15936"/>
                  </a:cubicBezTo>
                  <a:cubicBezTo>
                    <a:pt x="3097" y="15915"/>
                    <a:pt x="3495" y="15832"/>
                    <a:pt x="3871" y="15518"/>
                  </a:cubicBezTo>
                  <a:cubicBezTo>
                    <a:pt x="4018" y="15392"/>
                    <a:pt x="4018" y="15141"/>
                    <a:pt x="3913" y="15016"/>
                  </a:cubicBezTo>
                  <a:cubicBezTo>
                    <a:pt x="3767" y="14765"/>
                    <a:pt x="3557" y="14597"/>
                    <a:pt x="3348" y="14451"/>
                  </a:cubicBezTo>
                  <a:cubicBezTo>
                    <a:pt x="3264" y="14388"/>
                    <a:pt x="3181" y="14346"/>
                    <a:pt x="3076" y="14262"/>
                  </a:cubicBezTo>
                  <a:cubicBezTo>
                    <a:pt x="2846" y="14095"/>
                    <a:pt x="2574" y="13949"/>
                    <a:pt x="2469" y="13739"/>
                  </a:cubicBezTo>
                  <a:cubicBezTo>
                    <a:pt x="2448" y="13677"/>
                    <a:pt x="2428" y="13614"/>
                    <a:pt x="2365" y="13551"/>
                  </a:cubicBezTo>
                  <a:cubicBezTo>
                    <a:pt x="2197" y="13216"/>
                    <a:pt x="2009" y="12881"/>
                    <a:pt x="1988" y="12484"/>
                  </a:cubicBezTo>
                  <a:cubicBezTo>
                    <a:pt x="1946" y="12065"/>
                    <a:pt x="2156" y="11668"/>
                    <a:pt x="2344" y="11354"/>
                  </a:cubicBezTo>
                  <a:cubicBezTo>
                    <a:pt x="2720" y="10747"/>
                    <a:pt x="3348" y="10224"/>
                    <a:pt x="4122" y="9848"/>
                  </a:cubicBezTo>
                  <a:cubicBezTo>
                    <a:pt x="4227" y="9785"/>
                    <a:pt x="4332" y="9743"/>
                    <a:pt x="4457" y="9701"/>
                  </a:cubicBezTo>
                  <a:lnTo>
                    <a:pt x="4499" y="9701"/>
                  </a:lnTo>
                  <a:lnTo>
                    <a:pt x="4520" y="9743"/>
                  </a:lnTo>
                  <a:cubicBezTo>
                    <a:pt x="4708" y="9973"/>
                    <a:pt x="4938" y="10203"/>
                    <a:pt x="5189" y="10412"/>
                  </a:cubicBezTo>
                  <a:cubicBezTo>
                    <a:pt x="5566" y="10726"/>
                    <a:pt x="5901" y="11019"/>
                    <a:pt x="6277" y="11019"/>
                  </a:cubicBezTo>
                  <a:cubicBezTo>
                    <a:pt x="6445" y="11019"/>
                    <a:pt x="6612" y="10956"/>
                    <a:pt x="6801" y="10810"/>
                  </a:cubicBezTo>
                  <a:cubicBezTo>
                    <a:pt x="6842" y="10747"/>
                    <a:pt x="6863" y="10684"/>
                    <a:pt x="6842" y="10622"/>
                  </a:cubicBezTo>
                  <a:cubicBezTo>
                    <a:pt x="6842" y="10601"/>
                    <a:pt x="6822" y="10538"/>
                    <a:pt x="6738" y="10538"/>
                  </a:cubicBezTo>
                  <a:lnTo>
                    <a:pt x="6696" y="10538"/>
                  </a:lnTo>
                  <a:cubicBezTo>
                    <a:pt x="6633" y="10580"/>
                    <a:pt x="6550" y="10580"/>
                    <a:pt x="6487" y="10580"/>
                  </a:cubicBezTo>
                  <a:cubicBezTo>
                    <a:pt x="6068" y="10580"/>
                    <a:pt x="5713" y="10099"/>
                    <a:pt x="5461" y="9743"/>
                  </a:cubicBezTo>
                  <a:lnTo>
                    <a:pt x="5357" y="9596"/>
                  </a:lnTo>
                  <a:lnTo>
                    <a:pt x="5461" y="9638"/>
                  </a:lnTo>
                  <a:cubicBezTo>
                    <a:pt x="5545" y="9638"/>
                    <a:pt x="5608" y="9659"/>
                    <a:pt x="5671" y="9659"/>
                  </a:cubicBezTo>
                  <a:cubicBezTo>
                    <a:pt x="6068" y="9743"/>
                    <a:pt x="6529" y="9889"/>
                    <a:pt x="6612" y="10308"/>
                  </a:cubicBezTo>
                  <a:cubicBezTo>
                    <a:pt x="6612" y="10371"/>
                    <a:pt x="6696" y="10392"/>
                    <a:pt x="6696" y="10392"/>
                  </a:cubicBezTo>
                  <a:cubicBezTo>
                    <a:pt x="6717" y="10392"/>
                    <a:pt x="6759" y="10371"/>
                    <a:pt x="6759" y="10371"/>
                  </a:cubicBezTo>
                  <a:cubicBezTo>
                    <a:pt x="6801" y="10329"/>
                    <a:pt x="6801" y="10329"/>
                    <a:pt x="6801" y="10308"/>
                  </a:cubicBezTo>
                  <a:cubicBezTo>
                    <a:pt x="6759" y="10015"/>
                    <a:pt x="6654" y="9806"/>
                    <a:pt x="6508" y="9659"/>
                  </a:cubicBezTo>
                  <a:cubicBezTo>
                    <a:pt x="6529" y="9576"/>
                    <a:pt x="6508" y="9471"/>
                    <a:pt x="6382" y="9450"/>
                  </a:cubicBezTo>
                  <a:cubicBezTo>
                    <a:pt x="6089" y="9387"/>
                    <a:pt x="5880" y="9178"/>
                    <a:pt x="5608" y="9115"/>
                  </a:cubicBezTo>
                  <a:cubicBezTo>
                    <a:pt x="5533" y="9078"/>
                    <a:pt x="5435" y="9070"/>
                    <a:pt x="5337" y="9070"/>
                  </a:cubicBezTo>
                  <a:cubicBezTo>
                    <a:pt x="5271" y="9070"/>
                    <a:pt x="5206" y="9073"/>
                    <a:pt x="5148" y="9073"/>
                  </a:cubicBezTo>
                  <a:lnTo>
                    <a:pt x="4980" y="9073"/>
                  </a:lnTo>
                  <a:cubicBezTo>
                    <a:pt x="4959" y="8969"/>
                    <a:pt x="4938" y="8822"/>
                    <a:pt x="4938" y="8760"/>
                  </a:cubicBezTo>
                  <a:cubicBezTo>
                    <a:pt x="4876" y="8550"/>
                    <a:pt x="4855" y="8404"/>
                    <a:pt x="4855" y="8174"/>
                  </a:cubicBezTo>
                  <a:cubicBezTo>
                    <a:pt x="4876" y="7567"/>
                    <a:pt x="5127" y="7023"/>
                    <a:pt x="5336" y="6458"/>
                  </a:cubicBezTo>
                  <a:cubicBezTo>
                    <a:pt x="5745" y="5395"/>
                    <a:pt x="6594" y="4091"/>
                    <a:pt x="7862" y="4091"/>
                  </a:cubicBezTo>
                  <a:cubicBezTo>
                    <a:pt x="7892" y="4091"/>
                    <a:pt x="7921" y="4092"/>
                    <a:pt x="7951" y="4094"/>
                  </a:cubicBezTo>
                  <a:cubicBezTo>
                    <a:pt x="8265" y="4094"/>
                    <a:pt x="8600" y="4198"/>
                    <a:pt x="8935" y="4324"/>
                  </a:cubicBezTo>
                  <a:cubicBezTo>
                    <a:pt x="8788" y="4930"/>
                    <a:pt x="8809" y="5558"/>
                    <a:pt x="9249" y="6039"/>
                  </a:cubicBezTo>
                  <a:cubicBezTo>
                    <a:pt x="9458" y="6279"/>
                    <a:pt x="9772" y="6404"/>
                    <a:pt x="10081" y="6404"/>
                  </a:cubicBezTo>
                  <a:cubicBezTo>
                    <a:pt x="10422" y="6404"/>
                    <a:pt x="10757" y="6253"/>
                    <a:pt x="10943" y="5935"/>
                  </a:cubicBezTo>
                  <a:cubicBezTo>
                    <a:pt x="11425" y="5182"/>
                    <a:pt x="10588" y="4470"/>
                    <a:pt x="9835" y="4031"/>
                  </a:cubicBezTo>
                  <a:cubicBezTo>
                    <a:pt x="9897" y="3884"/>
                    <a:pt x="9981" y="3717"/>
                    <a:pt x="10065" y="3591"/>
                  </a:cubicBezTo>
                  <a:cubicBezTo>
                    <a:pt x="11073" y="2032"/>
                    <a:pt x="12725" y="795"/>
                    <a:pt x="14597" y="795"/>
                  </a:cubicBezTo>
                  <a:close/>
                  <a:moveTo>
                    <a:pt x="29147" y="18280"/>
                  </a:moveTo>
                  <a:cubicBezTo>
                    <a:pt x="29524" y="19117"/>
                    <a:pt x="30193" y="19828"/>
                    <a:pt x="31072" y="20163"/>
                  </a:cubicBezTo>
                  <a:cubicBezTo>
                    <a:pt x="31452" y="20320"/>
                    <a:pt x="31832" y="20386"/>
                    <a:pt x="32209" y="20386"/>
                  </a:cubicBezTo>
                  <a:cubicBezTo>
                    <a:pt x="32785" y="20386"/>
                    <a:pt x="33352" y="20232"/>
                    <a:pt x="33897" y="20016"/>
                  </a:cubicBezTo>
                  <a:cubicBezTo>
                    <a:pt x="34357" y="20686"/>
                    <a:pt x="34671" y="21397"/>
                    <a:pt x="34838" y="22276"/>
                  </a:cubicBezTo>
                  <a:cubicBezTo>
                    <a:pt x="34838" y="22318"/>
                    <a:pt x="34859" y="22381"/>
                    <a:pt x="34859" y="22381"/>
                  </a:cubicBezTo>
                  <a:lnTo>
                    <a:pt x="34859" y="22423"/>
                  </a:lnTo>
                  <a:cubicBezTo>
                    <a:pt x="34838" y="22485"/>
                    <a:pt x="34817" y="22548"/>
                    <a:pt x="34775" y="22590"/>
                  </a:cubicBezTo>
                  <a:cubicBezTo>
                    <a:pt x="34650" y="22904"/>
                    <a:pt x="34796" y="23176"/>
                    <a:pt x="34985" y="23301"/>
                  </a:cubicBezTo>
                  <a:lnTo>
                    <a:pt x="35027" y="23301"/>
                  </a:lnTo>
                  <a:lnTo>
                    <a:pt x="35027" y="23322"/>
                  </a:lnTo>
                  <a:cubicBezTo>
                    <a:pt x="35131" y="24264"/>
                    <a:pt x="35173" y="25185"/>
                    <a:pt x="35131" y="26126"/>
                  </a:cubicBezTo>
                  <a:lnTo>
                    <a:pt x="35131" y="26168"/>
                  </a:lnTo>
                  <a:lnTo>
                    <a:pt x="35089" y="26168"/>
                  </a:lnTo>
                  <a:cubicBezTo>
                    <a:pt x="34964" y="26210"/>
                    <a:pt x="34880" y="26293"/>
                    <a:pt x="34817" y="26356"/>
                  </a:cubicBezTo>
                  <a:cubicBezTo>
                    <a:pt x="34671" y="26524"/>
                    <a:pt x="34671" y="26712"/>
                    <a:pt x="34817" y="26838"/>
                  </a:cubicBezTo>
                  <a:cubicBezTo>
                    <a:pt x="34859" y="26921"/>
                    <a:pt x="34943" y="26963"/>
                    <a:pt x="35047" y="26984"/>
                  </a:cubicBezTo>
                  <a:lnTo>
                    <a:pt x="35068" y="27026"/>
                  </a:lnTo>
                  <a:lnTo>
                    <a:pt x="35068" y="27047"/>
                  </a:lnTo>
                  <a:cubicBezTo>
                    <a:pt x="34922" y="28302"/>
                    <a:pt x="34441" y="30185"/>
                    <a:pt x="33980" y="31231"/>
                  </a:cubicBezTo>
                  <a:cubicBezTo>
                    <a:pt x="33395" y="32550"/>
                    <a:pt x="32746" y="33324"/>
                    <a:pt x="31909" y="34286"/>
                  </a:cubicBezTo>
                  <a:cubicBezTo>
                    <a:pt x="31114" y="35186"/>
                    <a:pt x="29963" y="35960"/>
                    <a:pt x="28666" y="36693"/>
                  </a:cubicBezTo>
                  <a:cubicBezTo>
                    <a:pt x="27703" y="37257"/>
                    <a:pt x="24209" y="37927"/>
                    <a:pt x="22159" y="38094"/>
                  </a:cubicBezTo>
                  <a:cubicBezTo>
                    <a:pt x="21833" y="38117"/>
                    <a:pt x="21474" y="38128"/>
                    <a:pt x="21094" y="38128"/>
                  </a:cubicBezTo>
                  <a:cubicBezTo>
                    <a:pt x="19055" y="38128"/>
                    <a:pt x="16409" y="37823"/>
                    <a:pt x="15086" y="37488"/>
                  </a:cubicBezTo>
                  <a:cubicBezTo>
                    <a:pt x="13329" y="37048"/>
                    <a:pt x="11927" y="36441"/>
                    <a:pt x="10797" y="35625"/>
                  </a:cubicBezTo>
                  <a:cubicBezTo>
                    <a:pt x="9542" y="34747"/>
                    <a:pt x="8684" y="33408"/>
                    <a:pt x="8202" y="31671"/>
                  </a:cubicBezTo>
                  <a:cubicBezTo>
                    <a:pt x="7784" y="30143"/>
                    <a:pt x="7763" y="28511"/>
                    <a:pt x="7742" y="26963"/>
                  </a:cubicBezTo>
                  <a:cubicBezTo>
                    <a:pt x="7763" y="26921"/>
                    <a:pt x="7805" y="26796"/>
                    <a:pt x="7742" y="26649"/>
                  </a:cubicBezTo>
                  <a:cubicBezTo>
                    <a:pt x="7742" y="25394"/>
                    <a:pt x="7868" y="24097"/>
                    <a:pt x="8600" y="23029"/>
                  </a:cubicBezTo>
                  <a:lnTo>
                    <a:pt x="8621" y="22988"/>
                  </a:lnTo>
                  <a:lnTo>
                    <a:pt x="8642" y="22988"/>
                  </a:lnTo>
                  <a:cubicBezTo>
                    <a:pt x="8935" y="23071"/>
                    <a:pt x="9249" y="23092"/>
                    <a:pt x="9625" y="23092"/>
                  </a:cubicBezTo>
                  <a:cubicBezTo>
                    <a:pt x="9939" y="23092"/>
                    <a:pt x="10253" y="23071"/>
                    <a:pt x="10630" y="23029"/>
                  </a:cubicBezTo>
                  <a:cubicBezTo>
                    <a:pt x="11508" y="22925"/>
                    <a:pt x="12450" y="22402"/>
                    <a:pt x="13078" y="21648"/>
                  </a:cubicBezTo>
                  <a:lnTo>
                    <a:pt x="13099" y="21628"/>
                  </a:lnTo>
                  <a:lnTo>
                    <a:pt x="13120" y="21628"/>
                  </a:lnTo>
                  <a:cubicBezTo>
                    <a:pt x="13433" y="21753"/>
                    <a:pt x="13768" y="21837"/>
                    <a:pt x="14124" y="21837"/>
                  </a:cubicBezTo>
                  <a:cubicBezTo>
                    <a:pt x="14270" y="21837"/>
                    <a:pt x="14438" y="21816"/>
                    <a:pt x="14584" y="21795"/>
                  </a:cubicBezTo>
                  <a:cubicBezTo>
                    <a:pt x="15630" y="21586"/>
                    <a:pt x="15861" y="20749"/>
                    <a:pt x="15944" y="19933"/>
                  </a:cubicBezTo>
                  <a:lnTo>
                    <a:pt x="15944" y="19870"/>
                  </a:lnTo>
                  <a:cubicBezTo>
                    <a:pt x="16237" y="20142"/>
                    <a:pt x="16593" y="20330"/>
                    <a:pt x="17011" y="20372"/>
                  </a:cubicBezTo>
                  <a:cubicBezTo>
                    <a:pt x="17090" y="20381"/>
                    <a:pt x="17167" y="20386"/>
                    <a:pt x="17243" y="20386"/>
                  </a:cubicBezTo>
                  <a:cubicBezTo>
                    <a:pt x="17856" y="20386"/>
                    <a:pt x="18392" y="20100"/>
                    <a:pt x="18894" y="19765"/>
                  </a:cubicBezTo>
                  <a:cubicBezTo>
                    <a:pt x="19166" y="19619"/>
                    <a:pt x="19418" y="19431"/>
                    <a:pt x="19690" y="19221"/>
                  </a:cubicBezTo>
                  <a:cubicBezTo>
                    <a:pt x="20045" y="19703"/>
                    <a:pt x="20547" y="20121"/>
                    <a:pt x="21091" y="20330"/>
                  </a:cubicBezTo>
                  <a:cubicBezTo>
                    <a:pt x="21570" y="20524"/>
                    <a:pt x="22090" y="20632"/>
                    <a:pt x="22603" y="20632"/>
                  </a:cubicBezTo>
                  <a:cubicBezTo>
                    <a:pt x="23256" y="20632"/>
                    <a:pt x="23900" y="20457"/>
                    <a:pt x="24439" y="20058"/>
                  </a:cubicBezTo>
                  <a:cubicBezTo>
                    <a:pt x="24962" y="19703"/>
                    <a:pt x="25381" y="19200"/>
                    <a:pt x="25653" y="18656"/>
                  </a:cubicBezTo>
                  <a:cubicBezTo>
                    <a:pt x="26069" y="19072"/>
                    <a:pt x="26613" y="19314"/>
                    <a:pt x="27176" y="19314"/>
                  </a:cubicBezTo>
                  <a:cubicBezTo>
                    <a:pt x="27463" y="19314"/>
                    <a:pt x="27756" y="19251"/>
                    <a:pt x="28038" y="19117"/>
                  </a:cubicBezTo>
                  <a:cubicBezTo>
                    <a:pt x="28457" y="18907"/>
                    <a:pt x="28833" y="18615"/>
                    <a:pt x="29147" y="18280"/>
                  </a:cubicBezTo>
                  <a:close/>
                  <a:moveTo>
                    <a:pt x="23874" y="38429"/>
                  </a:moveTo>
                  <a:lnTo>
                    <a:pt x="23853" y="38513"/>
                  </a:lnTo>
                  <a:cubicBezTo>
                    <a:pt x="23770" y="38680"/>
                    <a:pt x="23791" y="38994"/>
                    <a:pt x="23791" y="39266"/>
                  </a:cubicBezTo>
                  <a:cubicBezTo>
                    <a:pt x="23791" y="39392"/>
                    <a:pt x="23832" y="39559"/>
                    <a:pt x="23791" y="39664"/>
                  </a:cubicBezTo>
                  <a:cubicBezTo>
                    <a:pt x="23770" y="40040"/>
                    <a:pt x="23686" y="40626"/>
                    <a:pt x="23267" y="40877"/>
                  </a:cubicBezTo>
                  <a:cubicBezTo>
                    <a:pt x="23100" y="40982"/>
                    <a:pt x="22912" y="41066"/>
                    <a:pt x="22744" y="41066"/>
                  </a:cubicBezTo>
                  <a:cubicBezTo>
                    <a:pt x="22431" y="41066"/>
                    <a:pt x="22179" y="40877"/>
                    <a:pt x="22075" y="40563"/>
                  </a:cubicBezTo>
                  <a:cubicBezTo>
                    <a:pt x="21887" y="40103"/>
                    <a:pt x="21887" y="39622"/>
                    <a:pt x="21887" y="39182"/>
                  </a:cubicBezTo>
                  <a:lnTo>
                    <a:pt x="21887" y="39078"/>
                  </a:lnTo>
                  <a:lnTo>
                    <a:pt x="21907" y="39078"/>
                  </a:lnTo>
                  <a:cubicBezTo>
                    <a:pt x="21970" y="39057"/>
                    <a:pt x="22012" y="38994"/>
                    <a:pt x="22054" y="38931"/>
                  </a:cubicBezTo>
                  <a:cubicBezTo>
                    <a:pt x="22075" y="38827"/>
                    <a:pt x="22012" y="38743"/>
                    <a:pt x="21970" y="38680"/>
                  </a:cubicBezTo>
                  <a:lnTo>
                    <a:pt x="21866" y="38618"/>
                  </a:lnTo>
                  <a:lnTo>
                    <a:pt x="21991" y="38618"/>
                  </a:lnTo>
                  <a:cubicBezTo>
                    <a:pt x="22577" y="38555"/>
                    <a:pt x="23142" y="38513"/>
                    <a:pt x="23791" y="38429"/>
                  </a:cubicBezTo>
                  <a:close/>
                  <a:moveTo>
                    <a:pt x="29273" y="37069"/>
                  </a:moveTo>
                  <a:lnTo>
                    <a:pt x="29273" y="37153"/>
                  </a:lnTo>
                  <a:cubicBezTo>
                    <a:pt x="29273" y="37195"/>
                    <a:pt x="29314" y="37320"/>
                    <a:pt x="29440" y="37362"/>
                  </a:cubicBezTo>
                  <a:cubicBezTo>
                    <a:pt x="29733" y="37383"/>
                    <a:pt x="29900" y="37592"/>
                    <a:pt x="30047" y="37801"/>
                  </a:cubicBezTo>
                  <a:cubicBezTo>
                    <a:pt x="30151" y="37927"/>
                    <a:pt x="30235" y="38053"/>
                    <a:pt x="30382" y="38136"/>
                  </a:cubicBezTo>
                  <a:cubicBezTo>
                    <a:pt x="30695" y="38325"/>
                    <a:pt x="30988" y="38576"/>
                    <a:pt x="31260" y="38848"/>
                  </a:cubicBezTo>
                  <a:cubicBezTo>
                    <a:pt x="31386" y="38973"/>
                    <a:pt x="31511" y="39099"/>
                    <a:pt x="31637" y="39203"/>
                  </a:cubicBezTo>
                  <a:cubicBezTo>
                    <a:pt x="31888" y="39413"/>
                    <a:pt x="32160" y="39601"/>
                    <a:pt x="32453" y="39789"/>
                  </a:cubicBezTo>
                  <a:cubicBezTo>
                    <a:pt x="32955" y="40124"/>
                    <a:pt x="33478" y="40501"/>
                    <a:pt x="33834" y="40961"/>
                  </a:cubicBezTo>
                  <a:lnTo>
                    <a:pt x="33876" y="40982"/>
                  </a:lnTo>
                  <a:lnTo>
                    <a:pt x="33834" y="41024"/>
                  </a:lnTo>
                  <a:cubicBezTo>
                    <a:pt x="33667" y="41149"/>
                    <a:pt x="33415" y="41233"/>
                    <a:pt x="33206" y="41296"/>
                  </a:cubicBezTo>
                  <a:cubicBezTo>
                    <a:pt x="33143" y="41338"/>
                    <a:pt x="33081" y="41358"/>
                    <a:pt x="32997" y="41379"/>
                  </a:cubicBezTo>
                  <a:cubicBezTo>
                    <a:pt x="32746" y="41484"/>
                    <a:pt x="32474" y="41672"/>
                    <a:pt x="32244" y="41819"/>
                  </a:cubicBezTo>
                  <a:cubicBezTo>
                    <a:pt x="32118" y="41923"/>
                    <a:pt x="31993" y="42007"/>
                    <a:pt x="31825" y="42112"/>
                  </a:cubicBezTo>
                  <a:cubicBezTo>
                    <a:pt x="31470" y="42321"/>
                    <a:pt x="31114" y="42593"/>
                    <a:pt x="30758" y="42823"/>
                  </a:cubicBezTo>
                  <a:lnTo>
                    <a:pt x="30737" y="42844"/>
                  </a:lnTo>
                  <a:cubicBezTo>
                    <a:pt x="30591" y="42928"/>
                    <a:pt x="30528" y="43011"/>
                    <a:pt x="30423" y="43116"/>
                  </a:cubicBezTo>
                  <a:lnTo>
                    <a:pt x="30361" y="43158"/>
                  </a:lnTo>
                  <a:lnTo>
                    <a:pt x="30319" y="42865"/>
                  </a:lnTo>
                  <a:cubicBezTo>
                    <a:pt x="30214" y="42384"/>
                    <a:pt x="30109" y="41882"/>
                    <a:pt x="30026" y="41400"/>
                  </a:cubicBezTo>
                  <a:lnTo>
                    <a:pt x="30005" y="41275"/>
                  </a:lnTo>
                  <a:cubicBezTo>
                    <a:pt x="29858" y="40647"/>
                    <a:pt x="29754" y="40082"/>
                    <a:pt x="29503" y="39496"/>
                  </a:cubicBezTo>
                  <a:cubicBezTo>
                    <a:pt x="29231" y="38890"/>
                    <a:pt x="28917" y="38136"/>
                    <a:pt x="28791" y="37320"/>
                  </a:cubicBezTo>
                  <a:lnTo>
                    <a:pt x="28791" y="37299"/>
                  </a:lnTo>
                  <a:lnTo>
                    <a:pt x="28812" y="37278"/>
                  </a:lnTo>
                  <a:cubicBezTo>
                    <a:pt x="28959" y="37216"/>
                    <a:pt x="29063" y="37153"/>
                    <a:pt x="29210" y="37090"/>
                  </a:cubicBezTo>
                  <a:lnTo>
                    <a:pt x="29273" y="37069"/>
                  </a:lnTo>
                  <a:close/>
                  <a:moveTo>
                    <a:pt x="16844" y="38471"/>
                  </a:moveTo>
                  <a:cubicBezTo>
                    <a:pt x="16990" y="38513"/>
                    <a:pt x="17179" y="38534"/>
                    <a:pt x="17325" y="38534"/>
                  </a:cubicBezTo>
                  <a:cubicBezTo>
                    <a:pt x="17534" y="38555"/>
                    <a:pt x="17785" y="38576"/>
                    <a:pt x="18057" y="38618"/>
                  </a:cubicBezTo>
                  <a:lnTo>
                    <a:pt x="18204" y="38618"/>
                  </a:lnTo>
                  <a:lnTo>
                    <a:pt x="18099" y="38680"/>
                  </a:lnTo>
                  <a:cubicBezTo>
                    <a:pt x="17911" y="38827"/>
                    <a:pt x="17827" y="39099"/>
                    <a:pt x="17744" y="39308"/>
                  </a:cubicBezTo>
                  <a:cubicBezTo>
                    <a:pt x="17744" y="39350"/>
                    <a:pt x="17723" y="39371"/>
                    <a:pt x="17723" y="39392"/>
                  </a:cubicBezTo>
                  <a:lnTo>
                    <a:pt x="17493" y="40019"/>
                  </a:lnTo>
                  <a:cubicBezTo>
                    <a:pt x="17409" y="40229"/>
                    <a:pt x="17304" y="40459"/>
                    <a:pt x="17262" y="40689"/>
                  </a:cubicBezTo>
                  <a:cubicBezTo>
                    <a:pt x="16990" y="41610"/>
                    <a:pt x="16781" y="42551"/>
                    <a:pt x="16572" y="43472"/>
                  </a:cubicBezTo>
                  <a:cubicBezTo>
                    <a:pt x="16425" y="44246"/>
                    <a:pt x="16237" y="45104"/>
                    <a:pt x="16007" y="45878"/>
                  </a:cubicBezTo>
                  <a:lnTo>
                    <a:pt x="16007" y="45941"/>
                  </a:lnTo>
                  <a:lnTo>
                    <a:pt x="15944" y="45941"/>
                  </a:lnTo>
                  <a:cubicBezTo>
                    <a:pt x="15819" y="45899"/>
                    <a:pt x="15693" y="45899"/>
                    <a:pt x="15547" y="45899"/>
                  </a:cubicBezTo>
                  <a:cubicBezTo>
                    <a:pt x="15400" y="45899"/>
                    <a:pt x="15212" y="45899"/>
                    <a:pt x="15065" y="45878"/>
                  </a:cubicBezTo>
                  <a:cubicBezTo>
                    <a:pt x="14459" y="45773"/>
                    <a:pt x="14061" y="45460"/>
                    <a:pt x="13622" y="45104"/>
                  </a:cubicBezTo>
                  <a:lnTo>
                    <a:pt x="13538" y="45041"/>
                  </a:lnTo>
                  <a:cubicBezTo>
                    <a:pt x="13182" y="44706"/>
                    <a:pt x="12743" y="44434"/>
                    <a:pt x="12220" y="44267"/>
                  </a:cubicBezTo>
                  <a:cubicBezTo>
                    <a:pt x="12052" y="44204"/>
                    <a:pt x="11948" y="44120"/>
                    <a:pt x="11801" y="44016"/>
                  </a:cubicBezTo>
                  <a:lnTo>
                    <a:pt x="11739" y="43995"/>
                  </a:lnTo>
                  <a:lnTo>
                    <a:pt x="11759" y="43953"/>
                  </a:lnTo>
                  <a:cubicBezTo>
                    <a:pt x="11759" y="43911"/>
                    <a:pt x="11801" y="43890"/>
                    <a:pt x="11801" y="43869"/>
                  </a:cubicBezTo>
                  <a:cubicBezTo>
                    <a:pt x="11822" y="43807"/>
                    <a:pt x="11822" y="43765"/>
                    <a:pt x="11822" y="43744"/>
                  </a:cubicBezTo>
                  <a:cubicBezTo>
                    <a:pt x="11822" y="43660"/>
                    <a:pt x="11822" y="43555"/>
                    <a:pt x="11885" y="43472"/>
                  </a:cubicBezTo>
                  <a:cubicBezTo>
                    <a:pt x="12052" y="43283"/>
                    <a:pt x="12178" y="43116"/>
                    <a:pt x="12304" y="42928"/>
                  </a:cubicBezTo>
                  <a:cubicBezTo>
                    <a:pt x="12513" y="42635"/>
                    <a:pt x="12722" y="42342"/>
                    <a:pt x="12973" y="42091"/>
                  </a:cubicBezTo>
                  <a:cubicBezTo>
                    <a:pt x="13099" y="41923"/>
                    <a:pt x="13245" y="41777"/>
                    <a:pt x="13392" y="41610"/>
                  </a:cubicBezTo>
                  <a:cubicBezTo>
                    <a:pt x="13622" y="41358"/>
                    <a:pt x="13852" y="41066"/>
                    <a:pt x="14124" y="40835"/>
                  </a:cubicBezTo>
                  <a:cubicBezTo>
                    <a:pt x="14291" y="40647"/>
                    <a:pt x="14500" y="40459"/>
                    <a:pt x="14689" y="40312"/>
                  </a:cubicBezTo>
                  <a:cubicBezTo>
                    <a:pt x="14982" y="40040"/>
                    <a:pt x="15296" y="39789"/>
                    <a:pt x="15547" y="39496"/>
                  </a:cubicBezTo>
                  <a:lnTo>
                    <a:pt x="15714" y="39350"/>
                  </a:lnTo>
                  <a:cubicBezTo>
                    <a:pt x="16028" y="38994"/>
                    <a:pt x="16384" y="38618"/>
                    <a:pt x="16844" y="38471"/>
                  </a:cubicBezTo>
                  <a:close/>
                  <a:moveTo>
                    <a:pt x="13099" y="45773"/>
                  </a:moveTo>
                  <a:cubicBezTo>
                    <a:pt x="13266" y="45815"/>
                    <a:pt x="13412" y="45878"/>
                    <a:pt x="13538" y="45920"/>
                  </a:cubicBezTo>
                  <a:cubicBezTo>
                    <a:pt x="13747" y="46004"/>
                    <a:pt x="13894" y="46171"/>
                    <a:pt x="13956" y="46338"/>
                  </a:cubicBezTo>
                  <a:cubicBezTo>
                    <a:pt x="14145" y="46422"/>
                    <a:pt x="14354" y="46506"/>
                    <a:pt x="14584" y="46589"/>
                  </a:cubicBezTo>
                  <a:cubicBezTo>
                    <a:pt x="14793" y="46631"/>
                    <a:pt x="15212" y="46736"/>
                    <a:pt x="15672" y="46736"/>
                  </a:cubicBezTo>
                  <a:lnTo>
                    <a:pt x="15777" y="46736"/>
                  </a:lnTo>
                  <a:lnTo>
                    <a:pt x="15735" y="46799"/>
                  </a:lnTo>
                  <a:cubicBezTo>
                    <a:pt x="15589" y="47343"/>
                    <a:pt x="15421" y="47845"/>
                    <a:pt x="15317" y="48368"/>
                  </a:cubicBezTo>
                  <a:cubicBezTo>
                    <a:pt x="15191" y="48954"/>
                    <a:pt x="15065" y="49561"/>
                    <a:pt x="14940" y="50146"/>
                  </a:cubicBezTo>
                  <a:lnTo>
                    <a:pt x="14835" y="50628"/>
                  </a:lnTo>
                  <a:cubicBezTo>
                    <a:pt x="14752" y="51004"/>
                    <a:pt x="14668" y="51402"/>
                    <a:pt x="14563" y="51758"/>
                  </a:cubicBezTo>
                  <a:cubicBezTo>
                    <a:pt x="14542" y="51967"/>
                    <a:pt x="14521" y="52155"/>
                    <a:pt x="14521" y="52322"/>
                  </a:cubicBezTo>
                  <a:cubicBezTo>
                    <a:pt x="14480" y="52469"/>
                    <a:pt x="14480" y="52636"/>
                    <a:pt x="14438" y="52783"/>
                  </a:cubicBezTo>
                  <a:cubicBezTo>
                    <a:pt x="14417" y="52866"/>
                    <a:pt x="14417" y="52950"/>
                    <a:pt x="14375" y="52992"/>
                  </a:cubicBezTo>
                  <a:lnTo>
                    <a:pt x="14354" y="53159"/>
                  </a:lnTo>
                  <a:lnTo>
                    <a:pt x="14333" y="53243"/>
                  </a:lnTo>
                  <a:lnTo>
                    <a:pt x="14208" y="53118"/>
                  </a:lnTo>
                  <a:cubicBezTo>
                    <a:pt x="14061" y="52992"/>
                    <a:pt x="13936" y="52866"/>
                    <a:pt x="13852" y="52678"/>
                  </a:cubicBezTo>
                  <a:lnTo>
                    <a:pt x="13831" y="52615"/>
                  </a:lnTo>
                  <a:lnTo>
                    <a:pt x="13894" y="52594"/>
                  </a:lnTo>
                  <a:cubicBezTo>
                    <a:pt x="13956" y="52574"/>
                    <a:pt x="14019" y="52553"/>
                    <a:pt x="14103" y="52490"/>
                  </a:cubicBezTo>
                  <a:cubicBezTo>
                    <a:pt x="14166" y="52448"/>
                    <a:pt x="14228" y="52343"/>
                    <a:pt x="14228" y="52260"/>
                  </a:cubicBezTo>
                  <a:cubicBezTo>
                    <a:pt x="14228" y="52197"/>
                    <a:pt x="14228" y="52155"/>
                    <a:pt x="14145" y="52071"/>
                  </a:cubicBezTo>
                  <a:cubicBezTo>
                    <a:pt x="14019" y="51967"/>
                    <a:pt x="13852" y="51925"/>
                    <a:pt x="13705" y="51862"/>
                  </a:cubicBezTo>
                  <a:cubicBezTo>
                    <a:pt x="13601" y="51841"/>
                    <a:pt x="13496" y="51778"/>
                    <a:pt x="13392" y="51737"/>
                  </a:cubicBezTo>
                  <a:cubicBezTo>
                    <a:pt x="13224" y="51653"/>
                    <a:pt x="13078" y="51527"/>
                    <a:pt x="12910" y="51402"/>
                  </a:cubicBezTo>
                  <a:cubicBezTo>
                    <a:pt x="12848" y="51339"/>
                    <a:pt x="12764" y="51255"/>
                    <a:pt x="12680" y="51214"/>
                  </a:cubicBezTo>
                  <a:cubicBezTo>
                    <a:pt x="12387" y="51004"/>
                    <a:pt x="11697" y="50418"/>
                    <a:pt x="11446" y="49749"/>
                  </a:cubicBezTo>
                  <a:cubicBezTo>
                    <a:pt x="11215" y="49142"/>
                    <a:pt x="11613" y="48368"/>
                    <a:pt x="11927" y="47740"/>
                  </a:cubicBezTo>
                  <a:cubicBezTo>
                    <a:pt x="12011" y="47594"/>
                    <a:pt x="12052" y="47468"/>
                    <a:pt x="12115" y="47343"/>
                  </a:cubicBezTo>
                  <a:cubicBezTo>
                    <a:pt x="12136" y="47259"/>
                    <a:pt x="12178" y="47154"/>
                    <a:pt x="12220" y="47050"/>
                  </a:cubicBezTo>
                  <a:cubicBezTo>
                    <a:pt x="12283" y="46820"/>
                    <a:pt x="12366" y="46610"/>
                    <a:pt x="12534" y="46422"/>
                  </a:cubicBezTo>
                  <a:cubicBezTo>
                    <a:pt x="12576" y="46380"/>
                    <a:pt x="12638" y="46296"/>
                    <a:pt x="12659" y="46213"/>
                  </a:cubicBezTo>
                  <a:cubicBezTo>
                    <a:pt x="12764" y="46066"/>
                    <a:pt x="12889" y="45857"/>
                    <a:pt x="13057" y="45773"/>
                  </a:cubicBezTo>
                  <a:close/>
                  <a:moveTo>
                    <a:pt x="32181" y="42509"/>
                  </a:moveTo>
                  <a:lnTo>
                    <a:pt x="32181" y="42572"/>
                  </a:lnTo>
                  <a:cubicBezTo>
                    <a:pt x="32181" y="42635"/>
                    <a:pt x="32181" y="42656"/>
                    <a:pt x="32223" y="42677"/>
                  </a:cubicBezTo>
                  <a:cubicBezTo>
                    <a:pt x="32578" y="43451"/>
                    <a:pt x="32976" y="44099"/>
                    <a:pt x="33374" y="44727"/>
                  </a:cubicBezTo>
                  <a:cubicBezTo>
                    <a:pt x="33562" y="45041"/>
                    <a:pt x="33729" y="45334"/>
                    <a:pt x="33918" y="45648"/>
                  </a:cubicBezTo>
                  <a:cubicBezTo>
                    <a:pt x="34524" y="46694"/>
                    <a:pt x="34943" y="47845"/>
                    <a:pt x="35278" y="48828"/>
                  </a:cubicBezTo>
                  <a:cubicBezTo>
                    <a:pt x="35654" y="49958"/>
                    <a:pt x="34629" y="51088"/>
                    <a:pt x="34085" y="51695"/>
                  </a:cubicBezTo>
                  <a:cubicBezTo>
                    <a:pt x="33771" y="52030"/>
                    <a:pt x="33395" y="52322"/>
                    <a:pt x="33060" y="52574"/>
                  </a:cubicBezTo>
                  <a:lnTo>
                    <a:pt x="32892" y="52699"/>
                  </a:lnTo>
                  <a:cubicBezTo>
                    <a:pt x="32809" y="52762"/>
                    <a:pt x="32767" y="52804"/>
                    <a:pt x="32683" y="52866"/>
                  </a:cubicBezTo>
                  <a:cubicBezTo>
                    <a:pt x="32537" y="52992"/>
                    <a:pt x="32348" y="53118"/>
                    <a:pt x="32181" y="53264"/>
                  </a:cubicBezTo>
                  <a:lnTo>
                    <a:pt x="32139" y="53306"/>
                  </a:lnTo>
                  <a:lnTo>
                    <a:pt x="32118" y="53222"/>
                  </a:lnTo>
                  <a:cubicBezTo>
                    <a:pt x="32055" y="53076"/>
                    <a:pt x="32014" y="52950"/>
                    <a:pt x="31993" y="52804"/>
                  </a:cubicBezTo>
                  <a:cubicBezTo>
                    <a:pt x="31867" y="52343"/>
                    <a:pt x="31867" y="51841"/>
                    <a:pt x="31867" y="51381"/>
                  </a:cubicBezTo>
                  <a:cubicBezTo>
                    <a:pt x="31867" y="51088"/>
                    <a:pt x="31867" y="50795"/>
                    <a:pt x="31846" y="50544"/>
                  </a:cubicBezTo>
                  <a:cubicBezTo>
                    <a:pt x="31762" y="49519"/>
                    <a:pt x="31511" y="48514"/>
                    <a:pt x="31281" y="47531"/>
                  </a:cubicBezTo>
                  <a:cubicBezTo>
                    <a:pt x="31177" y="47092"/>
                    <a:pt x="31072" y="46610"/>
                    <a:pt x="30967" y="46171"/>
                  </a:cubicBezTo>
                  <a:cubicBezTo>
                    <a:pt x="30800" y="45439"/>
                    <a:pt x="30654" y="44664"/>
                    <a:pt x="30486" y="43911"/>
                  </a:cubicBezTo>
                  <a:lnTo>
                    <a:pt x="30486" y="43890"/>
                  </a:lnTo>
                  <a:lnTo>
                    <a:pt x="30528" y="43869"/>
                  </a:lnTo>
                  <a:cubicBezTo>
                    <a:pt x="30674" y="43765"/>
                    <a:pt x="30821" y="43660"/>
                    <a:pt x="30967" y="43535"/>
                  </a:cubicBezTo>
                  <a:cubicBezTo>
                    <a:pt x="31114" y="43388"/>
                    <a:pt x="31239" y="43283"/>
                    <a:pt x="31407" y="43179"/>
                  </a:cubicBezTo>
                  <a:cubicBezTo>
                    <a:pt x="31490" y="43137"/>
                    <a:pt x="31595" y="43074"/>
                    <a:pt x="31658" y="43032"/>
                  </a:cubicBezTo>
                  <a:cubicBezTo>
                    <a:pt x="31721" y="42823"/>
                    <a:pt x="31846" y="42656"/>
                    <a:pt x="32034" y="42572"/>
                  </a:cubicBezTo>
                  <a:cubicBezTo>
                    <a:pt x="32055" y="42572"/>
                    <a:pt x="32181" y="42509"/>
                    <a:pt x="32181" y="42509"/>
                  </a:cubicBezTo>
                  <a:close/>
                  <a:moveTo>
                    <a:pt x="28352" y="37613"/>
                  </a:moveTo>
                  <a:lnTo>
                    <a:pt x="28352" y="37697"/>
                  </a:lnTo>
                  <a:cubicBezTo>
                    <a:pt x="28352" y="38262"/>
                    <a:pt x="28498" y="38785"/>
                    <a:pt x="28708" y="39392"/>
                  </a:cubicBezTo>
                  <a:cubicBezTo>
                    <a:pt x="28980" y="40082"/>
                    <a:pt x="29126" y="40731"/>
                    <a:pt x="29273" y="41400"/>
                  </a:cubicBezTo>
                  <a:cubicBezTo>
                    <a:pt x="29335" y="41861"/>
                    <a:pt x="29419" y="42300"/>
                    <a:pt x="29524" y="42760"/>
                  </a:cubicBezTo>
                  <a:cubicBezTo>
                    <a:pt x="29733" y="43890"/>
                    <a:pt x="29942" y="45041"/>
                    <a:pt x="30172" y="46171"/>
                  </a:cubicBezTo>
                  <a:cubicBezTo>
                    <a:pt x="30277" y="46694"/>
                    <a:pt x="30423" y="47238"/>
                    <a:pt x="30549" y="47761"/>
                  </a:cubicBezTo>
                  <a:cubicBezTo>
                    <a:pt x="30779" y="48703"/>
                    <a:pt x="31009" y="49707"/>
                    <a:pt x="31114" y="50670"/>
                  </a:cubicBezTo>
                  <a:cubicBezTo>
                    <a:pt x="31156" y="51004"/>
                    <a:pt x="31177" y="51339"/>
                    <a:pt x="31177" y="51653"/>
                  </a:cubicBezTo>
                  <a:cubicBezTo>
                    <a:pt x="31177" y="52030"/>
                    <a:pt x="31177" y="52385"/>
                    <a:pt x="31218" y="52741"/>
                  </a:cubicBezTo>
                  <a:cubicBezTo>
                    <a:pt x="31239" y="53055"/>
                    <a:pt x="31386" y="53327"/>
                    <a:pt x="31490" y="53641"/>
                  </a:cubicBezTo>
                  <a:lnTo>
                    <a:pt x="31532" y="53808"/>
                  </a:lnTo>
                  <a:lnTo>
                    <a:pt x="31490" y="53829"/>
                  </a:lnTo>
                  <a:cubicBezTo>
                    <a:pt x="31281" y="53934"/>
                    <a:pt x="31114" y="54038"/>
                    <a:pt x="30988" y="54164"/>
                  </a:cubicBezTo>
                  <a:lnTo>
                    <a:pt x="30967" y="54164"/>
                  </a:lnTo>
                  <a:cubicBezTo>
                    <a:pt x="30591" y="54227"/>
                    <a:pt x="30235" y="54310"/>
                    <a:pt x="29900" y="54373"/>
                  </a:cubicBezTo>
                  <a:cubicBezTo>
                    <a:pt x="29733" y="54415"/>
                    <a:pt x="29545" y="54457"/>
                    <a:pt x="29398" y="54478"/>
                  </a:cubicBezTo>
                  <a:cubicBezTo>
                    <a:pt x="28666" y="54645"/>
                    <a:pt x="27975" y="54666"/>
                    <a:pt x="27222" y="54687"/>
                  </a:cubicBezTo>
                  <a:lnTo>
                    <a:pt x="27055" y="54687"/>
                  </a:lnTo>
                  <a:cubicBezTo>
                    <a:pt x="25967" y="54729"/>
                    <a:pt x="24858" y="54875"/>
                    <a:pt x="23811" y="54980"/>
                  </a:cubicBezTo>
                  <a:cubicBezTo>
                    <a:pt x="23456" y="55043"/>
                    <a:pt x="23121" y="55063"/>
                    <a:pt x="22744" y="55105"/>
                  </a:cubicBezTo>
                  <a:cubicBezTo>
                    <a:pt x="21656" y="55252"/>
                    <a:pt x="20526" y="55294"/>
                    <a:pt x="19376" y="55294"/>
                  </a:cubicBezTo>
                  <a:cubicBezTo>
                    <a:pt x="17827" y="55210"/>
                    <a:pt x="16321" y="55105"/>
                    <a:pt x="14772" y="54938"/>
                  </a:cubicBezTo>
                  <a:lnTo>
                    <a:pt x="14731" y="54938"/>
                  </a:lnTo>
                  <a:lnTo>
                    <a:pt x="14752" y="54875"/>
                  </a:lnTo>
                  <a:cubicBezTo>
                    <a:pt x="14856" y="54645"/>
                    <a:pt x="14898" y="54415"/>
                    <a:pt x="14982" y="54164"/>
                  </a:cubicBezTo>
                  <a:cubicBezTo>
                    <a:pt x="15003" y="54038"/>
                    <a:pt x="15044" y="53934"/>
                    <a:pt x="15086" y="53808"/>
                  </a:cubicBezTo>
                  <a:cubicBezTo>
                    <a:pt x="15170" y="53536"/>
                    <a:pt x="15212" y="53306"/>
                    <a:pt x="15275" y="53055"/>
                  </a:cubicBezTo>
                  <a:lnTo>
                    <a:pt x="15358" y="52574"/>
                  </a:lnTo>
                  <a:cubicBezTo>
                    <a:pt x="15379" y="52427"/>
                    <a:pt x="15379" y="52239"/>
                    <a:pt x="15421" y="52050"/>
                  </a:cubicBezTo>
                  <a:cubicBezTo>
                    <a:pt x="15609" y="51318"/>
                    <a:pt x="15777" y="50586"/>
                    <a:pt x="15902" y="49874"/>
                  </a:cubicBezTo>
                  <a:cubicBezTo>
                    <a:pt x="16049" y="49100"/>
                    <a:pt x="16237" y="48263"/>
                    <a:pt x="16425" y="47468"/>
                  </a:cubicBezTo>
                  <a:cubicBezTo>
                    <a:pt x="16509" y="47112"/>
                    <a:pt x="16635" y="46757"/>
                    <a:pt x="16739" y="46422"/>
                  </a:cubicBezTo>
                  <a:cubicBezTo>
                    <a:pt x="16865" y="45962"/>
                    <a:pt x="17032" y="45480"/>
                    <a:pt x="17137" y="45020"/>
                  </a:cubicBezTo>
                  <a:cubicBezTo>
                    <a:pt x="17262" y="44434"/>
                    <a:pt x="17367" y="43869"/>
                    <a:pt x="17472" y="43283"/>
                  </a:cubicBezTo>
                  <a:lnTo>
                    <a:pt x="17618" y="42426"/>
                  </a:lnTo>
                  <a:cubicBezTo>
                    <a:pt x="17723" y="41861"/>
                    <a:pt x="17890" y="41086"/>
                    <a:pt x="18141" y="40354"/>
                  </a:cubicBezTo>
                  <a:cubicBezTo>
                    <a:pt x="18204" y="40208"/>
                    <a:pt x="18246" y="40019"/>
                    <a:pt x="18267" y="39873"/>
                  </a:cubicBezTo>
                  <a:cubicBezTo>
                    <a:pt x="18267" y="39810"/>
                    <a:pt x="18309" y="39768"/>
                    <a:pt x="18309" y="39706"/>
                  </a:cubicBezTo>
                  <a:cubicBezTo>
                    <a:pt x="18330" y="39580"/>
                    <a:pt x="18350" y="39454"/>
                    <a:pt x="18413" y="39308"/>
                  </a:cubicBezTo>
                  <a:cubicBezTo>
                    <a:pt x="18413" y="39287"/>
                    <a:pt x="18434" y="39266"/>
                    <a:pt x="18434" y="39245"/>
                  </a:cubicBezTo>
                  <a:lnTo>
                    <a:pt x="18413" y="39162"/>
                  </a:lnTo>
                  <a:cubicBezTo>
                    <a:pt x="18476" y="39141"/>
                    <a:pt x="18560" y="39057"/>
                    <a:pt x="18560" y="38973"/>
                  </a:cubicBezTo>
                  <a:cubicBezTo>
                    <a:pt x="18581" y="38890"/>
                    <a:pt x="18560" y="38827"/>
                    <a:pt x="18518" y="38764"/>
                  </a:cubicBezTo>
                  <a:lnTo>
                    <a:pt x="18434" y="38680"/>
                  </a:lnTo>
                  <a:lnTo>
                    <a:pt x="18539" y="38680"/>
                  </a:lnTo>
                  <a:cubicBezTo>
                    <a:pt x="18978" y="38722"/>
                    <a:pt x="19459" y="38743"/>
                    <a:pt x="19920" y="38743"/>
                  </a:cubicBezTo>
                  <a:cubicBezTo>
                    <a:pt x="20401" y="38743"/>
                    <a:pt x="20924" y="38722"/>
                    <a:pt x="21405" y="38680"/>
                  </a:cubicBezTo>
                  <a:lnTo>
                    <a:pt x="21531" y="38680"/>
                  </a:lnTo>
                  <a:lnTo>
                    <a:pt x="21447" y="38764"/>
                  </a:lnTo>
                  <a:cubicBezTo>
                    <a:pt x="21426" y="38785"/>
                    <a:pt x="21384" y="38827"/>
                    <a:pt x="21384" y="38869"/>
                  </a:cubicBezTo>
                  <a:cubicBezTo>
                    <a:pt x="21112" y="39601"/>
                    <a:pt x="21259" y="40522"/>
                    <a:pt x="21531" y="41128"/>
                  </a:cubicBezTo>
                  <a:cubicBezTo>
                    <a:pt x="21740" y="41589"/>
                    <a:pt x="22179" y="41861"/>
                    <a:pt x="22744" y="41861"/>
                  </a:cubicBezTo>
                  <a:cubicBezTo>
                    <a:pt x="22933" y="41861"/>
                    <a:pt x="23121" y="41819"/>
                    <a:pt x="23330" y="41777"/>
                  </a:cubicBezTo>
                  <a:cubicBezTo>
                    <a:pt x="24167" y="41547"/>
                    <a:pt x="24460" y="40710"/>
                    <a:pt x="24502" y="40333"/>
                  </a:cubicBezTo>
                  <a:cubicBezTo>
                    <a:pt x="24607" y="39831"/>
                    <a:pt x="24732" y="38952"/>
                    <a:pt x="24502" y="38450"/>
                  </a:cubicBezTo>
                  <a:lnTo>
                    <a:pt x="24481" y="38408"/>
                  </a:lnTo>
                  <a:lnTo>
                    <a:pt x="24565" y="38408"/>
                  </a:lnTo>
                  <a:cubicBezTo>
                    <a:pt x="25151" y="38325"/>
                    <a:pt x="25757" y="38220"/>
                    <a:pt x="26448" y="38115"/>
                  </a:cubicBezTo>
                  <a:cubicBezTo>
                    <a:pt x="27138" y="37990"/>
                    <a:pt x="27724" y="37843"/>
                    <a:pt x="28268" y="37634"/>
                  </a:cubicBezTo>
                  <a:lnTo>
                    <a:pt x="28352" y="37613"/>
                  </a:lnTo>
                  <a:close/>
                  <a:moveTo>
                    <a:pt x="31700" y="54708"/>
                  </a:moveTo>
                  <a:cubicBezTo>
                    <a:pt x="31742" y="54854"/>
                    <a:pt x="31846" y="54959"/>
                    <a:pt x="32014" y="54980"/>
                  </a:cubicBezTo>
                  <a:lnTo>
                    <a:pt x="32055" y="54980"/>
                  </a:lnTo>
                  <a:lnTo>
                    <a:pt x="32055" y="55063"/>
                  </a:lnTo>
                  <a:cubicBezTo>
                    <a:pt x="32034" y="55147"/>
                    <a:pt x="32014" y="55210"/>
                    <a:pt x="32014" y="55273"/>
                  </a:cubicBezTo>
                  <a:lnTo>
                    <a:pt x="31993" y="55335"/>
                  </a:lnTo>
                  <a:cubicBezTo>
                    <a:pt x="31951" y="55482"/>
                    <a:pt x="31930" y="55628"/>
                    <a:pt x="31909" y="55775"/>
                  </a:cubicBezTo>
                  <a:lnTo>
                    <a:pt x="31804" y="55775"/>
                  </a:lnTo>
                  <a:cubicBezTo>
                    <a:pt x="31804" y="55670"/>
                    <a:pt x="31783" y="55566"/>
                    <a:pt x="31783" y="55482"/>
                  </a:cubicBezTo>
                  <a:cubicBezTo>
                    <a:pt x="31742" y="55315"/>
                    <a:pt x="31721" y="55168"/>
                    <a:pt x="31679" y="55022"/>
                  </a:cubicBezTo>
                  <a:cubicBezTo>
                    <a:pt x="31637" y="54917"/>
                    <a:pt x="31616" y="54854"/>
                    <a:pt x="31595" y="54750"/>
                  </a:cubicBezTo>
                  <a:lnTo>
                    <a:pt x="31700" y="54708"/>
                  </a:lnTo>
                  <a:close/>
                  <a:moveTo>
                    <a:pt x="30570" y="54980"/>
                  </a:moveTo>
                  <a:lnTo>
                    <a:pt x="30570" y="55022"/>
                  </a:lnTo>
                  <a:cubicBezTo>
                    <a:pt x="30591" y="55210"/>
                    <a:pt x="30612" y="55398"/>
                    <a:pt x="30674" y="55587"/>
                  </a:cubicBezTo>
                  <a:lnTo>
                    <a:pt x="30674" y="55607"/>
                  </a:lnTo>
                  <a:cubicBezTo>
                    <a:pt x="30716" y="55817"/>
                    <a:pt x="30716" y="56026"/>
                    <a:pt x="30716" y="56235"/>
                  </a:cubicBezTo>
                  <a:lnTo>
                    <a:pt x="30716" y="56591"/>
                  </a:lnTo>
                  <a:cubicBezTo>
                    <a:pt x="30779" y="57365"/>
                    <a:pt x="30905" y="58097"/>
                    <a:pt x="31030" y="58767"/>
                  </a:cubicBezTo>
                  <a:cubicBezTo>
                    <a:pt x="31198" y="59604"/>
                    <a:pt x="31386" y="60566"/>
                    <a:pt x="31386" y="61508"/>
                  </a:cubicBezTo>
                  <a:cubicBezTo>
                    <a:pt x="31490" y="62073"/>
                    <a:pt x="31407" y="62470"/>
                    <a:pt x="31281" y="62805"/>
                  </a:cubicBezTo>
                  <a:cubicBezTo>
                    <a:pt x="31072" y="63266"/>
                    <a:pt x="30674" y="63475"/>
                    <a:pt x="30026" y="63475"/>
                  </a:cubicBezTo>
                  <a:lnTo>
                    <a:pt x="29817" y="63475"/>
                  </a:lnTo>
                  <a:lnTo>
                    <a:pt x="29545" y="63454"/>
                  </a:lnTo>
                  <a:cubicBezTo>
                    <a:pt x="28980" y="63433"/>
                    <a:pt x="28457" y="63370"/>
                    <a:pt x="27892" y="63328"/>
                  </a:cubicBezTo>
                  <a:cubicBezTo>
                    <a:pt x="27661" y="63307"/>
                    <a:pt x="27431" y="63307"/>
                    <a:pt x="27201" y="63307"/>
                  </a:cubicBezTo>
                  <a:lnTo>
                    <a:pt x="27055" y="63307"/>
                  </a:lnTo>
                  <a:cubicBezTo>
                    <a:pt x="26950" y="63307"/>
                    <a:pt x="26845" y="63307"/>
                    <a:pt x="26762" y="63328"/>
                  </a:cubicBezTo>
                  <a:cubicBezTo>
                    <a:pt x="26615" y="63328"/>
                    <a:pt x="26490" y="63349"/>
                    <a:pt x="26364" y="63349"/>
                  </a:cubicBezTo>
                  <a:cubicBezTo>
                    <a:pt x="26197" y="63349"/>
                    <a:pt x="26071" y="63349"/>
                    <a:pt x="25967" y="63307"/>
                  </a:cubicBezTo>
                  <a:cubicBezTo>
                    <a:pt x="25213" y="63119"/>
                    <a:pt x="25192" y="62010"/>
                    <a:pt x="25192" y="61320"/>
                  </a:cubicBezTo>
                  <a:lnTo>
                    <a:pt x="25192" y="61006"/>
                  </a:lnTo>
                  <a:cubicBezTo>
                    <a:pt x="25130" y="60022"/>
                    <a:pt x="25004" y="59060"/>
                    <a:pt x="24356" y="58558"/>
                  </a:cubicBezTo>
                  <a:cubicBezTo>
                    <a:pt x="24146" y="58411"/>
                    <a:pt x="23874" y="58328"/>
                    <a:pt x="23560" y="58328"/>
                  </a:cubicBezTo>
                  <a:cubicBezTo>
                    <a:pt x="23351" y="58328"/>
                    <a:pt x="23142" y="58348"/>
                    <a:pt x="22933" y="58390"/>
                  </a:cubicBezTo>
                  <a:lnTo>
                    <a:pt x="22682" y="58390"/>
                  </a:lnTo>
                  <a:cubicBezTo>
                    <a:pt x="22535" y="58390"/>
                    <a:pt x="22410" y="58390"/>
                    <a:pt x="22263" y="58348"/>
                  </a:cubicBezTo>
                  <a:cubicBezTo>
                    <a:pt x="22117" y="58348"/>
                    <a:pt x="21991" y="58328"/>
                    <a:pt x="21845" y="58328"/>
                  </a:cubicBezTo>
                  <a:cubicBezTo>
                    <a:pt x="21573" y="58328"/>
                    <a:pt x="21384" y="58390"/>
                    <a:pt x="21238" y="58453"/>
                  </a:cubicBezTo>
                  <a:cubicBezTo>
                    <a:pt x="20840" y="58704"/>
                    <a:pt x="20798" y="59039"/>
                    <a:pt x="20715" y="59457"/>
                  </a:cubicBezTo>
                  <a:cubicBezTo>
                    <a:pt x="20715" y="59499"/>
                    <a:pt x="20694" y="59583"/>
                    <a:pt x="20694" y="59667"/>
                  </a:cubicBezTo>
                  <a:cubicBezTo>
                    <a:pt x="20652" y="59729"/>
                    <a:pt x="20652" y="59813"/>
                    <a:pt x="20631" y="59918"/>
                  </a:cubicBezTo>
                  <a:cubicBezTo>
                    <a:pt x="20526" y="60420"/>
                    <a:pt x="20422" y="60922"/>
                    <a:pt x="20422" y="61445"/>
                  </a:cubicBezTo>
                  <a:cubicBezTo>
                    <a:pt x="20422" y="61885"/>
                    <a:pt x="20296" y="62387"/>
                    <a:pt x="20087" y="62826"/>
                  </a:cubicBezTo>
                  <a:cubicBezTo>
                    <a:pt x="19982" y="63035"/>
                    <a:pt x="19857" y="63224"/>
                    <a:pt x="19690" y="63370"/>
                  </a:cubicBezTo>
                  <a:cubicBezTo>
                    <a:pt x="19585" y="63475"/>
                    <a:pt x="19459" y="63538"/>
                    <a:pt x="19292" y="63538"/>
                  </a:cubicBezTo>
                  <a:cubicBezTo>
                    <a:pt x="19187" y="63538"/>
                    <a:pt x="19062" y="63496"/>
                    <a:pt x="18957" y="63475"/>
                  </a:cubicBezTo>
                  <a:cubicBezTo>
                    <a:pt x="18936" y="63475"/>
                    <a:pt x="18874" y="63454"/>
                    <a:pt x="18853" y="63454"/>
                  </a:cubicBezTo>
                  <a:cubicBezTo>
                    <a:pt x="18602" y="63391"/>
                    <a:pt x="18330" y="63349"/>
                    <a:pt x="18037" y="63349"/>
                  </a:cubicBezTo>
                  <a:cubicBezTo>
                    <a:pt x="17827" y="63349"/>
                    <a:pt x="17618" y="63286"/>
                    <a:pt x="17409" y="63245"/>
                  </a:cubicBezTo>
                  <a:cubicBezTo>
                    <a:pt x="17241" y="63182"/>
                    <a:pt x="17053" y="63161"/>
                    <a:pt x="16844" y="63140"/>
                  </a:cubicBezTo>
                  <a:cubicBezTo>
                    <a:pt x="16677" y="63140"/>
                    <a:pt x="16509" y="63119"/>
                    <a:pt x="16342" y="63119"/>
                  </a:cubicBezTo>
                  <a:cubicBezTo>
                    <a:pt x="15986" y="63119"/>
                    <a:pt x="15609" y="63077"/>
                    <a:pt x="15254" y="63014"/>
                  </a:cubicBezTo>
                  <a:cubicBezTo>
                    <a:pt x="15003" y="62952"/>
                    <a:pt x="14793" y="62868"/>
                    <a:pt x="14626" y="62742"/>
                  </a:cubicBezTo>
                  <a:cubicBezTo>
                    <a:pt x="14354" y="62596"/>
                    <a:pt x="14417" y="62324"/>
                    <a:pt x="14438" y="62094"/>
                  </a:cubicBezTo>
                  <a:lnTo>
                    <a:pt x="14459" y="61801"/>
                  </a:lnTo>
                  <a:cubicBezTo>
                    <a:pt x="14542" y="61257"/>
                    <a:pt x="14605" y="60671"/>
                    <a:pt x="14668" y="60127"/>
                  </a:cubicBezTo>
                  <a:cubicBezTo>
                    <a:pt x="14731" y="59520"/>
                    <a:pt x="14856" y="58934"/>
                    <a:pt x="14982" y="58348"/>
                  </a:cubicBezTo>
                  <a:cubicBezTo>
                    <a:pt x="15170" y="57532"/>
                    <a:pt x="15358" y="56716"/>
                    <a:pt x="15317" y="55859"/>
                  </a:cubicBezTo>
                  <a:lnTo>
                    <a:pt x="15379" y="55817"/>
                  </a:lnTo>
                  <a:cubicBezTo>
                    <a:pt x="16112" y="55900"/>
                    <a:pt x="17074" y="56005"/>
                    <a:pt x="18037" y="56005"/>
                  </a:cubicBezTo>
                  <a:lnTo>
                    <a:pt x="18518" y="56005"/>
                  </a:lnTo>
                  <a:cubicBezTo>
                    <a:pt x="19773" y="56005"/>
                    <a:pt x="21112" y="56005"/>
                    <a:pt x="22451" y="55859"/>
                  </a:cubicBezTo>
                  <a:cubicBezTo>
                    <a:pt x="22975" y="55817"/>
                    <a:pt x="23539" y="55775"/>
                    <a:pt x="24063" y="55691"/>
                  </a:cubicBezTo>
                  <a:cubicBezTo>
                    <a:pt x="25004" y="55587"/>
                    <a:pt x="25967" y="55482"/>
                    <a:pt x="26929" y="55419"/>
                  </a:cubicBezTo>
                  <a:lnTo>
                    <a:pt x="27285" y="55419"/>
                  </a:lnTo>
                  <a:cubicBezTo>
                    <a:pt x="27913" y="55398"/>
                    <a:pt x="28498" y="55377"/>
                    <a:pt x="29105" y="55273"/>
                  </a:cubicBezTo>
                  <a:cubicBezTo>
                    <a:pt x="29607" y="55189"/>
                    <a:pt x="30068" y="55084"/>
                    <a:pt x="30528" y="54980"/>
                  </a:cubicBezTo>
                  <a:close/>
                  <a:moveTo>
                    <a:pt x="14505" y="1"/>
                  </a:moveTo>
                  <a:cubicBezTo>
                    <a:pt x="14252" y="1"/>
                    <a:pt x="13999" y="19"/>
                    <a:pt x="13747" y="55"/>
                  </a:cubicBezTo>
                  <a:cubicBezTo>
                    <a:pt x="12764" y="223"/>
                    <a:pt x="11864" y="662"/>
                    <a:pt x="11069" y="1290"/>
                  </a:cubicBezTo>
                  <a:cubicBezTo>
                    <a:pt x="10295" y="1897"/>
                    <a:pt x="9521" y="2754"/>
                    <a:pt x="9123" y="3675"/>
                  </a:cubicBezTo>
                  <a:cubicBezTo>
                    <a:pt x="9081" y="3633"/>
                    <a:pt x="9018" y="3612"/>
                    <a:pt x="8998" y="3612"/>
                  </a:cubicBezTo>
                  <a:cubicBezTo>
                    <a:pt x="8602" y="3464"/>
                    <a:pt x="8207" y="3381"/>
                    <a:pt x="7817" y="3381"/>
                  </a:cubicBezTo>
                  <a:cubicBezTo>
                    <a:pt x="7380" y="3381"/>
                    <a:pt x="6948" y="3485"/>
                    <a:pt x="6529" y="3717"/>
                  </a:cubicBezTo>
                  <a:cubicBezTo>
                    <a:pt x="5838" y="4114"/>
                    <a:pt x="5273" y="4972"/>
                    <a:pt x="4917" y="5684"/>
                  </a:cubicBezTo>
                  <a:cubicBezTo>
                    <a:pt x="4541" y="6395"/>
                    <a:pt x="4269" y="7232"/>
                    <a:pt x="4269" y="8006"/>
                  </a:cubicBezTo>
                  <a:cubicBezTo>
                    <a:pt x="4269" y="8404"/>
                    <a:pt x="4394" y="8697"/>
                    <a:pt x="4499" y="9052"/>
                  </a:cubicBezTo>
                  <a:lnTo>
                    <a:pt x="4499" y="9073"/>
                  </a:lnTo>
                  <a:cubicBezTo>
                    <a:pt x="4394" y="9115"/>
                    <a:pt x="4269" y="9136"/>
                    <a:pt x="4164" y="9220"/>
                  </a:cubicBezTo>
                  <a:lnTo>
                    <a:pt x="4060" y="9220"/>
                  </a:lnTo>
                  <a:cubicBezTo>
                    <a:pt x="3264" y="9450"/>
                    <a:pt x="2616" y="9952"/>
                    <a:pt x="2197" y="10329"/>
                  </a:cubicBezTo>
                  <a:cubicBezTo>
                    <a:pt x="1360" y="11061"/>
                    <a:pt x="984" y="12149"/>
                    <a:pt x="1235" y="13091"/>
                  </a:cubicBezTo>
                  <a:cubicBezTo>
                    <a:pt x="1340" y="13530"/>
                    <a:pt x="1612" y="14158"/>
                    <a:pt x="1925" y="14451"/>
                  </a:cubicBezTo>
                  <a:cubicBezTo>
                    <a:pt x="2072" y="14576"/>
                    <a:pt x="2239" y="14681"/>
                    <a:pt x="2407" y="14806"/>
                  </a:cubicBezTo>
                  <a:cubicBezTo>
                    <a:pt x="2511" y="14890"/>
                    <a:pt x="2616" y="14932"/>
                    <a:pt x="2720" y="15016"/>
                  </a:cubicBezTo>
                  <a:lnTo>
                    <a:pt x="2825" y="15099"/>
                  </a:lnTo>
                  <a:lnTo>
                    <a:pt x="2344" y="15099"/>
                  </a:lnTo>
                  <a:cubicBezTo>
                    <a:pt x="2030" y="15120"/>
                    <a:pt x="1800" y="15204"/>
                    <a:pt x="1591" y="15330"/>
                  </a:cubicBezTo>
                  <a:cubicBezTo>
                    <a:pt x="1130" y="15664"/>
                    <a:pt x="503" y="16229"/>
                    <a:pt x="210" y="16920"/>
                  </a:cubicBezTo>
                  <a:cubicBezTo>
                    <a:pt x="84" y="17275"/>
                    <a:pt x="0" y="17631"/>
                    <a:pt x="0" y="18029"/>
                  </a:cubicBezTo>
                  <a:cubicBezTo>
                    <a:pt x="0" y="18175"/>
                    <a:pt x="21" y="18343"/>
                    <a:pt x="84" y="18489"/>
                  </a:cubicBezTo>
                  <a:cubicBezTo>
                    <a:pt x="105" y="18594"/>
                    <a:pt x="147" y="18740"/>
                    <a:pt x="147" y="18845"/>
                  </a:cubicBezTo>
                  <a:cubicBezTo>
                    <a:pt x="189" y="19117"/>
                    <a:pt x="335" y="19326"/>
                    <a:pt x="524" y="19556"/>
                  </a:cubicBezTo>
                  <a:cubicBezTo>
                    <a:pt x="628" y="19661"/>
                    <a:pt x="712" y="19807"/>
                    <a:pt x="775" y="19933"/>
                  </a:cubicBezTo>
                  <a:cubicBezTo>
                    <a:pt x="816" y="19995"/>
                    <a:pt x="879" y="20016"/>
                    <a:pt x="942" y="20058"/>
                  </a:cubicBezTo>
                  <a:lnTo>
                    <a:pt x="1026" y="20121"/>
                  </a:lnTo>
                  <a:lnTo>
                    <a:pt x="984" y="20163"/>
                  </a:lnTo>
                  <a:cubicBezTo>
                    <a:pt x="942" y="20247"/>
                    <a:pt x="858" y="20330"/>
                    <a:pt x="775" y="20372"/>
                  </a:cubicBezTo>
                  <a:cubicBezTo>
                    <a:pt x="524" y="20665"/>
                    <a:pt x="293" y="20937"/>
                    <a:pt x="189" y="21314"/>
                  </a:cubicBezTo>
                  <a:cubicBezTo>
                    <a:pt x="21" y="21879"/>
                    <a:pt x="189" y="22569"/>
                    <a:pt x="565" y="23050"/>
                  </a:cubicBezTo>
                  <a:cubicBezTo>
                    <a:pt x="858" y="23385"/>
                    <a:pt x="1256" y="23594"/>
                    <a:pt x="1612" y="23804"/>
                  </a:cubicBezTo>
                  <a:cubicBezTo>
                    <a:pt x="1758" y="23887"/>
                    <a:pt x="1863" y="23929"/>
                    <a:pt x="1988" y="24013"/>
                  </a:cubicBezTo>
                  <a:cubicBezTo>
                    <a:pt x="2532" y="24348"/>
                    <a:pt x="3055" y="24557"/>
                    <a:pt x="3557" y="24620"/>
                  </a:cubicBezTo>
                  <a:lnTo>
                    <a:pt x="3662" y="24620"/>
                  </a:lnTo>
                  <a:lnTo>
                    <a:pt x="3578" y="24682"/>
                  </a:lnTo>
                  <a:cubicBezTo>
                    <a:pt x="3264" y="24954"/>
                    <a:pt x="3118" y="25289"/>
                    <a:pt x="2951" y="25666"/>
                  </a:cubicBezTo>
                  <a:cubicBezTo>
                    <a:pt x="2909" y="25791"/>
                    <a:pt x="2825" y="25917"/>
                    <a:pt x="2762" y="26084"/>
                  </a:cubicBezTo>
                  <a:cubicBezTo>
                    <a:pt x="2114" y="27340"/>
                    <a:pt x="2407" y="28909"/>
                    <a:pt x="3432" y="29767"/>
                  </a:cubicBezTo>
                  <a:cubicBezTo>
                    <a:pt x="3913" y="30185"/>
                    <a:pt x="4541" y="30457"/>
                    <a:pt x="5127" y="30499"/>
                  </a:cubicBezTo>
                  <a:lnTo>
                    <a:pt x="5336" y="30499"/>
                  </a:lnTo>
                  <a:cubicBezTo>
                    <a:pt x="5964" y="30499"/>
                    <a:pt x="6487" y="30269"/>
                    <a:pt x="7031" y="30018"/>
                  </a:cubicBezTo>
                  <a:cubicBezTo>
                    <a:pt x="7135" y="29976"/>
                    <a:pt x="7198" y="29871"/>
                    <a:pt x="7156" y="29767"/>
                  </a:cubicBezTo>
                  <a:cubicBezTo>
                    <a:pt x="7135" y="29641"/>
                    <a:pt x="7010" y="29495"/>
                    <a:pt x="6842" y="29495"/>
                  </a:cubicBezTo>
                  <a:lnTo>
                    <a:pt x="6801" y="29495"/>
                  </a:lnTo>
                  <a:cubicBezTo>
                    <a:pt x="6508" y="29558"/>
                    <a:pt x="6215" y="29579"/>
                    <a:pt x="5964" y="29579"/>
                  </a:cubicBezTo>
                  <a:cubicBezTo>
                    <a:pt x="5252" y="29579"/>
                    <a:pt x="4625" y="29390"/>
                    <a:pt x="4164" y="29076"/>
                  </a:cubicBezTo>
                  <a:cubicBezTo>
                    <a:pt x="3264" y="28490"/>
                    <a:pt x="3244" y="27172"/>
                    <a:pt x="3746" y="26293"/>
                  </a:cubicBezTo>
                  <a:cubicBezTo>
                    <a:pt x="3809" y="26147"/>
                    <a:pt x="3850" y="26021"/>
                    <a:pt x="3892" y="25917"/>
                  </a:cubicBezTo>
                  <a:cubicBezTo>
                    <a:pt x="3976" y="25708"/>
                    <a:pt x="4018" y="25498"/>
                    <a:pt x="4227" y="25289"/>
                  </a:cubicBezTo>
                  <a:cubicBezTo>
                    <a:pt x="4415" y="25101"/>
                    <a:pt x="4687" y="25038"/>
                    <a:pt x="4959" y="25038"/>
                  </a:cubicBezTo>
                  <a:cubicBezTo>
                    <a:pt x="5106" y="25038"/>
                    <a:pt x="5252" y="25059"/>
                    <a:pt x="5357" y="25101"/>
                  </a:cubicBezTo>
                  <a:cubicBezTo>
                    <a:pt x="5901" y="25352"/>
                    <a:pt x="6277" y="25875"/>
                    <a:pt x="6633" y="26356"/>
                  </a:cubicBezTo>
                  <a:cubicBezTo>
                    <a:pt x="6801" y="26566"/>
                    <a:pt x="6947" y="26775"/>
                    <a:pt x="7114" y="26963"/>
                  </a:cubicBezTo>
                  <a:lnTo>
                    <a:pt x="7114" y="26984"/>
                  </a:lnTo>
                  <a:lnTo>
                    <a:pt x="7114" y="27026"/>
                  </a:lnTo>
                  <a:cubicBezTo>
                    <a:pt x="7114" y="27695"/>
                    <a:pt x="7156" y="28407"/>
                    <a:pt x="7198" y="29055"/>
                  </a:cubicBezTo>
                  <a:lnTo>
                    <a:pt x="7198" y="29118"/>
                  </a:lnTo>
                  <a:cubicBezTo>
                    <a:pt x="7366" y="32194"/>
                    <a:pt x="8286" y="34412"/>
                    <a:pt x="10002" y="35877"/>
                  </a:cubicBezTo>
                  <a:cubicBezTo>
                    <a:pt x="11425" y="37090"/>
                    <a:pt x="13329" y="37906"/>
                    <a:pt x="15819" y="38325"/>
                  </a:cubicBezTo>
                  <a:lnTo>
                    <a:pt x="15944" y="38345"/>
                  </a:lnTo>
                  <a:lnTo>
                    <a:pt x="15840" y="38429"/>
                  </a:lnTo>
                  <a:cubicBezTo>
                    <a:pt x="15714" y="38492"/>
                    <a:pt x="15568" y="38638"/>
                    <a:pt x="15400" y="38764"/>
                  </a:cubicBezTo>
                  <a:cubicBezTo>
                    <a:pt x="15170" y="38973"/>
                    <a:pt x="14898" y="39182"/>
                    <a:pt x="14647" y="39392"/>
                  </a:cubicBezTo>
                  <a:lnTo>
                    <a:pt x="13538" y="40333"/>
                  </a:lnTo>
                  <a:cubicBezTo>
                    <a:pt x="13224" y="40626"/>
                    <a:pt x="12910" y="40961"/>
                    <a:pt x="12617" y="41275"/>
                  </a:cubicBezTo>
                  <a:cubicBezTo>
                    <a:pt x="12471" y="41463"/>
                    <a:pt x="12304" y="41610"/>
                    <a:pt x="12157" y="41798"/>
                  </a:cubicBezTo>
                  <a:lnTo>
                    <a:pt x="12094" y="41840"/>
                  </a:lnTo>
                  <a:cubicBezTo>
                    <a:pt x="11655" y="42300"/>
                    <a:pt x="11132" y="42865"/>
                    <a:pt x="10985" y="43472"/>
                  </a:cubicBezTo>
                  <a:cubicBezTo>
                    <a:pt x="10881" y="43932"/>
                    <a:pt x="10776" y="44413"/>
                    <a:pt x="11153" y="44664"/>
                  </a:cubicBezTo>
                  <a:cubicBezTo>
                    <a:pt x="11215" y="44706"/>
                    <a:pt x="11236" y="44727"/>
                    <a:pt x="11299" y="44748"/>
                  </a:cubicBezTo>
                  <a:cubicBezTo>
                    <a:pt x="11467" y="44874"/>
                    <a:pt x="11613" y="44978"/>
                    <a:pt x="11822" y="45041"/>
                  </a:cubicBezTo>
                  <a:cubicBezTo>
                    <a:pt x="12052" y="45083"/>
                    <a:pt x="12324" y="45229"/>
                    <a:pt x="12576" y="45376"/>
                  </a:cubicBezTo>
                  <a:lnTo>
                    <a:pt x="12659" y="45439"/>
                  </a:lnTo>
                  <a:lnTo>
                    <a:pt x="12576" y="45480"/>
                  </a:lnTo>
                  <a:cubicBezTo>
                    <a:pt x="12115" y="45773"/>
                    <a:pt x="11801" y="46422"/>
                    <a:pt x="11613" y="46840"/>
                  </a:cubicBezTo>
                  <a:lnTo>
                    <a:pt x="11613" y="46861"/>
                  </a:lnTo>
                  <a:cubicBezTo>
                    <a:pt x="11529" y="47029"/>
                    <a:pt x="11446" y="47196"/>
                    <a:pt x="11341" y="47364"/>
                  </a:cubicBezTo>
                  <a:cubicBezTo>
                    <a:pt x="10943" y="48117"/>
                    <a:pt x="10504" y="48954"/>
                    <a:pt x="10671" y="49749"/>
                  </a:cubicBezTo>
                  <a:cubicBezTo>
                    <a:pt x="10818" y="50565"/>
                    <a:pt x="11404" y="51109"/>
                    <a:pt x="11969" y="51653"/>
                  </a:cubicBezTo>
                  <a:lnTo>
                    <a:pt x="12031" y="51716"/>
                  </a:lnTo>
                  <a:cubicBezTo>
                    <a:pt x="12283" y="51967"/>
                    <a:pt x="12534" y="52176"/>
                    <a:pt x="12764" y="52343"/>
                  </a:cubicBezTo>
                  <a:lnTo>
                    <a:pt x="12848" y="52385"/>
                  </a:lnTo>
                  <a:lnTo>
                    <a:pt x="12764" y="52427"/>
                  </a:lnTo>
                  <a:cubicBezTo>
                    <a:pt x="11843" y="52887"/>
                    <a:pt x="10860" y="54519"/>
                    <a:pt x="10943" y="55294"/>
                  </a:cubicBezTo>
                  <a:cubicBezTo>
                    <a:pt x="10985" y="55524"/>
                    <a:pt x="11111" y="55670"/>
                    <a:pt x="11320" y="55691"/>
                  </a:cubicBezTo>
                  <a:lnTo>
                    <a:pt x="11383" y="55691"/>
                  </a:lnTo>
                  <a:cubicBezTo>
                    <a:pt x="11487" y="55691"/>
                    <a:pt x="11592" y="55628"/>
                    <a:pt x="11634" y="55566"/>
                  </a:cubicBezTo>
                  <a:cubicBezTo>
                    <a:pt x="11655" y="55503"/>
                    <a:pt x="11697" y="55461"/>
                    <a:pt x="11655" y="55377"/>
                  </a:cubicBezTo>
                  <a:cubicBezTo>
                    <a:pt x="11550" y="55105"/>
                    <a:pt x="11906" y="54478"/>
                    <a:pt x="12199" y="53996"/>
                  </a:cubicBezTo>
                  <a:cubicBezTo>
                    <a:pt x="12324" y="53829"/>
                    <a:pt x="12471" y="53599"/>
                    <a:pt x="12617" y="53390"/>
                  </a:cubicBezTo>
                  <a:lnTo>
                    <a:pt x="12701" y="53431"/>
                  </a:lnTo>
                  <a:cubicBezTo>
                    <a:pt x="12471" y="53850"/>
                    <a:pt x="12366" y="54352"/>
                    <a:pt x="12345" y="54624"/>
                  </a:cubicBezTo>
                  <a:cubicBezTo>
                    <a:pt x="12283" y="54938"/>
                    <a:pt x="12262" y="55356"/>
                    <a:pt x="12450" y="55628"/>
                  </a:cubicBezTo>
                  <a:cubicBezTo>
                    <a:pt x="12555" y="55796"/>
                    <a:pt x="12722" y="55900"/>
                    <a:pt x="12889" y="55900"/>
                  </a:cubicBezTo>
                  <a:cubicBezTo>
                    <a:pt x="13015" y="55900"/>
                    <a:pt x="13120" y="55838"/>
                    <a:pt x="13203" y="55733"/>
                  </a:cubicBezTo>
                  <a:cubicBezTo>
                    <a:pt x="13245" y="55691"/>
                    <a:pt x="13224" y="55587"/>
                    <a:pt x="13203" y="55503"/>
                  </a:cubicBezTo>
                  <a:cubicBezTo>
                    <a:pt x="13182" y="55419"/>
                    <a:pt x="13120" y="55398"/>
                    <a:pt x="13099" y="55377"/>
                  </a:cubicBezTo>
                  <a:cubicBezTo>
                    <a:pt x="13036" y="55356"/>
                    <a:pt x="13015" y="55294"/>
                    <a:pt x="12994" y="55210"/>
                  </a:cubicBezTo>
                  <a:cubicBezTo>
                    <a:pt x="12910" y="55001"/>
                    <a:pt x="12973" y="54750"/>
                    <a:pt x="12994" y="54519"/>
                  </a:cubicBezTo>
                  <a:lnTo>
                    <a:pt x="12994" y="54478"/>
                  </a:lnTo>
                  <a:cubicBezTo>
                    <a:pt x="13036" y="54164"/>
                    <a:pt x="13120" y="53578"/>
                    <a:pt x="13433" y="53306"/>
                  </a:cubicBezTo>
                  <a:lnTo>
                    <a:pt x="13454" y="53285"/>
                  </a:lnTo>
                  <a:lnTo>
                    <a:pt x="13496" y="53306"/>
                  </a:lnTo>
                  <a:cubicBezTo>
                    <a:pt x="13538" y="53390"/>
                    <a:pt x="13622" y="53473"/>
                    <a:pt x="13705" y="53536"/>
                  </a:cubicBezTo>
                  <a:lnTo>
                    <a:pt x="13726" y="53578"/>
                  </a:lnTo>
                  <a:lnTo>
                    <a:pt x="13936" y="53766"/>
                  </a:lnTo>
                  <a:cubicBezTo>
                    <a:pt x="13956" y="53829"/>
                    <a:pt x="14019" y="53850"/>
                    <a:pt x="14061" y="53871"/>
                  </a:cubicBezTo>
                  <a:cubicBezTo>
                    <a:pt x="14082" y="53913"/>
                    <a:pt x="14124" y="53913"/>
                    <a:pt x="14124" y="53934"/>
                  </a:cubicBezTo>
                  <a:lnTo>
                    <a:pt x="14145" y="53955"/>
                  </a:lnTo>
                  <a:lnTo>
                    <a:pt x="14145" y="53996"/>
                  </a:lnTo>
                  <a:cubicBezTo>
                    <a:pt x="14124" y="54059"/>
                    <a:pt x="14082" y="54143"/>
                    <a:pt x="14082" y="54227"/>
                  </a:cubicBezTo>
                  <a:cubicBezTo>
                    <a:pt x="14040" y="54457"/>
                    <a:pt x="13956" y="54750"/>
                    <a:pt x="13768" y="54854"/>
                  </a:cubicBezTo>
                  <a:cubicBezTo>
                    <a:pt x="13622" y="54959"/>
                    <a:pt x="13538" y="55105"/>
                    <a:pt x="13601" y="55273"/>
                  </a:cubicBezTo>
                  <a:cubicBezTo>
                    <a:pt x="13643" y="55461"/>
                    <a:pt x="13810" y="55587"/>
                    <a:pt x="13977" y="55607"/>
                  </a:cubicBezTo>
                  <a:lnTo>
                    <a:pt x="14249" y="55628"/>
                  </a:lnTo>
                  <a:cubicBezTo>
                    <a:pt x="14459" y="55670"/>
                    <a:pt x="14689" y="55691"/>
                    <a:pt x="14898" y="55712"/>
                  </a:cubicBezTo>
                  <a:lnTo>
                    <a:pt x="14961" y="55712"/>
                  </a:lnTo>
                  <a:lnTo>
                    <a:pt x="14961" y="55775"/>
                  </a:lnTo>
                  <a:cubicBezTo>
                    <a:pt x="14919" y="55963"/>
                    <a:pt x="14877" y="56193"/>
                    <a:pt x="14793" y="56361"/>
                  </a:cubicBezTo>
                  <a:cubicBezTo>
                    <a:pt x="14752" y="56549"/>
                    <a:pt x="14689" y="56737"/>
                    <a:pt x="14668" y="56905"/>
                  </a:cubicBezTo>
                  <a:cubicBezTo>
                    <a:pt x="14584" y="57386"/>
                    <a:pt x="14459" y="57825"/>
                    <a:pt x="14354" y="58307"/>
                  </a:cubicBezTo>
                  <a:lnTo>
                    <a:pt x="14333" y="58432"/>
                  </a:lnTo>
                  <a:cubicBezTo>
                    <a:pt x="14291" y="58558"/>
                    <a:pt x="14249" y="58683"/>
                    <a:pt x="14228" y="58830"/>
                  </a:cubicBezTo>
                  <a:cubicBezTo>
                    <a:pt x="14124" y="59185"/>
                    <a:pt x="14019" y="59562"/>
                    <a:pt x="14019" y="59918"/>
                  </a:cubicBezTo>
                  <a:cubicBezTo>
                    <a:pt x="14019" y="60190"/>
                    <a:pt x="13956" y="60441"/>
                    <a:pt x="13915" y="60713"/>
                  </a:cubicBezTo>
                  <a:cubicBezTo>
                    <a:pt x="13852" y="60964"/>
                    <a:pt x="13810" y="61236"/>
                    <a:pt x="13810" y="61487"/>
                  </a:cubicBezTo>
                  <a:cubicBezTo>
                    <a:pt x="13810" y="61613"/>
                    <a:pt x="13768" y="61759"/>
                    <a:pt x="13768" y="61864"/>
                  </a:cubicBezTo>
                  <a:cubicBezTo>
                    <a:pt x="13726" y="62429"/>
                    <a:pt x="13705" y="62910"/>
                    <a:pt x="14249" y="63328"/>
                  </a:cubicBezTo>
                  <a:cubicBezTo>
                    <a:pt x="14772" y="63705"/>
                    <a:pt x="15505" y="63789"/>
                    <a:pt x="16133" y="63851"/>
                  </a:cubicBezTo>
                  <a:cubicBezTo>
                    <a:pt x="16384" y="63851"/>
                    <a:pt x="16656" y="63810"/>
                    <a:pt x="16907" y="63810"/>
                  </a:cubicBezTo>
                  <a:lnTo>
                    <a:pt x="17095" y="63810"/>
                  </a:lnTo>
                  <a:lnTo>
                    <a:pt x="17095" y="63872"/>
                  </a:lnTo>
                  <a:cubicBezTo>
                    <a:pt x="17074" y="63977"/>
                    <a:pt x="17053" y="64102"/>
                    <a:pt x="17011" y="64207"/>
                  </a:cubicBezTo>
                  <a:cubicBezTo>
                    <a:pt x="16907" y="64688"/>
                    <a:pt x="16802" y="65128"/>
                    <a:pt x="16844" y="65630"/>
                  </a:cubicBezTo>
                  <a:cubicBezTo>
                    <a:pt x="16844" y="65839"/>
                    <a:pt x="16865" y="66007"/>
                    <a:pt x="16865" y="66216"/>
                  </a:cubicBezTo>
                  <a:cubicBezTo>
                    <a:pt x="16886" y="66613"/>
                    <a:pt x="16886" y="67032"/>
                    <a:pt x="16886" y="67450"/>
                  </a:cubicBezTo>
                  <a:lnTo>
                    <a:pt x="16886" y="67534"/>
                  </a:lnTo>
                  <a:lnTo>
                    <a:pt x="16802" y="67513"/>
                  </a:lnTo>
                  <a:cubicBezTo>
                    <a:pt x="16425" y="67304"/>
                    <a:pt x="15944" y="67199"/>
                    <a:pt x="15400" y="67199"/>
                  </a:cubicBezTo>
                  <a:cubicBezTo>
                    <a:pt x="14877" y="67199"/>
                    <a:pt x="14270" y="67304"/>
                    <a:pt x="13622" y="67513"/>
                  </a:cubicBezTo>
                  <a:cubicBezTo>
                    <a:pt x="12931" y="67722"/>
                    <a:pt x="12513" y="68036"/>
                    <a:pt x="12304" y="68476"/>
                  </a:cubicBezTo>
                  <a:cubicBezTo>
                    <a:pt x="12094" y="68915"/>
                    <a:pt x="12199" y="69417"/>
                    <a:pt x="12576" y="69731"/>
                  </a:cubicBezTo>
                  <a:cubicBezTo>
                    <a:pt x="12910" y="70024"/>
                    <a:pt x="13936" y="70233"/>
                    <a:pt x="14919" y="70233"/>
                  </a:cubicBezTo>
                  <a:cubicBezTo>
                    <a:pt x="16028" y="70233"/>
                    <a:pt x="16802" y="69982"/>
                    <a:pt x="17074" y="69564"/>
                  </a:cubicBezTo>
                  <a:cubicBezTo>
                    <a:pt x="17200" y="69354"/>
                    <a:pt x="17200" y="69103"/>
                    <a:pt x="17095" y="68810"/>
                  </a:cubicBezTo>
                  <a:cubicBezTo>
                    <a:pt x="17053" y="68706"/>
                    <a:pt x="16949" y="68622"/>
                    <a:pt x="16802" y="68622"/>
                  </a:cubicBezTo>
                  <a:cubicBezTo>
                    <a:pt x="16656" y="68622"/>
                    <a:pt x="16530" y="68706"/>
                    <a:pt x="16446" y="68810"/>
                  </a:cubicBezTo>
                  <a:lnTo>
                    <a:pt x="16425" y="68873"/>
                  </a:lnTo>
                  <a:cubicBezTo>
                    <a:pt x="16321" y="69040"/>
                    <a:pt x="16258" y="69124"/>
                    <a:pt x="15965" y="69208"/>
                  </a:cubicBezTo>
                  <a:cubicBezTo>
                    <a:pt x="15693" y="69292"/>
                    <a:pt x="15379" y="69312"/>
                    <a:pt x="15065" y="69312"/>
                  </a:cubicBezTo>
                  <a:lnTo>
                    <a:pt x="14584" y="69312"/>
                  </a:lnTo>
                  <a:cubicBezTo>
                    <a:pt x="14082" y="69312"/>
                    <a:pt x="13726" y="69250"/>
                    <a:pt x="13412" y="69187"/>
                  </a:cubicBezTo>
                  <a:cubicBezTo>
                    <a:pt x="13182" y="69124"/>
                    <a:pt x="13078" y="69020"/>
                    <a:pt x="13078" y="68894"/>
                  </a:cubicBezTo>
                  <a:cubicBezTo>
                    <a:pt x="13078" y="68559"/>
                    <a:pt x="13936" y="68203"/>
                    <a:pt x="14082" y="68162"/>
                  </a:cubicBezTo>
                  <a:cubicBezTo>
                    <a:pt x="14605" y="67994"/>
                    <a:pt x="15065" y="67931"/>
                    <a:pt x="15484" y="67931"/>
                  </a:cubicBezTo>
                  <a:cubicBezTo>
                    <a:pt x="16070" y="67931"/>
                    <a:pt x="16551" y="68099"/>
                    <a:pt x="16907" y="68413"/>
                  </a:cubicBezTo>
                  <a:cubicBezTo>
                    <a:pt x="16990" y="68476"/>
                    <a:pt x="17074" y="68517"/>
                    <a:pt x="17179" y="68517"/>
                  </a:cubicBezTo>
                  <a:cubicBezTo>
                    <a:pt x="17304" y="68517"/>
                    <a:pt x="17493" y="68455"/>
                    <a:pt x="17513" y="68266"/>
                  </a:cubicBezTo>
                  <a:cubicBezTo>
                    <a:pt x="17639" y="67450"/>
                    <a:pt x="17597" y="66613"/>
                    <a:pt x="17534" y="65902"/>
                  </a:cubicBezTo>
                  <a:cubicBezTo>
                    <a:pt x="17513" y="65567"/>
                    <a:pt x="17493" y="65232"/>
                    <a:pt x="17513" y="64856"/>
                  </a:cubicBezTo>
                  <a:cubicBezTo>
                    <a:pt x="17513" y="64730"/>
                    <a:pt x="17534" y="64605"/>
                    <a:pt x="17576" y="64479"/>
                  </a:cubicBezTo>
                  <a:cubicBezTo>
                    <a:pt x="17597" y="64270"/>
                    <a:pt x="17618" y="64082"/>
                    <a:pt x="17618" y="63872"/>
                  </a:cubicBezTo>
                  <a:lnTo>
                    <a:pt x="17618" y="63810"/>
                  </a:lnTo>
                  <a:lnTo>
                    <a:pt x="17681" y="63810"/>
                  </a:lnTo>
                  <a:cubicBezTo>
                    <a:pt x="17911" y="63851"/>
                    <a:pt x="18120" y="63872"/>
                    <a:pt x="18330" y="63893"/>
                  </a:cubicBezTo>
                  <a:cubicBezTo>
                    <a:pt x="18434" y="63914"/>
                    <a:pt x="18539" y="63977"/>
                    <a:pt x="18581" y="64061"/>
                  </a:cubicBezTo>
                  <a:cubicBezTo>
                    <a:pt x="18685" y="64082"/>
                    <a:pt x="18790" y="64082"/>
                    <a:pt x="18894" y="64102"/>
                  </a:cubicBezTo>
                  <a:cubicBezTo>
                    <a:pt x="19062" y="64123"/>
                    <a:pt x="19208" y="64165"/>
                    <a:pt x="19376" y="64165"/>
                  </a:cubicBezTo>
                  <a:cubicBezTo>
                    <a:pt x="19920" y="64165"/>
                    <a:pt x="20338" y="63914"/>
                    <a:pt x="20715" y="63370"/>
                  </a:cubicBezTo>
                  <a:cubicBezTo>
                    <a:pt x="21050" y="62910"/>
                    <a:pt x="21259" y="62219"/>
                    <a:pt x="21301" y="61382"/>
                  </a:cubicBezTo>
                  <a:lnTo>
                    <a:pt x="21301" y="61069"/>
                  </a:lnTo>
                  <a:lnTo>
                    <a:pt x="21301" y="60880"/>
                  </a:lnTo>
                  <a:cubicBezTo>
                    <a:pt x="21301" y="60734"/>
                    <a:pt x="21363" y="60566"/>
                    <a:pt x="21405" y="60441"/>
                  </a:cubicBezTo>
                  <a:cubicBezTo>
                    <a:pt x="21468" y="60315"/>
                    <a:pt x="21489" y="60190"/>
                    <a:pt x="21510" y="60043"/>
                  </a:cubicBezTo>
                  <a:cubicBezTo>
                    <a:pt x="21510" y="59834"/>
                    <a:pt x="21573" y="59625"/>
                    <a:pt x="21615" y="59416"/>
                  </a:cubicBezTo>
                  <a:cubicBezTo>
                    <a:pt x="21656" y="59311"/>
                    <a:pt x="21677" y="59206"/>
                    <a:pt x="21677" y="59102"/>
                  </a:cubicBezTo>
                  <a:lnTo>
                    <a:pt x="21677" y="59081"/>
                  </a:lnTo>
                  <a:lnTo>
                    <a:pt x="21698" y="59081"/>
                  </a:lnTo>
                  <a:cubicBezTo>
                    <a:pt x="21782" y="59039"/>
                    <a:pt x="21866" y="59039"/>
                    <a:pt x="21991" y="59039"/>
                  </a:cubicBezTo>
                  <a:cubicBezTo>
                    <a:pt x="22075" y="59039"/>
                    <a:pt x="22117" y="59039"/>
                    <a:pt x="22200" y="59060"/>
                  </a:cubicBezTo>
                  <a:lnTo>
                    <a:pt x="22284" y="59060"/>
                  </a:lnTo>
                  <a:cubicBezTo>
                    <a:pt x="22410" y="59060"/>
                    <a:pt x="22535" y="59081"/>
                    <a:pt x="22661" y="59081"/>
                  </a:cubicBezTo>
                  <a:cubicBezTo>
                    <a:pt x="22828" y="59081"/>
                    <a:pt x="22954" y="59081"/>
                    <a:pt x="23121" y="59060"/>
                  </a:cubicBezTo>
                  <a:cubicBezTo>
                    <a:pt x="23267" y="59039"/>
                    <a:pt x="23393" y="59039"/>
                    <a:pt x="23560" y="59039"/>
                  </a:cubicBezTo>
                  <a:cubicBezTo>
                    <a:pt x="23916" y="59039"/>
                    <a:pt x="24167" y="59185"/>
                    <a:pt x="24293" y="59583"/>
                  </a:cubicBezTo>
                  <a:cubicBezTo>
                    <a:pt x="24481" y="60106"/>
                    <a:pt x="24502" y="60671"/>
                    <a:pt x="24502" y="61194"/>
                  </a:cubicBezTo>
                  <a:cubicBezTo>
                    <a:pt x="24502" y="61445"/>
                    <a:pt x="24502" y="61675"/>
                    <a:pt x="24523" y="61885"/>
                  </a:cubicBezTo>
                  <a:cubicBezTo>
                    <a:pt x="24544" y="62387"/>
                    <a:pt x="24753" y="63600"/>
                    <a:pt x="25757" y="63956"/>
                  </a:cubicBezTo>
                  <a:cubicBezTo>
                    <a:pt x="25967" y="64019"/>
                    <a:pt x="26197" y="64061"/>
                    <a:pt x="26532" y="64061"/>
                  </a:cubicBezTo>
                  <a:lnTo>
                    <a:pt x="27327" y="64061"/>
                  </a:lnTo>
                  <a:cubicBezTo>
                    <a:pt x="27661" y="64061"/>
                    <a:pt x="27975" y="64102"/>
                    <a:pt x="28289" y="64165"/>
                  </a:cubicBezTo>
                  <a:lnTo>
                    <a:pt x="28352" y="64165"/>
                  </a:lnTo>
                  <a:lnTo>
                    <a:pt x="28310" y="64207"/>
                  </a:lnTo>
                  <a:cubicBezTo>
                    <a:pt x="28143" y="64939"/>
                    <a:pt x="28205" y="65797"/>
                    <a:pt x="28310" y="66613"/>
                  </a:cubicBezTo>
                  <a:cubicBezTo>
                    <a:pt x="28310" y="66697"/>
                    <a:pt x="28352" y="66802"/>
                    <a:pt x="28352" y="66906"/>
                  </a:cubicBezTo>
                  <a:cubicBezTo>
                    <a:pt x="28373" y="67346"/>
                    <a:pt x="28394" y="67848"/>
                    <a:pt x="28833" y="67931"/>
                  </a:cubicBezTo>
                  <a:lnTo>
                    <a:pt x="28938" y="67931"/>
                  </a:lnTo>
                  <a:cubicBezTo>
                    <a:pt x="29042" y="67931"/>
                    <a:pt x="29147" y="67890"/>
                    <a:pt x="29252" y="67869"/>
                  </a:cubicBezTo>
                  <a:cubicBezTo>
                    <a:pt x="29356" y="67848"/>
                    <a:pt x="29440" y="67827"/>
                    <a:pt x="29565" y="67827"/>
                  </a:cubicBezTo>
                  <a:cubicBezTo>
                    <a:pt x="29754" y="67827"/>
                    <a:pt x="29921" y="67764"/>
                    <a:pt x="30068" y="67743"/>
                  </a:cubicBezTo>
                  <a:cubicBezTo>
                    <a:pt x="30256" y="67680"/>
                    <a:pt x="30465" y="67659"/>
                    <a:pt x="30695" y="67659"/>
                  </a:cubicBezTo>
                  <a:lnTo>
                    <a:pt x="30779" y="67659"/>
                  </a:lnTo>
                  <a:cubicBezTo>
                    <a:pt x="31386" y="67680"/>
                    <a:pt x="32537" y="67827"/>
                    <a:pt x="33311" y="68350"/>
                  </a:cubicBezTo>
                  <a:cubicBezTo>
                    <a:pt x="33499" y="68476"/>
                    <a:pt x="33604" y="68601"/>
                    <a:pt x="33583" y="68727"/>
                  </a:cubicBezTo>
                  <a:cubicBezTo>
                    <a:pt x="33499" y="69082"/>
                    <a:pt x="32683" y="69229"/>
                    <a:pt x="32599" y="69250"/>
                  </a:cubicBezTo>
                  <a:cubicBezTo>
                    <a:pt x="32265" y="69312"/>
                    <a:pt x="31930" y="69312"/>
                    <a:pt x="31595" y="69312"/>
                  </a:cubicBezTo>
                  <a:lnTo>
                    <a:pt x="30716" y="69312"/>
                  </a:lnTo>
                  <a:cubicBezTo>
                    <a:pt x="30340" y="69312"/>
                    <a:pt x="30026" y="69292"/>
                    <a:pt x="29733" y="69229"/>
                  </a:cubicBezTo>
                  <a:cubicBezTo>
                    <a:pt x="29252" y="69124"/>
                    <a:pt x="29021" y="68936"/>
                    <a:pt x="28875" y="68476"/>
                  </a:cubicBezTo>
                  <a:cubicBezTo>
                    <a:pt x="28791" y="68287"/>
                    <a:pt x="28603" y="68183"/>
                    <a:pt x="28477" y="68183"/>
                  </a:cubicBezTo>
                  <a:cubicBezTo>
                    <a:pt x="28352" y="68183"/>
                    <a:pt x="28164" y="68266"/>
                    <a:pt x="28101" y="68476"/>
                  </a:cubicBezTo>
                  <a:cubicBezTo>
                    <a:pt x="27996" y="68873"/>
                    <a:pt x="28059" y="69229"/>
                    <a:pt x="28268" y="69501"/>
                  </a:cubicBezTo>
                  <a:cubicBezTo>
                    <a:pt x="28708" y="70066"/>
                    <a:pt x="29817" y="70275"/>
                    <a:pt x="30591" y="70275"/>
                  </a:cubicBezTo>
                  <a:lnTo>
                    <a:pt x="31114" y="70275"/>
                  </a:lnTo>
                  <a:cubicBezTo>
                    <a:pt x="32223" y="70275"/>
                    <a:pt x="33436" y="70233"/>
                    <a:pt x="34169" y="69501"/>
                  </a:cubicBezTo>
                  <a:cubicBezTo>
                    <a:pt x="34378" y="69292"/>
                    <a:pt x="34483" y="69020"/>
                    <a:pt x="34462" y="68727"/>
                  </a:cubicBezTo>
                  <a:cubicBezTo>
                    <a:pt x="34462" y="68371"/>
                    <a:pt x="34252" y="67952"/>
                    <a:pt x="33959" y="67680"/>
                  </a:cubicBezTo>
                  <a:cubicBezTo>
                    <a:pt x="33311" y="67095"/>
                    <a:pt x="32244" y="66927"/>
                    <a:pt x="31386" y="66823"/>
                  </a:cubicBezTo>
                  <a:lnTo>
                    <a:pt x="31302" y="66823"/>
                  </a:lnTo>
                  <a:cubicBezTo>
                    <a:pt x="31093" y="66802"/>
                    <a:pt x="30821" y="66781"/>
                    <a:pt x="30570" y="66781"/>
                  </a:cubicBezTo>
                  <a:cubicBezTo>
                    <a:pt x="30340" y="66781"/>
                    <a:pt x="30089" y="66802"/>
                    <a:pt x="29921" y="66843"/>
                  </a:cubicBezTo>
                  <a:cubicBezTo>
                    <a:pt x="29837" y="66885"/>
                    <a:pt x="29733" y="66906"/>
                    <a:pt x="29649" y="66906"/>
                  </a:cubicBezTo>
                  <a:cubicBezTo>
                    <a:pt x="29545" y="66927"/>
                    <a:pt x="29461" y="66927"/>
                    <a:pt x="29356" y="66948"/>
                  </a:cubicBezTo>
                  <a:lnTo>
                    <a:pt x="29314" y="66990"/>
                  </a:lnTo>
                  <a:lnTo>
                    <a:pt x="29314" y="66927"/>
                  </a:lnTo>
                  <a:lnTo>
                    <a:pt x="29231" y="66383"/>
                  </a:lnTo>
                  <a:cubicBezTo>
                    <a:pt x="29210" y="66174"/>
                    <a:pt x="29189" y="65944"/>
                    <a:pt x="29147" y="65693"/>
                  </a:cubicBezTo>
                  <a:cubicBezTo>
                    <a:pt x="29147" y="65546"/>
                    <a:pt x="29126" y="65421"/>
                    <a:pt x="29126" y="65253"/>
                  </a:cubicBezTo>
                  <a:cubicBezTo>
                    <a:pt x="29105" y="64939"/>
                    <a:pt x="29105" y="64605"/>
                    <a:pt x="29021" y="64312"/>
                  </a:cubicBezTo>
                  <a:lnTo>
                    <a:pt x="29021" y="64270"/>
                  </a:lnTo>
                  <a:lnTo>
                    <a:pt x="30926" y="64270"/>
                  </a:lnTo>
                  <a:cubicBezTo>
                    <a:pt x="31428" y="64165"/>
                    <a:pt x="31825" y="63893"/>
                    <a:pt x="32118" y="63496"/>
                  </a:cubicBezTo>
                  <a:cubicBezTo>
                    <a:pt x="32641" y="62763"/>
                    <a:pt x="32662" y="61801"/>
                    <a:pt x="32641" y="61027"/>
                  </a:cubicBezTo>
                  <a:cubicBezTo>
                    <a:pt x="32578" y="60127"/>
                    <a:pt x="32432" y="59248"/>
                    <a:pt x="32265" y="58453"/>
                  </a:cubicBezTo>
                  <a:cubicBezTo>
                    <a:pt x="32139" y="57700"/>
                    <a:pt x="32034" y="57051"/>
                    <a:pt x="31972" y="56424"/>
                  </a:cubicBezTo>
                  <a:cubicBezTo>
                    <a:pt x="31972" y="56277"/>
                    <a:pt x="31972" y="56172"/>
                    <a:pt x="31951" y="56068"/>
                  </a:cubicBezTo>
                  <a:lnTo>
                    <a:pt x="32055" y="56068"/>
                  </a:lnTo>
                  <a:cubicBezTo>
                    <a:pt x="32076" y="56214"/>
                    <a:pt x="32139" y="56277"/>
                    <a:pt x="32244" y="56361"/>
                  </a:cubicBezTo>
                  <a:cubicBezTo>
                    <a:pt x="32327" y="56424"/>
                    <a:pt x="32390" y="56444"/>
                    <a:pt x="32453" y="56444"/>
                  </a:cubicBezTo>
                  <a:cubicBezTo>
                    <a:pt x="32495" y="56444"/>
                    <a:pt x="32537" y="56444"/>
                    <a:pt x="32558" y="56424"/>
                  </a:cubicBezTo>
                  <a:cubicBezTo>
                    <a:pt x="32788" y="56235"/>
                    <a:pt x="32809" y="56026"/>
                    <a:pt x="32809" y="55754"/>
                  </a:cubicBezTo>
                  <a:cubicBezTo>
                    <a:pt x="32809" y="55691"/>
                    <a:pt x="32809" y="55587"/>
                    <a:pt x="32850" y="55503"/>
                  </a:cubicBezTo>
                  <a:cubicBezTo>
                    <a:pt x="32871" y="55335"/>
                    <a:pt x="32892" y="55168"/>
                    <a:pt x="32955" y="54917"/>
                  </a:cubicBezTo>
                  <a:lnTo>
                    <a:pt x="32976" y="54854"/>
                  </a:lnTo>
                  <a:lnTo>
                    <a:pt x="33018" y="54896"/>
                  </a:lnTo>
                  <a:cubicBezTo>
                    <a:pt x="33332" y="55189"/>
                    <a:pt x="33520" y="55545"/>
                    <a:pt x="33708" y="55942"/>
                  </a:cubicBezTo>
                  <a:cubicBezTo>
                    <a:pt x="33792" y="56068"/>
                    <a:pt x="33834" y="56214"/>
                    <a:pt x="33918" y="56340"/>
                  </a:cubicBezTo>
                  <a:cubicBezTo>
                    <a:pt x="33959" y="56444"/>
                    <a:pt x="34043" y="56486"/>
                    <a:pt x="34169" y="56486"/>
                  </a:cubicBezTo>
                  <a:cubicBezTo>
                    <a:pt x="34252" y="56486"/>
                    <a:pt x="34357" y="56465"/>
                    <a:pt x="34420" y="56382"/>
                  </a:cubicBezTo>
                  <a:cubicBezTo>
                    <a:pt x="34441" y="56361"/>
                    <a:pt x="34483" y="56298"/>
                    <a:pt x="34483" y="56193"/>
                  </a:cubicBezTo>
                  <a:cubicBezTo>
                    <a:pt x="34483" y="55294"/>
                    <a:pt x="33939" y="54415"/>
                    <a:pt x="33122" y="53913"/>
                  </a:cubicBezTo>
                  <a:lnTo>
                    <a:pt x="33081" y="53871"/>
                  </a:lnTo>
                  <a:lnTo>
                    <a:pt x="33122" y="53829"/>
                  </a:lnTo>
                  <a:cubicBezTo>
                    <a:pt x="33185" y="53766"/>
                    <a:pt x="33269" y="53724"/>
                    <a:pt x="33311" y="53662"/>
                  </a:cubicBezTo>
                  <a:cubicBezTo>
                    <a:pt x="33436" y="53557"/>
                    <a:pt x="33583" y="53431"/>
                    <a:pt x="33687" y="53348"/>
                  </a:cubicBezTo>
                  <a:lnTo>
                    <a:pt x="33708" y="53327"/>
                  </a:lnTo>
                  <a:cubicBezTo>
                    <a:pt x="34169" y="52971"/>
                    <a:pt x="34650" y="52594"/>
                    <a:pt x="35047" y="52134"/>
                  </a:cubicBezTo>
                  <a:cubicBezTo>
                    <a:pt x="35843" y="51151"/>
                    <a:pt x="36366" y="50293"/>
                    <a:pt x="36408" y="49100"/>
                  </a:cubicBezTo>
                  <a:cubicBezTo>
                    <a:pt x="36408" y="48912"/>
                    <a:pt x="36324" y="48703"/>
                    <a:pt x="36240" y="48493"/>
                  </a:cubicBezTo>
                  <a:cubicBezTo>
                    <a:pt x="36219" y="48410"/>
                    <a:pt x="36198" y="48326"/>
                    <a:pt x="36156" y="48284"/>
                  </a:cubicBezTo>
                  <a:cubicBezTo>
                    <a:pt x="36052" y="47991"/>
                    <a:pt x="35947" y="47698"/>
                    <a:pt x="35822" y="47426"/>
                  </a:cubicBezTo>
                  <a:cubicBezTo>
                    <a:pt x="35717" y="47217"/>
                    <a:pt x="35633" y="46966"/>
                    <a:pt x="35571" y="46757"/>
                  </a:cubicBezTo>
                  <a:cubicBezTo>
                    <a:pt x="35403" y="46401"/>
                    <a:pt x="35257" y="46004"/>
                    <a:pt x="35068" y="45648"/>
                  </a:cubicBezTo>
                  <a:cubicBezTo>
                    <a:pt x="34671" y="44936"/>
                    <a:pt x="34211" y="44288"/>
                    <a:pt x="33708" y="43618"/>
                  </a:cubicBezTo>
                  <a:cubicBezTo>
                    <a:pt x="33499" y="43346"/>
                    <a:pt x="33269" y="43053"/>
                    <a:pt x="33060" y="42739"/>
                  </a:cubicBezTo>
                  <a:lnTo>
                    <a:pt x="33018" y="42719"/>
                  </a:lnTo>
                  <a:lnTo>
                    <a:pt x="33018" y="42677"/>
                  </a:lnTo>
                  <a:cubicBezTo>
                    <a:pt x="33081" y="42572"/>
                    <a:pt x="33018" y="42447"/>
                    <a:pt x="32955" y="42363"/>
                  </a:cubicBezTo>
                  <a:lnTo>
                    <a:pt x="32871" y="42321"/>
                  </a:lnTo>
                  <a:lnTo>
                    <a:pt x="32955" y="42300"/>
                  </a:lnTo>
                  <a:lnTo>
                    <a:pt x="32997" y="42237"/>
                  </a:lnTo>
                  <a:cubicBezTo>
                    <a:pt x="33081" y="42154"/>
                    <a:pt x="33185" y="42091"/>
                    <a:pt x="33290" y="42028"/>
                  </a:cubicBezTo>
                  <a:cubicBezTo>
                    <a:pt x="33395" y="41986"/>
                    <a:pt x="33499" y="41944"/>
                    <a:pt x="33604" y="41903"/>
                  </a:cubicBezTo>
                  <a:cubicBezTo>
                    <a:pt x="33687" y="41882"/>
                    <a:pt x="33750" y="41840"/>
                    <a:pt x="33834" y="41798"/>
                  </a:cubicBezTo>
                  <a:cubicBezTo>
                    <a:pt x="34211" y="41631"/>
                    <a:pt x="34483" y="41463"/>
                    <a:pt x="34671" y="41170"/>
                  </a:cubicBezTo>
                  <a:cubicBezTo>
                    <a:pt x="34734" y="41066"/>
                    <a:pt x="34734" y="40940"/>
                    <a:pt x="34671" y="40835"/>
                  </a:cubicBezTo>
                  <a:cubicBezTo>
                    <a:pt x="34273" y="40145"/>
                    <a:pt x="33604" y="39685"/>
                    <a:pt x="32913" y="39224"/>
                  </a:cubicBezTo>
                  <a:cubicBezTo>
                    <a:pt x="32641" y="39015"/>
                    <a:pt x="32348" y="38848"/>
                    <a:pt x="32076" y="38638"/>
                  </a:cubicBezTo>
                  <a:cubicBezTo>
                    <a:pt x="32014" y="38555"/>
                    <a:pt x="31930" y="38492"/>
                    <a:pt x="31846" y="38450"/>
                  </a:cubicBezTo>
                  <a:cubicBezTo>
                    <a:pt x="31700" y="38345"/>
                    <a:pt x="31532" y="38220"/>
                    <a:pt x="31407" y="38073"/>
                  </a:cubicBezTo>
                  <a:cubicBezTo>
                    <a:pt x="31323" y="38011"/>
                    <a:pt x="31218" y="37927"/>
                    <a:pt x="31114" y="37864"/>
                  </a:cubicBezTo>
                  <a:cubicBezTo>
                    <a:pt x="31009" y="37801"/>
                    <a:pt x="30884" y="37697"/>
                    <a:pt x="30779" y="37592"/>
                  </a:cubicBezTo>
                  <a:cubicBezTo>
                    <a:pt x="30716" y="37529"/>
                    <a:pt x="30695" y="37488"/>
                    <a:pt x="30654" y="37446"/>
                  </a:cubicBezTo>
                  <a:cubicBezTo>
                    <a:pt x="30402" y="37216"/>
                    <a:pt x="30193" y="36985"/>
                    <a:pt x="29879" y="36860"/>
                  </a:cubicBezTo>
                  <a:lnTo>
                    <a:pt x="29775" y="36818"/>
                  </a:lnTo>
                  <a:lnTo>
                    <a:pt x="29858" y="36776"/>
                  </a:lnTo>
                  <a:cubicBezTo>
                    <a:pt x="30612" y="36295"/>
                    <a:pt x="31344" y="35772"/>
                    <a:pt x="31951" y="35207"/>
                  </a:cubicBezTo>
                  <a:cubicBezTo>
                    <a:pt x="33332" y="33952"/>
                    <a:pt x="34441" y="32194"/>
                    <a:pt x="35319" y="29892"/>
                  </a:cubicBezTo>
                  <a:cubicBezTo>
                    <a:pt x="35675" y="29034"/>
                    <a:pt x="35989" y="28093"/>
                    <a:pt x="36115" y="27047"/>
                  </a:cubicBezTo>
                  <a:lnTo>
                    <a:pt x="36115" y="27026"/>
                  </a:lnTo>
                  <a:lnTo>
                    <a:pt x="36135" y="27026"/>
                  </a:lnTo>
                  <a:cubicBezTo>
                    <a:pt x="36449" y="26921"/>
                    <a:pt x="36742" y="26775"/>
                    <a:pt x="36993" y="26649"/>
                  </a:cubicBezTo>
                  <a:cubicBezTo>
                    <a:pt x="37663" y="26335"/>
                    <a:pt x="38291" y="25833"/>
                    <a:pt x="38960" y="25164"/>
                  </a:cubicBezTo>
                  <a:cubicBezTo>
                    <a:pt x="40090" y="24013"/>
                    <a:pt x="39672" y="22172"/>
                    <a:pt x="38646" y="21104"/>
                  </a:cubicBezTo>
                  <a:lnTo>
                    <a:pt x="38521" y="20979"/>
                  </a:lnTo>
                  <a:cubicBezTo>
                    <a:pt x="38772" y="20770"/>
                    <a:pt x="38939" y="20477"/>
                    <a:pt x="38960" y="20121"/>
                  </a:cubicBezTo>
                  <a:cubicBezTo>
                    <a:pt x="38981" y="19640"/>
                    <a:pt x="38542" y="19200"/>
                    <a:pt x="38228" y="18928"/>
                  </a:cubicBezTo>
                  <a:lnTo>
                    <a:pt x="37914" y="18698"/>
                  </a:lnTo>
                  <a:cubicBezTo>
                    <a:pt x="37935" y="18698"/>
                    <a:pt x="37977" y="18677"/>
                    <a:pt x="37998" y="18677"/>
                  </a:cubicBezTo>
                  <a:cubicBezTo>
                    <a:pt x="38228" y="18594"/>
                    <a:pt x="38458" y="18510"/>
                    <a:pt x="38709" y="18405"/>
                  </a:cubicBezTo>
                  <a:cubicBezTo>
                    <a:pt x="39190" y="18196"/>
                    <a:pt x="39776" y="17924"/>
                    <a:pt x="39965" y="17359"/>
                  </a:cubicBezTo>
                  <a:cubicBezTo>
                    <a:pt x="40048" y="16773"/>
                    <a:pt x="39525" y="16146"/>
                    <a:pt x="39148" y="15727"/>
                  </a:cubicBezTo>
                  <a:cubicBezTo>
                    <a:pt x="38939" y="15497"/>
                    <a:pt x="38688" y="15330"/>
                    <a:pt x="38416" y="15141"/>
                  </a:cubicBezTo>
                  <a:cubicBezTo>
                    <a:pt x="38312" y="15078"/>
                    <a:pt x="38228" y="15016"/>
                    <a:pt x="38102" y="14974"/>
                  </a:cubicBezTo>
                  <a:cubicBezTo>
                    <a:pt x="38835" y="14493"/>
                    <a:pt x="39462" y="13823"/>
                    <a:pt x="39672" y="12944"/>
                  </a:cubicBezTo>
                  <a:cubicBezTo>
                    <a:pt x="39944" y="11773"/>
                    <a:pt x="39232" y="10622"/>
                    <a:pt x="38332" y="9910"/>
                  </a:cubicBezTo>
                  <a:cubicBezTo>
                    <a:pt x="37600" y="9345"/>
                    <a:pt x="36742" y="8948"/>
                    <a:pt x="35801" y="8906"/>
                  </a:cubicBezTo>
                  <a:cubicBezTo>
                    <a:pt x="35926" y="8320"/>
                    <a:pt x="35884" y="7818"/>
                    <a:pt x="35780" y="7232"/>
                  </a:cubicBezTo>
                  <a:cubicBezTo>
                    <a:pt x="35591" y="6081"/>
                    <a:pt x="35299" y="5056"/>
                    <a:pt x="34629" y="4094"/>
                  </a:cubicBezTo>
                  <a:cubicBezTo>
                    <a:pt x="33980" y="3173"/>
                    <a:pt x="33039" y="2482"/>
                    <a:pt x="32014" y="2064"/>
                  </a:cubicBezTo>
                  <a:cubicBezTo>
                    <a:pt x="31344" y="1796"/>
                    <a:pt x="30703" y="1642"/>
                    <a:pt x="30049" y="1642"/>
                  </a:cubicBezTo>
                  <a:cubicBezTo>
                    <a:pt x="29579" y="1642"/>
                    <a:pt x="29102" y="1722"/>
                    <a:pt x="28603" y="1897"/>
                  </a:cubicBezTo>
                  <a:cubicBezTo>
                    <a:pt x="28038" y="2064"/>
                    <a:pt x="27515" y="2336"/>
                    <a:pt x="27034" y="2692"/>
                  </a:cubicBezTo>
                  <a:cubicBezTo>
                    <a:pt x="26197" y="1959"/>
                    <a:pt x="25297" y="1332"/>
                    <a:pt x="24251" y="955"/>
                  </a:cubicBezTo>
                  <a:cubicBezTo>
                    <a:pt x="23729" y="764"/>
                    <a:pt x="23192" y="675"/>
                    <a:pt x="22660" y="675"/>
                  </a:cubicBezTo>
                  <a:cubicBezTo>
                    <a:pt x="22083" y="675"/>
                    <a:pt x="21510" y="780"/>
                    <a:pt x="20966" y="976"/>
                  </a:cubicBezTo>
                  <a:cubicBezTo>
                    <a:pt x="20506" y="1122"/>
                    <a:pt x="20087" y="1373"/>
                    <a:pt x="19669" y="1625"/>
                  </a:cubicBezTo>
                  <a:cubicBezTo>
                    <a:pt x="19438" y="1792"/>
                    <a:pt x="19166" y="1938"/>
                    <a:pt x="18936" y="2127"/>
                  </a:cubicBezTo>
                  <a:cubicBezTo>
                    <a:pt x="18350" y="1415"/>
                    <a:pt x="17513" y="955"/>
                    <a:pt x="16739" y="537"/>
                  </a:cubicBezTo>
                  <a:cubicBezTo>
                    <a:pt x="16045" y="174"/>
                    <a:pt x="15279" y="1"/>
                    <a:pt x="14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1070;p52">
            <a:extLst>
              <a:ext uri="{FF2B5EF4-FFF2-40B4-BE49-F238E27FC236}">
                <a16:creationId xmlns:a16="http://schemas.microsoft.com/office/drawing/2014/main" id="{75688F7F-BFA1-3751-E259-19A8054602DB}"/>
              </a:ext>
            </a:extLst>
          </p:cNvPr>
          <p:cNvSpPr/>
          <p:nvPr/>
        </p:nvSpPr>
        <p:spPr>
          <a:xfrm rot="20492557" flipH="1">
            <a:off x="8306334" y="4062144"/>
            <a:ext cx="392348" cy="165598"/>
          </a:xfrm>
          <a:custGeom>
            <a:avLst/>
            <a:gdLst/>
            <a:ahLst/>
            <a:cxnLst/>
            <a:rect l="l" t="t" r="r" b="b"/>
            <a:pathLst>
              <a:path w="13879" h="5629" extrusionOk="0">
                <a:moveTo>
                  <a:pt x="13474" y="1"/>
                </a:moveTo>
                <a:cubicBezTo>
                  <a:pt x="13366" y="1"/>
                  <a:pt x="13255" y="51"/>
                  <a:pt x="13182" y="167"/>
                </a:cubicBezTo>
                <a:cubicBezTo>
                  <a:pt x="12869" y="649"/>
                  <a:pt x="12785" y="1193"/>
                  <a:pt x="12450" y="1632"/>
                </a:cubicBezTo>
                <a:cubicBezTo>
                  <a:pt x="12115" y="2071"/>
                  <a:pt x="11655" y="2490"/>
                  <a:pt x="11237" y="2867"/>
                </a:cubicBezTo>
                <a:cubicBezTo>
                  <a:pt x="10232" y="3745"/>
                  <a:pt x="8977" y="4227"/>
                  <a:pt x="7659" y="4561"/>
                </a:cubicBezTo>
                <a:cubicBezTo>
                  <a:pt x="6711" y="4810"/>
                  <a:pt x="5671" y="4909"/>
                  <a:pt x="4649" y="4909"/>
                </a:cubicBezTo>
                <a:cubicBezTo>
                  <a:pt x="4296" y="4909"/>
                  <a:pt x="3944" y="4897"/>
                  <a:pt x="3599" y="4875"/>
                </a:cubicBezTo>
                <a:cubicBezTo>
                  <a:pt x="3035" y="4854"/>
                  <a:pt x="2511" y="4561"/>
                  <a:pt x="2009" y="4248"/>
                </a:cubicBezTo>
                <a:cubicBezTo>
                  <a:pt x="1549" y="3934"/>
                  <a:pt x="775" y="3285"/>
                  <a:pt x="879" y="2636"/>
                </a:cubicBezTo>
                <a:cubicBezTo>
                  <a:pt x="930" y="2360"/>
                  <a:pt x="693" y="2174"/>
                  <a:pt x="487" y="2174"/>
                </a:cubicBezTo>
                <a:cubicBezTo>
                  <a:pt x="350" y="2174"/>
                  <a:pt x="227" y="2256"/>
                  <a:pt x="210" y="2448"/>
                </a:cubicBezTo>
                <a:cubicBezTo>
                  <a:pt x="1" y="3745"/>
                  <a:pt x="1298" y="4771"/>
                  <a:pt x="2344" y="5294"/>
                </a:cubicBezTo>
                <a:cubicBezTo>
                  <a:pt x="2972" y="5608"/>
                  <a:pt x="3662" y="5629"/>
                  <a:pt x="4374" y="5629"/>
                </a:cubicBezTo>
                <a:cubicBezTo>
                  <a:pt x="5211" y="5629"/>
                  <a:pt x="6048" y="5608"/>
                  <a:pt x="6843" y="5503"/>
                </a:cubicBezTo>
                <a:cubicBezTo>
                  <a:pt x="9751" y="5064"/>
                  <a:pt x="12973" y="3473"/>
                  <a:pt x="13810" y="439"/>
                </a:cubicBezTo>
                <a:cubicBezTo>
                  <a:pt x="13879" y="180"/>
                  <a:pt x="13679" y="1"/>
                  <a:pt x="1347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Thought Bubble: Cloud 33">
            <a:extLst>
              <a:ext uri="{FF2B5EF4-FFF2-40B4-BE49-F238E27FC236}">
                <a16:creationId xmlns:a16="http://schemas.microsoft.com/office/drawing/2014/main" id="{29E392EF-A234-8012-1DD3-EA543159C136}"/>
              </a:ext>
            </a:extLst>
          </p:cNvPr>
          <p:cNvSpPr/>
          <p:nvPr/>
        </p:nvSpPr>
        <p:spPr>
          <a:xfrm>
            <a:off x="6035944" y="2309411"/>
            <a:ext cx="1899766" cy="830172"/>
          </a:xfrm>
          <a:prstGeom prst="cloudCallout">
            <a:avLst>
              <a:gd name="adj1" fmla="val 48813"/>
              <a:gd name="adj2" fmla="val 64169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cs typeface="Arial"/>
              </a:rPr>
              <a:t>Why is creation capitalized ?</a:t>
            </a:r>
            <a:endParaRPr lang="en-US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3D Model 34" descr="Question Mark 02">
                <a:extLst>
                  <a:ext uri="{FF2B5EF4-FFF2-40B4-BE49-F238E27FC236}">
                    <a16:creationId xmlns:a16="http://schemas.microsoft.com/office/drawing/2014/main" id="{9BCAC04E-F70B-0760-6815-29D60A121F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7673383"/>
                  </p:ext>
                </p:extLst>
              </p:nvPr>
            </p:nvGraphicFramePr>
            <p:xfrm>
              <a:off x="8482988" y="2840635"/>
              <a:ext cx="285680" cy="4113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85680" cy="411300"/>
                    </a:xfrm>
                    <a:prstGeom prst="rect">
                      <a:avLst/>
                    </a:prstGeom>
                  </am3d:spPr>
                  <am3d:camera>
                    <am3d:pos x="0" y="0" z="558866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511" d="1000000"/>
                    <am3d:preTrans dx="-3923002" dy="-17981274" dz="440453"/>
                    <am3d:scale>
                      <am3d:sx n="1000000" d="1000000"/>
                      <am3d:sy n="1000000" d="1000000"/>
                      <am3d:sz n="1000000" d="1000000"/>
                    </am3d:scale>
                    <am3d:rot ax="1310174" ay="418055" az="16697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954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3D Model 34" descr="Question Mark 02">
                <a:extLst>
                  <a:ext uri="{FF2B5EF4-FFF2-40B4-BE49-F238E27FC236}">
                    <a16:creationId xmlns:a16="http://schemas.microsoft.com/office/drawing/2014/main" id="{9BCAC04E-F70B-0760-6815-29D60A121F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2988" y="2840635"/>
                <a:ext cx="285680" cy="4113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Callout: Bent Line with Border and Accent Bar 28">
            <a:extLst>
              <a:ext uri="{FF2B5EF4-FFF2-40B4-BE49-F238E27FC236}">
                <a16:creationId xmlns:a16="http://schemas.microsoft.com/office/drawing/2014/main" id="{A99C610F-136A-916D-3F53-9740EE5DF176}"/>
              </a:ext>
            </a:extLst>
          </p:cNvPr>
          <p:cNvSpPr/>
          <p:nvPr/>
        </p:nvSpPr>
        <p:spPr>
          <a:xfrm flipH="1">
            <a:off x="137654" y="3205224"/>
            <a:ext cx="1643066" cy="108712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283"/>
              <a:gd name="adj6" fmla="val -21422"/>
            </a:avLst>
          </a:prstGeom>
          <a:solidFill>
            <a:srgbClr val="00B0F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What do these lines mean? What do they suggest about the hawk?</a:t>
            </a:r>
          </a:p>
          <a:p>
            <a:pPr algn="ctr"/>
            <a:endParaRPr lang="en-US" dirty="0"/>
          </a:p>
        </p:txBody>
      </p:sp>
      <p:sp>
        <p:nvSpPr>
          <p:cNvPr id="31" name="Callout: Double Bent Line 30">
            <a:extLst>
              <a:ext uri="{FF2B5EF4-FFF2-40B4-BE49-F238E27FC236}">
                <a16:creationId xmlns:a16="http://schemas.microsoft.com/office/drawing/2014/main" id="{D7FAD2D0-7D82-7C0C-E4DF-55CFCB534166}"/>
              </a:ext>
            </a:extLst>
          </p:cNvPr>
          <p:cNvSpPr/>
          <p:nvPr/>
        </p:nvSpPr>
        <p:spPr>
          <a:xfrm flipH="1">
            <a:off x="137654" y="1862725"/>
            <a:ext cx="1643066" cy="922800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65185"/>
              <a:gd name="adj6" fmla="val -16667"/>
              <a:gd name="adj7" fmla="val 60917"/>
              <a:gd name="adj8" fmla="val -223209"/>
            </a:avLst>
          </a:prstGeom>
          <a:solidFill>
            <a:srgbClr val="92D05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is the effect of this consonance.</a:t>
            </a: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57A1C5C4-85F3-46B2-A50A-A5228B8DFA7F}"/>
              </a:ext>
            </a:extLst>
          </p:cNvPr>
          <p:cNvSpPr/>
          <p:nvPr/>
        </p:nvSpPr>
        <p:spPr>
          <a:xfrm rot="16200000">
            <a:off x="5332948" y="886729"/>
            <a:ext cx="217197" cy="2874791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7C0A56E4-3492-BFD0-8EFD-7C7BCD8B7243}"/>
              </a:ext>
            </a:extLst>
          </p:cNvPr>
          <p:cNvSpPr/>
          <p:nvPr/>
        </p:nvSpPr>
        <p:spPr>
          <a:xfrm rot="5400000">
            <a:off x="4011102" y="359330"/>
            <a:ext cx="217197" cy="2874791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4702B5E-7167-7DEF-94CE-A5F70D6661E5}"/>
              </a:ext>
            </a:extLst>
          </p:cNvPr>
          <p:cNvSpPr/>
          <p:nvPr/>
        </p:nvSpPr>
        <p:spPr>
          <a:xfrm>
            <a:off x="2126077" y="2701211"/>
            <a:ext cx="157917" cy="658558"/>
          </a:xfrm>
          <a:prstGeom prst="lef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llout: Bent Line with Border and Accent Bar 36">
            <a:extLst>
              <a:ext uri="{FF2B5EF4-FFF2-40B4-BE49-F238E27FC236}">
                <a16:creationId xmlns:a16="http://schemas.microsoft.com/office/drawing/2014/main" id="{AAD81052-985F-436B-4C7F-7A88035B688E}"/>
              </a:ext>
            </a:extLst>
          </p:cNvPr>
          <p:cNvSpPr/>
          <p:nvPr/>
        </p:nvSpPr>
        <p:spPr>
          <a:xfrm flipH="1">
            <a:off x="2152269" y="4132747"/>
            <a:ext cx="3080784" cy="932250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7846"/>
              <a:gd name="adj6" fmla="val -22699"/>
            </a:avLst>
          </a:prstGeom>
          <a:solidFill>
            <a:srgbClr val="7030A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1600" b="1" dirty="0">
                <a:ln/>
                <a:solidFill>
                  <a:schemeClr val="accent4"/>
                </a:solidFill>
              </a:rPr>
              <a:t>What does this reveal about, what the hawk thinks about itself?</a:t>
            </a:r>
          </a:p>
        </p:txBody>
      </p:sp>
      <p:sp>
        <p:nvSpPr>
          <p:cNvPr id="3" name="Wave 2">
            <a:extLst>
              <a:ext uri="{FF2B5EF4-FFF2-40B4-BE49-F238E27FC236}">
                <a16:creationId xmlns:a16="http://schemas.microsoft.com/office/drawing/2014/main" id="{32E7A8D9-97DA-FEC1-564B-A46ADD15FEE2}"/>
              </a:ext>
            </a:extLst>
          </p:cNvPr>
          <p:cNvSpPr/>
          <p:nvPr/>
        </p:nvSpPr>
        <p:spPr>
          <a:xfrm>
            <a:off x="5491554" y="932329"/>
            <a:ext cx="3356875" cy="923331"/>
          </a:xfrm>
          <a:prstGeom prst="wave">
            <a:avLst>
              <a:gd name="adj1" fmla="val 12500"/>
              <a:gd name="adj2" fmla="val -940"/>
            </a:avLst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The hawk appears sturdy, as locks symbols of security and strength.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97216C-040A-7F37-4A93-C0445A3265A9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13119" y="1393995"/>
            <a:ext cx="1409990" cy="29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3" name="Callout: Double Bent Line 42">
            <a:extLst>
              <a:ext uri="{FF2B5EF4-FFF2-40B4-BE49-F238E27FC236}">
                <a16:creationId xmlns:a16="http://schemas.microsoft.com/office/drawing/2014/main" id="{DC821A1F-2E2B-729F-AE8F-69769A2BF921}"/>
              </a:ext>
            </a:extLst>
          </p:cNvPr>
          <p:cNvSpPr/>
          <p:nvPr/>
        </p:nvSpPr>
        <p:spPr>
          <a:xfrm flipH="1">
            <a:off x="117600" y="1937052"/>
            <a:ext cx="1694442" cy="109062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42622"/>
              <a:gd name="adj6" fmla="val -16667"/>
              <a:gd name="adj7" fmla="val 42223"/>
              <a:gd name="adj8" fmla="val -215797"/>
            </a:avLst>
          </a:prstGeom>
          <a:solidFill>
            <a:srgbClr val="92D05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consonance emphasis the hawk’s firm, almost harsh grip.</a:t>
            </a:r>
          </a:p>
        </p:txBody>
      </p:sp>
      <p:sp>
        <p:nvSpPr>
          <p:cNvPr id="44" name="Callout: Double Bent Line 43">
            <a:extLst>
              <a:ext uri="{FF2B5EF4-FFF2-40B4-BE49-F238E27FC236}">
                <a16:creationId xmlns:a16="http://schemas.microsoft.com/office/drawing/2014/main" id="{DA5F532E-41D0-2F09-34B1-1CCDAD417E5D}"/>
              </a:ext>
            </a:extLst>
          </p:cNvPr>
          <p:cNvSpPr/>
          <p:nvPr/>
        </p:nvSpPr>
        <p:spPr>
          <a:xfrm flipH="1">
            <a:off x="113261" y="3330292"/>
            <a:ext cx="1795609" cy="1191936"/>
          </a:xfrm>
          <a:prstGeom prst="borderCallout3">
            <a:avLst>
              <a:gd name="adj1" fmla="val 19004"/>
              <a:gd name="adj2" fmla="val -3274"/>
              <a:gd name="adj3" fmla="val 19004"/>
              <a:gd name="adj4" fmla="val -9416"/>
              <a:gd name="adj5" fmla="val -24314"/>
              <a:gd name="adj6" fmla="val -9922"/>
              <a:gd name="adj7" fmla="val -24331"/>
              <a:gd name="adj8" fmla="val -11432"/>
            </a:avLst>
          </a:prstGeom>
          <a:solidFill>
            <a:srgbClr val="00B0F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hawk thinks that it is a masterpiece, as  it took all the God’s effort to create it.</a:t>
            </a:r>
          </a:p>
        </p:txBody>
      </p:sp>
      <p:sp>
        <p:nvSpPr>
          <p:cNvPr id="45" name="Callout: Bent Line 44">
            <a:extLst>
              <a:ext uri="{FF2B5EF4-FFF2-40B4-BE49-F238E27FC236}">
                <a16:creationId xmlns:a16="http://schemas.microsoft.com/office/drawing/2014/main" id="{809DA82E-2BDC-E5DC-FBB7-4855092EB8F8}"/>
              </a:ext>
            </a:extLst>
          </p:cNvPr>
          <p:cNvSpPr/>
          <p:nvPr/>
        </p:nvSpPr>
        <p:spPr>
          <a:xfrm flipH="1">
            <a:off x="2761067" y="4181063"/>
            <a:ext cx="2169335" cy="79421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337"/>
              <a:gd name="adj6" fmla="val -23702"/>
            </a:avLst>
          </a:prstGeom>
          <a:solidFill>
            <a:srgbClr val="7030A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 reversal: The hawk thinks it is more powerful than God.</a:t>
            </a:r>
          </a:p>
        </p:txBody>
      </p:sp>
      <p:sp>
        <p:nvSpPr>
          <p:cNvPr id="46" name="Thought Bubble: Cloud 45">
            <a:extLst>
              <a:ext uri="{FF2B5EF4-FFF2-40B4-BE49-F238E27FC236}">
                <a16:creationId xmlns:a16="http://schemas.microsoft.com/office/drawing/2014/main" id="{79FAF6F9-470E-2B96-B8DD-E5B046D5E763}"/>
              </a:ext>
            </a:extLst>
          </p:cNvPr>
          <p:cNvSpPr/>
          <p:nvPr/>
        </p:nvSpPr>
        <p:spPr>
          <a:xfrm>
            <a:off x="6401952" y="2503669"/>
            <a:ext cx="1707864" cy="646243"/>
          </a:xfrm>
          <a:prstGeom prst="cloudCallout">
            <a:avLst>
              <a:gd name="adj1" fmla="val 38005"/>
              <a:gd name="adj2" fmla="val 92161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 to God.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8" presetClass="emph" presetSubtype="128" accel="20000" decel="2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206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9" presetClass="exit" presetSubtype="0" ac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2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3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2" dur="2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2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20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28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3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60" presetClass="exit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98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0.065"/>
                                          </p:val>
                                        </p:tav>
                                        <p:tav tm="6660">
                                          <p:val>
                                            <p:fltVal val="0.2543"/>
                                          </p:val>
                                        </p:tav>
                                        <p:tav tm="9990">
                                          <p:val>
                                            <p:fltVal val="0.5589"/>
                                          </p:val>
                                        </p:tav>
                                        <p:tav tm="13320">
                                          <p:val>
                                            <p:fltVal val="0.97"/>
                                          </p:val>
                                        </p:tav>
                                        <p:tav tm="16650">
                                          <p:val>
                                            <p:fltVal val="1.4787"/>
                                          </p:val>
                                        </p:tav>
                                        <p:tav tm="19970">
                                          <p:val>
                                            <p:fltVal val="2.0742"/>
                                          </p:val>
                                        </p:tav>
                                        <p:tav tm="23290">
                                          <p:val>
                                            <p:fltVal val="2.7492"/>
                                          </p:val>
                                        </p:tav>
                                        <p:tav tm="26620">
                                          <p:val>
                                            <p:fltVal val="3.4972"/>
                                          </p:val>
                                        </p:tav>
                                        <p:tav tm="29950">
                                          <p:val>
                                            <p:fltVal val="4.3074"/>
                                          </p:val>
                                        </p:tav>
                                        <p:tav tm="33280">
                                          <p:val>
                                            <p:fltVal val="5.1709"/>
                                          </p:val>
                                        </p:tav>
                                        <p:tav tm="36610">
                                          <p:val>
                                            <p:fltVal val="6.079"/>
                                          </p:val>
                                        </p:tav>
                                        <p:tav tm="39940">
                                          <p:val>
                                            <p:fltVal val="7.0227"/>
                                          </p:val>
                                        </p:tav>
                                        <p:tav tm="43270">
                                          <p:val>
                                            <p:fltVal val="7.9931"/>
                                          </p:val>
                                        </p:tav>
                                        <p:tav tm="46600">
                                          <p:val>
                                            <p:fltVal val="8.9815"/>
                                          </p:val>
                                        </p:tav>
                                        <p:tav tm="49930">
                                          <p:val>
                                            <p:fltVal val="9.979"/>
                                          </p:val>
                                        </p:tav>
                                        <p:tav tm="53250">
                                          <p:val>
                                            <p:fltVal val="10.9736"/>
                                          </p:val>
                                        </p:tav>
                                        <p:tav tm="56580">
                                          <p:val>
                                            <p:fltVal val="11.9626"/>
                                          </p:val>
                                        </p:tav>
                                        <p:tav tm="59900">
                                          <p:val>
                                            <p:fltVal val="12.9311"/>
                                          </p:val>
                                        </p:tav>
                                        <p:tav tm="63220">
                                          <p:val>
                                            <p:fltVal val="13.8735"/>
                                          </p:val>
                                        </p:tav>
                                        <p:tav tm="66540">
                                          <p:val>
                                            <p:fltVal val="14.781"/>
                                          </p:val>
                                        </p:tav>
                                        <p:tav tm="69870">
                                          <p:val>
                                            <p:fltVal val="15.6471"/>
                                          </p:val>
                                        </p:tav>
                                        <p:tav tm="73190">
                                          <p:val>
                                            <p:fltVal val="16.4581"/>
                                          </p:val>
                                        </p:tav>
                                        <p:tav tm="76510">
                                          <p:val>
                                            <p:fltVal val="17.2077"/>
                                          </p:val>
                                        </p:tav>
                                        <p:tav tm="79830">
                                          <p:val>
                                            <p:fltVal val="17.8872"/>
                                          </p:val>
                                        </p:tav>
                                        <p:tav tm="83160">
                                          <p:val>
                                            <p:fltVal val="18.4895"/>
                                          </p:val>
                                        </p:tav>
                                        <p:tav tm="86480">
                                          <p:val>
                                            <p:fltVal val="19.0021"/>
                                          </p:val>
                                        </p:tav>
                                        <p:tav tm="89800">
                                          <p:val>
                                            <p:fltVal val="19.4182"/>
                                          </p:val>
                                        </p:tav>
                                        <p:tav tm="93120">
                                          <p:val>
                                            <p:fltVal val="19.729"/>
                                          </p:val>
                                        </p:tav>
                                        <p:tav tm="96450">
                                          <p:val>
                                            <p:fltVal val="19.9261"/>
                                          </p:val>
                                        </p:tav>
                                        <p:tav tm="100000">
                                          <p:val>
                                            <p:fltVal val="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00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01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3330">
                                          <p:val>
                                            <p:fltVal val="0.9895"/>
                                          </p:val>
                                        </p:tav>
                                        <p:tav tm="6660">
                                          <p:val>
                                            <p:fltVal val="0.9791"/>
                                          </p:val>
                                        </p:tav>
                                        <p:tav tm="9990">
                                          <p:val>
                                            <p:fltVal val="0.9687"/>
                                          </p:val>
                                        </p:tav>
                                        <p:tav tm="13320">
                                          <p:val>
                                            <p:fltVal val="0.9584"/>
                                          </p:val>
                                        </p:tav>
                                        <p:tav tm="16650">
                                          <p:val>
                                            <p:fltVal val="0.9482"/>
                                          </p:val>
                                        </p:tav>
                                        <p:tav tm="19970">
                                          <p:val>
                                            <p:fltVal val="0.9382"/>
                                          </p:val>
                                        </p:tav>
                                        <p:tav tm="23290">
                                          <p:val>
                                            <p:fltVal val="0.9284"/>
                                          </p:val>
                                        </p:tav>
                                        <p:tav tm="26620">
                                          <p:val>
                                            <p:fltVal val="0.9187"/>
                                          </p:val>
                                        </p:tav>
                                        <p:tav tm="29950">
                                          <p:val>
                                            <p:fltVal val="0.9093"/>
                                          </p:val>
                                        </p:tav>
                                        <p:tav tm="33280">
                                          <p:val>
                                            <p:fltVal val="0.9001"/>
                                          </p:val>
                                        </p:tav>
                                        <p:tav tm="36610">
                                          <p:val>
                                            <p:fltVal val="0.8912"/>
                                          </p:val>
                                        </p:tav>
                                        <p:tav tm="39940">
                                          <p:val>
                                            <p:fltVal val="0.8825"/>
                                          </p:val>
                                        </p:tav>
                                        <p:tav tm="43270">
                                          <p:val>
                                            <p:fltVal val="0.8742"/>
                                          </p:val>
                                        </p:tav>
                                        <p:tav tm="46600">
                                          <p:val>
                                            <p:fltVal val="0.8663"/>
                                          </p:val>
                                        </p:tav>
                                        <p:tav tm="49930">
                                          <p:val>
                                            <p:fltVal val="0.8587"/>
                                          </p:val>
                                        </p:tav>
                                        <p:tav tm="53250">
                                          <p:val>
                                            <p:fltVal val="0.8515"/>
                                          </p:val>
                                        </p:tav>
                                        <p:tav tm="56580">
                                          <p:val>
                                            <p:fltVal val="0.8447"/>
                                          </p:val>
                                        </p:tav>
                                        <p:tav tm="59900">
                                          <p:val>
                                            <p:fltVal val="0.8383"/>
                                          </p:val>
                                        </p:tav>
                                        <p:tav tm="63220">
                                          <p:val>
                                            <p:fltVal val="0.8324"/>
                                          </p:val>
                                        </p:tav>
                                        <p:tav tm="66540">
                                          <p:val>
                                            <p:fltVal val="0.8269"/>
                                          </p:val>
                                        </p:tav>
                                        <p:tav tm="69870">
                                          <p:val>
                                            <p:fltVal val="0.8219"/>
                                          </p:val>
                                        </p:tav>
                                        <p:tav tm="73190">
                                          <p:val>
                                            <p:fltVal val="0.8174"/>
                                          </p:val>
                                        </p:tav>
                                        <p:tav tm="76510">
                                          <p:val>
                                            <p:fltVal val="0.8134"/>
                                          </p:val>
                                        </p:tav>
                                        <p:tav tm="79830">
                                          <p:val>
                                            <p:fltVal val="0.8099"/>
                                          </p:val>
                                        </p:tav>
                                        <p:tav tm="83160">
                                          <p:val>
                                            <p:fltVal val="0.8069"/>
                                          </p:val>
                                        </p:tav>
                                        <p:tav tm="86480">
                                          <p:val>
                                            <p:fltVal val="0.8044"/>
                                          </p:val>
                                        </p:tav>
                                        <p:tav tm="89800">
                                          <p:val>
                                            <p:fltVal val="0.8025"/>
                                          </p:val>
                                        </p:tav>
                                        <p:tav tm="93120">
                                          <p:val>
                                            <p:fltVal val="0.8011"/>
                                          </p:val>
                                        </p:tav>
                                        <p:tav tm="96450">
                                          <p:val>
                                            <p:fltVal val="0.8003"/>
                                          </p:val>
                                        </p:tav>
                                        <p:tav tm="100000">
                                          <p:val>
                                            <p:fltVal val="0.8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" grpId="0" animBg="1"/>
      <p:bldP spid="443" grpId="0"/>
      <p:bldP spid="444" grpId="0"/>
      <p:bldP spid="445" grpId="0" build="p"/>
      <p:bldP spid="446" grpId="0" animBg="1"/>
      <p:bldP spid="6" grpId="0" animBg="1"/>
      <p:bldP spid="6" grpId="1" animBg="1"/>
      <p:bldP spid="28" grpId="0" animBg="1"/>
      <p:bldP spid="34" grpId="0" animBg="1"/>
      <p:bldP spid="34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3" grpId="0" animBg="1"/>
      <p:bldP spid="36" grpId="0" animBg="1"/>
      <p:bldP spid="37" grpId="0" animBg="1"/>
      <p:bldP spid="37" grpId="1" animBg="1"/>
      <p:bldP spid="3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3"/>
          <p:cNvSpPr/>
          <p:nvPr/>
        </p:nvSpPr>
        <p:spPr>
          <a:xfrm>
            <a:off x="151590" y="156284"/>
            <a:ext cx="1065300" cy="1065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3"/>
          <p:cNvSpPr txBox="1">
            <a:spLocks noGrp="1"/>
          </p:cNvSpPr>
          <p:nvPr>
            <p:ph type="title" idx="2"/>
          </p:nvPr>
        </p:nvSpPr>
        <p:spPr>
          <a:xfrm>
            <a:off x="84091" y="97603"/>
            <a:ext cx="1184100" cy="10593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09" name="Google Shape;509;p53"/>
          <p:cNvSpPr txBox="1">
            <a:spLocks noGrp="1"/>
          </p:cNvSpPr>
          <p:nvPr>
            <p:ph type="subTitle" idx="1"/>
          </p:nvPr>
        </p:nvSpPr>
        <p:spPr>
          <a:xfrm>
            <a:off x="2326297" y="1908454"/>
            <a:ext cx="5533200" cy="1406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n" sz="2000" dirty="0">
                <a:latin typeface="Merriweather" panose="00000500000000000000" pitchFamily="2" charset="0"/>
              </a:rPr>
              <a:t>Or fly up, and </a:t>
            </a:r>
            <a:r>
              <a:rPr lang="en" sz="2000" dirty="0">
                <a:solidFill>
                  <a:srgbClr val="92D050"/>
                </a:solidFill>
                <a:latin typeface="Merriweather" panose="00000500000000000000" pitchFamily="2" charset="0"/>
              </a:rPr>
              <a:t>revolve it all slowly-</a:t>
            </a:r>
          </a:p>
          <a:p>
            <a:pPr marL="0" indent="0" algn="l">
              <a:lnSpc>
                <a:spcPct val="150000"/>
              </a:lnSpc>
            </a:pPr>
            <a:r>
              <a:rPr lang="en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Merriweather" panose="00000500000000000000" pitchFamily="2" charset="0"/>
              </a:rPr>
              <a:t>I kill where I please because it is all mine</a:t>
            </a:r>
            <a:r>
              <a:rPr lang="en" sz="2000" dirty="0">
                <a:solidFill>
                  <a:srgbClr val="0042A2"/>
                </a:solidFill>
                <a:latin typeface="Merriweather" panose="00000500000000000000" pitchFamily="2" charset="0"/>
              </a:rPr>
              <a:t>.</a:t>
            </a:r>
          </a:p>
          <a:p>
            <a:pPr marL="0" indent="0" algn="l">
              <a:lnSpc>
                <a:spcPct val="150000"/>
              </a:lnSpc>
            </a:pPr>
            <a:r>
              <a:rPr lang="en" sz="2000" dirty="0">
                <a:latin typeface="Merriweather" panose="00000500000000000000" pitchFamily="2" charset="0"/>
              </a:rPr>
              <a:t>There is no sophistry in my body:</a:t>
            </a:r>
          </a:p>
          <a:p>
            <a:pPr marL="0" indent="0" algn="l">
              <a:lnSpc>
                <a:spcPct val="150000"/>
              </a:lnSpc>
            </a:pPr>
            <a:r>
              <a:rPr lang="en" sz="2000" dirty="0">
                <a:solidFill>
                  <a:srgbClr val="7030A0"/>
                </a:solidFill>
                <a:latin typeface="Merriweather" panose="00000500000000000000" pitchFamily="2" charset="0"/>
              </a:rPr>
              <a:t>My manners are </a:t>
            </a:r>
            <a:r>
              <a:rPr lang="en" sz="2000" dirty="0">
                <a:solidFill>
                  <a:srgbClr val="00B0F0"/>
                </a:solidFill>
                <a:latin typeface="Merriweather" panose="00000500000000000000" pitchFamily="2" charset="0"/>
              </a:rPr>
              <a:t>tearing off heads-</a:t>
            </a:r>
          </a:p>
        </p:txBody>
      </p:sp>
      <p:sp>
        <p:nvSpPr>
          <p:cNvPr id="510" name="Google Shape;510;p53"/>
          <p:cNvSpPr/>
          <p:nvPr/>
        </p:nvSpPr>
        <p:spPr>
          <a:xfrm>
            <a:off x="22966" y="1066753"/>
            <a:ext cx="1156090" cy="896484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3"/>
          <p:cNvSpPr/>
          <p:nvPr/>
        </p:nvSpPr>
        <p:spPr>
          <a:xfrm flipH="1">
            <a:off x="6795832" y="2444031"/>
            <a:ext cx="1467170" cy="1137710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254818-927C-9406-03DF-0FDFC2363787}"/>
              </a:ext>
            </a:extLst>
          </p:cNvPr>
          <p:cNvSpPr txBox="1"/>
          <p:nvPr/>
        </p:nvSpPr>
        <p:spPr>
          <a:xfrm>
            <a:off x="1050432" y="295181"/>
            <a:ext cx="79419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tx1"/>
                </a:solidFill>
                <a:latin typeface="Merriweather" panose="00000500000000000000" pitchFamily="2" charset="0"/>
              </a:rPr>
              <a:t> Oneness with Creation</a:t>
            </a:r>
          </a:p>
        </p:txBody>
      </p:sp>
      <p:sp>
        <p:nvSpPr>
          <p:cNvPr id="4" name="Callout: Double Bent Line with Border and Accent Bar 3">
            <a:extLst>
              <a:ext uri="{FF2B5EF4-FFF2-40B4-BE49-F238E27FC236}">
                <a16:creationId xmlns:a16="http://schemas.microsoft.com/office/drawing/2014/main" id="{75CD1F7A-E6E7-65E7-E711-D4E0CAF7B2B0}"/>
              </a:ext>
            </a:extLst>
          </p:cNvPr>
          <p:cNvSpPr/>
          <p:nvPr/>
        </p:nvSpPr>
        <p:spPr>
          <a:xfrm>
            <a:off x="7525240" y="1829953"/>
            <a:ext cx="1467170" cy="607817"/>
          </a:xfrm>
          <a:prstGeom prst="accentBorderCallout3">
            <a:avLst>
              <a:gd name="adj1" fmla="val 18750"/>
              <a:gd name="adj2" fmla="val -8333"/>
              <a:gd name="adj3" fmla="val 12338"/>
              <a:gd name="adj4" fmla="val -17150"/>
              <a:gd name="adj5" fmla="val 13439"/>
              <a:gd name="adj6" fmla="val -89137"/>
              <a:gd name="adj7" fmla="val 32814"/>
              <a:gd name="adj8" fmla="val -138295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Arial"/>
              </a:rPr>
              <a:t>Why does this phrase highlight the hawk's arrogance?</a:t>
            </a:r>
            <a:endParaRPr lang="en-US" sz="1100" dirty="0"/>
          </a:p>
        </p:txBody>
      </p:sp>
      <p:sp>
        <p:nvSpPr>
          <p:cNvPr id="6" name="Callout: Double Bent Line with Border and Accent Bar 5">
            <a:extLst>
              <a:ext uri="{FF2B5EF4-FFF2-40B4-BE49-F238E27FC236}">
                <a16:creationId xmlns:a16="http://schemas.microsoft.com/office/drawing/2014/main" id="{D33357B3-B4BE-F094-76DA-C52237FC0D54}"/>
              </a:ext>
            </a:extLst>
          </p:cNvPr>
          <p:cNvSpPr/>
          <p:nvPr/>
        </p:nvSpPr>
        <p:spPr>
          <a:xfrm flipH="1">
            <a:off x="143561" y="1908454"/>
            <a:ext cx="1822096" cy="663296"/>
          </a:xfrm>
          <a:prstGeom prst="accentBorderCallout3">
            <a:avLst>
              <a:gd name="adj1" fmla="val 18750"/>
              <a:gd name="adj2" fmla="val -8333"/>
              <a:gd name="adj3" fmla="val 17681"/>
              <a:gd name="adj4" fmla="val -17150"/>
              <a:gd name="adj5" fmla="val 116562"/>
              <a:gd name="adj6" fmla="val -16740"/>
              <a:gd name="adj7" fmla="val 123536"/>
              <a:gd name="adj8" fmla="val -21700"/>
            </a:avLst>
          </a:prstGeom>
          <a:solidFill>
            <a:srgbClr val="FF00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the effect of the monosyllabic language in this line?</a:t>
            </a:r>
            <a:endParaRPr lang="en-US" sz="105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Callout: Double Bent Line with Border and Accent Bar 8">
            <a:extLst>
              <a:ext uri="{FF2B5EF4-FFF2-40B4-BE49-F238E27FC236}">
                <a16:creationId xmlns:a16="http://schemas.microsoft.com/office/drawing/2014/main" id="{76E81179-8835-011B-3702-AD58F939E459}"/>
              </a:ext>
            </a:extLst>
          </p:cNvPr>
          <p:cNvSpPr/>
          <p:nvPr/>
        </p:nvSpPr>
        <p:spPr>
          <a:xfrm flipH="1">
            <a:off x="139384" y="2880964"/>
            <a:ext cx="1822096" cy="663296"/>
          </a:xfrm>
          <a:prstGeom prst="accentBorderCallout3">
            <a:avLst>
              <a:gd name="adj1" fmla="val 18750"/>
              <a:gd name="adj2" fmla="val -8333"/>
              <a:gd name="adj3" fmla="val 18659"/>
              <a:gd name="adj4" fmla="val -16794"/>
              <a:gd name="adj5" fmla="val 150975"/>
              <a:gd name="adj6" fmla="val -16572"/>
              <a:gd name="adj7" fmla="val 130242"/>
              <a:gd name="adj8" fmla="val -57876"/>
            </a:avLst>
          </a:prstGeom>
          <a:solidFill>
            <a:srgbClr val="7030A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is the effect of the juxtaposition in this line?</a:t>
            </a:r>
          </a:p>
        </p:txBody>
      </p:sp>
      <p:sp>
        <p:nvSpPr>
          <p:cNvPr id="11" name="Callout: Double Bent Line with Border and Accent Bar 10">
            <a:extLst>
              <a:ext uri="{FF2B5EF4-FFF2-40B4-BE49-F238E27FC236}">
                <a16:creationId xmlns:a16="http://schemas.microsoft.com/office/drawing/2014/main" id="{FA6273E9-E57F-689E-E13E-4735F6FC8BC8}"/>
              </a:ext>
            </a:extLst>
          </p:cNvPr>
          <p:cNvSpPr/>
          <p:nvPr/>
        </p:nvSpPr>
        <p:spPr>
          <a:xfrm>
            <a:off x="7525240" y="3240351"/>
            <a:ext cx="1467170" cy="607817"/>
          </a:xfrm>
          <a:prstGeom prst="accentBorderCallout3">
            <a:avLst>
              <a:gd name="adj1" fmla="val 18750"/>
              <a:gd name="adj2" fmla="val -8333"/>
              <a:gd name="adj3" fmla="val 19647"/>
              <a:gd name="adj4" fmla="val -17907"/>
              <a:gd name="adj5" fmla="val 74255"/>
              <a:gd name="adj6" fmla="val -17531"/>
              <a:gd name="adj7" fmla="val 72291"/>
              <a:gd name="adj8" fmla="val -4768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Arial"/>
              </a:rPr>
              <a:t>What does this image tell us about the hawk?</a:t>
            </a:r>
          </a:p>
        </p:txBody>
      </p:sp>
      <p:sp>
        <p:nvSpPr>
          <p:cNvPr id="3" name="Google Shape;237;p36">
            <a:extLst>
              <a:ext uri="{FF2B5EF4-FFF2-40B4-BE49-F238E27FC236}">
                <a16:creationId xmlns:a16="http://schemas.microsoft.com/office/drawing/2014/main" id="{BA304590-282F-F7E1-CC92-0646BDFAEC82}"/>
              </a:ext>
            </a:extLst>
          </p:cNvPr>
          <p:cNvSpPr/>
          <p:nvPr/>
        </p:nvSpPr>
        <p:spPr>
          <a:xfrm>
            <a:off x="7679117" y="-160781"/>
            <a:ext cx="1927468" cy="2124018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Callout: Bent Line with Border and Accent Bar 4">
            <a:extLst>
              <a:ext uri="{FF2B5EF4-FFF2-40B4-BE49-F238E27FC236}">
                <a16:creationId xmlns:a16="http://schemas.microsoft.com/office/drawing/2014/main" id="{13B4A27C-C35C-3FC6-4DCF-E4D09E734F59}"/>
              </a:ext>
            </a:extLst>
          </p:cNvPr>
          <p:cNvSpPr/>
          <p:nvPr/>
        </p:nvSpPr>
        <p:spPr>
          <a:xfrm>
            <a:off x="6471412" y="1206508"/>
            <a:ext cx="2415410" cy="861774"/>
          </a:xfrm>
          <a:prstGeom prst="accentBorderCallout2">
            <a:avLst/>
          </a:prstGeom>
          <a:solidFill>
            <a:srgbClr val="92D05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hawk's arrogance is highlighted as it thinks it can force ‘creation’ to do what its want’s.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1889844C-C81E-783E-2E49-5B28C3CC3D24}"/>
              </a:ext>
            </a:extLst>
          </p:cNvPr>
          <p:cNvSpPr/>
          <p:nvPr/>
        </p:nvSpPr>
        <p:spPr>
          <a:xfrm flipH="1">
            <a:off x="65435" y="1593070"/>
            <a:ext cx="1969994" cy="89648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2913"/>
              <a:gd name="adj5" fmla="val 100856"/>
              <a:gd name="adj6" fmla="val -20387"/>
            </a:avLst>
          </a:prstGeom>
          <a:solidFill>
            <a:srgbClr val="FF0000"/>
          </a:solidFill>
          <a:ln>
            <a:solidFill>
              <a:schemeClr val="accent5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Monosyllabic language suggests that the hawk is confident.</a:t>
            </a:r>
          </a:p>
        </p:txBody>
      </p:sp>
      <p:sp>
        <p:nvSpPr>
          <p:cNvPr id="8" name="Callout: Double Bent Line 7">
            <a:extLst>
              <a:ext uri="{FF2B5EF4-FFF2-40B4-BE49-F238E27FC236}">
                <a16:creationId xmlns:a16="http://schemas.microsoft.com/office/drawing/2014/main" id="{F446E919-50A0-FEC4-34E2-D9F64A82D4C2}"/>
              </a:ext>
            </a:extLst>
          </p:cNvPr>
          <p:cNvSpPr/>
          <p:nvPr/>
        </p:nvSpPr>
        <p:spPr>
          <a:xfrm flipH="1">
            <a:off x="84091" y="2902799"/>
            <a:ext cx="1951338" cy="106574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89906"/>
              <a:gd name="adj6" fmla="val -15633"/>
              <a:gd name="adj7" fmla="val 80788"/>
              <a:gd name="adj8" fmla="val -47957"/>
            </a:avLst>
          </a:prstGeom>
          <a:solidFill>
            <a:srgbClr val="7030A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juxtaposition between politeness and violence presents the hawk as a dictator like figure.</a:t>
            </a:r>
          </a:p>
        </p:txBody>
      </p:sp>
      <p:sp>
        <p:nvSpPr>
          <p:cNvPr id="10" name="Callout: Double Bent Line 9">
            <a:extLst>
              <a:ext uri="{FF2B5EF4-FFF2-40B4-BE49-F238E27FC236}">
                <a16:creationId xmlns:a16="http://schemas.microsoft.com/office/drawing/2014/main" id="{70190B8C-FF10-D84F-CB58-2103CB1C1EB7}"/>
              </a:ext>
            </a:extLst>
          </p:cNvPr>
          <p:cNvSpPr/>
          <p:nvPr/>
        </p:nvSpPr>
        <p:spPr>
          <a:xfrm flipH="1">
            <a:off x="3156384" y="4022095"/>
            <a:ext cx="1805579" cy="826224"/>
          </a:xfrm>
          <a:prstGeom prst="borderCallout3">
            <a:avLst>
              <a:gd name="adj1" fmla="val 17936"/>
              <a:gd name="adj2" fmla="val -6500"/>
              <a:gd name="adj3" fmla="val 17936"/>
              <a:gd name="adj4" fmla="val -17584"/>
              <a:gd name="adj5" fmla="val -17896"/>
              <a:gd name="adj6" fmla="val -17154"/>
              <a:gd name="adj7" fmla="val -31974"/>
              <a:gd name="adj8" fmla="val -37322"/>
            </a:avLst>
          </a:prstGeom>
          <a:solidFill>
            <a:srgbClr val="00B0F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Violence does not phase the hawk. It likes the power.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47B69B96-4440-DD14-DF8E-F1FBA695E43F}"/>
              </a:ext>
            </a:extLst>
          </p:cNvPr>
          <p:cNvSpPr/>
          <p:nvPr/>
        </p:nvSpPr>
        <p:spPr>
          <a:xfrm>
            <a:off x="7186630" y="3019483"/>
            <a:ext cx="1927469" cy="2124017"/>
          </a:xfrm>
          <a:prstGeom prst="wedgeEllipseCallout">
            <a:avLst>
              <a:gd name="adj1" fmla="val -31831"/>
              <a:gd name="adj2" fmla="val -58222"/>
            </a:avLst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hawks say is final- nobody can convene it otherwise. </a:t>
            </a:r>
          </a:p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line ends, just like the lives of the things it kills.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6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166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167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1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7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7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6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182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183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1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9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9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6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198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199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2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0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0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0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" grpId="0" animBg="1"/>
      <p:bldP spid="508" grpId="0"/>
      <p:bldP spid="509" grpId="0" build="p"/>
      <p:bldP spid="510" grpId="0" animBg="1"/>
      <p:bldP spid="511" grpId="0" animBg="1"/>
      <p:bldP spid="2" grpId="0"/>
      <p:bldP spid="4" grpId="0" animBg="1"/>
      <p:bldP spid="4" grpId="1" animBg="1"/>
      <p:bldP spid="6" grpId="0" animBg="1"/>
      <p:bldP spid="6" grpId="1" animBg="1"/>
      <p:bldP spid="9" grpId="0" animBg="1"/>
      <p:bldP spid="9" grpId="1" animBg="1"/>
      <p:bldP spid="11" grpId="0" animBg="1"/>
      <p:bldP spid="11" grpId="1" animBg="1"/>
      <p:bldP spid="3" grpId="0" animBg="1"/>
      <p:bldP spid="5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/>
          <p:nvPr/>
        </p:nvSpPr>
        <p:spPr>
          <a:xfrm>
            <a:off x="148784" y="2736020"/>
            <a:ext cx="1840327" cy="1427072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5" name="Google Shape;545;p56"/>
          <p:cNvSpPr/>
          <p:nvPr/>
        </p:nvSpPr>
        <p:spPr>
          <a:xfrm rot="1319841">
            <a:off x="6836002" y="199552"/>
            <a:ext cx="1746762" cy="2851109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6B5C87-C0ED-3EC2-63D9-4C8C593B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866" y="1845197"/>
            <a:ext cx="5927686" cy="2257905"/>
          </a:xfrm>
        </p:spPr>
        <p:txBody>
          <a:bodyPr/>
          <a:lstStyle/>
          <a:p>
            <a:r>
              <a:rPr lang="en-US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The allotment of death. </a:t>
            </a:r>
            <a:br>
              <a:rPr lang="en-US" sz="2000" b="1" dirty="0">
                <a:solidFill>
                  <a:srgbClr val="00B0F0"/>
                </a:solidFill>
                <a:latin typeface="Merriweather" panose="00000500000000000000" pitchFamily="2" charset="0"/>
              </a:rPr>
            </a:br>
            <a:br>
              <a:rPr lang="en-US" sz="2000" b="1" dirty="0">
                <a:latin typeface="Merriweather" panose="00000500000000000000" pitchFamily="2" charset="0"/>
              </a:rPr>
            </a:br>
            <a:r>
              <a:rPr lang="en-US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For the one path of my flight is </a:t>
            </a:r>
            <a:r>
              <a:rPr lang="en-US" sz="2000" b="1" dirty="0">
                <a:solidFill>
                  <a:srgbClr val="92D050"/>
                </a:solidFill>
                <a:latin typeface="Merriweather" panose="00000500000000000000" pitchFamily="2" charset="0"/>
              </a:rPr>
              <a:t>direct</a:t>
            </a:r>
            <a:r>
              <a:rPr lang="en-US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 </a:t>
            </a:r>
            <a:br>
              <a:rPr lang="en-US" sz="2000" b="1" dirty="0">
                <a:solidFill>
                  <a:srgbClr val="374151"/>
                </a:solidFill>
                <a:latin typeface="Merriweather" panose="00000500000000000000" pitchFamily="2" charset="0"/>
              </a:rPr>
            </a:br>
            <a:br>
              <a:rPr lang="en-US" sz="2000" b="1" dirty="0">
                <a:latin typeface="Merriweather" panose="00000500000000000000" pitchFamily="2" charset="0"/>
              </a:rPr>
            </a:br>
            <a:r>
              <a:rPr lang="en-US" sz="2000" b="1" dirty="0">
                <a:solidFill>
                  <a:srgbClr val="92D050"/>
                </a:solidFill>
                <a:latin typeface="Merriweather" panose="00000500000000000000" pitchFamily="2" charset="0"/>
              </a:rPr>
              <a:t>Through</a:t>
            </a:r>
            <a:r>
              <a:rPr lang="en-US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 the </a:t>
            </a:r>
            <a:r>
              <a:rPr lang="en-US" sz="2000" b="1" dirty="0">
                <a:solidFill>
                  <a:srgbClr val="FF0000"/>
                </a:solidFill>
                <a:latin typeface="Merriweather" panose="00000500000000000000" pitchFamily="2" charset="0"/>
              </a:rPr>
              <a:t>bones of the living. </a:t>
            </a:r>
            <a:br>
              <a:rPr lang="en-US" sz="2000" b="1" dirty="0">
                <a:solidFill>
                  <a:srgbClr val="FF0000"/>
                </a:solidFill>
                <a:latin typeface="Merriweather" panose="00000500000000000000" pitchFamily="2" charset="0"/>
              </a:rPr>
            </a:br>
            <a:br>
              <a:rPr lang="en-US" sz="2000" b="1" dirty="0">
                <a:latin typeface="Merriweather" panose="00000500000000000000" pitchFamily="2" charset="0"/>
              </a:rPr>
            </a:br>
            <a:r>
              <a:rPr lang="en-US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No arguments assert my right: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08368-6946-9DB9-5B6D-6CC08B06FBB3}"/>
              </a:ext>
            </a:extLst>
          </p:cNvPr>
          <p:cNvSpPr txBox="1"/>
          <p:nvPr/>
        </p:nvSpPr>
        <p:spPr>
          <a:xfrm>
            <a:off x="1333917" y="-64766"/>
            <a:ext cx="763388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000" b="1" dirty="0">
                <a:solidFill>
                  <a:schemeClr val="bg2">
                    <a:lumMod val="75000"/>
                  </a:schemeClr>
                </a:solidFill>
                <a:latin typeface="Merriweather" panose="00000500000000000000" pitchFamily="2" charset="0"/>
              </a:rPr>
              <a:t>Unquestioned Authority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EC3A8ED7-9835-8FF7-57BB-9C4EB4091E69}"/>
              </a:ext>
            </a:extLst>
          </p:cNvPr>
          <p:cNvSpPr/>
          <p:nvPr/>
        </p:nvSpPr>
        <p:spPr>
          <a:xfrm>
            <a:off x="6300182" y="4236938"/>
            <a:ext cx="2667624" cy="738861"/>
          </a:xfrm>
          <a:prstGeom prst="borderCallout2">
            <a:avLst>
              <a:gd name="adj1" fmla="val 53744"/>
              <a:gd name="adj2" fmla="val -295"/>
              <a:gd name="adj3" fmla="val 53744"/>
              <a:gd name="adj4" fmla="val -7920"/>
              <a:gd name="adj5" fmla="val -94502"/>
              <a:gd name="adj6" fmla="val -407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accent4"/>
                </a:solidFill>
                <a:latin typeface="-apple-system"/>
                <a:cs typeface="Arial"/>
              </a:rPr>
              <a:t>What does this violent image reveal?</a:t>
            </a:r>
            <a:endParaRPr lang="en-US" sz="1800" b="1" dirty="0">
              <a:solidFill>
                <a:schemeClr val="accent4"/>
              </a:solidFill>
              <a:latin typeface="-apple-system"/>
            </a:endParaRPr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69A20CBD-9496-C1B4-2A11-5E45B5CBA7C0}"/>
              </a:ext>
            </a:extLst>
          </p:cNvPr>
          <p:cNvSpPr/>
          <p:nvPr/>
        </p:nvSpPr>
        <p:spPr>
          <a:xfrm>
            <a:off x="6946070" y="3088381"/>
            <a:ext cx="1881398" cy="606903"/>
          </a:xfrm>
          <a:prstGeom prst="borderCallout1">
            <a:avLst>
              <a:gd name="adj1" fmla="val 18750"/>
              <a:gd name="adj2" fmla="val -11"/>
              <a:gd name="adj3" fmla="val -36499"/>
              <a:gd name="adj4" fmla="val -53790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-apple-system"/>
                <a:cs typeface="Arial"/>
              </a:rPr>
              <a:t>What does the use of enjambment mirror?</a:t>
            </a:r>
            <a:endParaRPr lang="en-US" b="1" dirty="0">
              <a:latin typeface="-apple-system"/>
            </a:endParaRPr>
          </a:p>
        </p:txBody>
      </p:sp>
      <p:sp>
        <p:nvSpPr>
          <p:cNvPr id="2" name="Google Shape;1158;p66">
            <a:extLst>
              <a:ext uri="{FF2B5EF4-FFF2-40B4-BE49-F238E27FC236}">
                <a16:creationId xmlns:a16="http://schemas.microsoft.com/office/drawing/2014/main" id="{972C3D1E-5E3C-5239-1B7E-82F9680DD235}"/>
              </a:ext>
            </a:extLst>
          </p:cNvPr>
          <p:cNvSpPr/>
          <p:nvPr/>
        </p:nvSpPr>
        <p:spPr>
          <a:xfrm>
            <a:off x="6225015" y="-23806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57;p66">
            <a:extLst>
              <a:ext uri="{FF2B5EF4-FFF2-40B4-BE49-F238E27FC236}">
                <a16:creationId xmlns:a16="http://schemas.microsoft.com/office/drawing/2014/main" id="{CF710433-8CFC-AFB0-7149-1B14783B5620}"/>
              </a:ext>
            </a:extLst>
          </p:cNvPr>
          <p:cNvSpPr/>
          <p:nvPr/>
        </p:nvSpPr>
        <p:spPr>
          <a:xfrm>
            <a:off x="-69866" y="3899281"/>
            <a:ext cx="10762528" cy="3376430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F1C41273-9C08-4387-90B9-1182A4701664}"/>
              </a:ext>
            </a:extLst>
          </p:cNvPr>
          <p:cNvSpPr/>
          <p:nvPr/>
        </p:nvSpPr>
        <p:spPr>
          <a:xfrm>
            <a:off x="6591300" y="2162558"/>
            <a:ext cx="2236168" cy="573462"/>
          </a:xfrm>
          <a:prstGeom prst="borderCallout2">
            <a:avLst>
              <a:gd name="adj1" fmla="val 30709"/>
              <a:gd name="adj2" fmla="val -495"/>
              <a:gd name="adj3" fmla="val 33366"/>
              <a:gd name="adj4" fmla="val -17008"/>
              <a:gd name="adj5" fmla="val -16063"/>
              <a:gd name="adj6" fmla="val -95737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What could this mean?</a:t>
            </a:r>
          </a:p>
          <a:p>
            <a:pPr algn="ctr"/>
            <a:endParaRPr lang="en-US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3935F5-40D5-0CAB-3430-2E2142E7BDC0}"/>
              </a:ext>
            </a:extLst>
          </p:cNvPr>
          <p:cNvCxnSpPr/>
          <p:nvPr/>
        </p:nvCxnSpPr>
        <p:spPr>
          <a:xfrm flipV="1">
            <a:off x="2087592" y="2950234"/>
            <a:ext cx="4072252" cy="250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Google Shape;442;p50">
            <a:extLst>
              <a:ext uri="{FF2B5EF4-FFF2-40B4-BE49-F238E27FC236}">
                <a16:creationId xmlns:a16="http://schemas.microsoft.com/office/drawing/2014/main" id="{2BEC94DC-72E6-1360-7479-F203711B1C7E}"/>
              </a:ext>
            </a:extLst>
          </p:cNvPr>
          <p:cNvSpPr/>
          <p:nvPr/>
        </p:nvSpPr>
        <p:spPr>
          <a:xfrm>
            <a:off x="205295" y="220804"/>
            <a:ext cx="1014941" cy="9921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3" name="Google Shape;444;p50">
            <a:extLst>
              <a:ext uri="{FF2B5EF4-FFF2-40B4-BE49-F238E27FC236}">
                <a16:creationId xmlns:a16="http://schemas.microsoft.com/office/drawing/2014/main" id="{8EA578C1-2AF5-F509-E590-C93669BD553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20715" y="220804"/>
            <a:ext cx="11841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" name="Callout: Bent Line with Border and Accent Bar 3">
            <a:extLst>
              <a:ext uri="{FF2B5EF4-FFF2-40B4-BE49-F238E27FC236}">
                <a16:creationId xmlns:a16="http://schemas.microsoft.com/office/drawing/2014/main" id="{B0DE49E4-78C2-26B8-8991-3B2D57AEFFDD}"/>
              </a:ext>
            </a:extLst>
          </p:cNvPr>
          <p:cNvSpPr/>
          <p:nvPr/>
        </p:nvSpPr>
        <p:spPr>
          <a:xfrm>
            <a:off x="4951031" y="900411"/>
            <a:ext cx="4072252" cy="1475771"/>
          </a:xfrm>
          <a:prstGeom prst="accentBorderCallout2">
            <a:avLst>
              <a:gd name="adj1" fmla="val 47604"/>
              <a:gd name="adj2" fmla="val -1676"/>
              <a:gd name="adj3" fmla="val 46554"/>
              <a:gd name="adj4" fmla="val -15145"/>
              <a:gd name="adj5" fmla="val 70882"/>
              <a:gd name="adj6" fmla="val -30548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meaning:</a:t>
            </a:r>
          </a:p>
          <a:p>
            <a:pPr marL="342900" indent="-342900" algn="ctr">
              <a:buAutoNum type="arabicPeriod"/>
            </a:pPr>
            <a:r>
              <a:rPr lang="en-US" dirty="0"/>
              <a:t>The hawk gives out(allots) death. This emphasizes its power and arrogance and god-like status.</a:t>
            </a:r>
          </a:p>
          <a:p>
            <a:pPr marL="342900" indent="-342900" algn="ctr">
              <a:buAutoNum type="arabicPeriod"/>
            </a:pPr>
            <a:r>
              <a:rPr lang="en-US" dirty="0"/>
              <a:t>The hawk ‘grows’ death, as in an ‘allotment’. The juxtaposition is ironic and shows the hawk’s preoccupation with murder.</a:t>
            </a:r>
          </a:p>
        </p:txBody>
      </p:sp>
      <p:sp>
        <p:nvSpPr>
          <p:cNvPr id="6" name="Callout: Double Bent Line 5">
            <a:extLst>
              <a:ext uri="{FF2B5EF4-FFF2-40B4-BE49-F238E27FC236}">
                <a16:creationId xmlns:a16="http://schemas.microsoft.com/office/drawing/2014/main" id="{C70344E9-6B04-41B8-4AF5-174B60303A63}"/>
              </a:ext>
            </a:extLst>
          </p:cNvPr>
          <p:cNvSpPr/>
          <p:nvPr/>
        </p:nvSpPr>
        <p:spPr>
          <a:xfrm>
            <a:off x="6070350" y="2915201"/>
            <a:ext cx="2883868" cy="1105037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2655"/>
              <a:gd name="adj6" fmla="val -144965"/>
              <a:gd name="adj7" fmla="val 25618"/>
              <a:gd name="adj8" fmla="val -14455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directness of the hawk’s path is mirrored in use of enjambment- not even the constraints of the poem can stop the hawk from doing what it wants.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849022-EB51-E3F5-3316-5F49BBC44CD3}"/>
              </a:ext>
            </a:extLst>
          </p:cNvPr>
          <p:cNvCxnSpPr>
            <a:cxnSpLocks/>
          </p:cNvCxnSpPr>
          <p:nvPr/>
        </p:nvCxnSpPr>
        <p:spPr>
          <a:xfrm>
            <a:off x="5656830" y="2829316"/>
            <a:ext cx="162303" cy="29837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Callout: Double Bent Line 19">
            <a:extLst>
              <a:ext uri="{FF2B5EF4-FFF2-40B4-BE49-F238E27FC236}">
                <a16:creationId xmlns:a16="http://schemas.microsoft.com/office/drawing/2014/main" id="{404470FC-5378-0B21-4CC2-23ADC81EE00F}"/>
              </a:ext>
            </a:extLst>
          </p:cNvPr>
          <p:cNvSpPr/>
          <p:nvPr/>
        </p:nvSpPr>
        <p:spPr>
          <a:xfrm>
            <a:off x="6159843" y="4315115"/>
            <a:ext cx="2667625" cy="58250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139535"/>
              <a:gd name="adj6" fmla="val -16667"/>
              <a:gd name="adj7" fmla="val -161456"/>
              <a:gd name="adj8" fmla="val -2255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hawk kills without mercy and believes it has power over life and death.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0" animBg="1"/>
      <p:bldP spid="545" grpId="0" animBg="1"/>
      <p:bldP spid="5" grpId="0"/>
      <p:bldP spid="7" grpId="0"/>
      <p:bldP spid="10" grpId="0" animBg="1"/>
      <p:bldP spid="10" grpId="1" animBg="1"/>
      <p:bldP spid="12" grpId="0" animBg="1"/>
      <p:bldP spid="12" grpId="1" animBg="1"/>
      <p:bldP spid="2" grpId="0" animBg="1"/>
      <p:bldP spid="11" grpId="0" animBg="1"/>
      <p:bldP spid="11" grpId="1" animBg="1"/>
      <p:bldP spid="9" grpId="0" animBg="1"/>
      <p:bldP spid="13" grpId="0"/>
      <p:bldP spid="4" grpId="0" animBg="1"/>
      <p:bldP spid="6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9"/>
          <p:cNvSpPr/>
          <p:nvPr/>
        </p:nvSpPr>
        <p:spPr>
          <a:xfrm flipH="1">
            <a:off x="5330400" y="1054173"/>
            <a:ext cx="381360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59"/>
          <p:cNvSpPr/>
          <p:nvPr/>
        </p:nvSpPr>
        <p:spPr>
          <a:xfrm flipH="1">
            <a:off x="-2576" y="3633983"/>
            <a:ext cx="9142193" cy="1507018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59"/>
          <p:cNvSpPr txBox="1">
            <a:spLocks noGrp="1"/>
          </p:cNvSpPr>
          <p:nvPr>
            <p:ph type="title"/>
          </p:nvPr>
        </p:nvSpPr>
        <p:spPr>
          <a:xfrm>
            <a:off x="2473863" y="664446"/>
            <a:ext cx="4776139" cy="18047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</a:pPr>
            <a:br>
              <a:rPr lang="en" sz="2000" b="1" dirty="0">
                <a:solidFill>
                  <a:srgbClr val="FF0000"/>
                </a:solidFill>
                <a:latin typeface="Merriweather" panose="00000500000000000000" pitchFamily="2" charset="0"/>
              </a:rPr>
            </a:br>
            <a:br>
              <a:rPr lang="en" sz="2000" b="1" dirty="0">
                <a:solidFill>
                  <a:srgbClr val="FF0000"/>
                </a:solidFill>
                <a:latin typeface="Merriweather" panose="00000500000000000000" pitchFamily="2" charset="0"/>
              </a:rPr>
            </a:br>
            <a:br>
              <a:rPr lang="en" sz="2000" b="1" dirty="0">
                <a:latin typeface="Merriweather" panose="00000500000000000000" pitchFamily="2" charset="0"/>
              </a:rPr>
            </a:br>
            <a:r>
              <a:rPr lang="en" sz="2000" b="1" dirty="0">
                <a:solidFill>
                  <a:srgbClr val="FF0000"/>
                </a:solidFill>
                <a:latin typeface="Merriweather" panose="00000500000000000000" pitchFamily="2" charset="0"/>
              </a:rPr>
              <a:t>The sun is behind m</a:t>
            </a:r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e. </a:t>
            </a:r>
            <a:br>
              <a:rPr lang="en" sz="2000" b="1" dirty="0">
                <a:latin typeface="Merriweather" panose="00000500000000000000" pitchFamily="2" charset="0"/>
              </a:rPr>
            </a:b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Nothing has changed since I bega</a:t>
            </a:r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n.</a:t>
            </a:r>
            <a:br>
              <a:rPr lang="en" sz="2000" b="1" dirty="0">
                <a:latin typeface="Merriweather" panose="00000500000000000000" pitchFamily="2" charset="0"/>
              </a:rPr>
            </a:b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My eye has permitted no chang</a:t>
            </a:r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e. </a:t>
            </a:r>
            <a:br>
              <a:rPr lang="en" sz="2000" b="1" dirty="0">
                <a:latin typeface="Merriweather" panose="00000500000000000000" pitchFamily="2" charset="0"/>
              </a:rPr>
            </a:br>
            <a:r>
              <a:rPr lang="en" sz="2000" b="1" dirty="0">
                <a:solidFill>
                  <a:srgbClr val="92D050"/>
                </a:solidFill>
                <a:latin typeface="Merriweather" panose="00000500000000000000" pitchFamily="2" charset="0"/>
              </a:rPr>
              <a:t>I </a:t>
            </a:r>
            <a:r>
              <a:rPr lang="en" sz="2000" b="1" dirty="0">
                <a:solidFill>
                  <a:schemeClr val="accent5"/>
                </a:solidFill>
                <a:latin typeface="Merriweather" panose="00000500000000000000" pitchFamily="2" charset="0"/>
              </a:rPr>
              <a:t>a</a:t>
            </a:r>
            <a:r>
              <a:rPr lang="en" sz="2000" b="1" dirty="0">
                <a:solidFill>
                  <a:srgbClr val="374151"/>
                </a:solidFill>
                <a:latin typeface="Merriweather" panose="00000500000000000000" pitchFamily="2" charset="0"/>
              </a:rPr>
              <a:t>m going to keep things like thi</a:t>
            </a:r>
            <a:r>
              <a:rPr lang="en" sz="2000" b="1" dirty="0">
                <a:solidFill>
                  <a:srgbClr val="00B0F0"/>
                </a:solidFill>
                <a:latin typeface="Merriweather" panose="00000500000000000000" pitchFamily="2" charset="0"/>
              </a:rPr>
              <a:t>s.</a:t>
            </a:r>
            <a:endParaRPr lang="en-US" sz="2000" b="1" dirty="0">
              <a:solidFill>
                <a:srgbClr val="00B0F0"/>
              </a:solidFill>
              <a:latin typeface="Merriweather" panose="00000500000000000000" pitchFamily="2" charset="0"/>
            </a:endParaRPr>
          </a:p>
        </p:txBody>
      </p:sp>
      <p:sp>
        <p:nvSpPr>
          <p:cNvPr id="677" name="Google Shape;677;p59"/>
          <p:cNvSpPr/>
          <p:nvPr/>
        </p:nvSpPr>
        <p:spPr>
          <a:xfrm flipH="1">
            <a:off x="7968" y="-2123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59"/>
          <p:cNvSpPr/>
          <p:nvPr/>
        </p:nvSpPr>
        <p:spPr>
          <a:xfrm>
            <a:off x="4478" y="2484717"/>
            <a:ext cx="9139522" cy="2730117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>
                  <a:alpha val="55949"/>
                </a:schemeClr>
              </a:gs>
              <a:gs pos="100000">
                <a:schemeClr val="accent2">
                  <a:alpha val="55949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9"/>
          <p:cNvSpPr/>
          <p:nvPr/>
        </p:nvSpPr>
        <p:spPr>
          <a:xfrm>
            <a:off x="-66981" y="287855"/>
            <a:ext cx="2028650" cy="1573106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0" name="Google Shape;680;p59"/>
          <p:cNvSpPr/>
          <p:nvPr/>
        </p:nvSpPr>
        <p:spPr>
          <a:xfrm flipH="1">
            <a:off x="2853463" y="706132"/>
            <a:ext cx="2838823" cy="1476417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24848C1B-87BE-4810-4149-F0DBC0D56A26}"/>
              </a:ext>
            </a:extLst>
          </p:cNvPr>
          <p:cNvSpPr/>
          <p:nvPr/>
        </p:nvSpPr>
        <p:spPr>
          <a:xfrm>
            <a:off x="356252" y="1779360"/>
            <a:ext cx="1662793" cy="736446"/>
          </a:xfrm>
          <a:prstGeom prst="wedgeRectCallout">
            <a:avLst>
              <a:gd name="adj1" fmla="val 78067"/>
              <a:gd name="adj2" fmla="val 3383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/>
                </a:solidFill>
                <a:latin typeface="-apple-system"/>
                <a:cs typeface="Arial"/>
              </a:rPr>
              <a:t>What is the effect of this personification</a:t>
            </a:r>
            <a:endParaRPr lang="en-US" b="1" dirty="0">
              <a:solidFill>
                <a:schemeClr val="accent6"/>
              </a:solidFill>
              <a:latin typeface="-apple-system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5057D09-462D-73BB-406F-E58EFD816A24}"/>
              </a:ext>
            </a:extLst>
          </p:cNvPr>
          <p:cNvSpPr/>
          <p:nvPr/>
        </p:nvSpPr>
        <p:spPr>
          <a:xfrm>
            <a:off x="5353259" y="2275207"/>
            <a:ext cx="1744845" cy="222531"/>
          </a:xfrm>
          <a:prstGeom prst="rightArrow">
            <a:avLst>
              <a:gd name="adj1" fmla="val 37642"/>
              <a:gd name="adj2" fmla="val 50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1DFEBA4-C966-5772-1FC0-68F24017A7BC}"/>
              </a:ext>
            </a:extLst>
          </p:cNvPr>
          <p:cNvSpPr/>
          <p:nvPr/>
        </p:nvSpPr>
        <p:spPr>
          <a:xfrm>
            <a:off x="7230032" y="1368865"/>
            <a:ext cx="1557716" cy="1395876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cs typeface="Arial"/>
              </a:rPr>
              <a:t>What is the effect of end-stopping each line in this stanza?</a:t>
            </a:r>
            <a:endParaRPr lang="en-US" b="1" dirty="0"/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F38FBC09-D357-9490-F7B9-E5D2541535CD}"/>
              </a:ext>
            </a:extLst>
          </p:cNvPr>
          <p:cNvSpPr/>
          <p:nvPr/>
        </p:nvSpPr>
        <p:spPr>
          <a:xfrm>
            <a:off x="7246284" y="2813682"/>
            <a:ext cx="974065" cy="542643"/>
          </a:xfrm>
          <a:prstGeom prst="bentUpArrow">
            <a:avLst>
              <a:gd name="adj1" fmla="val 11402"/>
              <a:gd name="adj2" fmla="val 25000"/>
              <a:gd name="adj3" fmla="val 29502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0C0E9E-2693-5D5F-0031-613DC947E02A}"/>
              </a:ext>
            </a:extLst>
          </p:cNvPr>
          <p:cNvSpPr/>
          <p:nvPr/>
        </p:nvSpPr>
        <p:spPr>
          <a:xfrm>
            <a:off x="161884" y="99411"/>
            <a:ext cx="1041848" cy="6625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accent4"/>
                </a:solidFill>
                <a:latin typeface="-apple-system"/>
                <a:cs typeface="Arial"/>
              </a:rPr>
              <a:t>06</a:t>
            </a:r>
            <a:endParaRPr lang="en-US" dirty="0">
              <a:solidFill>
                <a:schemeClr val="accent4"/>
              </a:solidFill>
              <a:latin typeface="-apple-system"/>
              <a:cs typeface="Arial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12F04BC1-B398-FC27-77E1-9EDBC487243E}"/>
              </a:ext>
            </a:extLst>
          </p:cNvPr>
          <p:cNvSpPr/>
          <p:nvPr/>
        </p:nvSpPr>
        <p:spPr>
          <a:xfrm>
            <a:off x="7052385" y="2718454"/>
            <a:ext cx="45719" cy="1222473"/>
          </a:xfrm>
          <a:prstGeom prst="rightBrace">
            <a:avLst>
              <a:gd name="adj1" fmla="val 8333"/>
              <a:gd name="adj2" fmla="val 50390"/>
            </a:avLst>
          </a:prstGeom>
          <a:solidFill>
            <a:srgbClr val="00B0F0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1177;p66">
            <a:extLst>
              <a:ext uri="{FF2B5EF4-FFF2-40B4-BE49-F238E27FC236}">
                <a16:creationId xmlns:a16="http://schemas.microsoft.com/office/drawing/2014/main" id="{529C3F5F-C45C-3BA5-398A-3DA9416B4758}"/>
              </a:ext>
            </a:extLst>
          </p:cNvPr>
          <p:cNvSpPr/>
          <p:nvPr/>
        </p:nvSpPr>
        <p:spPr>
          <a:xfrm>
            <a:off x="-97654" y="4084073"/>
            <a:ext cx="9241654" cy="1533833"/>
          </a:xfrm>
          <a:custGeom>
            <a:avLst/>
            <a:gdLst/>
            <a:ahLst/>
            <a:cxnLst/>
            <a:rect l="l" t="t" r="r" b="b"/>
            <a:pathLst>
              <a:path w="105554" h="25062" extrusionOk="0">
                <a:moveTo>
                  <a:pt x="1" y="1184"/>
                </a:moveTo>
                <a:cubicBezTo>
                  <a:pt x="1" y="1184"/>
                  <a:pt x="14314" y="2641"/>
                  <a:pt x="16930" y="2499"/>
                </a:cubicBezTo>
                <a:cubicBezTo>
                  <a:pt x="19532" y="2368"/>
                  <a:pt x="21184" y="1275"/>
                  <a:pt x="22121" y="1184"/>
                </a:cubicBezTo>
                <a:cubicBezTo>
                  <a:pt x="23071" y="1080"/>
                  <a:pt x="25908" y="3422"/>
                  <a:pt x="27600" y="3292"/>
                </a:cubicBezTo>
                <a:cubicBezTo>
                  <a:pt x="29291" y="3162"/>
                  <a:pt x="30749" y="1978"/>
                  <a:pt x="31932" y="1718"/>
                </a:cubicBezTo>
                <a:cubicBezTo>
                  <a:pt x="33117" y="1444"/>
                  <a:pt x="42667" y="4879"/>
                  <a:pt x="44749" y="4216"/>
                </a:cubicBezTo>
                <a:cubicBezTo>
                  <a:pt x="46844" y="3566"/>
                  <a:pt x="49550" y="2979"/>
                  <a:pt x="49980" y="2745"/>
                </a:cubicBezTo>
                <a:cubicBezTo>
                  <a:pt x="50409" y="2499"/>
                  <a:pt x="56590" y="2316"/>
                  <a:pt x="57383" y="2745"/>
                </a:cubicBezTo>
                <a:cubicBezTo>
                  <a:pt x="58190" y="3162"/>
                  <a:pt x="62888" y="4789"/>
                  <a:pt x="66153" y="4307"/>
                </a:cubicBezTo>
                <a:cubicBezTo>
                  <a:pt x="69406" y="3826"/>
                  <a:pt x="74819" y="521"/>
                  <a:pt x="79165" y="260"/>
                </a:cubicBezTo>
                <a:cubicBezTo>
                  <a:pt x="83525" y="0"/>
                  <a:pt x="89849" y="1054"/>
                  <a:pt x="90642" y="1184"/>
                </a:cubicBezTo>
                <a:cubicBezTo>
                  <a:pt x="91436" y="1314"/>
                  <a:pt x="100011" y="2238"/>
                  <a:pt x="100935" y="2303"/>
                </a:cubicBezTo>
                <a:cubicBezTo>
                  <a:pt x="101858" y="2368"/>
                  <a:pt x="105554" y="1718"/>
                  <a:pt x="105554" y="1718"/>
                </a:cubicBezTo>
                <a:lnTo>
                  <a:pt x="105554" y="25061"/>
                </a:lnTo>
                <a:lnTo>
                  <a:pt x="1" y="25061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156;p66">
            <a:extLst>
              <a:ext uri="{FF2B5EF4-FFF2-40B4-BE49-F238E27FC236}">
                <a16:creationId xmlns:a16="http://schemas.microsoft.com/office/drawing/2014/main" id="{FB6DD103-23CC-FB45-8E4F-C3CEF53C967B}"/>
              </a:ext>
            </a:extLst>
          </p:cNvPr>
          <p:cNvSpPr/>
          <p:nvPr/>
        </p:nvSpPr>
        <p:spPr>
          <a:xfrm>
            <a:off x="-961304" y="3549683"/>
            <a:ext cx="10100826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157;p66">
            <a:extLst>
              <a:ext uri="{FF2B5EF4-FFF2-40B4-BE49-F238E27FC236}">
                <a16:creationId xmlns:a16="http://schemas.microsoft.com/office/drawing/2014/main" id="{DAA95DAE-46FC-4DE1-3849-631A4BC48D9F}"/>
              </a:ext>
            </a:extLst>
          </p:cNvPr>
          <p:cNvSpPr/>
          <p:nvPr/>
        </p:nvSpPr>
        <p:spPr>
          <a:xfrm>
            <a:off x="-44825" y="4132109"/>
            <a:ext cx="6247647" cy="1215319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157;p66">
            <a:extLst>
              <a:ext uri="{FF2B5EF4-FFF2-40B4-BE49-F238E27FC236}">
                <a16:creationId xmlns:a16="http://schemas.microsoft.com/office/drawing/2014/main" id="{2BBD918C-3370-5C05-45AB-19ED104366E6}"/>
              </a:ext>
            </a:extLst>
          </p:cNvPr>
          <p:cNvSpPr/>
          <p:nvPr/>
        </p:nvSpPr>
        <p:spPr>
          <a:xfrm flipH="1">
            <a:off x="4712984" y="3489573"/>
            <a:ext cx="4426538" cy="1804764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158;p66">
            <a:extLst>
              <a:ext uri="{FF2B5EF4-FFF2-40B4-BE49-F238E27FC236}">
                <a16:creationId xmlns:a16="http://schemas.microsoft.com/office/drawing/2014/main" id="{817D961D-507D-6832-CA77-127D71CC2D0A}"/>
              </a:ext>
            </a:extLst>
          </p:cNvPr>
          <p:cNvSpPr/>
          <p:nvPr/>
        </p:nvSpPr>
        <p:spPr>
          <a:xfrm>
            <a:off x="7893795" y="-107858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4EE5C-FB62-FF63-F8A7-9AB12C8154A7}"/>
              </a:ext>
            </a:extLst>
          </p:cNvPr>
          <p:cNvSpPr txBox="1"/>
          <p:nvPr/>
        </p:nvSpPr>
        <p:spPr>
          <a:xfrm>
            <a:off x="1359411" y="48653"/>
            <a:ext cx="79419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tx1"/>
                </a:solidFill>
                <a:latin typeface="Merriweather" panose="00000500000000000000" pitchFamily="2" charset="0"/>
              </a:rPr>
              <a:t>Unchanging Nature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EA41EF4F-26FE-C389-1920-27CAF38D1E82}"/>
              </a:ext>
            </a:extLst>
          </p:cNvPr>
          <p:cNvSpPr/>
          <p:nvPr/>
        </p:nvSpPr>
        <p:spPr>
          <a:xfrm>
            <a:off x="1388577" y="1165223"/>
            <a:ext cx="3353573" cy="860643"/>
          </a:xfrm>
          <a:prstGeom prst="wedgeRoundRectCallout">
            <a:avLst>
              <a:gd name="adj1" fmla="val 7039"/>
              <a:gd name="adj2" fmla="val 69583"/>
              <a:gd name="adj3" fmla="val 166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The personification suggests that the sun supports the hawk, implying that it is right that hawk has so much power.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FCF8181A-7BED-E91F-F03B-4BDF9E9019C6}"/>
              </a:ext>
            </a:extLst>
          </p:cNvPr>
          <p:cNvSpPr/>
          <p:nvPr/>
        </p:nvSpPr>
        <p:spPr>
          <a:xfrm>
            <a:off x="403505" y="3165130"/>
            <a:ext cx="1791055" cy="918944"/>
          </a:xfrm>
          <a:prstGeom prst="wedgeRectCallout">
            <a:avLst>
              <a:gd name="adj1" fmla="val 67093"/>
              <a:gd name="adj2" fmla="val 9430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Why is this significant that this line starts with 'I'</a:t>
            </a:r>
          </a:p>
          <a:p>
            <a:pPr algn="ctr"/>
            <a:endParaRPr lang="en-US" b="1" dirty="0"/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A18BD6E0-3C5B-07BB-A20F-53BF10402592}"/>
              </a:ext>
            </a:extLst>
          </p:cNvPr>
          <p:cNvSpPr/>
          <p:nvPr/>
        </p:nvSpPr>
        <p:spPr>
          <a:xfrm>
            <a:off x="276558" y="3294252"/>
            <a:ext cx="2044947" cy="1582781"/>
          </a:xfrm>
          <a:prstGeom prst="wedgeRoundRectCallout">
            <a:avLst>
              <a:gd name="adj1" fmla="val 58164"/>
              <a:gd name="adj2" fmla="val -22232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line starts in the same way as the first one – the hawk talks about itself a lot. It is egotistical.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F4E792A5-AC77-FCF2-FDAD-01AC68F582B5}"/>
              </a:ext>
            </a:extLst>
          </p:cNvPr>
          <p:cNvSpPr/>
          <p:nvPr/>
        </p:nvSpPr>
        <p:spPr>
          <a:xfrm>
            <a:off x="6231402" y="1178690"/>
            <a:ext cx="2648104" cy="1347487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Each line of this stanza is a statement. They are expressed in a straightforward way, suggesting that the hawk is confident.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B93486-F1B9-97D2-766B-FD8DA86D1D94}"/>
              </a:ext>
            </a:extLst>
          </p:cNvPr>
          <p:cNvCxnSpPr>
            <a:cxnSpLocks/>
          </p:cNvCxnSpPr>
          <p:nvPr/>
        </p:nvCxnSpPr>
        <p:spPr>
          <a:xfrm flipV="1">
            <a:off x="5330400" y="1917255"/>
            <a:ext cx="816704" cy="3355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41F160-938F-1AAF-3391-A6C56158DB56}"/>
              </a:ext>
            </a:extLst>
          </p:cNvPr>
          <p:cNvCxnSpPr>
            <a:cxnSpLocks/>
          </p:cNvCxnSpPr>
          <p:nvPr/>
        </p:nvCxnSpPr>
        <p:spPr>
          <a:xfrm flipV="1">
            <a:off x="6771164" y="2589527"/>
            <a:ext cx="784290" cy="74214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19AA0A-3930-6940-F660-08CA0D5B2AD5}"/>
              </a:ext>
            </a:extLst>
          </p:cNvPr>
          <p:cNvCxnSpPr>
            <a:cxnSpLocks/>
          </p:cNvCxnSpPr>
          <p:nvPr/>
        </p:nvCxnSpPr>
        <p:spPr>
          <a:xfrm flipV="1">
            <a:off x="6926253" y="2732673"/>
            <a:ext cx="764638" cy="95312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56916-0C02-D590-C970-9721E79E827B}"/>
              </a:ext>
            </a:extLst>
          </p:cNvPr>
          <p:cNvCxnSpPr>
            <a:cxnSpLocks/>
          </p:cNvCxnSpPr>
          <p:nvPr/>
        </p:nvCxnSpPr>
        <p:spPr>
          <a:xfrm flipV="1">
            <a:off x="7015671" y="2640884"/>
            <a:ext cx="261684" cy="161049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6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9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0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" grpId="0" animBg="1"/>
      <p:bldP spid="675" grpId="0"/>
      <p:bldP spid="679" grpId="0" animBg="1"/>
      <p:bldP spid="680" grpId="0" animBg="1"/>
      <p:bldP spid="3" grpId="0" animBg="1"/>
      <p:bldP spid="3" grpId="1" animBg="1"/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4" grpId="0" animBg="1"/>
      <p:bldP spid="2" grpId="0" animBg="1"/>
      <p:bldP spid="2" grpId="1" animBg="1"/>
      <p:bldP spid="16" grpId="0" animBg="1"/>
      <p:bldP spid="15" grpId="0" animBg="1"/>
      <p:bldP spid="18" grpId="0" animBg="1"/>
      <p:bldP spid="18" grpId="1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9"/>
          <p:cNvSpPr/>
          <p:nvPr/>
        </p:nvSpPr>
        <p:spPr>
          <a:xfrm flipH="1">
            <a:off x="6490877" y="1207574"/>
            <a:ext cx="2182643" cy="957572"/>
          </a:xfrm>
          <a:custGeom>
            <a:avLst/>
            <a:gdLst/>
            <a:ahLst/>
            <a:cxnLst/>
            <a:rect l="l" t="t" r="r" b="b"/>
            <a:pathLst>
              <a:path w="62403" h="15669" extrusionOk="0">
                <a:moveTo>
                  <a:pt x="156" y="0"/>
                </a:moveTo>
                <a:cubicBezTo>
                  <a:pt x="104" y="0"/>
                  <a:pt x="52" y="0"/>
                  <a:pt x="0" y="1"/>
                </a:cubicBezTo>
                <a:lnTo>
                  <a:pt x="0" y="15668"/>
                </a:lnTo>
                <a:lnTo>
                  <a:pt x="62403" y="15668"/>
                </a:lnTo>
                <a:cubicBezTo>
                  <a:pt x="62028" y="14574"/>
                  <a:pt x="61089" y="13729"/>
                  <a:pt x="60026" y="13275"/>
                </a:cubicBezTo>
                <a:cubicBezTo>
                  <a:pt x="59339" y="12982"/>
                  <a:pt x="58642" y="12925"/>
                  <a:pt x="57924" y="12925"/>
                </a:cubicBezTo>
                <a:cubicBezTo>
                  <a:pt x="57466" y="12925"/>
                  <a:pt x="57000" y="12948"/>
                  <a:pt x="56523" y="12948"/>
                </a:cubicBezTo>
                <a:cubicBezTo>
                  <a:pt x="56472" y="12948"/>
                  <a:pt x="56420" y="12948"/>
                  <a:pt x="56367" y="12948"/>
                </a:cubicBezTo>
                <a:cubicBezTo>
                  <a:pt x="55632" y="11634"/>
                  <a:pt x="54272" y="10727"/>
                  <a:pt x="52818" y="10352"/>
                </a:cubicBezTo>
                <a:cubicBezTo>
                  <a:pt x="52177" y="9508"/>
                  <a:pt x="51176" y="8945"/>
                  <a:pt x="50128" y="8835"/>
                </a:cubicBezTo>
                <a:cubicBezTo>
                  <a:pt x="50046" y="8827"/>
                  <a:pt x="49963" y="8824"/>
                  <a:pt x="49881" y="8824"/>
                </a:cubicBezTo>
                <a:cubicBezTo>
                  <a:pt x="48920" y="8824"/>
                  <a:pt x="47988" y="9314"/>
                  <a:pt x="47267" y="9977"/>
                </a:cubicBezTo>
                <a:cubicBezTo>
                  <a:pt x="46391" y="9144"/>
                  <a:pt x="45173" y="8667"/>
                  <a:pt x="43963" y="8667"/>
                </a:cubicBezTo>
                <a:cubicBezTo>
                  <a:pt x="43855" y="8667"/>
                  <a:pt x="43748" y="8671"/>
                  <a:pt x="43640" y="8678"/>
                </a:cubicBezTo>
                <a:cubicBezTo>
                  <a:pt x="42310" y="8788"/>
                  <a:pt x="40903" y="9289"/>
                  <a:pt x="40090" y="10321"/>
                </a:cubicBezTo>
                <a:cubicBezTo>
                  <a:pt x="39654" y="9838"/>
                  <a:pt x="39070" y="9559"/>
                  <a:pt x="38490" y="9559"/>
                </a:cubicBezTo>
                <a:cubicBezTo>
                  <a:pt x="38093" y="9559"/>
                  <a:pt x="37698" y="9690"/>
                  <a:pt x="37354" y="9977"/>
                </a:cubicBezTo>
                <a:cubicBezTo>
                  <a:pt x="36275" y="8366"/>
                  <a:pt x="34540" y="7209"/>
                  <a:pt x="32632" y="6818"/>
                </a:cubicBezTo>
                <a:cubicBezTo>
                  <a:pt x="32170" y="6728"/>
                  <a:pt x="31675" y="6684"/>
                  <a:pt x="31169" y="6684"/>
                </a:cubicBezTo>
                <a:cubicBezTo>
                  <a:pt x="29570" y="6684"/>
                  <a:pt x="27851" y="7124"/>
                  <a:pt x="26628" y="7944"/>
                </a:cubicBezTo>
                <a:cubicBezTo>
                  <a:pt x="26168" y="7212"/>
                  <a:pt x="25297" y="6812"/>
                  <a:pt x="24441" y="6812"/>
                </a:cubicBezTo>
                <a:cubicBezTo>
                  <a:pt x="23871" y="6812"/>
                  <a:pt x="23307" y="6990"/>
                  <a:pt x="22876" y="7365"/>
                </a:cubicBezTo>
                <a:cubicBezTo>
                  <a:pt x="22250" y="5974"/>
                  <a:pt x="21077" y="4863"/>
                  <a:pt x="19670" y="4317"/>
                </a:cubicBezTo>
                <a:cubicBezTo>
                  <a:pt x="19004" y="4058"/>
                  <a:pt x="18258" y="3928"/>
                  <a:pt x="17510" y="3928"/>
                </a:cubicBezTo>
                <a:cubicBezTo>
                  <a:pt x="16675" y="3928"/>
                  <a:pt x="15838" y="4089"/>
                  <a:pt x="15104" y="4410"/>
                </a:cubicBezTo>
                <a:cubicBezTo>
                  <a:pt x="14778" y="3360"/>
                  <a:pt x="13653" y="2490"/>
                  <a:pt x="12559" y="2490"/>
                </a:cubicBezTo>
                <a:cubicBezTo>
                  <a:pt x="12448" y="2490"/>
                  <a:pt x="12337" y="2499"/>
                  <a:pt x="12227" y="2518"/>
                </a:cubicBezTo>
                <a:cubicBezTo>
                  <a:pt x="11275" y="1621"/>
                  <a:pt x="9996" y="1212"/>
                  <a:pt x="8695" y="1212"/>
                </a:cubicBezTo>
                <a:cubicBezTo>
                  <a:pt x="7773" y="1212"/>
                  <a:pt x="6840" y="1417"/>
                  <a:pt x="6004" y="1799"/>
                </a:cubicBezTo>
                <a:cubicBezTo>
                  <a:pt x="4296" y="609"/>
                  <a:pt x="2230" y="0"/>
                  <a:pt x="156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674" name="Google Shape;674;p59"/>
          <p:cNvSpPr/>
          <p:nvPr/>
        </p:nvSpPr>
        <p:spPr>
          <a:xfrm flipH="1">
            <a:off x="3407702" y="3774950"/>
            <a:ext cx="7215279" cy="2983814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9"/>
          <p:cNvSpPr txBox="1">
            <a:spLocks noGrp="1"/>
          </p:cNvSpPr>
          <p:nvPr>
            <p:ph type="subTitle" idx="1"/>
          </p:nvPr>
        </p:nvSpPr>
        <p:spPr>
          <a:xfrm>
            <a:off x="1273303" y="-213016"/>
            <a:ext cx="65760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dirty="0">
                <a:solidFill>
                  <a:schemeClr val="tx1"/>
                </a:solidFill>
              </a:rPr>
              <a:t>SUMMARY </a:t>
            </a:r>
            <a:endParaRPr sz="7200" b="1" dirty="0">
              <a:solidFill>
                <a:schemeClr val="tx1"/>
              </a:solidFill>
            </a:endParaRPr>
          </a:p>
        </p:txBody>
      </p:sp>
      <p:sp>
        <p:nvSpPr>
          <p:cNvPr id="677" name="Google Shape;677;p59"/>
          <p:cNvSpPr/>
          <p:nvPr/>
        </p:nvSpPr>
        <p:spPr>
          <a:xfrm flipH="1">
            <a:off x="-76645" y="-295508"/>
            <a:ext cx="3027197" cy="1617502"/>
          </a:xfrm>
          <a:custGeom>
            <a:avLst/>
            <a:gdLst/>
            <a:ahLst/>
            <a:cxnLst/>
            <a:rect l="l" t="t" r="r" b="b"/>
            <a:pathLst>
              <a:path w="54132" h="28924" extrusionOk="0">
                <a:moveTo>
                  <a:pt x="53486" y="1"/>
                </a:moveTo>
                <a:cubicBezTo>
                  <a:pt x="52105" y="1"/>
                  <a:pt x="50769" y="986"/>
                  <a:pt x="50066" y="2218"/>
                </a:cubicBezTo>
                <a:cubicBezTo>
                  <a:pt x="49612" y="3000"/>
                  <a:pt x="49393" y="3828"/>
                  <a:pt x="49253" y="4703"/>
                </a:cubicBezTo>
                <a:cubicBezTo>
                  <a:pt x="49174" y="5141"/>
                  <a:pt x="49128" y="5610"/>
                  <a:pt x="49080" y="6064"/>
                </a:cubicBezTo>
                <a:cubicBezTo>
                  <a:pt x="49049" y="6329"/>
                  <a:pt x="49034" y="6596"/>
                  <a:pt x="49003" y="6846"/>
                </a:cubicBezTo>
                <a:cubicBezTo>
                  <a:pt x="48794" y="6755"/>
                  <a:pt x="48572" y="6713"/>
                  <a:pt x="48347" y="6713"/>
                </a:cubicBezTo>
                <a:cubicBezTo>
                  <a:pt x="47413" y="6713"/>
                  <a:pt x="46422" y="7433"/>
                  <a:pt x="46032" y="8316"/>
                </a:cubicBezTo>
                <a:cubicBezTo>
                  <a:pt x="46001" y="8378"/>
                  <a:pt x="45969" y="8456"/>
                  <a:pt x="45938" y="8518"/>
                </a:cubicBezTo>
                <a:cubicBezTo>
                  <a:pt x="45766" y="8378"/>
                  <a:pt x="45578" y="8253"/>
                  <a:pt x="45359" y="8174"/>
                </a:cubicBezTo>
                <a:cubicBezTo>
                  <a:pt x="44992" y="8003"/>
                  <a:pt x="44586" y="7916"/>
                  <a:pt x="44182" y="7916"/>
                </a:cubicBezTo>
                <a:cubicBezTo>
                  <a:pt x="43847" y="7916"/>
                  <a:pt x="43513" y="7976"/>
                  <a:pt x="43201" y="8097"/>
                </a:cubicBezTo>
                <a:cubicBezTo>
                  <a:pt x="42294" y="8441"/>
                  <a:pt x="41466" y="9160"/>
                  <a:pt x="41294" y="10113"/>
                </a:cubicBezTo>
                <a:cubicBezTo>
                  <a:pt x="40995" y="10055"/>
                  <a:pt x="40692" y="10027"/>
                  <a:pt x="40389" y="10027"/>
                </a:cubicBezTo>
                <a:cubicBezTo>
                  <a:pt x="39136" y="10027"/>
                  <a:pt x="37885" y="10508"/>
                  <a:pt x="36978" y="11364"/>
                </a:cubicBezTo>
                <a:cubicBezTo>
                  <a:pt x="36901" y="11427"/>
                  <a:pt x="36822" y="11505"/>
                  <a:pt x="36744" y="11583"/>
                </a:cubicBezTo>
                <a:cubicBezTo>
                  <a:pt x="35821" y="12615"/>
                  <a:pt x="35446" y="14116"/>
                  <a:pt x="35556" y="15508"/>
                </a:cubicBezTo>
                <a:cubicBezTo>
                  <a:pt x="35571" y="15571"/>
                  <a:pt x="35571" y="15633"/>
                  <a:pt x="35571" y="15696"/>
                </a:cubicBezTo>
                <a:cubicBezTo>
                  <a:pt x="35477" y="15679"/>
                  <a:pt x="35383" y="15664"/>
                  <a:pt x="35275" y="15648"/>
                </a:cubicBezTo>
                <a:cubicBezTo>
                  <a:pt x="34885" y="15587"/>
                  <a:pt x="34491" y="15556"/>
                  <a:pt x="34096" y="15556"/>
                </a:cubicBezTo>
                <a:cubicBezTo>
                  <a:pt x="31592" y="15556"/>
                  <a:pt x="29092" y="16781"/>
                  <a:pt x="27957" y="19010"/>
                </a:cubicBezTo>
                <a:cubicBezTo>
                  <a:pt x="27382" y="18504"/>
                  <a:pt x="26632" y="18253"/>
                  <a:pt x="25882" y="18253"/>
                </a:cubicBezTo>
                <a:cubicBezTo>
                  <a:pt x="25080" y="18253"/>
                  <a:pt x="24278" y="18539"/>
                  <a:pt x="23688" y="19104"/>
                </a:cubicBezTo>
                <a:cubicBezTo>
                  <a:pt x="23013" y="18071"/>
                  <a:pt x="21780" y="17426"/>
                  <a:pt x="20544" y="17426"/>
                </a:cubicBezTo>
                <a:cubicBezTo>
                  <a:pt x="20377" y="17426"/>
                  <a:pt x="20211" y="17438"/>
                  <a:pt x="20045" y="17462"/>
                </a:cubicBezTo>
                <a:cubicBezTo>
                  <a:pt x="18653" y="17666"/>
                  <a:pt x="17325" y="18619"/>
                  <a:pt x="16950" y="19964"/>
                </a:cubicBezTo>
                <a:cubicBezTo>
                  <a:pt x="16812" y="19938"/>
                  <a:pt x="16684" y="19927"/>
                  <a:pt x="16561" y="19927"/>
                </a:cubicBezTo>
                <a:cubicBezTo>
                  <a:pt x="16459" y="19927"/>
                  <a:pt x="16360" y="19935"/>
                  <a:pt x="16262" y="19949"/>
                </a:cubicBezTo>
                <a:cubicBezTo>
                  <a:pt x="15620" y="20042"/>
                  <a:pt x="15105" y="20512"/>
                  <a:pt x="14682" y="21152"/>
                </a:cubicBezTo>
                <a:cubicBezTo>
                  <a:pt x="14150" y="21041"/>
                  <a:pt x="13599" y="20971"/>
                  <a:pt x="13056" y="20971"/>
                </a:cubicBezTo>
                <a:cubicBezTo>
                  <a:pt x="12370" y="20971"/>
                  <a:pt x="11696" y="21083"/>
                  <a:pt x="11086" y="21371"/>
                </a:cubicBezTo>
                <a:cubicBezTo>
                  <a:pt x="10007" y="21887"/>
                  <a:pt x="9084" y="23091"/>
                  <a:pt x="9288" y="24264"/>
                </a:cubicBezTo>
                <a:cubicBezTo>
                  <a:pt x="9288" y="24295"/>
                  <a:pt x="9288" y="24310"/>
                  <a:pt x="9303" y="24342"/>
                </a:cubicBezTo>
                <a:cubicBezTo>
                  <a:pt x="9288" y="24310"/>
                  <a:pt x="9288" y="24295"/>
                  <a:pt x="9272" y="24264"/>
                </a:cubicBezTo>
                <a:cubicBezTo>
                  <a:pt x="9082" y="23777"/>
                  <a:pt x="8252" y="23633"/>
                  <a:pt x="7651" y="23633"/>
                </a:cubicBezTo>
                <a:cubicBezTo>
                  <a:pt x="7461" y="23633"/>
                  <a:pt x="7293" y="23647"/>
                  <a:pt x="7177" y="23670"/>
                </a:cubicBezTo>
                <a:cubicBezTo>
                  <a:pt x="6395" y="23841"/>
                  <a:pt x="5676" y="24404"/>
                  <a:pt x="5582" y="25234"/>
                </a:cubicBezTo>
                <a:cubicBezTo>
                  <a:pt x="5167" y="24939"/>
                  <a:pt x="4660" y="24803"/>
                  <a:pt x="4150" y="24803"/>
                </a:cubicBezTo>
                <a:cubicBezTo>
                  <a:pt x="3873" y="24803"/>
                  <a:pt x="3595" y="24844"/>
                  <a:pt x="3330" y="24921"/>
                </a:cubicBezTo>
                <a:cubicBezTo>
                  <a:pt x="2861" y="25061"/>
                  <a:pt x="2423" y="25327"/>
                  <a:pt x="2033" y="25640"/>
                </a:cubicBezTo>
                <a:cubicBezTo>
                  <a:pt x="1814" y="25811"/>
                  <a:pt x="1610" y="25999"/>
                  <a:pt x="1423" y="26218"/>
                </a:cubicBezTo>
                <a:cubicBezTo>
                  <a:pt x="1157" y="26516"/>
                  <a:pt x="922" y="26828"/>
                  <a:pt x="703" y="27172"/>
                </a:cubicBezTo>
                <a:cubicBezTo>
                  <a:pt x="391" y="27719"/>
                  <a:pt x="141" y="28313"/>
                  <a:pt x="0" y="28924"/>
                </a:cubicBezTo>
                <a:lnTo>
                  <a:pt x="54131" y="28924"/>
                </a:lnTo>
                <a:lnTo>
                  <a:pt x="54131" y="75"/>
                </a:lnTo>
                <a:cubicBezTo>
                  <a:pt x="53916" y="24"/>
                  <a:pt x="53700" y="1"/>
                  <a:pt x="53486" y="1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8" name="Google Shape;678;p59"/>
          <p:cNvSpPr/>
          <p:nvPr/>
        </p:nvSpPr>
        <p:spPr>
          <a:xfrm>
            <a:off x="4575" y="3530200"/>
            <a:ext cx="9139522" cy="1617463"/>
          </a:xfrm>
          <a:custGeom>
            <a:avLst/>
            <a:gdLst/>
            <a:ahLst/>
            <a:cxnLst/>
            <a:rect l="l" t="t" r="r" b="b"/>
            <a:pathLst>
              <a:path w="155732" h="29632" extrusionOk="0">
                <a:moveTo>
                  <a:pt x="1330" y="1"/>
                </a:moveTo>
                <a:cubicBezTo>
                  <a:pt x="1330" y="1"/>
                  <a:pt x="767" y="1862"/>
                  <a:pt x="0" y="4520"/>
                </a:cubicBezTo>
                <a:lnTo>
                  <a:pt x="0" y="29631"/>
                </a:lnTo>
                <a:lnTo>
                  <a:pt x="155732" y="29631"/>
                </a:lnTo>
                <a:lnTo>
                  <a:pt x="155732" y="15559"/>
                </a:lnTo>
                <a:cubicBezTo>
                  <a:pt x="154544" y="11478"/>
                  <a:pt x="153090" y="6631"/>
                  <a:pt x="153090" y="6631"/>
                </a:cubicBezTo>
                <a:lnTo>
                  <a:pt x="150338" y="18811"/>
                </a:lnTo>
                <a:lnTo>
                  <a:pt x="148102" y="14886"/>
                </a:lnTo>
                <a:lnTo>
                  <a:pt x="146617" y="19546"/>
                </a:lnTo>
                <a:lnTo>
                  <a:pt x="145522" y="16950"/>
                </a:lnTo>
                <a:lnTo>
                  <a:pt x="144334" y="20781"/>
                </a:lnTo>
                <a:cubicBezTo>
                  <a:pt x="144193" y="20781"/>
                  <a:pt x="144036" y="20796"/>
                  <a:pt x="143896" y="20796"/>
                </a:cubicBezTo>
                <a:lnTo>
                  <a:pt x="142395" y="14229"/>
                </a:lnTo>
                <a:lnTo>
                  <a:pt x="141691" y="18749"/>
                </a:lnTo>
                <a:lnTo>
                  <a:pt x="140221" y="12291"/>
                </a:lnTo>
                <a:lnTo>
                  <a:pt x="138845" y="21015"/>
                </a:lnTo>
                <a:lnTo>
                  <a:pt x="138814" y="21015"/>
                </a:lnTo>
                <a:lnTo>
                  <a:pt x="138049" y="18155"/>
                </a:lnTo>
                <a:lnTo>
                  <a:pt x="137313" y="21094"/>
                </a:lnTo>
                <a:cubicBezTo>
                  <a:pt x="135280" y="21203"/>
                  <a:pt x="133233" y="21313"/>
                  <a:pt x="131200" y="21438"/>
                </a:cubicBezTo>
                <a:lnTo>
                  <a:pt x="130058" y="18186"/>
                </a:lnTo>
                <a:lnTo>
                  <a:pt x="129418" y="20500"/>
                </a:lnTo>
                <a:lnTo>
                  <a:pt x="128307" y="16418"/>
                </a:lnTo>
                <a:lnTo>
                  <a:pt x="127510" y="21484"/>
                </a:lnTo>
                <a:lnTo>
                  <a:pt x="126760" y="19264"/>
                </a:lnTo>
                <a:lnTo>
                  <a:pt x="126024" y="21782"/>
                </a:lnTo>
                <a:cubicBezTo>
                  <a:pt x="125290" y="21845"/>
                  <a:pt x="124554" y="21891"/>
                  <a:pt x="123804" y="21954"/>
                </a:cubicBezTo>
                <a:lnTo>
                  <a:pt x="123382" y="20093"/>
                </a:lnTo>
                <a:lnTo>
                  <a:pt x="122991" y="22016"/>
                </a:lnTo>
                <a:cubicBezTo>
                  <a:pt x="122694" y="22032"/>
                  <a:pt x="122397" y="22047"/>
                  <a:pt x="122100" y="22079"/>
                </a:cubicBezTo>
                <a:lnTo>
                  <a:pt x="121208" y="18155"/>
                </a:lnTo>
                <a:lnTo>
                  <a:pt x="120395" y="22204"/>
                </a:lnTo>
                <a:cubicBezTo>
                  <a:pt x="119707" y="22266"/>
                  <a:pt x="119019" y="22329"/>
                  <a:pt x="118331" y="22376"/>
                </a:cubicBezTo>
                <a:lnTo>
                  <a:pt x="117768" y="20765"/>
                </a:lnTo>
                <a:lnTo>
                  <a:pt x="117222" y="22470"/>
                </a:lnTo>
                <a:cubicBezTo>
                  <a:pt x="114251" y="22720"/>
                  <a:pt x="111295" y="22985"/>
                  <a:pt x="108356" y="23283"/>
                </a:cubicBezTo>
                <a:lnTo>
                  <a:pt x="107309" y="20015"/>
                </a:lnTo>
                <a:lnTo>
                  <a:pt x="106464" y="23033"/>
                </a:lnTo>
                <a:lnTo>
                  <a:pt x="104978" y="19139"/>
                </a:lnTo>
                <a:lnTo>
                  <a:pt x="103540" y="23767"/>
                </a:lnTo>
                <a:cubicBezTo>
                  <a:pt x="102977" y="23830"/>
                  <a:pt x="102399" y="23892"/>
                  <a:pt x="101836" y="23955"/>
                </a:cubicBezTo>
                <a:lnTo>
                  <a:pt x="101163" y="21047"/>
                </a:lnTo>
                <a:lnTo>
                  <a:pt x="100694" y="24080"/>
                </a:lnTo>
                <a:cubicBezTo>
                  <a:pt x="100507" y="24096"/>
                  <a:pt x="100319" y="24111"/>
                  <a:pt x="100131" y="24143"/>
                </a:cubicBezTo>
                <a:lnTo>
                  <a:pt x="98991" y="19124"/>
                </a:lnTo>
                <a:lnTo>
                  <a:pt x="98161" y="24361"/>
                </a:lnTo>
                <a:cubicBezTo>
                  <a:pt x="95770" y="24628"/>
                  <a:pt x="93393" y="24909"/>
                  <a:pt x="91048" y="25191"/>
                </a:cubicBezTo>
                <a:lnTo>
                  <a:pt x="89718" y="22204"/>
                </a:lnTo>
                <a:lnTo>
                  <a:pt x="88890" y="24987"/>
                </a:lnTo>
                <a:lnTo>
                  <a:pt x="88280" y="23096"/>
                </a:lnTo>
                <a:lnTo>
                  <a:pt x="87717" y="25612"/>
                </a:lnTo>
                <a:cubicBezTo>
                  <a:pt x="84746" y="26004"/>
                  <a:pt x="81823" y="26394"/>
                  <a:pt x="78929" y="26801"/>
                </a:cubicBezTo>
                <a:lnTo>
                  <a:pt x="77413" y="21157"/>
                </a:lnTo>
                <a:lnTo>
                  <a:pt x="76037" y="27223"/>
                </a:lnTo>
                <a:cubicBezTo>
                  <a:pt x="75412" y="27301"/>
                  <a:pt x="74802" y="27395"/>
                  <a:pt x="74176" y="27489"/>
                </a:cubicBezTo>
                <a:lnTo>
                  <a:pt x="73863" y="26098"/>
                </a:lnTo>
                <a:lnTo>
                  <a:pt x="73457" y="27599"/>
                </a:lnTo>
                <a:cubicBezTo>
                  <a:pt x="72394" y="27755"/>
                  <a:pt x="71330" y="27911"/>
                  <a:pt x="70283" y="28083"/>
                </a:cubicBezTo>
                <a:lnTo>
                  <a:pt x="68157" y="21188"/>
                </a:lnTo>
                <a:lnTo>
                  <a:pt x="65843" y="27223"/>
                </a:lnTo>
                <a:lnTo>
                  <a:pt x="64561" y="22548"/>
                </a:lnTo>
                <a:lnTo>
                  <a:pt x="62716" y="28224"/>
                </a:lnTo>
                <a:cubicBezTo>
                  <a:pt x="61027" y="27974"/>
                  <a:pt x="59370" y="27724"/>
                  <a:pt x="57727" y="27489"/>
                </a:cubicBezTo>
                <a:lnTo>
                  <a:pt x="55945" y="21876"/>
                </a:lnTo>
                <a:lnTo>
                  <a:pt x="54179" y="26973"/>
                </a:lnTo>
                <a:cubicBezTo>
                  <a:pt x="53584" y="26894"/>
                  <a:pt x="52974" y="26801"/>
                  <a:pt x="52380" y="26723"/>
                </a:cubicBezTo>
                <a:lnTo>
                  <a:pt x="50629" y="17842"/>
                </a:lnTo>
                <a:lnTo>
                  <a:pt x="48706" y="26223"/>
                </a:lnTo>
                <a:cubicBezTo>
                  <a:pt x="48596" y="26206"/>
                  <a:pt x="48487" y="26191"/>
                  <a:pt x="48362" y="26175"/>
                </a:cubicBezTo>
                <a:lnTo>
                  <a:pt x="47251" y="20828"/>
                </a:lnTo>
                <a:lnTo>
                  <a:pt x="46094" y="25879"/>
                </a:lnTo>
                <a:cubicBezTo>
                  <a:pt x="45313" y="25785"/>
                  <a:pt x="44547" y="25675"/>
                  <a:pt x="43780" y="25581"/>
                </a:cubicBezTo>
                <a:lnTo>
                  <a:pt x="42029" y="19562"/>
                </a:lnTo>
                <a:lnTo>
                  <a:pt x="40872" y="23002"/>
                </a:lnTo>
                <a:lnTo>
                  <a:pt x="39637" y="15153"/>
                </a:lnTo>
                <a:lnTo>
                  <a:pt x="37918" y="21453"/>
                </a:lnTo>
                <a:lnTo>
                  <a:pt x="36932" y="17888"/>
                </a:lnTo>
                <a:lnTo>
                  <a:pt x="34712" y="24236"/>
                </a:lnTo>
                <a:lnTo>
                  <a:pt x="32789" y="24284"/>
                </a:lnTo>
                <a:cubicBezTo>
                  <a:pt x="30444" y="24034"/>
                  <a:pt x="28192" y="23784"/>
                  <a:pt x="26003" y="23580"/>
                </a:cubicBezTo>
                <a:lnTo>
                  <a:pt x="24565" y="17826"/>
                </a:lnTo>
                <a:lnTo>
                  <a:pt x="23376" y="22266"/>
                </a:lnTo>
                <a:lnTo>
                  <a:pt x="21219" y="8773"/>
                </a:lnTo>
                <a:lnTo>
                  <a:pt x="18982" y="18999"/>
                </a:lnTo>
                <a:lnTo>
                  <a:pt x="17841" y="11775"/>
                </a:lnTo>
                <a:lnTo>
                  <a:pt x="15371" y="22610"/>
                </a:lnTo>
                <a:cubicBezTo>
                  <a:pt x="15277" y="22595"/>
                  <a:pt x="15167" y="22579"/>
                  <a:pt x="15073" y="22579"/>
                </a:cubicBezTo>
                <a:lnTo>
                  <a:pt x="13025" y="15966"/>
                </a:lnTo>
                <a:lnTo>
                  <a:pt x="11337" y="20000"/>
                </a:lnTo>
                <a:lnTo>
                  <a:pt x="9023" y="12791"/>
                </a:lnTo>
                <a:lnTo>
                  <a:pt x="5567" y="18843"/>
                </a:lnTo>
                <a:lnTo>
                  <a:pt x="1330" y="1"/>
                </a:lnTo>
                <a:close/>
              </a:path>
            </a:pathLst>
          </a:custGeom>
          <a:gradFill>
            <a:gsLst>
              <a:gs pos="0">
                <a:schemeClr val="dk2">
                  <a:alpha val="55949"/>
                </a:schemeClr>
              </a:gs>
              <a:gs pos="100000">
                <a:schemeClr val="accent2">
                  <a:alpha val="55949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9"/>
          <p:cNvSpPr/>
          <p:nvPr/>
        </p:nvSpPr>
        <p:spPr>
          <a:xfrm>
            <a:off x="-172631" y="-618383"/>
            <a:ext cx="2028650" cy="1573106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59"/>
          <p:cNvSpPr/>
          <p:nvPr/>
        </p:nvSpPr>
        <p:spPr>
          <a:xfrm flipH="1">
            <a:off x="7968159" y="2049612"/>
            <a:ext cx="1234906" cy="957601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56;p66">
            <a:extLst>
              <a:ext uri="{FF2B5EF4-FFF2-40B4-BE49-F238E27FC236}">
                <a16:creationId xmlns:a16="http://schemas.microsoft.com/office/drawing/2014/main" id="{E41A92E5-A0C7-A463-22E3-0B01A65A9678}"/>
              </a:ext>
            </a:extLst>
          </p:cNvPr>
          <p:cNvSpPr/>
          <p:nvPr/>
        </p:nvSpPr>
        <p:spPr>
          <a:xfrm>
            <a:off x="0" y="3630121"/>
            <a:ext cx="10100826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793;p40">
            <a:extLst>
              <a:ext uri="{FF2B5EF4-FFF2-40B4-BE49-F238E27FC236}">
                <a16:creationId xmlns:a16="http://schemas.microsoft.com/office/drawing/2014/main" id="{1165023F-DD6C-1E24-9967-8BF78445527D}"/>
              </a:ext>
            </a:extLst>
          </p:cNvPr>
          <p:cNvSpPr txBox="1">
            <a:spLocks/>
          </p:cNvSpPr>
          <p:nvPr/>
        </p:nvSpPr>
        <p:spPr>
          <a:xfrm>
            <a:off x="2128658" y="3334493"/>
            <a:ext cx="19482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spcAft>
                <a:spcPts val="1600"/>
              </a:spcAft>
              <a:buFont typeface="Nunito"/>
              <a:buNone/>
            </a:pPr>
            <a:endParaRPr lang="pt-BR" dirty="0">
              <a:solidFill>
                <a:schemeClr val="dk1"/>
              </a:solidFill>
              <a:latin typeface="+mn-lt"/>
              <a:ea typeface="Dosis"/>
              <a:cs typeface="Dosis"/>
              <a:sym typeface="Dosis"/>
            </a:endParaRPr>
          </a:p>
        </p:txBody>
      </p:sp>
      <p:sp>
        <p:nvSpPr>
          <p:cNvPr id="6" name="Google Shape;794;p40">
            <a:extLst>
              <a:ext uri="{FF2B5EF4-FFF2-40B4-BE49-F238E27FC236}">
                <a16:creationId xmlns:a16="http://schemas.microsoft.com/office/drawing/2014/main" id="{3D919DE1-E7DA-085B-1130-0915520BF8AD}"/>
              </a:ext>
            </a:extLst>
          </p:cNvPr>
          <p:cNvSpPr txBox="1">
            <a:spLocks/>
          </p:cNvSpPr>
          <p:nvPr/>
        </p:nvSpPr>
        <p:spPr>
          <a:xfrm>
            <a:off x="3490292" y="656457"/>
            <a:ext cx="1948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Font typeface="Nunito"/>
              <a:buNone/>
            </a:pPr>
            <a:endParaRPr lang="pt-PT" sz="2300" b="1" dirty="0">
              <a:solidFill>
                <a:schemeClr val="bg2"/>
              </a:solidFill>
              <a:latin typeface="Zen Loop"/>
              <a:ea typeface="Zen Loop"/>
              <a:cs typeface="Zen Loop"/>
              <a:sym typeface="Zen Loop"/>
            </a:endParaRPr>
          </a:p>
        </p:txBody>
      </p:sp>
      <p:sp>
        <p:nvSpPr>
          <p:cNvPr id="7" name="Google Shape;795;p40">
            <a:extLst>
              <a:ext uri="{FF2B5EF4-FFF2-40B4-BE49-F238E27FC236}">
                <a16:creationId xmlns:a16="http://schemas.microsoft.com/office/drawing/2014/main" id="{7C1751EF-5CA5-5890-03B7-FF4A1FB5B80F}"/>
              </a:ext>
            </a:extLst>
          </p:cNvPr>
          <p:cNvSpPr txBox="1">
            <a:spLocks/>
          </p:cNvSpPr>
          <p:nvPr/>
        </p:nvSpPr>
        <p:spPr>
          <a:xfrm>
            <a:off x="3309918" y="1044327"/>
            <a:ext cx="2550821" cy="118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Font typeface="Nunito"/>
              <a:buNone/>
            </a:pPr>
            <a:endParaRPr lang="pt-BR" dirty="0">
              <a:solidFill>
                <a:schemeClr val="bg1"/>
              </a:solidFill>
              <a:latin typeface="+mj-lt"/>
              <a:ea typeface="Dosis"/>
              <a:cs typeface="Dosis"/>
              <a:sym typeface="Dosis"/>
            </a:endParaRPr>
          </a:p>
        </p:txBody>
      </p:sp>
      <p:sp>
        <p:nvSpPr>
          <p:cNvPr id="8" name="Google Shape;798;p40">
            <a:extLst>
              <a:ext uri="{FF2B5EF4-FFF2-40B4-BE49-F238E27FC236}">
                <a16:creationId xmlns:a16="http://schemas.microsoft.com/office/drawing/2014/main" id="{E0997A98-C63E-FB74-71F3-85BCDC32BAFE}"/>
              </a:ext>
            </a:extLst>
          </p:cNvPr>
          <p:cNvSpPr txBox="1">
            <a:spLocks/>
          </p:cNvSpPr>
          <p:nvPr/>
        </p:nvSpPr>
        <p:spPr>
          <a:xfrm>
            <a:off x="5103000" y="3653775"/>
            <a:ext cx="1948200" cy="21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Font typeface="Nunito"/>
              <a:buNone/>
            </a:pPr>
            <a:endParaRPr lang="pt-PT" sz="2300" b="1" dirty="0">
              <a:solidFill>
                <a:schemeClr val="dk1"/>
              </a:solidFill>
              <a:latin typeface="Zen Loop"/>
              <a:ea typeface="Zen Loop"/>
              <a:cs typeface="Zen Loop"/>
              <a:sym typeface="Zen Loop"/>
            </a:endParaRPr>
          </a:p>
        </p:txBody>
      </p:sp>
      <p:sp>
        <p:nvSpPr>
          <p:cNvPr id="9" name="Google Shape;799;p40">
            <a:extLst>
              <a:ext uri="{FF2B5EF4-FFF2-40B4-BE49-F238E27FC236}">
                <a16:creationId xmlns:a16="http://schemas.microsoft.com/office/drawing/2014/main" id="{2B489893-91D8-7BB0-616B-44ED540F4096}"/>
              </a:ext>
            </a:extLst>
          </p:cNvPr>
          <p:cNvSpPr txBox="1">
            <a:spLocks/>
          </p:cNvSpPr>
          <p:nvPr/>
        </p:nvSpPr>
        <p:spPr>
          <a:xfrm>
            <a:off x="5103000" y="3653775"/>
            <a:ext cx="15890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spcAft>
                <a:spcPts val="1600"/>
              </a:spcAft>
              <a:buFont typeface="Nunito"/>
              <a:buNone/>
            </a:pPr>
            <a:endParaRPr lang="pt-BR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" name="Google Shape;800;p40">
            <a:extLst>
              <a:ext uri="{FF2B5EF4-FFF2-40B4-BE49-F238E27FC236}">
                <a16:creationId xmlns:a16="http://schemas.microsoft.com/office/drawing/2014/main" id="{5A61945A-9856-D8E4-07BF-C79313962EBB}"/>
              </a:ext>
            </a:extLst>
          </p:cNvPr>
          <p:cNvSpPr/>
          <p:nvPr/>
        </p:nvSpPr>
        <p:spPr>
          <a:xfrm>
            <a:off x="2314350" y="2274313"/>
            <a:ext cx="1505098" cy="50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Hawk's Mindset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1" name="Google Shape;801;p40">
            <a:extLst>
              <a:ext uri="{FF2B5EF4-FFF2-40B4-BE49-F238E27FC236}">
                <a16:creationId xmlns:a16="http://schemas.microsoft.com/office/drawing/2014/main" id="{3066946E-C115-120B-9224-67FD42CE2107}"/>
              </a:ext>
            </a:extLst>
          </p:cNvPr>
          <p:cNvSpPr/>
          <p:nvPr/>
        </p:nvSpPr>
        <p:spPr>
          <a:xfrm>
            <a:off x="809250" y="2790450"/>
            <a:ext cx="1505100" cy="508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Narrative Perspective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2" name="Google Shape;802;p40">
            <a:extLst>
              <a:ext uri="{FF2B5EF4-FFF2-40B4-BE49-F238E27FC236}">
                <a16:creationId xmlns:a16="http://schemas.microsoft.com/office/drawing/2014/main" id="{43C22AA1-FF3B-A0A4-D012-BE706F24C85E}"/>
              </a:ext>
            </a:extLst>
          </p:cNvPr>
          <p:cNvSpPr/>
          <p:nvPr/>
        </p:nvSpPr>
        <p:spPr>
          <a:xfrm>
            <a:off x="3819450" y="2790450"/>
            <a:ext cx="1505100" cy="508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accent1"/>
                </a:solidFill>
              </a:rPr>
              <a:t>Dominance and Control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3" name="Google Shape;803;p40">
            <a:extLst>
              <a:ext uri="{FF2B5EF4-FFF2-40B4-BE49-F238E27FC236}">
                <a16:creationId xmlns:a16="http://schemas.microsoft.com/office/drawing/2014/main" id="{505C25F5-B7A4-6209-CEC4-0DF05DB37C3F}"/>
              </a:ext>
            </a:extLst>
          </p:cNvPr>
          <p:cNvSpPr/>
          <p:nvPr/>
        </p:nvSpPr>
        <p:spPr>
          <a:xfrm>
            <a:off x="5324547" y="2274312"/>
            <a:ext cx="1505100" cy="508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Imagery and Symbolism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14" name="Google Shape;804;p40">
            <a:extLst>
              <a:ext uri="{FF2B5EF4-FFF2-40B4-BE49-F238E27FC236}">
                <a16:creationId xmlns:a16="http://schemas.microsoft.com/office/drawing/2014/main" id="{A9C84682-E50A-6CDE-03E4-8FFA592E6489}"/>
              </a:ext>
            </a:extLst>
          </p:cNvPr>
          <p:cNvSpPr/>
          <p:nvPr/>
        </p:nvSpPr>
        <p:spPr>
          <a:xfrm>
            <a:off x="6829650" y="2790463"/>
            <a:ext cx="1505100" cy="508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Simplicity of Language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15" name="Google Shape;805;p40">
            <a:extLst>
              <a:ext uri="{FF2B5EF4-FFF2-40B4-BE49-F238E27FC236}">
                <a16:creationId xmlns:a16="http://schemas.microsoft.com/office/drawing/2014/main" id="{3B7241BB-6FF6-67B5-CBF5-7ECB825B9D53}"/>
              </a:ext>
            </a:extLst>
          </p:cNvPr>
          <p:cNvCxnSpPr>
            <a:cxnSpLocks/>
          </p:cNvCxnSpPr>
          <p:nvPr/>
        </p:nvCxnSpPr>
        <p:spPr>
          <a:xfrm>
            <a:off x="1561799" y="2540242"/>
            <a:ext cx="1" cy="250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806;p40">
            <a:extLst>
              <a:ext uri="{FF2B5EF4-FFF2-40B4-BE49-F238E27FC236}">
                <a16:creationId xmlns:a16="http://schemas.microsoft.com/office/drawing/2014/main" id="{258DAA49-C4DF-9729-916C-CBFA008A052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066899" y="2782513"/>
            <a:ext cx="1" cy="6373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807;p40">
            <a:extLst>
              <a:ext uri="{FF2B5EF4-FFF2-40B4-BE49-F238E27FC236}">
                <a16:creationId xmlns:a16="http://schemas.microsoft.com/office/drawing/2014/main" id="{2645C258-A41D-5B4D-40CD-810550B3BC06}"/>
              </a:ext>
            </a:extLst>
          </p:cNvPr>
          <p:cNvCxnSpPr>
            <a:cxnSpLocks/>
          </p:cNvCxnSpPr>
          <p:nvPr/>
        </p:nvCxnSpPr>
        <p:spPr>
          <a:xfrm>
            <a:off x="4572000" y="2353037"/>
            <a:ext cx="0" cy="4374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808;p40">
            <a:extLst>
              <a:ext uri="{FF2B5EF4-FFF2-40B4-BE49-F238E27FC236}">
                <a16:creationId xmlns:a16="http://schemas.microsoft.com/office/drawing/2014/main" id="{3CE6F0D6-A449-2A8D-2678-E4BB5101610D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>
            <a:off x="6077097" y="2782512"/>
            <a:ext cx="3" cy="8712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809;p40">
            <a:extLst>
              <a:ext uri="{FF2B5EF4-FFF2-40B4-BE49-F238E27FC236}">
                <a16:creationId xmlns:a16="http://schemas.microsoft.com/office/drawing/2014/main" id="{B252BE0E-CCDC-7963-77D9-E59D555C1462}"/>
              </a:ext>
            </a:extLst>
          </p:cNvPr>
          <p:cNvCxnSpPr>
            <a:cxnSpLocks/>
          </p:cNvCxnSpPr>
          <p:nvPr/>
        </p:nvCxnSpPr>
        <p:spPr>
          <a:xfrm flipV="1">
            <a:off x="7582199" y="2353037"/>
            <a:ext cx="0" cy="4374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oogle Shape;4143;p72">
            <a:extLst>
              <a:ext uri="{FF2B5EF4-FFF2-40B4-BE49-F238E27FC236}">
                <a16:creationId xmlns:a16="http://schemas.microsoft.com/office/drawing/2014/main" id="{AC12507E-B811-AA56-1BAA-258B69FBEAFE}"/>
              </a:ext>
            </a:extLst>
          </p:cNvPr>
          <p:cNvGrpSpPr/>
          <p:nvPr/>
        </p:nvGrpSpPr>
        <p:grpSpPr>
          <a:xfrm flipH="1">
            <a:off x="-194927" y="3969079"/>
            <a:ext cx="832880" cy="994607"/>
            <a:chOff x="2153517" y="427184"/>
            <a:chExt cx="740529" cy="914389"/>
          </a:xfrm>
        </p:grpSpPr>
        <p:sp>
          <p:nvSpPr>
            <p:cNvPr id="22" name="Google Shape;4144;p72">
              <a:extLst>
                <a:ext uri="{FF2B5EF4-FFF2-40B4-BE49-F238E27FC236}">
                  <a16:creationId xmlns:a16="http://schemas.microsoft.com/office/drawing/2014/main" id="{A3F3542C-52F6-CDEF-165A-A4F824331210}"/>
                </a:ext>
              </a:extLst>
            </p:cNvPr>
            <p:cNvSpPr/>
            <p:nvPr/>
          </p:nvSpPr>
          <p:spPr>
            <a:xfrm>
              <a:off x="2153517" y="427184"/>
              <a:ext cx="740529" cy="914389"/>
            </a:xfrm>
            <a:custGeom>
              <a:avLst/>
              <a:gdLst/>
              <a:ahLst/>
              <a:cxnLst/>
              <a:rect l="l" t="t" r="r" b="b"/>
              <a:pathLst>
                <a:path w="31796" h="39261" extrusionOk="0">
                  <a:moveTo>
                    <a:pt x="31468" y="11983"/>
                  </a:moveTo>
                  <a:lnTo>
                    <a:pt x="31468" y="11983"/>
                  </a:lnTo>
                  <a:cubicBezTo>
                    <a:pt x="31465" y="11984"/>
                    <a:pt x="31462" y="11985"/>
                    <a:pt x="31459" y="11985"/>
                  </a:cubicBezTo>
                  <a:lnTo>
                    <a:pt x="31459" y="11985"/>
                  </a:lnTo>
                  <a:cubicBezTo>
                    <a:pt x="31462" y="11985"/>
                    <a:pt x="31465" y="11985"/>
                    <a:pt x="31468" y="11983"/>
                  </a:cubicBezTo>
                  <a:close/>
                  <a:moveTo>
                    <a:pt x="14340" y="812"/>
                  </a:moveTo>
                  <a:cubicBezTo>
                    <a:pt x="14492" y="812"/>
                    <a:pt x="14641" y="818"/>
                    <a:pt x="14793" y="829"/>
                  </a:cubicBezTo>
                  <a:cubicBezTo>
                    <a:pt x="14929" y="843"/>
                    <a:pt x="15065" y="861"/>
                    <a:pt x="15199" y="887"/>
                  </a:cubicBezTo>
                  <a:cubicBezTo>
                    <a:pt x="15236" y="897"/>
                    <a:pt x="15272" y="904"/>
                    <a:pt x="15309" y="915"/>
                  </a:cubicBezTo>
                  <a:cubicBezTo>
                    <a:pt x="15320" y="936"/>
                    <a:pt x="15332" y="957"/>
                    <a:pt x="15346" y="976"/>
                  </a:cubicBezTo>
                  <a:cubicBezTo>
                    <a:pt x="15412" y="1067"/>
                    <a:pt x="15505" y="1116"/>
                    <a:pt x="15613" y="1138"/>
                  </a:cubicBezTo>
                  <a:cubicBezTo>
                    <a:pt x="15629" y="1142"/>
                    <a:pt x="15645" y="1144"/>
                    <a:pt x="15659" y="1149"/>
                  </a:cubicBezTo>
                  <a:cubicBezTo>
                    <a:pt x="15751" y="1169"/>
                    <a:pt x="15843" y="1191"/>
                    <a:pt x="15934" y="1211"/>
                  </a:cubicBezTo>
                  <a:cubicBezTo>
                    <a:pt x="15987" y="1275"/>
                    <a:pt x="16050" y="1321"/>
                    <a:pt x="16134" y="1345"/>
                  </a:cubicBezTo>
                  <a:cubicBezTo>
                    <a:pt x="16170" y="1355"/>
                    <a:pt x="16207" y="1360"/>
                    <a:pt x="16245" y="1360"/>
                  </a:cubicBezTo>
                  <a:cubicBezTo>
                    <a:pt x="16296" y="1360"/>
                    <a:pt x="16348" y="1351"/>
                    <a:pt x="16397" y="1332"/>
                  </a:cubicBezTo>
                  <a:cubicBezTo>
                    <a:pt x="16674" y="1408"/>
                    <a:pt x="16951" y="1492"/>
                    <a:pt x="17225" y="1584"/>
                  </a:cubicBezTo>
                  <a:cubicBezTo>
                    <a:pt x="17360" y="1634"/>
                    <a:pt x="17495" y="1686"/>
                    <a:pt x="17629" y="1738"/>
                  </a:cubicBezTo>
                  <a:cubicBezTo>
                    <a:pt x="17747" y="1787"/>
                    <a:pt x="17864" y="1842"/>
                    <a:pt x="17981" y="1895"/>
                  </a:cubicBezTo>
                  <a:cubicBezTo>
                    <a:pt x="18120" y="1967"/>
                    <a:pt x="18256" y="2039"/>
                    <a:pt x="18389" y="2118"/>
                  </a:cubicBezTo>
                  <a:cubicBezTo>
                    <a:pt x="18513" y="2192"/>
                    <a:pt x="18631" y="2273"/>
                    <a:pt x="18751" y="2355"/>
                  </a:cubicBezTo>
                  <a:cubicBezTo>
                    <a:pt x="18842" y="2423"/>
                    <a:pt x="18936" y="2489"/>
                    <a:pt x="19022" y="2564"/>
                  </a:cubicBezTo>
                  <a:cubicBezTo>
                    <a:pt x="19093" y="2627"/>
                    <a:pt x="19164" y="2690"/>
                    <a:pt x="19235" y="2753"/>
                  </a:cubicBezTo>
                  <a:cubicBezTo>
                    <a:pt x="19308" y="2826"/>
                    <a:pt x="19387" y="2896"/>
                    <a:pt x="19457" y="2975"/>
                  </a:cubicBezTo>
                  <a:cubicBezTo>
                    <a:pt x="19530" y="3056"/>
                    <a:pt x="19604" y="3136"/>
                    <a:pt x="19677" y="3217"/>
                  </a:cubicBezTo>
                  <a:cubicBezTo>
                    <a:pt x="19795" y="3361"/>
                    <a:pt x="19910" y="3503"/>
                    <a:pt x="20020" y="3655"/>
                  </a:cubicBezTo>
                  <a:cubicBezTo>
                    <a:pt x="20124" y="3799"/>
                    <a:pt x="20220" y="3948"/>
                    <a:pt x="20314" y="4097"/>
                  </a:cubicBezTo>
                  <a:cubicBezTo>
                    <a:pt x="20385" y="4223"/>
                    <a:pt x="20465" y="4346"/>
                    <a:pt x="20528" y="4474"/>
                  </a:cubicBezTo>
                  <a:lnTo>
                    <a:pt x="20711" y="4851"/>
                  </a:lnTo>
                  <a:cubicBezTo>
                    <a:pt x="20786" y="5021"/>
                    <a:pt x="20853" y="5192"/>
                    <a:pt x="20912" y="5369"/>
                  </a:cubicBezTo>
                  <a:cubicBezTo>
                    <a:pt x="20961" y="5534"/>
                    <a:pt x="21001" y="5701"/>
                    <a:pt x="21031" y="5871"/>
                  </a:cubicBezTo>
                  <a:cubicBezTo>
                    <a:pt x="21057" y="6040"/>
                    <a:pt x="21074" y="6211"/>
                    <a:pt x="21086" y="6383"/>
                  </a:cubicBezTo>
                  <a:cubicBezTo>
                    <a:pt x="21091" y="6502"/>
                    <a:pt x="21096" y="6620"/>
                    <a:pt x="21100" y="6739"/>
                  </a:cubicBezTo>
                  <a:cubicBezTo>
                    <a:pt x="21105" y="6839"/>
                    <a:pt x="21100" y="6940"/>
                    <a:pt x="21099" y="7039"/>
                  </a:cubicBezTo>
                  <a:cubicBezTo>
                    <a:pt x="21097" y="7142"/>
                    <a:pt x="21099" y="7244"/>
                    <a:pt x="21090" y="7344"/>
                  </a:cubicBezTo>
                  <a:cubicBezTo>
                    <a:pt x="21080" y="7458"/>
                    <a:pt x="21069" y="7569"/>
                    <a:pt x="21061" y="7682"/>
                  </a:cubicBezTo>
                  <a:cubicBezTo>
                    <a:pt x="21038" y="7822"/>
                    <a:pt x="21016" y="7962"/>
                    <a:pt x="20994" y="8101"/>
                  </a:cubicBezTo>
                  <a:cubicBezTo>
                    <a:pt x="20981" y="8166"/>
                    <a:pt x="20965" y="8234"/>
                    <a:pt x="20950" y="8300"/>
                  </a:cubicBezTo>
                  <a:cubicBezTo>
                    <a:pt x="20938" y="8359"/>
                    <a:pt x="20928" y="8417"/>
                    <a:pt x="20910" y="8475"/>
                  </a:cubicBezTo>
                  <a:cubicBezTo>
                    <a:pt x="20863" y="8631"/>
                    <a:pt x="20820" y="8787"/>
                    <a:pt x="20766" y="8941"/>
                  </a:cubicBezTo>
                  <a:cubicBezTo>
                    <a:pt x="20705" y="9106"/>
                    <a:pt x="20638" y="9267"/>
                    <a:pt x="20561" y="9426"/>
                  </a:cubicBezTo>
                  <a:cubicBezTo>
                    <a:pt x="20487" y="9567"/>
                    <a:pt x="20406" y="9701"/>
                    <a:pt x="20318" y="9833"/>
                  </a:cubicBezTo>
                  <a:cubicBezTo>
                    <a:pt x="20218" y="9971"/>
                    <a:pt x="20112" y="10102"/>
                    <a:pt x="19999" y="10230"/>
                  </a:cubicBezTo>
                  <a:cubicBezTo>
                    <a:pt x="19726" y="10521"/>
                    <a:pt x="19427" y="10779"/>
                    <a:pt x="19127" y="11038"/>
                  </a:cubicBezTo>
                  <a:cubicBezTo>
                    <a:pt x="18878" y="11237"/>
                    <a:pt x="18627" y="11432"/>
                    <a:pt x="18371" y="11624"/>
                  </a:cubicBezTo>
                  <a:cubicBezTo>
                    <a:pt x="18133" y="11799"/>
                    <a:pt x="17888" y="11965"/>
                    <a:pt x="17644" y="12132"/>
                  </a:cubicBezTo>
                  <a:cubicBezTo>
                    <a:pt x="17508" y="12215"/>
                    <a:pt x="17372" y="12297"/>
                    <a:pt x="17236" y="12379"/>
                  </a:cubicBezTo>
                  <a:cubicBezTo>
                    <a:pt x="17145" y="12434"/>
                    <a:pt x="17055" y="12490"/>
                    <a:pt x="16961" y="12539"/>
                  </a:cubicBezTo>
                  <a:cubicBezTo>
                    <a:pt x="16607" y="12724"/>
                    <a:pt x="16254" y="12917"/>
                    <a:pt x="15891" y="13084"/>
                  </a:cubicBezTo>
                  <a:cubicBezTo>
                    <a:pt x="15509" y="13257"/>
                    <a:pt x="15119" y="13408"/>
                    <a:pt x="14718" y="13533"/>
                  </a:cubicBezTo>
                  <a:cubicBezTo>
                    <a:pt x="14716" y="13533"/>
                    <a:pt x="14715" y="13535"/>
                    <a:pt x="14714" y="13535"/>
                  </a:cubicBezTo>
                  <a:cubicBezTo>
                    <a:pt x="14280" y="13667"/>
                    <a:pt x="13842" y="13776"/>
                    <a:pt x="13395" y="13855"/>
                  </a:cubicBezTo>
                  <a:cubicBezTo>
                    <a:pt x="13077" y="13907"/>
                    <a:pt x="12756" y="13946"/>
                    <a:pt x="12433" y="13961"/>
                  </a:cubicBezTo>
                  <a:cubicBezTo>
                    <a:pt x="12329" y="13964"/>
                    <a:pt x="12224" y="13965"/>
                    <a:pt x="12119" y="13965"/>
                  </a:cubicBezTo>
                  <a:cubicBezTo>
                    <a:pt x="11816" y="13965"/>
                    <a:pt x="11514" y="13952"/>
                    <a:pt x="11210" y="13929"/>
                  </a:cubicBezTo>
                  <a:cubicBezTo>
                    <a:pt x="10595" y="13874"/>
                    <a:pt x="9985" y="13795"/>
                    <a:pt x="9382" y="13665"/>
                  </a:cubicBezTo>
                  <a:cubicBezTo>
                    <a:pt x="9043" y="13588"/>
                    <a:pt x="8711" y="13493"/>
                    <a:pt x="8381" y="13377"/>
                  </a:cubicBezTo>
                  <a:cubicBezTo>
                    <a:pt x="8171" y="13305"/>
                    <a:pt x="7962" y="13217"/>
                    <a:pt x="7759" y="13115"/>
                  </a:cubicBezTo>
                  <a:cubicBezTo>
                    <a:pt x="7553" y="13007"/>
                    <a:pt x="7355" y="12887"/>
                    <a:pt x="7163" y="12757"/>
                  </a:cubicBezTo>
                  <a:cubicBezTo>
                    <a:pt x="6940" y="12601"/>
                    <a:pt x="6730" y="12435"/>
                    <a:pt x="6527" y="12255"/>
                  </a:cubicBezTo>
                  <a:cubicBezTo>
                    <a:pt x="6389" y="12126"/>
                    <a:pt x="6259" y="11990"/>
                    <a:pt x="6135" y="11847"/>
                  </a:cubicBezTo>
                  <a:cubicBezTo>
                    <a:pt x="6013" y="11697"/>
                    <a:pt x="5898" y="11541"/>
                    <a:pt x="5792" y="11379"/>
                  </a:cubicBezTo>
                  <a:cubicBezTo>
                    <a:pt x="5699" y="11226"/>
                    <a:pt x="5616" y="11068"/>
                    <a:pt x="5540" y="10907"/>
                  </a:cubicBezTo>
                  <a:cubicBezTo>
                    <a:pt x="5450" y="10705"/>
                    <a:pt x="5372" y="10498"/>
                    <a:pt x="5307" y="10287"/>
                  </a:cubicBezTo>
                  <a:cubicBezTo>
                    <a:pt x="5248" y="10089"/>
                    <a:pt x="5203" y="9889"/>
                    <a:pt x="5164" y="9684"/>
                  </a:cubicBezTo>
                  <a:cubicBezTo>
                    <a:pt x="5136" y="9504"/>
                    <a:pt x="5117" y="9325"/>
                    <a:pt x="5107" y="9143"/>
                  </a:cubicBezTo>
                  <a:cubicBezTo>
                    <a:pt x="5096" y="8836"/>
                    <a:pt x="5107" y="8529"/>
                    <a:pt x="5131" y="8223"/>
                  </a:cubicBezTo>
                  <a:cubicBezTo>
                    <a:pt x="5160" y="7910"/>
                    <a:pt x="5205" y="7601"/>
                    <a:pt x="5269" y="7294"/>
                  </a:cubicBezTo>
                  <a:cubicBezTo>
                    <a:pt x="5329" y="7035"/>
                    <a:pt x="5400" y="6780"/>
                    <a:pt x="5486" y="6529"/>
                  </a:cubicBezTo>
                  <a:cubicBezTo>
                    <a:pt x="5584" y="6262"/>
                    <a:pt x="5700" y="6001"/>
                    <a:pt x="5830" y="5747"/>
                  </a:cubicBezTo>
                  <a:cubicBezTo>
                    <a:pt x="5977" y="5469"/>
                    <a:pt x="6137" y="5202"/>
                    <a:pt x="6314" y="4942"/>
                  </a:cubicBezTo>
                  <a:cubicBezTo>
                    <a:pt x="6314" y="4941"/>
                    <a:pt x="6315" y="4941"/>
                    <a:pt x="6315" y="4940"/>
                  </a:cubicBezTo>
                  <a:cubicBezTo>
                    <a:pt x="6497" y="4685"/>
                    <a:pt x="6694" y="4444"/>
                    <a:pt x="6904" y="4211"/>
                  </a:cubicBezTo>
                  <a:cubicBezTo>
                    <a:pt x="7119" y="3978"/>
                    <a:pt x="7350" y="3760"/>
                    <a:pt x="7585" y="3548"/>
                  </a:cubicBezTo>
                  <a:cubicBezTo>
                    <a:pt x="7786" y="3383"/>
                    <a:pt x="7986" y="3215"/>
                    <a:pt x="8185" y="3048"/>
                  </a:cubicBezTo>
                  <a:cubicBezTo>
                    <a:pt x="8528" y="2764"/>
                    <a:pt x="8887" y="2496"/>
                    <a:pt x="9262" y="2257"/>
                  </a:cubicBezTo>
                  <a:cubicBezTo>
                    <a:pt x="9564" y="2072"/>
                    <a:pt x="9875" y="1904"/>
                    <a:pt x="10197" y="1754"/>
                  </a:cubicBezTo>
                  <a:cubicBezTo>
                    <a:pt x="10598" y="1573"/>
                    <a:pt x="11010" y="1431"/>
                    <a:pt x="11430" y="1300"/>
                  </a:cubicBezTo>
                  <a:cubicBezTo>
                    <a:pt x="11886" y="1160"/>
                    <a:pt x="12349" y="1045"/>
                    <a:pt x="12819" y="960"/>
                  </a:cubicBezTo>
                  <a:cubicBezTo>
                    <a:pt x="13254" y="889"/>
                    <a:pt x="13693" y="837"/>
                    <a:pt x="14134" y="816"/>
                  </a:cubicBezTo>
                  <a:cubicBezTo>
                    <a:pt x="14204" y="813"/>
                    <a:pt x="14271" y="812"/>
                    <a:pt x="14340" y="812"/>
                  </a:cubicBezTo>
                  <a:close/>
                  <a:moveTo>
                    <a:pt x="18789" y="12325"/>
                  </a:moveTo>
                  <a:cubicBezTo>
                    <a:pt x="18789" y="12328"/>
                    <a:pt x="18790" y="12333"/>
                    <a:pt x="18790" y="12336"/>
                  </a:cubicBezTo>
                  <a:cubicBezTo>
                    <a:pt x="18790" y="12341"/>
                    <a:pt x="18793" y="12343"/>
                    <a:pt x="18793" y="12348"/>
                  </a:cubicBezTo>
                  <a:cubicBezTo>
                    <a:pt x="18862" y="12778"/>
                    <a:pt x="18897" y="13216"/>
                    <a:pt x="18943" y="13648"/>
                  </a:cubicBezTo>
                  <a:cubicBezTo>
                    <a:pt x="18996" y="14130"/>
                    <a:pt x="19056" y="14610"/>
                    <a:pt x="19115" y="15092"/>
                  </a:cubicBezTo>
                  <a:cubicBezTo>
                    <a:pt x="19167" y="15504"/>
                    <a:pt x="19230" y="15915"/>
                    <a:pt x="19279" y="16329"/>
                  </a:cubicBezTo>
                  <a:cubicBezTo>
                    <a:pt x="19333" y="16773"/>
                    <a:pt x="19372" y="17219"/>
                    <a:pt x="19409" y="17665"/>
                  </a:cubicBezTo>
                  <a:cubicBezTo>
                    <a:pt x="19480" y="18511"/>
                    <a:pt x="19512" y="19363"/>
                    <a:pt x="19546" y="20213"/>
                  </a:cubicBezTo>
                  <a:lnTo>
                    <a:pt x="19546" y="20218"/>
                  </a:lnTo>
                  <a:cubicBezTo>
                    <a:pt x="19556" y="20611"/>
                    <a:pt x="19566" y="21004"/>
                    <a:pt x="19571" y="21398"/>
                  </a:cubicBezTo>
                  <a:cubicBezTo>
                    <a:pt x="19578" y="22248"/>
                    <a:pt x="19523" y="23102"/>
                    <a:pt x="19491" y="23955"/>
                  </a:cubicBezTo>
                  <a:cubicBezTo>
                    <a:pt x="19475" y="24384"/>
                    <a:pt x="19465" y="24814"/>
                    <a:pt x="19444" y="25243"/>
                  </a:cubicBezTo>
                  <a:cubicBezTo>
                    <a:pt x="19435" y="25477"/>
                    <a:pt x="19430" y="25711"/>
                    <a:pt x="19414" y="25944"/>
                  </a:cubicBezTo>
                  <a:cubicBezTo>
                    <a:pt x="19399" y="26164"/>
                    <a:pt x="19383" y="26385"/>
                    <a:pt x="19370" y="26606"/>
                  </a:cubicBezTo>
                  <a:cubicBezTo>
                    <a:pt x="19338" y="26954"/>
                    <a:pt x="19306" y="27302"/>
                    <a:pt x="19266" y="27647"/>
                  </a:cubicBezTo>
                  <a:cubicBezTo>
                    <a:pt x="19219" y="28037"/>
                    <a:pt x="19169" y="28428"/>
                    <a:pt x="19089" y="28811"/>
                  </a:cubicBezTo>
                  <a:cubicBezTo>
                    <a:pt x="19062" y="28931"/>
                    <a:pt x="19031" y="29048"/>
                    <a:pt x="18995" y="29164"/>
                  </a:cubicBezTo>
                  <a:cubicBezTo>
                    <a:pt x="18976" y="29213"/>
                    <a:pt x="18956" y="29262"/>
                    <a:pt x="18933" y="29310"/>
                  </a:cubicBezTo>
                  <a:lnTo>
                    <a:pt x="18919" y="29332"/>
                  </a:lnTo>
                  <a:cubicBezTo>
                    <a:pt x="18805" y="29344"/>
                    <a:pt x="18688" y="29348"/>
                    <a:pt x="18573" y="29354"/>
                  </a:cubicBezTo>
                  <a:cubicBezTo>
                    <a:pt x="18458" y="29360"/>
                    <a:pt x="18343" y="29367"/>
                    <a:pt x="18229" y="29373"/>
                  </a:cubicBezTo>
                  <a:cubicBezTo>
                    <a:pt x="18002" y="29387"/>
                    <a:pt x="17776" y="29398"/>
                    <a:pt x="17549" y="29410"/>
                  </a:cubicBezTo>
                  <a:cubicBezTo>
                    <a:pt x="17069" y="29429"/>
                    <a:pt x="16588" y="29447"/>
                    <a:pt x="16107" y="29447"/>
                  </a:cubicBezTo>
                  <a:cubicBezTo>
                    <a:pt x="16029" y="29447"/>
                    <a:pt x="15951" y="29447"/>
                    <a:pt x="15873" y="29446"/>
                  </a:cubicBezTo>
                  <a:cubicBezTo>
                    <a:pt x="15554" y="29442"/>
                    <a:pt x="15237" y="29435"/>
                    <a:pt x="14918" y="29422"/>
                  </a:cubicBezTo>
                  <a:cubicBezTo>
                    <a:pt x="14646" y="29411"/>
                    <a:pt x="14373" y="29391"/>
                    <a:pt x="14101" y="29371"/>
                  </a:cubicBezTo>
                  <a:cubicBezTo>
                    <a:pt x="13589" y="29318"/>
                    <a:pt x="13079" y="29262"/>
                    <a:pt x="12571" y="29177"/>
                  </a:cubicBezTo>
                  <a:cubicBezTo>
                    <a:pt x="12031" y="29087"/>
                    <a:pt x="11494" y="28986"/>
                    <a:pt x="10958" y="28877"/>
                  </a:cubicBezTo>
                  <a:cubicBezTo>
                    <a:pt x="10603" y="28799"/>
                    <a:pt x="10249" y="28723"/>
                    <a:pt x="9903" y="28606"/>
                  </a:cubicBezTo>
                  <a:cubicBezTo>
                    <a:pt x="9815" y="28575"/>
                    <a:pt x="9732" y="28538"/>
                    <a:pt x="9648" y="28497"/>
                  </a:cubicBezTo>
                  <a:cubicBezTo>
                    <a:pt x="9630" y="28486"/>
                    <a:pt x="9610" y="28477"/>
                    <a:pt x="9593" y="28464"/>
                  </a:cubicBezTo>
                  <a:cubicBezTo>
                    <a:pt x="9581" y="28455"/>
                    <a:pt x="9567" y="28443"/>
                    <a:pt x="9555" y="28435"/>
                  </a:cubicBezTo>
                  <a:cubicBezTo>
                    <a:pt x="9551" y="28431"/>
                    <a:pt x="9549" y="28429"/>
                    <a:pt x="9548" y="28425"/>
                  </a:cubicBezTo>
                  <a:cubicBezTo>
                    <a:pt x="9545" y="28424"/>
                    <a:pt x="9545" y="28423"/>
                    <a:pt x="9544" y="28421"/>
                  </a:cubicBezTo>
                  <a:cubicBezTo>
                    <a:pt x="9544" y="28419"/>
                    <a:pt x="9543" y="28417"/>
                    <a:pt x="9543" y="28415"/>
                  </a:cubicBezTo>
                  <a:cubicBezTo>
                    <a:pt x="9543" y="28413"/>
                    <a:pt x="9542" y="28410"/>
                    <a:pt x="9542" y="28407"/>
                  </a:cubicBezTo>
                  <a:cubicBezTo>
                    <a:pt x="9539" y="28394"/>
                    <a:pt x="9538" y="28382"/>
                    <a:pt x="9538" y="28370"/>
                  </a:cubicBezTo>
                  <a:cubicBezTo>
                    <a:pt x="9538" y="28235"/>
                    <a:pt x="9551" y="28100"/>
                    <a:pt x="9561" y="27966"/>
                  </a:cubicBezTo>
                  <a:cubicBezTo>
                    <a:pt x="9569" y="27854"/>
                    <a:pt x="9578" y="27741"/>
                    <a:pt x="9586" y="27629"/>
                  </a:cubicBezTo>
                  <a:cubicBezTo>
                    <a:pt x="9603" y="27390"/>
                    <a:pt x="9621" y="27153"/>
                    <a:pt x="9636" y="26916"/>
                  </a:cubicBezTo>
                  <a:cubicBezTo>
                    <a:pt x="9664" y="26474"/>
                    <a:pt x="9678" y="26032"/>
                    <a:pt x="9697" y="25589"/>
                  </a:cubicBezTo>
                  <a:cubicBezTo>
                    <a:pt x="9738" y="24700"/>
                    <a:pt x="9781" y="23812"/>
                    <a:pt x="9830" y="22924"/>
                  </a:cubicBezTo>
                  <a:cubicBezTo>
                    <a:pt x="9876" y="22056"/>
                    <a:pt x="9934" y="21189"/>
                    <a:pt x="9989" y="20322"/>
                  </a:cubicBezTo>
                  <a:cubicBezTo>
                    <a:pt x="10042" y="19462"/>
                    <a:pt x="10097" y="18604"/>
                    <a:pt x="10142" y="17745"/>
                  </a:cubicBezTo>
                  <a:cubicBezTo>
                    <a:pt x="10191" y="16793"/>
                    <a:pt x="10225" y="15838"/>
                    <a:pt x="10298" y="14884"/>
                  </a:cubicBezTo>
                  <a:cubicBezTo>
                    <a:pt x="10303" y="14831"/>
                    <a:pt x="10309" y="14779"/>
                    <a:pt x="10316" y="14726"/>
                  </a:cubicBezTo>
                  <a:cubicBezTo>
                    <a:pt x="10327" y="14706"/>
                    <a:pt x="10336" y="14683"/>
                    <a:pt x="10344" y="14659"/>
                  </a:cubicBezTo>
                  <a:cubicBezTo>
                    <a:pt x="10697" y="14706"/>
                    <a:pt x="11055" y="14739"/>
                    <a:pt x="11410" y="14762"/>
                  </a:cubicBezTo>
                  <a:cubicBezTo>
                    <a:pt x="11634" y="14775"/>
                    <a:pt x="11861" y="14784"/>
                    <a:pt x="12088" y="14784"/>
                  </a:cubicBezTo>
                  <a:cubicBezTo>
                    <a:pt x="12509" y="14784"/>
                    <a:pt x="12930" y="14756"/>
                    <a:pt x="13346" y="14690"/>
                  </a:cubicBezTo>
                  <a:cubicBezTo>
                    <a:pt x="13959" y="14594"/>
                    <a:pt x="14560" y="14447"/>
                    <a:pt x="15150" y="14252"/>
                  </a:cubicBezTo>
                  <a:cubicBezTo>
                    <a:pt x="15461" y="14149"/>
                    <a:pt x="15766" y="14034"/>
                    <a:pt x="16064" y="13899"/>
                  </a:cubicBezTo>
                  <a:cubicBezTo>
                    <a:pt x="16248" y="13817"/>
                    <a:pt x="16434" y="13738"/>
                    <a:pt x="16612" y="13644"/>
                  </a:cubicBezTo>
                  <a:cubicBezTo>
                    <a:pt x="16857" y="13516"/>
                    <a:pt x="17099" y="13387"/>
                    <a:pt x="17344" y="13258"/>
                  </a:cubicBezTo>
                  <a:cubicBezTo>
                    <a:pt x="17531" y="13162"/>
                    <a:pt x="17706" y="13045"/>
                    <a:pt x="17883" y="12937"/>
                  </a:cubicBezTo>
                  <a:cubicBezTo>
                    <a:pt x="18196" y="12750"/>
                    <a:pt x="18495" y="12542"/>
                    <a:pt x="18789" y="12325"/>
                  </a:cubicBezTo>
                  <a:close/>
                  <a:moveTo>
                    <a:pt x="19437" y="37386"/>
                  </a:moveTo>
                  <a:cubicBezTo>
                    <a:pt x="19442" y="37401"/>
                    <a:pt x="19447" y="37415"/>
                    <a:pt x="19451" y="37431"/>
                  </a:cubicBezTo>
                  <a:cubicBezTo>
                    <a:pt x="19445" y="37417"/>
                    <a:pt x="19442" y="37402"/>
                    <a:pt x="19437" y="37386"/>
                  </a:cubicBezTo>
                  <a:close/>
                  <a:moveTo>
                    <a:pt x="8068" y="37656"/>
                  </a:moveTo>
                  <a:cubicBezTo>
                    <a:pt x="8117" y="37656"/>
                    <a:pt x="8164" y="37658"/>
                    <a:pt x="8213" y="37659"/>
                  </a:cubicBezTo>
                  <a:cubicBezTo>
                    <a:pt x="8303" y="37669"/>
                    <a:pt x="8390" y="37683"/>
                    <a:pt x="8478" y="37701"/>
                  </a:cubicBezTo>
                  <a:cubicBezTo>
                    <a:pt x="8742" y="37762"/>
                    <a:pt x="8996" y="37852"/>
                    <a:pt x="9250" y="37941"/>
                  </a:cubicBezTo>
                  <a:lnTo>
                    <a:pt x="9618" y="38079"/>
                  </a:lnTo>
                  <a:cubicBezTo>
                    <a:pt x="9585" y="38093"/>
                    <a:pt x="9550" y="38105"/>
                    <a:pt x="9516" y="38117"/>
                  </a:cubicBezTo>
                  <a:cubicBezTo>
                    <a:pt x="9402" y="38150"/>
                    <a:pt x="9287" y="38176"/>
                    <a:pt x="9170" y="38200"/>
                  </a:cubicBezTo>
                  <a:cubicBezTo>
                    <a:pt x="9021" y="38225"/>
                    <a:pt x="8870" y="38242"/>
                    <a:pt x="8717" y="38254"/>
                  </a:cubicBezTo>
                  <a:cubicBezTo>
                    <a:pt x="8593" y="38254"/>
                    <a:pt x="8471" y="38252"/>
                    <a:pt x="8347" y="38245"/>
                  </a:cubicBezTo>
                  <a:cubicBezTo>
                    <a:pt x="8175" y="38225"/>
                    <a:pt x="8004" y="38205"/>
                    <a:pt x="7835" y="38171"/>
                  </a:cubicBezTo>
                  <a:cubicBezTo>
                    <a:pt x="7783" y="38159"/>
                    <a:pt x="7731" y="38145"/>
                    <a:pt x="7680" y="38128"/>
                  </a:cubicBezTo>
                  <a:cubicBezTo>
                    <a:pt x="7656" y="38120"/>
                    <a:pt x="7631" y="38109"/>
                    <a:pt x="7608" y="38098"/>
                  </a:cubicBezTo>
                  <a:cubicBezTo>
                    <a:pt x="7571" y="38078"/>
                    <a:pt x="7535" y="38056"/>
                    <a:pt x="7500" y="38031"/>
                  </a:cubicBezTo>
                  <a:cubicBezTo>
                    <a:pt x="7489" y="38023"/>
                    <a:pt x="7477" y="38015"/>
                    <a:pt x="7466" y="38006"/>
                  </a:cubicBezTo>
                  <a:lnTo>
                    <a:pt x="7453" y="37992"/>
                  </a:lnTo>
                  <a:cubicBezTo>
                    <a:pt x="7449" y="37988"/>
                    <a:pt x="7448" y="37986"/>
                    <a:pt x="7445" y="37982"/>
                  </a:cubicBezTo>
                  <a:lnTo>
                    <a:pt x="7440" y="37974"/>
                  </a:lnTo>
                  <a:lnTo>
                    <a:pt x="7440" y="37969"/>
                  </a:lnTo>
                  <a:cubicBezTo>
                    <a:pt x="7442" y="37963"/>
                    <a:pt x="7442" y="37958"/>
                    <a:pt x="7443" y="37952"/>
                  </a:cubicBezTo>
                  <a:cubicBezTo>
                    <a:pt x="7445" y="37947"/>
                    <a:pt x="7445" y="37944"/>
                    <a:pt x="7446" y="37939"/>
                  </a:cubicBezTo>
                  <a:cubicBezTo>
                    <a:pt x="7448" y="37937"/>
                    <a:pt x="7449" y="37932"/>
                    <a:pt x="7453" y="37930"/>
                  </a:cubicBezTo>
                  <a:cubicBezTo>
                    <a:pt x="7459" y="37919"/>
                    <a:pt x="7466" y="37908"/>
                    <a:pt x="7472" y="37897"/>
                  </a:cubicBezTo>
                  <a:cubicBezTo>
                    <a:pt x="7482" y="37884"/>
                    <a:pt x="7491" y="37875"/>
                    <a:pt x="7500" y="37862"/>
                  </a:cubicBezTo>
                  <a:lnTo>
                    <a:pt x="7537" y="37824"/>
                  </a:lnTo>
                  <a:cubicBezTo>
                    <a:pt x="7565" y="37802"/>
                    <a:pt x="7595" y="37780"/>
                    <a:pt x="7625" y="37759"/>
                  </a:cubicBezTo>
                  <a:cubicBezTo>
                    <a:pt x="7642" y="37748"/>
                    <a:pt x="7661" y="37739"/>
                    <a:pt x="7679" y="37730"/>
                  </a:cubicBezTo>
                  <a:cubicBezTo>
                    <a:pt x="7700" y="37720"/>
                    <a:pt x="7722" y="37713"/>
                    <a:pt x="7743" y="37705"/>
                  </a:cubicBezTo>
                  <a:cubicBezTo>
                    <a:pt x="7786" y="37693"/>
                    <a:pt x="7829" y="37682"/>
                    <a:pt x="7872" y="37674"/>
                  </a:cubicBezTo>
                  <a:cubicBezTo>
                    <a:pt x="7924" y="37665"/>
                    <a:pt x="7975" y="37661"/>
                    <a:pt x="8027" y="37656"/>
                  </a:cubicBezTo>
                  <a:close/>
                  <a:moveTo>
                    <a:pt x="19258" y="37296"/>
                  </a:moveTo>
                  <a:lnTo>
                    <a:pt x="19258" y="37296"/>
                  </a:lnTo>
                  <a:cubicBezTo>
                    <a:pt x="19307" y="37299"/>
                    <a:pt x="19356" y="37306"/>
                    <a:pt x="19402" y="37318"/>
                  </a:cubicBezTo>
                  <a:cubicBezTo>
                    <a:pt x="19386" y="37315"/>
                    <a:pt x="19368" y="37311"/>
                    <a:pt x="19351" y="37307"/>
                  </a:cubicBezTo>
                  <a:lnTo>
                    <a:pt x="19351" y="37307"/>
                  </a:lnTo>
                  <a:cubicBezTo>
                    <a:pt x="19359" y="37311"/>
                    <a:pt x="19367" y="37312"/>
                    <a:pt x="19375" y="37315"/>
                  </a:cubicBezTo>
                  <a:cubicBezTo>
                    <a:pt x="19381" y="37318"/>
                    <a:pt x="19387" y="37321"/>
                    <a:pt x="19390" y="37324"/>
                  </a:cubicBezTo>
                  <a:cubicBezTo>
                    <a:pt x="19395" y="37327"/>
                    <a:pt x="19400" y="37332"/>
                    <a:pt x="19406" y="37335"/>
                  </a:cubicBezTo>
                  <a:cubicBezTo>
                    <a:pt x="19409" y="37338"/>
                    <a:pt x="19413" y="37339"/>
                    <a:pt x="19414" y="37343"/>
                  </a:cubicBezTo>
                  <a:lnTo>
                    <a:pt x="19420" y="37349"/>
                  </a:lnTo>
                  <a:cubicBezTo>
                    <a:pt x="19421" y="37354"/>
                    <a:pt x="19425" y="37356"/>
                    <a:pt x="19428" y="37361"/>
                  </a:cubicBezTo>
                  <a:cubicBezTo>
                    <a:pt x="19431" y="37368"/>
                    <a:pt x="19434" y="37376"/>
                    <a:pt x="19436" y="37383"/>
                  </a:cubicBezTo>
                  <a:lnTo>
                    <a:pt x="19436" y="37383"/>
                  </a:lnTo>
                  <a:cubicBezTo>
                    <a:pt x="19437" y="37388"/>
                    <a:pt x="19437" y="37394"/>
                    <a:pt x="19438" y="37398"/>
                  </a:cubicBezTo>
                  <a:cubicBezTo>
                    <a:pt x="19438" y="37404"/>
                    <a:pt x="19438" y="37410"/>
                    <a:pt x="19439" y="37417"/>
                  </a:cubicBezTo>
                  <a:cubicBezTo>
                    <a:pt x="19439" y="37425"/>
                    <a:pt x="19438" y="37435"/>
                    <a:pt x="19438" y="37442"/>
                  </a:cubicBezTo>
                  <a:cubicBezTo>
                    <a:pt x="19437" y="37452"/>
                    <a:pt x="19436" y="37462"/>
                    <a:pt x="19433" y="37471"/>
                  </a:cubicBezTo>
                  <a:cubicBezTo>
                    <a:pt x="19431" y="37485"/>
                    <a:pt x="19426" y="37498"/>
                    <a:pt x="19424" y="37513"/>
                  </a:cubicBezTo>
                  <a:cubicBezTo>
                    <a:pt x="19417" y="37529"/>
                    <a:pt x="19409" y="37546"/>
                    <a:pt x="19402" y="37563"/>
                  </a:cubicBezTo>
                  <a:cubicBezTo>
                    <a:pt x="19383" y="37596"/>
                    <a:pt x="19364" y="37629"/>
                    <a:pt x="19341" y="37660"/>
                  </a:cubicBezTo>
                  <a:cubicBezTo>
                    <a:pt x="19313" y="37697"/>
                    <a:pt x="19284" y="37731"/>
                    <a:pt x="19253" y="37767"/>
                  </a:cubicBezTo>
                  <a:cubicBezTo>
                    <a:pt x="19213" y="37807"/>
                    <a:pt x="19172" y="37845"/>
                    <a:pt x="19131" y="37883"/>
                  </a:cubicBezTo>
                  <a:cubicBezTo>
                    <a:pt x="19063" y="37936"/>
                    <a:pt x="18996" y="37986"/>
                    <a:pt x="18924" y="38031"/>
                  </a:cubicBezTo>
                  <a:cubicBezTo>
                    <a:pt x="18843" y="38080"/>
                    <a:pt x="18758" y="38126"/>
                    <a:pt x="18672" y="38166"/>
                  </a:cubicBezTo>
                  <a:cubicBezTo>
                    <a:pt x="18512" y="38237"/>
                    <a:pt x="18347" y="38291"/>
                    <a:pt x="18180" y="38343"/>
                  </a:cubicBezTo>
                  <a:cubicBezTo>
                    <a:pt x="18046" y="38374"/>
                    <a:pt x="17914" y="38405"/>
                    <a:pt x="17779" y="38430"/>
                  </a:cubicBezTo>
                  <a:cubicBezTo>
                    <a:pt x="17680" y="38442"/>
                    <a:pt x="17581" y="38452"/>
                    <a:pt x="17481" y="38458"/>
                  </a:cubicBezTo>
                  <a:cubicBezTo>
                    <a:pt x="17392" y="38457"/>
                    <a:pt x="17305" y="38453"/>
                    <a:pt x="17218" y="38448"/>
                  </a:cubicBezTo>
                  <a:cubicBezTo>
                    <a:pt x="17359" y="38334"/>
                    <a:pt x="17501" y="38219"/>
                    <a:pt x="17647" y="38107"/>
                  </a:cubicBezTo>
                  <a:cubicBezTo>
                    <a:pt x="17805" y="37986"/>
                    <a:pt x="17972" y="37877"/>
                    <a:pt x="18138" y="37770"/>
                  </a:cubicBezTo>
                  <a:cubicBezTo>
                    <a:pt x="18287" y="37682"/>
                    <a:pt x="18437" y="37600"/>
                    <a:pt x="18590" y="37519"/>
                  </a:cubicBezTo>
                  <a:cubicBezTo>
                    <a:pt x="18709" y="37468"/>
                    <a:pt x="18828" y="37421"/>
                    <a:pt x="18951" y="37376"/>
                  </a:cubicBezTo>
                  <a:cubicBezTo>
                    <a:pt x="19034" y="37354"/>
                    <a:pt x="19118" y="37329"/>
                    <a:pt x="19204" y="37312"/>
                  </a:cubicBezTo>
                  <a:cubicBezTo>
                    <a:pt x="19229" y="37308"/>
                    <a:pt x="19254" y="37305"/>
                    <a:pt x="19279" y="37302"/>
                  </a:cubicBezTo>
                  <a:cubicBezTo>
                    <a:pt x="19289" y="37302"/>
                    <a:pt x="19300" y="37302"/>
                    <a:pt x="19310" y="37301"/>
                  </a:cubicBezTo>
                  <a:cubicBezTo>
                    <a:pt x="19294" y="37300"/>
                    <a:pt x="19277" y="37299"/>
                    <a:pt x="19258" y="37296"/>
                  </a:cubicBezTo>
                  <a:close/>
                  <a:moveTo>
                    <a:pt x="14386" y="0"/>
                  </a:moveTo>
                  <a:cubicBezTo>
                    <a:pt x="14316" y="0"/>
                    <a:pt x="14246" y="2"/>
                    <a:pt x="14176" y="5"/>
                  </a:cubicBezTo>
                  <a:cubicBezTo>
                    <a:pt x="13156" y="45"/>
                    <a:pt x="12148" y="229"/>
                    <a:pt x="11174" y="531"/>
                  </a:cubicBezTo>
                  <a:cubicBezTo>
                    <a:pt x="10859" y="629"/>
                    <a:pt x="10544" y="731"/>
                    <a:pt x="10238" y="855"/>
                  </a:cubicBezTo>
                  <a:cubicBezTo>
                    <a:pt x="9967" y="965"/>
                    <a:pt x="9698" y="1088"/>
                    <a:pt x="9440" y="1222"/>
                  </a:cubicBezTo>
                  <a:cubicBezTo>
                    <a:pt x="9162" y="1370"/>
                    <a:pt x="8887" y="1525"/>
                    <a:pt x="8626" y="1703"/>
                  </a:cubicBezTo>
                  <a:cubicBezTo>
                    <a:pt x="8385" y="1867"/>
                    <a:pt x="8152" y="2042"/>
                    <a:pt x="7919" y="2221"/>
                  </a:cubicBezTo>
                  <a:cubicBezTo>
                    <a:pt x="7717" y="2375"/>
                    <a:pt x="7526" y="2545"/>
                    <a:pt x="7330" y="2706"/>
                  </a:cubicBezTo>
                  <a:cubicBezTo>
                    <a:pt x="7052" y="2938"/>
                    <a:pt x="6780" y="3172"/>
                    <a:pt x="6527" y="3429"/>
                  </a:cubicBezTo>
                  <a:cubicBezTo>
                    <a:pt x="6106" y="3859"/>
                    <a:pt x="5722" y="4329"/>
                    <a:pt x="5409" y="4842"/>
                  </a:cubicBezTo>
                  <a:cubicBezTo>
                    <a:pt x="5091" y="5360"/>
                    <a:pt x="4821" y="5912"/>
                    <a:pt x="4642" y="6494"/>
                  </a:cubicBezTo>
                  <a:cubicBezTo>
                    <a:pt x="4459" y="7090"/>
                    <a:pt x="4346" y="7705"/>
                    <a:pt x="4307" y="8328"/>
                  </a:cubicBezTo>
                  <a:cubicBezTo>
                    <a:pt x="4270" y="8930"/>
                    <a:pt x="4286" y="9536"/>
                    <a:pt x="4424" y="10125"/>
                  </a:cubicBezTo>
                  <a:cubicBezTo>
                    <a:pt x="4558" y="10703"/>
                    <a:pt x="4772" y="11264"/>
                    <a:pt x="5083" y="11771"/>
                  </a:cubicBezTo>
                  <a:cubicBezTo>
                    <a:pt x="5384" y="12264"/>
                    <a:pt x="5778" y="12700"/>
                    <a:pt x="6225" y="13064"/>
                  </a:cubicBezTo>
                  <a:cubicBezTo>
                    <a:pt x="6683" y="13434"/>
                    <a:pt x="7184" y="13765"/>
                    <a:pt x="7729" y="13992"/>
                  </a:cubicBezTo>
                  <a:cubicBezTo>
                    <a:pt x="8158" y="14174"/>
                    <a:pt x="8601" y="14313"/>
                    <a:pt x="9052" y="14420"/>
                  </a:cubicBezTo>
                  <a:cubicBezTo>
                    <a:pt x="9011" y="14470"/>
                    <a:pt x="8976" y="14525"/>
                    <a:pt x="8941" y="14577"/>
                  </a:cubicBezTo>
                  <a:cubicBezTo>
                    <a:pt x="8835" y="14728"/>
                    <a:pt x="8731" y="14881"/>
                    <a:pt x="8625" y="15034"/>
                  </a:cubicBezTo>
                  <a:cubicBezTo>
                    <a:pt x="8292" y="15512"/>
                    <a:pt x="7952" y="15986"/>
                    <a:pt x="7622" y="16465"/>
                  </a:cubicBezTo>
                  <a:cubicBezTo>
                    <a:pt x="7511" y="16619"/>
                    <a:pt x="7405" y="16778"/>
                    <a:pt x="7287" y="16927"/>
                  </a:cubicBezTo>
                  <a:cubicBezTo>
                    <a:pt x="7174" y="17070"/>
                    <a:pt x="7062" y="17209"/>
                    <a:pt x="6944" y="17346"/>
                  </a:cubicBezTo>
                  <a:cubicBezTo>
                    <a:pt x="6829" y="17469"/>
                    <a:pt x="6712" y="17586"/>
                    <a:pt x="6591" y="17704"/>
                  </a:cubicBezTo>
                  <a:cubicBezTo>
                    <a:pt x="6480" y="17813"/>
                    <a:pt x="6357" y="17912"/>
                    <a:pt x="6239" y="18014"/>
                  </a:cubicBezTo>
                  <a:cubicBezTo>
                    <a:pt x="6075" y="18146"/>
                    <a:pt x="5910" y="18272"/>
                    <a:pt x="5733" y="18388"/>
                  </a:cubicBezTo>
                  <a:cubicBezTo>
                    <a:pt x="5590" y="18477"/>
                    <a:pt x="5444" y="18565"/>
                    <a:pt x="5296" y="18649"/>
                  </a:cubicBezTo>
                  <a:cubicBezTo>
                    <a:pt x="5140" y="18737"/>
                    <a:pt x="4979" y="18811"/>
                    <a:pt x="4818" y="18885"/>
                  </a:cubicBezTo>
                  <a:cubicBezTo>
                    <a:pt x="4704" y="18934"/>
                    <a:pt x="4591" y="18985"/>
                    <a:pt x="4475" y="19025"/>
                  </a:cubicBezTo>
                  <a:cubicBezTo>
                    <a:pt x="4366" y="19053"/>
                    <a:pt x="4256" y="19075"/>
                    <a:pt x="4144" y="19095"/>
                  </a:cubicBezTo>
                  <a:cubicBezTo>
                    <a:pt x="4016" y="19113"/>
                    <a:pt x="3888" y="19126"/>
                    <a:pt x="3760" y="19135"/>
                  </a:cubicBezTo>
                  <a:cubicBezTo>
                    <a:pt x="3741" y="19135"/>
                    <a:pt x="3723" y="19135"/>
                    <a:pt x="3704" y="19135"/>
                  </a:cubicBezTo>
                  <a:cubicBezTo>
                    <a:pt x="3581" y="19135"/>
                    <a:pt x="3458" y="19128"/>
                    <a:pt x="3333" y="19118"/>
                  </a:cubicBezTo>
                  <a:cubicBezTo>
                    <a:pt x="3098" y="19096"/>
                    <a:pt x="2865" y="19069"/>
                    <a:pt x="2632" y="19021"/>
                  </a:cubicBezTo>
                  <a:cubicBezTo>
                    <a:pt x="2610" y="19016"/>
                    <a:pt x="2591" y="19012"/>
                    <a:pt x="2570" y="19006"/>
                  </a:cubicBezTo>
                  <a:lnTo>
                    <a:pt x="2570" y="18992"/>
                  </a:lnTo>
                  <a:cubicBezTo>
                    <a:pt x="2572" y="18976"/>
                    <a:pt x="2576" y="18960"/>
                    <a:pt x="2577" y="18943"/>
                  </a:cubicBezTo>
                  <a:cubicBezTo>
                    <a:pt x="2600" y="18847"/>
                    <a:pt x="2629" y="18751"/>
                    <a:pt x="2657" y="18655"/>
                  </a:cubicBezTo>
                  <a:cubicBezTo>
                    <a:pt x="2684" y="18555"/>
                    <a:pt x="2706" y="18456"/>
                    <a:pt x="2729" y="18357"/>
                  </a:cubicBezTo>
                  <a:cubicBezTo>
                    <a:pt x="2782" y="18133"/>
                    <a:pt x="2816" y="17901"/>
                    <a:pt x="2854" y="17674"/>
                  </a:cubicBezTo>
                  <a:cubicBezTo>
                    <a:pt x="2925" y="17262"/>
                    <a:pt x="2989" y="16847"/>
                    <a:pt x="3039" y="16431"/>
                  </a:cubicBezTo>
                  <a:cubicBezTo>
                    <a:pt x="3067" y="16213"/>
                    <a:pt x="2923" y="16004"/>
                    <a:pt x="2701" y="15970"/>
                  </a:cubicBezTo>
                  <a:cubicBezTo>
                    <a:pt x="2682" y="15967"/>
                    <a:pt x="2663" y="15966"/>
                    <a:pt x="2644" y="15966"/>
                  </a:cubicBezTo>
                  <a:cubicBezTo>
                    <a:pt x="2450" y="15966"/>
                    <a:pt x="2265" y="16110"/>
                    <a:pt x="2240" y="16308"/>
                  </a:cubicBezTo>
                  <a:cubicBezTo>
                    <a:pt x="2163" y="16927"/>
                    <a:pt x="2061" y="17545"/>
                    <a:pt x="1945" y="18156"/>
                  </a:cubicBezTo>
                  <a:cubicBezTo>
                    <a:pt x="1926" y="18231"/>
                    <a:pt x="1908" y="18308"/>
                    <a:pt x="1890" y="18383"/>
                  </a:cubicBezTo>
                  <a:cubicBezTo>
                    <a:pt x="1871" y="18354"/>
                    <a:pt x="1854" y="18328"/>
                    <a:pt x="1837" y="18299"/>
                  </a:cubicBezTo>
                  <a:cubicBezTo>
                    <a:pt x="1666" y="17995"/>
                    <a:pt x="1504" y="17684"/>
                    <a:pt x="1354" y="17366"/>
                  </a:cubicBezTo>
                  <a:cubicBezTo>
                    <a:pt x="1346" y="17346"/>
                    <a:pt x="1336" y="17325"/>
                    <a:pt x="1329" y="17307"/>
                  </a:cubicBezTo>
                  <a:cubicBezTo>
                    <a:pt x="1284" y="17206"/>
                    <a:pt x="1216" y="17125"/>
                    <a:pt x="1112" y="17079"/>
                  </a:cubicBezTo>
                  <a:cubicBezTo>
                    <a:pt x="1061" y="17057"/>
                    <a:pt x="1006" y="17046"/>
                    <a:pt x="950" y="17046"/>
                  </a:cubicBezTo>
                  <a:cubicBezTo>
                    <a:pt x="901" y="17046"/>
                    <a:pt x="853" y="17054"/>
                    <a:pt x="807" y="17072"/>
                  </a:cubicBezTo>
                  <a:cubicBezTo>
                    <a:pt x="611" y="17146"/>
                    <a:pt x="482" y="17391"/>
                    <a:pt x="573" y="17594"/>
                  </a:cubicBezTo>
                  <a:cubicBezTo>
                    <a:pt x="727" y="17938"/>
                    <a:pt x="897" y="18278"/>
                    <a:pt x="1082" y="18608"/>
                  </a:cubicBezTo>
                  <a:cubicBezTo>
                    <a:pt x="1155" y="18737"/>
                    <a:pt x="1231" y="18863"/>
                    <a:pt x="1321" y="18982"/>
                  </a:cubicBezTo>
                  <a:cubicBezTo>
                    <a:pt x="1314" y="18982"/>
                    <a:pt x="1305" y="18979"/>
                    <a:pt x="1298" y="18979"/>
                  </a:cubicBezTo>
                  <a:cubicBezTo>
                    <a:pt x="1122" y="18971"/>
                    <a:pt x="946" y="18968"/>
                    <a:pt x="769" y="18968"/>
                  </a:cubicBezTo>
                  <a:cubicBezTo>
                    <a:pt x="651" y="18968"/>
                    <a:pt x="532" y="18970"/>
                    <a:pt x="413" y="18972"/>
                  </a:cubicBezTo>
                  <a:cubicBezTo>
                    <a:pt x="304" y="18976"/>
                    <a:pt x="205" y="19008"/>
                    <a:pt x="125" y="19084"/>
                  </a:cubicBezTo>
                  <a:cubicBezTo>
                    <a:pt x="48" y="19157"/>
                    <a:pt x="3" y="19260"/>
                    <a:pt x="0" y="19368"/>
                  </a:cubicBezTo>
                  <a:cubicBezTo>
                    <a:pt x="5" y="19585"/>
                    <a:pt x="181" y="19787"/>
                    <a:pt x="397" y="19787"/>
                  </a:cubicBezTo>
                  <a:cubicBezTo>
                    <a:pt x="400" y="19787"/>
                    <a:pt x="402" y="19787"/>
                    <a:pt x="405" y="19787"/>
                  </a:cubicBezTo>
                  <a:cubicBezTo>
                    <a:pt x="523" y="19784"/>
                    <a:pt x="641" y="19782"/>
                    <a:pt x="759" y="19782"/>
                  </a:cubicBezTo>
                  <a:cubicBezTo>
                    <a:pt x="889" y="19782"/>
                    <a:pt x="1018" y="19784"/>
                    <a:pt x="1148" y="19788"/>
                  </a:cubicBezTo>
                  <a:lnTo>
                    <a:pt x="1057" y="19927"/>
                  </a:lnTo>
                  <a:cubicBezTo>
                    <a:pt x="834" y="20259"/>
                    <a:pt x="601" y="20583"/>
                    <a:pt x="386" y="20920"/>
                  </a:cubicBezTo>
                  <a:cubicBezTo>
                    <a:pt x="269" y="21108"/>
                    <a:pt x="341" y="21365"/>
                    <a:pt x="526" y="21475"/>
                  </a:cubicBezTo>
                  <a:cubicBezTo>
                    <a:pt x="591" y="21513"/>
                    <a:pt x="661" y="21532"/>
                    <a:pt x="729" y="21532"/>
                  </a:cubicBezTo>
                  <a:cubicBezTo>
                    <a:pt x="868" y="21532"/>
                    <a:pt x="1003" y="21459"/>
                    <a:pt x="1081" y="21336"/>
                  </a:cubicBezTo>
                  <a:cubicBezTo>
                    <a:pt x="1231" y="21097"/>
                    <a:pt x="1395" y="20866"/>
                    <a:pt x="1553" y="20633"/>
                  </a:cubicBezTo>
                  <a:cubicBezTo>
                    <a:pt x="1703" y="20410"/>
                    <a:pt x="1853" y="20185"/>
                    <a:pt x="2006" y="19963"/>
                  </a:cubicBezTo>
                  <a:cubicBezTo>
                    <a:pt x="2010" y="19957"/>
                    <a:pt x="2015" y="19951"/>
                    <a:pt x="2018" y="19945"/>
                  </a:cubicBezTo>
                  <a:cubicBezTo>
                    <a:pt x="2026" y="20036"/>
                    <a:pt x="2034" y="20127"/>
                    <a:pt x="2044" y="20217"/>
                  </a:cubicBezTo>
                  <a:cubicBezTo>
                    <a:pt x="2071" y="20502"/>
                    <a:pt x="2107" y="20787"/>
                    <a:pt x="2149" y="21071"/>
                  </a:cubicBezTo>
                  <a:cubicBezTo>
                    <a:pt x="2167" y="21179"/>
                    <a:pt x="2212" y="21274"/>
                    <a:pt x="2300" y="21344"/>
                  </a:cubicBezTo>
                  <a:cubicBezTo>
                    <a:pt x="2371" y="21402"/>
                    <a:pt x="2461" y="21434"/>
                    <a:pt x="2553" y="21434"/>
                  </a:cubicBezTo>
                  <a:cubicBezTo>
                    <a:pt x="2566" y="21434"/>
                    <a:pt x="2580" y="21434"/>
                    <a:pt x="2594" y="21432"/>
                  </a:cubicBezTo>
                  <a:cubicBezTo>
                    <a:pt x="2805" y="21410"/>
                    <a:pt x="2988" y="21206"/>
                    <a:pt x="2953" y="20988"/>
                  </a:cubicBezTo>
                  <a:cubicBezTo>
                    <a:pt x="2897" y="20620"/>
                    <a:pt x="2855" y="20250"/>
                    <a:pt x="2825" y="19879"/>
                  </a:cubicBezTo>
                  <a:lnTo>
                    <a:pt x="2825" y="19879"/>
                  </a:lnTo>
                  <a:cubicBezTo>
                    <a:pt x="2939" y="19896"/>
                    <a:pt x="3051" y="19908"/>
                    <a:pt x="3165" y="19919"/>
                  </a:cubicBezTo>
                  <a:cubicBezTo>
                    <a:pt x="3344" y="19935"/>
                    <a:pt x="3521" y="19950"/>
                    <a:pt x="3699" y="19950"/>
                  </a:cubicBezTo>
                  <a:cubicBezTo>
                    <a:pt x="3766" y="19950"/>
                    <a:pt x="3832" y="19947"/>
                    <a:pt x="3899" y="19944"/>
                  </a:cubicBezTo>
                  <a:cubicBezTo>
                    <a:pt x="4132" y="19927"/>
                    <a:pt x="4359" y="19890"/>
                    <a:pt x="4587" y="19840"/>
                  </a:cubicBezTo>
                  <a:cubicBezTo>
                    <a:pt x="4838" y="19782"/>
                    <a:pt x="5077" y="19669"/>
                    <a:pt x="5310" y="19559"/>
                  </a:cubicBezTo>
                  <a:cubicBezTo>
                    <a:pt x="5509" y="19466"/>
                    <a:pt x="5702" y="19364"/>
                    <a:pt x="5889" y="19253"/>
                  </a:cubicBezTo>
                  <a:cubicBezTo>
                    <a:pt x="6068" y="19145"/>
                    <a:pt x="6247" y="19037"/>
                    <a:pt x="6417" y="18916"/>
                  </a:cubicBezTo>
                  <a:cubicBezTo>
                    <a:pt x="6603" y="18782"/>
                    <a:pt x="6779" y="18630"/>
                    <a:pt x="6951" y="18482"/>
                  </a:cubicBezTo>
                  <a:cubicBezTo>
                    <a:pt x="7275" y="18205"/>
                    <a:pt x="7571" y="17895"/>
                    <a:pt x="7834" y="17560"/>
                  </a:cubicBezTo>
                  <a:cubicBezTo>
                    <a:pt x="8097" y="17224"/>
                    <a:pt x="8337" y="16869"/>
                    <a:pt x="8581" y="16517"/>
                  </a:cubicBezTo>
                  <a:cubicBezTo>
                    <a:pt x="8874" y="16099"/>
                    <a:pt x="9170" y="15683"/>
                    <a:pt x="9461" y="15264"/>
                  </a:cubicBezTo>
                  <a:lnTo>
                    <a:pt x="9461" y="15264"/>
                  </a:lnTo>
                  <a:cubicBezTo>
                    <a:pt x="9461" y="15275"/>
                    <a:pt x="9458" y="15288"/>
                    <a:pt x="9458" y="15297"/>
                  </a:cubicBezTo>
                  <a:cubicBezTo>
                    <a:pt x="9450" y="15447"/>
                    <a:pt x="9439" y="15595"/>
                    <a:pt x="9431" y="15743"/>
                  </a:cubicBezTo>
                  <a:cubicBezTo>
                    <a:pt x="9415" y="16051"/>
                    <a:pt x="9401" y="16361"/>
                    <a:pt x="9385" y="16668"/>
                  </a:cubicBezTo>
                  <a:cubicBezTo>
                    <a:pt x="9348" y="17383"/>
                    <a:pt x="9310" y="18096"/>
                    <a:pt x="9268" y="18810"/>
                  </a:cubicBezTo>
                  <a:cubicBezTo>
                    <a:pt x="9169" y="20565"/>
                    <a:pt x="9045" y="22317"/>
                    <a:pt x="8958" y="24074"/>
                  </a:cubicBezTo>
                  <a:cubicBezTo>
                    <a:pt x="8917" y="24918"/>
                    <a:pt x="8885" y="25764"/>
                    <a:pt x="8842" y="26607"/>
                  </a:cubicBezTo>
                  <a:cubicBezTo>
                    <a:pt x="8819" y="27054"/>
                    <a:pt x="8783" y="27501"/>
                    <a:pt x="8751" y="27948"/>
                  </a:cubicBezTo>
                  <a:cubicBezTo>
                    <a:pt x="8740" y="28087"/>
                    <a:pt x="8727" y="28227"/>
                    <a:pt x="8728" y="28364"/>
                  </a:cubicBezTo>
                  <a:cubicBezTo>
                    <a:pt x="8728" y="28576"/>
                    <a:pt x="8789" y="28788"/>
                    <a:pt x="8930" y="28950"/>
                  </a:cubicBezTo>
                  <a:cubicBezTo>
                    <a:pt x="9108" y="29152"/>
                    <a:pt x="9354" y="29266"/>
                    <a:pt x="9603" y="29358"/>
                  </a:cubicBezTo>
                  <a:cubicBezTo>
                    <a:pt x="9817" y="29437"/>
                    <a:pt x="10039" y="29502"/>
                    <a:pt x="10263" y="29552"/>
                  </a:cubicBezTo>
                  <a:cubicBezTo>
                    <a:pt x="10337" y="29570"/>
                    <a:pt x="10410" y="29584"/>
                    <a:pt x="10485" y="29601"/>
                  </a:cubicBezTo>
                  <a:cubicBezTo>
                    <a:pt x="10478" y="29638"/>
                    <a:pt x="10474" y="29675"/>
                    <a:pt x="10474" y="29713"/>
                  </a:cubicBezTo>
                  <a:cubicBezTo>
                    <a:pt x="10474" y="29741"/>
                    <a:pt x="10478" y="29767"/>
                    <a:pt x="10481" y="29793"/>
                  </a:cubicBezTo>
                  <a:cubicBezTo>
                    <a:pt x="10481" y="30018"/>
                    <a:pt x="10457" y="30245"/>
                    <a:pt x="10441" y="30469"/>
                  </a:cubicBezTo>
                  <a:cubicBezTo>
                    <a:pt x="10371" y="31357"/>
                    <a:pt x="10316" y="32247"/>
                    <a:pt x="10261" y="33136"/>
                  </a:cubicBezTo>
                  <a:cubicBezTo>
                    <a:pt x="10208" y="33993"/>
                    <a:pt x="10160" y="34849"/>
                    <a:pt x="10094" y="35703"/>
                  </a:cubicBezTo>
                  <a:cubicBezTo>
                    <a:pt x="10065" y="36035"/>
                    <a:pt x="10034" y="36369"/>
                    <a:pt x="10002" y="36701"/>
                  </a:cubicBezTo>
                  <a:cubicBezTo>
                    <a:pt x="9985" y="36873"/>
                    <a:pt x="9970" y="37046"/>
                    <a:pt x="9953" y="37220"/>
                  </a:cubicBezTo>
                  <a:cubicBezTo>
                    <a:pt x="9951" y="37261"/>
                    <a:pt x="9946" y="37301"/>
                    <a:pt x="9942" y="37343"/>
                  </a:cubicBezTo>
                  <a:cubicBezTo>
                    <a:pt x="9883" y="37321"/>
                    <a:pt x="9825" y="37297"/>
                    <a:pt x="9765" y="37277"/>
                  </a:cubicBezTo>
                  <a:cubicBezTo>
                    <a:pt x="9228" y="37074"/>
                    <a:pt x="8662" y="36854"/>
                    <a:pt x="8083" y="36854"/>
                  </a:cubicBezTo>
                  <a:cubicBezTo>
                    <a:pt x="7977" y="36854"/>
                    <a:pt x="7871" y="36861"/>
                    <a:pt x="7765" y="36877"/>
                  </a:cubicBezTo>
                  <a:cubicBezTo>
                    <a:pt x="7525" y="36914"/>
                    <a:pt x="7271" y="37002"/>
                    <a:pt x="7081" y="37159"/>
                  </a:cubicBezTo>
                  <a:cubicBezTo>
                    <a:pt x="6913" y="37297"/>
                    <a:pt x="6744" y="37471"/>
                    <a:pt x="6682" y="37687"/>
                  </a:cubicBezTo>
                  <a:cubicBezTo>
                    <a:pt x="6643" y="37821"/>
                    <a:pt x="6630" y="37946"/>
                    <a:pt x="6643" y="38084"/>
                  </a:cubicBezTo>
                  <a:cubicBezTo>
                    <a:pt x="6652" y="38194"/>
                    <a:pt x="6699" y="38298"/>
                    <a:pt x="6750" y="38393"/>
                  </a:cubicBezTo>
                  <a:cubicBezTo>
                    <a:pt x="6861" y="38593"/>
                    <a:pt x="7073" y="38742"/>
                    <a:pt x="7275" y="38834"/>
                  </a:cubicBezTo>
                  <a:cubicBezTo>
                    <a:pt x="7515" y="38943"/>
                    <a:pt x="7776" y="38994"/>
                    <a:pt x="8036" y="39024"/>
                  </a:cubicBezTo>
                  <a:cubicBezTo>
                    <a:pt x="8150" y="39036"/>
                    <a:pt x="8262" y="39052"/>
                    <a:pt x="8376" y="39058"/>
                  </a:cubicBezTo>
                  <a:cubicBezTo>
                    <a:pt x="8456" y="39062"/>
                    <a:pt x="8536" y="39064"/>
                    <a:pt x="8613" y="39064"/>
                  </a:cubicBezTo>
                  <a:cubicBezTo>
                    <a:pt x="8754" y="39064"/>
                    <a:pt x="8897" y="39056"/>
                    <a:pt x="9038" y="39037"/>
                  </a:cubicBezTo>
                  <a:cubicBezTo>
                    <a:pt x="9256" y="39010"/>
                    <a:pt x="9473" y="38972"/>
                    <a:pt x="9685" y="38911"/>
                  </a:cubicBezTo>
                  <a:cubicBezTo>
                    <a:pt x="9903" y="38847"/>
                    <a:pt x="10108" y="38764"/>
                    <a:pt x="10312" y="38666"/>
                  </a:cubicBezTo>
                  <a:cubicBezTo>
                    <a:pt x="10496" y="38577"/>
                    <a:pt x="10566" y="38344"/>
                    <a:pt x="10497" y="38161"/>
                  </a:cubicBezTo>
                  <a:cubicBezTo>
                    <a:pt x="10551" y="38123"/>
                    <a:pt x="10597" y="38074"/>
                    <a:pt x="10628" y="38020"/>
                  </a:cubicBezTo>
                  <a:cubicBezTo>
                    <a:pt x="10690" y="37920"/>
                    <a:pt x="10704" y="37797"/>
                    <a:pt x="10718" y="37682"/>
                  </a:cubicBezTo>
                  <a:cubicBezTo>
                    <a:pt x="10726" y="37610"/>
                    <a:pt x="10735" y="37536"/>
                    <a:pt x="10741" y="37465"/>
                  </a:cubicBezTo>
                  <a:cubicBezTo>
                    <a:pt x="10756" y="37307"/>
                    <a:pt x="10772" y="37150"/>
                    <a:pt x="10785" y="36994"/>
                  </a:cubicBezTo>
                  <a:cubicBezTo>
                    <a:pt x="10849" y="36309"/>
                    <a:pt x="10915" y="35624"/>
                    <a:pt x="10958" y="34936"/>
                  </a:cubicBezTo>
                  <a:cubicBezTo>
                    <a:pt x="11013" y="34077"/>
                    <a:pt x="11062" y="33216"/>
                    <a:pt x="11119" y="32357"/>
                  </a:cubicBezTo>
                  <a:cubicBezTo>
                    <a:pt x="11149" y="31872"/>
                    <a:pt x="11182" y="31385"/>
                    <a:pt x="11217" y="30901"/>
                  </a:cubicBezTo>
                  <a:cubicBezTo>
                    <a:pt x="11234" y="30681"/>
                    <a:pt x="11250" y="30459"/>
                    <a:pt x="11268" y="30239"/>
                  </a:cubicBezTo>
                  <a:cubicBezTo>
                    <a:pt x="11275" y="30132"/>
                    <a:pt x="11282" y="30024"/>
                    <a:pt x="11288" y="29918"/>
                  </a:cubicBezTo>
                  <a:cubicBezTo>
                    <a:pt x="11290" y="29870"/>
                    <a:pt x="11294" y="29819"/>
                    <a:pt x="11294" y="29768"/>
                  </a:cubicBezTo>
                  <a:cubicBezTo>
                    <a:pt x="11827" y="29876"/>
                    <a:pt x="12362" y="29970"/>
                    <a:pt x="12901" y="30044"/>
                  </a:cubicBezTo>
                  <a:cubicBezTo>
                    <a:pt x="13340" y="30104"/>
                    <a:pt x="13780" y="30156"/>
                    <a:pt x="14221" y="30188"/>
                  </a:cubicBezTo>
                  <a:cubicBezTo>
                    <a:pt x="14663" y="30220"/>
                    <a:pt x="15104" y="30243"/>
                    <a:pt x="15548" y="30250"/>
                  </a:cubicBezTo>
                  <a:cubicBezTo>
                    <a:pt x="15548" y="30257"/>
                    <a:pt x="15550" y="30264"/>
                    <a:pt x="15550" y="30273"/>
                  </a:cubicBezTo>
                  <a:lnTo>
                    <a:pt x="15548" y="30273"/>
                  </a:lnTo>
                  <a:cubicBezTo>
                    <a:pt x="15601" y="30671"/>
                    <a:pt x="15626" y="31072"/>
                    <a:pt x="15651" y="31471"/>
                  </a:cubicBezTo>
                  <a:cubicBezTo>
                    <a:pt x="15675" y="31882"/>
                    <a:pt x="15699" y="32292"/>
                    <a:pt x="15722" y="32705"/>
                  </a:cubicBezTo>
                  <a:cubicBezTo>
                    <a:pt x="15767" y="33563"/>
                    <a:pt x="15814" y="34420"/>
                    <a:pt x="15868" y="35278"/>
                  </a:cubicBezTo>
                  <a:cubicBezTo>
                    <a:pt x="15896" y="35709"/>
                    <a:pt x="15925" y="36142"/>
                    <a:pt x="15957" y="36573"/>
                  </a:cubicBezTo>
                  <a:cubicBezTo>
                    <a:pt x="15988" y="36979"/>
                    <a:pt x="16011" y="37387"/>
                    <a:pt x="16049" y="37791"/>
                  </a:cubicBezTo>
                  <a:cubicBezTo>
                    <a:pt x="16059" y="37892"/>
                    <a:pt x="16069" y="37995"/>
                    <a:pt x="16080" y="38096"/>
                  </a:cubicBezTo>
                  <a:cubicBezTo>
                    <a:pt x="16093" y="38220"/>
                    <a:pt x="16102" y="38350"/>
                    <a:pt x="16146" y="38468"/>
                  </a:cubicBezTo>
                  <a:cubicBezTo>
                    <a:pt x="16188" y="38578"/>
                    <a:pt x="16265" y="38673"/>
                    <a:pt x="16366" y="38733"/>
                  </a:cubicBezTo>
                  <a:cubicBezTo>
                    <a:pt x="16379" y="38741"/>
                    <a:pt x="16392" y="38748"/>
                    <a:pt x="16406" y="38753"/>
                  </a:cubicBezTo>
                  <a:cubicBezTo>
                    <a:pt x="16375" y="38967"/>
                    <a:pt x="16527" y="39181"/>
                    <a:pt x="16746" y="39211"/>
                  </a:cubicBezTo>
                  <a:cubicBezTo>
                    <a:pt x="16962" y="39242"/>
                    <a:pt x="17181" y="39260"/>
                    <a:pt x="17398" y="39260"/>
                  </a:cubicBezTo>
                  <a:cubicBezTo>
                    <a:pt x="17599" y="39260"/>
                    <a:pt x="17800" y="39244"/>
                    <a:pt x="17999" y="39208"/>
                  </a:cubicBezTo>
                  <a:cubicBezTo>
                    <a:pt x="18744" y="39070"/>
                    <a:pt x="19517" y="38765"/>
                    <a:pt x="19985" y="38145"/>
                  </a:cubicBezTo>
                  <a:cubicBezTo>
                    <a:pt x="20068" y="38035"/>
                    <a:pt x="20132" y="37914"/>
                    <a:pt x="20181" y="37786"/>
                  </a:cubicBezTo>
                  <a:cubicBezTo>
                    <a:pt x="20226" y="37670"/>
                    <a:pt x="20242" y="37549"/>
                    <a:pt x="20251" y="37425"/>
                  </a:cubicBezTo>
                  <a:cubicBezTo>
                    <a:pt x="20253" y="37368"/>
                    <a:pt x="20246" y="37310"/>
                    <a:pt x="20235" y="37255"/>
                  </a:cubicBezTo>
                  <a:cubicBezTo>
                    <a:pt x="20225" y="37197"/>
                    <a:pt x="20214" y="37131"/>
                    <a:pt x="20189" y="37076"/>
                  </a:cubicBezTo>
                  <a:cubicBezTo>
                    <a:pt x="20165" y="37022"/>
                    <a:pt x="20143" y="36971"/>
                    <a:pt x="20111" y="36922"/>
                  </a:cubicBezTo>
                  <a:cubicBezTo>
                    <a:pt x="20078" y="36869"/>
                    <a:pt x="20039" y="36823"/>
                    <a:pt x="19997" y="36774"/>
                  </a:cubicBezTo>
                  <a:cubicBezTo>
                    <a:pt x="19946" y="36713"/>
                    <a:pt x="19872" y="36669"/>
                    <a:pt x="19806" y="36624"/>
                  </a:cubicBezTo>
                  <a:cubicBezTo>
                    <a:pt x="19758" y="36592"/>
                    <a:pt x="19700" y="36568"/>
                    <a:pt x="19645" y="36550"/>
                  </a:cubicBezTo>
                  <a:cubicBezTo>
                    <a:pt x="19531" y="36510"/>
                    <a:pt x="19417" y="36492"/>
                    <a:pt x="19298" y="36492"/>
                  </a:cubicBezTo>
                  <a:cubicBezTo>
                    <a:pt x="19284" y="36492"/>
                    <a:pt x="19270" y="36492"/>
                    <a:pt x="19256" y="36492"/>
                  </a:cubicBezTo>
                  <a:cubicBezTo>
                    <a:pt x="19087" y="36499"/>
                    <a:pt x="18924" y="36541"/>
                    <a:pt x="18762" y="36587"/>
                  </a:cubicBezTo>
                  <a:cubicBezTo>
                    <a:pt x="18316" y="36712"/>
                    <a:pt x="17910" y="36952"/>
                    <a:pt x="17526" y="37202"/>
                  </a:cubicBezTo>
                  <a:cubicBezTo>
                    <a:pt x="17343" y="37321"/>
                    <a:pt x="17170" y="37451"/>
                    <a:pt x="16999" y="37583"/>
                  </a:cubicBezTo>
                  <a:cubicBezTo>
                    <a:pt x="16950" y="37621"/>
                    <a:pt x="16901" y="37661"/>
                    <a:pt x="16852" y="37699"/>
                  </a:cubicBezTo>
                  <a:cubicBezTo>
                    <a:pt x="16847" y="37643"/>
                    <a:pt x="16842" y="37584"/>
                    <a:pt x="16838" y="37528"/>
                  </a:cubicBezTo>
                  <a:cubicBezTo>
                    <a:pt x="16817" y="37294"/>
                    <a:pt x="16804" y="37057"/>
                    <a:pt x="16786" y="36823"/>
                  </a:cubicBezTo>
                  <a:cubicBezTo>
                    <a:pt x="16750" y="36347"/>
                    <a:pt x="16716" y="35870"/>
                    <a:pt x="16685" y="35395"/>
                  </a:cubicBezTo>
                  <a:cubicBezTo>
                    <a:pt x="16626" y="34506"/>
                    <a:pt x="16578" y="33615"/>
                    <a:pt x="16529" y="32727"/>
                  </a:cubicBezTo>
                  <a:cubicBezTo>
                    <a:pt x="16507" y="32292"/>
                    <a:pt x="16483" y="31860"/>
                    <a:pt x="16456" y="31425"/>
                  </a:cubicBezTo>
                  <a:cubicBezTo>
                    <a:pt x="16434" y="31033"/>
                    <a:pt x="16409" y="30638"/>
                    <a:pt x="16358" y="30248"/>
                  </a:cubicBezTo>
                  <a:cubicBezTo>
                    <a:pt x="16986" y="30240"/>
                    <a:pt x="17614" y="30215"/>
                    <a:pt x="18241" y="30178"/>
                  </a:cubicBezTo>
                  <a:cubicBezTo>
                    <a:pt x="18438" y="30169"/>
                    <a:pt x="18636" y="30156"/>
                    <a:pt x="18833" y="30145"/>
                  </a:cubicBezTo>
                  <a:cubicBezTo>
                    <a:pt x="18997" y="30134"/>
                    <a:pt x="19161" y="30127"/>
                    <a:pt x="19308" y="30047"/>
                  </a:cubicBezTo>
                  <a:cubicBezTo>
                    <a:pt x="19498" y="29944"/>
                    <a:pt x="19627" y="29755"/>
                    <a:pt x="19705" y="29558"/>
                  </a:cubicBezTo>
                  <a:cubicBezTo>
                    <a:pt x="19855" y="29184"/>
                    <a:pt x="19920" y="28785"/>
                    <a:pt x="19979" y="28387"/>
                  </a:cubicBezTo>
                  <a:cubicBezTo>
                    <a:pt x="20013" y="28167"/>
                    <a:pt x="20040" y="27947"/>
                    <a:pt x="20067" y="27727"/>
                  </a:cubicBezTo>
                  <a:cubicBezTo>
                    <a:pt x="20167" y="26862"/>
                    <a:pt x="20226" y="25993"/>
                    <a:pt x="20257" y="25123"/>
                  </a:cubicBezTo>
                  <a:cubicBezTo>
                    <a:pt x="20289" y="24198"/>
                    <a:pt x="20327" y="23273"/>
                    <a:pt x="20361" y="22348"/>
                  </a:cubicBezTo>
                  <a:cubicBezTo>
                    <a:pt x="20393" y="21459"/>
                    <a:pt x="20363" y="20570"/>
                    <a:pt x="20328" y="19683"/>
                  </a:cubicBezTo>
                  <a:cubicBezTo>
                    <a:pt x="20295" y="18837"/>
                    <a:pt x="20252" y="17992"/>
                    <a:pt x="20173" y="17150"/>
                  </a:cubicBezTo>
                  <a:cubicBezTo>
                    <a:pt x="20133" y="16704"/>
                    <a:pt x="20085" y="16262"/>
                    <a:pt x="20025" y="15818"/>
                  </a:cubicBezTo>
                  <a:cubicBezTo>
                    <a:pt x="19966" y="15394"/>
                    <a:pt x="19911" y="14970"/>
                    <a:pt x="19861" y="14546"/>
                  </a:cubicBezTo>
                  <a:cubicBezTo>
                    <a:pt x="19857" y="14505"/>
                    <a:pt x="19852" y="14464"/>
                    <a:pt x="19846" y="14424"/>
                  </a:cubicBezTo>
                  <a:lnTo>
                    <a:pt x="19846" y="14424"/>
                  </a:lnTo>
                  <a:cubicBezTo>
                    <a:pt x="19884" y="14485"/>
                    <a:pt x="19922" y="14546"/>
                    <a:pt x="19961" y="14605"/>
                  </a:cubicBezTo>
                  <a:cubicBezTo>
                    <a:pt x="20082" y="14797"/>
                    <a:pt x="20213" y="14978"/>
                    <a:pt x="20344" y="15161"/>
                  </a:cubicBezTo>
                  <a:cubicBezTo>
                    <a:pt x="20400" y="15241"/>
                    <a:pt x="20464" y="15315"/>
                    <a:pt x="20525" y="15392"/>
                  </a:cubicBezTo>
                  <a:cubicBezTo>
                    <a:pt x="20618" y="15506"/>
                    <a:pt x="20709" y="15622"/>
                    <a:pt x="20809" y="15731"/>
                  </a:cubicBezTo>
                  <a:cubicBezTo>
                    <a:pt x="21203" y="16158"/>
                    <a:pt x="21665" y="16519"/>
                    <a:pt x="22185" y="16774"/>
                  </a:cubicBezTo>
                  <a:cubicBezTo>
                    <a:pt x="22464" y="16911"/>
                    <a:pt x="22755" y="17021"/>
                    <a:pt x="23057" y="17092"/>
                  </a:cubicBezTo>
                  <a:cubicBezTo>
                    <a:pt x="23205" y="17128"/>
                    <a:pt x="23352" y="17157"/>
                    <a:pt x="23503" y="17184"/>
                  </a:cubicBezTo>
                  <a:cubicBezTo>
                    <a:pt x="23701" y="17224"/>
                    <a:pt x="23898" y="17246"/>
                    <a:pt x="24099" y="17246"/>
                  </a:cubicBezTo>
                  <a:cubicBezTo>
                    <a:pt x="24130" y="17246"/>
                    <a:pt x="24161" y="17246"/>
                    <a:pt x="24192" y="17244"/>
                  </a:cubicBezTo>
                  <a:cubicBezTo>
                    <a:pt x="24453" y="17236"/>
                    <a:pt x="24712" y="17189"/>
                    <a:pt x="24962" y="17119"/>
                  </a:cubicBezTo>
                  <a:cubicBezTo>
                    <a:pt x="25206" y="17050"/>
                    <a:pt x="25441" y="16963"/>
                    <a:pt x="25675" y="16868"/>
                  </a:cubicBezTo>
                  <a:cubicBezTo>
                    <a:pt x="25882" y="16784"/>
                    <a:pt x="26077" y="16672"/>
                    <a:pt x="26272" y="16559"/>
                  </a:cubicBezTo>
                  <a:cubicBezTo>
                    <a:pt x="26841" y="16231"/>
                    <a:pt x="27328" y="15749"/>
                    <a:pt x="27703" y="15210"/>
                  </a:cubicBezTo>
                  <a:cubicBezTo>
                    <a:pt x="27958" y="14846"/>
                    <a:pt x="28155" y="14449"/>
                    <a:pt x="28338" y="14045"/>
                  </a:cubicBezTo>
                  <a:cubicBezTo>
                    <a:pt x="28504" y="13673"/>
                    <a:pt x="28657" y="13290"/>
                    <a:pt x="28791" y="12904"/>
                  </a:cubicBezTo>
                  <a:cubicBezTo>
                    <a:pt x="28803" y="12868"/>
                    <a:pt x="28817" y="12831"/>
                    <a:pt x="28830" y="12794"/>
                  </a:cubicBezTo>
                  <a:cubicBezTo>
                    <a:pt x="29276" y="12673"/>
                    <a:pt x="29718" y="12549"/>
                    <a:pt x="30162" y="12418"/>
                  </a:cubicBezTo>
                  <a:cubicBezTo>
                    <a:pt x="30407" y="12347"/>
                    <a:pt x="30648" y="12265"/>
                    <a:pt x="30891" y="12185"/>
                  </a:cubicBezTo>
                  <a:cubicBezTo>
                    <a:pt x="31076" y="12124"/>
                    <a:pt x="31259" y="12050"/>
                    <a:pt x="31444" y="11989"/>
                  </a:cubicBezTo>
                  <a:cubicBezTo>
                    <a:pt x="31449" y="11988"/>
                    <a:pt x="31453" y="11987"/>
                    <a:pt x="31459" y="11985"/>
                  </a:cubicBezTo>
                  <a:lnTo>
                    <a:pt x="31459" y="11985"/>
                  </a:lnTo>
                  <a:cubicBezTo>
                    <a:pt x="31458" y="11985"/>
                    <a:pt x="31457" y="11985"/>
                    <a:pt x="31456" y="11985"/>
                  </a:cubicBezTo>
                  <a:cubicBezTo>
                    <a:pt x="31641" y="11950"/>
                    <a:pt x="31788" y="11795"/>
                    <a:pt x="31792" y="11597"/>
                  </a:cubicBezTo>
                  <a:cubicBezTo>
                    <a:pt x="31795" y="11381"/>
                    <a:pt x="31616" y="11184"/>
                    <a:pt x="31396" y="11184"/>
                  </a:cubicBezTo>
                  <a:cubicBezTo>
                    <a:pt x="31250" y="11184"/>
                    <a:pt x="31108" y="11248"/>
                    <a:pt x="30972" y="11299"/>
                  </a:cubicBezTo>
                  <a:cubicBezTo>
                    <a:pt x="30870" y="11337"/>
                    <a:pt x="30767" y="11375"/>
                    <a:pt x="30666" y="11410"/>
                  </a:cubicBezTo>
                  <a:cubicBezTo>
                    <a:pt x="30428" y="11487"/>
                    <a:pt x="30190" y="11564"/>
                    <a:pt x="29951" y="11639"/>
                  </a:cubicBezTo>
                  <a:cubicBezTo>
                    <a:pt x="29901" y="11655"/>
                    <a:pt x="29851" y="11668"/>
                    <a:pt x="29801" y="11683"/>
                  </a:cubicBezTo>
                  <a:cubicBezTo>
                    <a:pt x="29823" y="11652"/>
                    <a:pt x="29846" y="11620"/>
                    <a:pt x="29869" y="11590"/>
                  </a:cubicBezTo>
                  <a:lnTo>
                    <a:pt x="30182" y="11162"/>
                  </a:lnTo>
                  <a:cubicBezTo>
                    <a:pt x="30298" y="11003"/>
                    <a:pt x="30413" y="10842"/>
                    <a:pt x="30543" y="10695"/>
                  </a:cubicBezTo>
                  <a:cubicBezTo>
                    <a:pt x="30558" y="10680"/>
                    <a:pt x="30574" y="10665"/>
                    <a:pt x="30590" y="10651"/>
                  </a:cubicBezTo>
                  <a:cubicBezTo>
                    <a:pt x="30750" y="10499"/>
                    <a:pt x="30756" y="10237"/>
                    <a:pt x="30603" y="10080"/>
                  </a:cubicBezTo>
                  <a:cubicBezTo>
                    <a:pt x="30525" y="9998"/>
                    <a:pt x="30417" y="9956"/>
                    <a:pt x="30309" y="9956"/>
                  </a:cubicBezTo>
                  <a:cubicBezTo>
                    <a:pt x="30209" y="9956"/>
                    <a:pt x="30108" y="9993"/>
                    <a:pt x="30031" y="10065"/>
                  </a:cubicBezTo>
                  <a:cubicBezTo>
                    <a:pt x="29865" y="10223"/>
                    <a:pt x="29729" y="10412"/>
                    <a:pt x="29595" y="10597"/>
                  </a:cubicBezTo>
                  <a:cubicBezTo>
                    <a:pt x="29481" y="10752"/>
                    <a:pt x="29368" y="10908"/>
                    <a:pt x="29255" y="11063"/>
                  </a:cubicBezTo>
                  <a:cubicBezTo>
                    <a:pt x="29080" y="11300"/>
                    <a:pt x="28904" y="11538"/>
                    <a:pt x="28728" y="11772"/>
                  </a:cubicBezTo>
                  <a:cubicBezTo>
                    <a:pt x="28774" y="11308"/>
                    <a:pt x="28829" y="10843"/>
                    <a:pt x="28907" y="10384"/>
                  </a:cubicBezTo>
                  <a:cubicBezTo>
                    <a:pt x="28921" y="10345"/>
                    <a:pt x="28928" y="10303"/>
                    <a:pt x="28929" y="10259"/>
                  </a:cubicBezTo>
                  <a:cubicBezTo>
                    <a:pt x="28934" y="10043"/>
                    <a:pt x="28755" y="9845"/>
                    <a:pt x="28535" y="9845"/>
                  </a:cubicBezTo>
                  <a:cubicBezTo>
                    <a:pt x="28368" y="9845"/>
                    <a:pt x="28216" y="9940"/>
                    <a:pt x="28150" y="10095"/>
                  </a:cubicBezTo>
                  <a:cubicBezTo>
                    <a:pt x="28105" y="10199"/>
                    <a:pt x="28096" y="10325"/>
                    <a:pt x="28080" y="10437"/>
                  </a:cubicBezTo>
                  <a:cubicBezTo>
                    <a:pt x="28051" y="10623"/>
                    <a:pt x="28025" y="10812"/>
                    <a:pt x="28002" y="10999"/>
                  </a:cubicBezTo>
                  <a:lnTo>
                    <a:pt x="27983" y="11160"/>
                  </a:lnTo>
                  <a:cubicBezTo>
                    <a:pt x="27789" y="10927"/>
                    <a:pt x="27595" y="10694"/>
                    <a:pt x="27400" y="10462"/>
                  </a:cubicBezTo>
                  <a:cubicBezTo>
                    <a:pt x="27319" y="10363"/>
                    <a:pt x="27240" y="10264"/>
                    <a:pt x="27161" y="10162"/>
                  </a:cubicBezTo>
                  <a:cubicBezTo>
                    <a:pt x="27080" y="10056"/>
                    <a:pt x="26954" y="9997"/>
                    <a:pt x="26828" y="9997"/>
                  </a:cubicBezTo>
                  <a:cubicBezTo>
                    <a:pt x="26748" y="9997"/>
                    <a:pt x="26667" y="10021"/>
                    <a:pt x="26596" y="10072"/>
                  </a:cubicBezTo>
                  <a:cubicBezTo>
                    <a:pt x="26421" y="10199"/>
                    <a:pt x="26372" y="10461"/>
                    <a:pt x="26506" y="10638"/>
                  </a:cubicBezTo>
                  <a:cubicBezTo>
                    <a:pt x="26763" y="10976"/>
                    <a:pt x="27045" y="11296"/>
                    <a:pt x="27319" y="11622"/>
                  </a:cubicBezTo>
                  <a:cubicBezTo>
                    <a:pt x="27411" y="11734"/>
                    <a:pt x="27504" y="11845"/>
                    <a:pt x="27596" y="11956"/>
                  </a:cubicBezTo>
                  <a:cubicBezTo>
                    <a:pt x="27566" y="11952"/>
                    <a:pt x="27536" y="11950"/>
                    <a:pt x="27506" y="11946"/>
                  </a:cubicBezTo>
                  <a:cubicBezTo>
                    <a:pt x="27298" y="11927"/>
                    <a:pt x="27091" y="11909"/>
                    <a:pt x="26886" y="11895"/>
                  </a:cubicBezTo>
                  <a:cubicBezTo>
                    <a:pt x="26476" y="11864"/>
                    <a:pt x="26068" y="11833"/>
                    <a:pt x="25660" y="11808"/>
                  </a:cubicBezTo>
                  <a:cubicBezTo>
                    <a:pt x="25652" y="11807"/>
                    <a:pt x="25645" y="11807"/>
                    <a:pt x="25637" y="11807"/>
                  </a:cubicBezTo>
                  <a:cubicBezTo>
                    <a:pt x="25426" y="11807"/>
                    <a:pt x="25251" y="11996"/>
                    <a:pt x="25246" y="12202"/>
                  </a:cubicBezTo>
                  <a:cubicBezTo>
                    <a:pt x="25241" y="12429"/>
                    <a:pt x="25421" y="12602"/>
                    <a:pt x="25642" y="12616"/>
                  </a:cubicBezTo>
                  <a:cubicBezTo>
                    <a:pt x="26201" y="12650"/>
                    <a:pt x="26758" y="12694"/>
                    <a:pt x="27316" y="12739"/>
                  </a:cubicBezTo>
                  <a:cubicBezTo>
                    <a:pt x="27492" y="12755"/>
                    <a:pt x="27676" y="12763"/>
                    <a:pt x="27847" y="12800"/>
                  </a:cubicBezTo>
                  <a:cubicBezTo>
                    <a:pt x="27831" y="12797"/>
                    <a:pt x="27817" y="12794"/>
                    <a:pt x="27800" y="12789"/>
                  </a:cubicBezTo>
                  <a:cubicBezTo>
                    <a:pt x="27795" y="12788"/>
                    <a:pt x="27791" y="12786"/>
                    <a:pt x="27787" y="12783"/>
                  </a:cubicBezTo>
                  <a:lnTo>
                    <a:pt x="27787" y="12783"/>
                  </a:lnTo>
                  <a:cubicBezTo>
                    <a:pt x="27829" y="12797"/>
                    <a:pt x="27873" y="12803"/>
                    <a:pt x="27917" y="12803"/>
                  </a:cubicBezTo>
                  <a:cubicBezTo>
                    <a:pt x="27936" y="12803"/>
                    <a:pt x="27954" y="12801"/>
                    <a:pt x="27972" y="12800"/>
                  </a:cubicBezTo>
                  <a:lnTo>
                    <a:pt x="27972" y="12800"/>
                  </a:lnTo>
                  <a:cubicBezTo>
                    <a:pt x="27790" y="13290"/>
                    <a:pt x="27586" y="13769"/>
                    <a:pt x="27352" y="14236"/>
                  </a:cubicBezTo>
                  <a:cubicBezTo>
                    <a:pt x="27274" y="14377"/>
                    <a:pt x="27194" y="14516"/>
                    <a:pt x="27110" y="14653"/>
                  </a:cubicBezTo>
                  <a:cubicBezTo>
                    <a:pt x="27036" y="14758"/>
                    <a:pt x="26963" y="14861"/>
                    <a:pt x="26882" y="14963"/>
                  </a:cubicBezTo>
                  <a:cubicBezTo>
                    <a:pt x="26801" y="15065"/>
                    <a:pt x="26712" y="15161"/>
                    <a:pt x="26625" y="15258"/>
                  </a:cubicBezTo>
                  <a:cubicBezTo>
                    <a:pt x="26534" y="15350"/>
                    <a:pt x="26441" y="15437"/>
                    <a:pt x="26343" y="15522"/>
                  </a:cubicBezTo>
                  <a:cubicBezTo>
                    <a:pt x="26208" y="15632"/>
                    <a:pt x="26067" y="15735"/>
                    <a:pt x="25919" y="15829"/>
                  </a:cubicBezTo>
                  <a:cubicBezTo>
                    <a:pt x="25828" y="15882"/>
                    <a:pt x="25740" y="15941"/>
                    <a:pt x="25648" y="15987"/>
                  </a:cubicBezTo>
                  <a:cubicBezTo>
                    <a:pt x="25563" y="16029"/>
                    <a:pt x="25478" y="16069"/>
                    <a:pt x="25393" y="16111"/>
                  </a:cubicBezTo>
                  <a:cubicBezTo>
                    <a:pt x="25301" y="16149"/>
                    <a:pt x="25209" y="16192"/>
                    <a:pt x="25116" y="16222"/>
                  </a:cubicBezTo>
                  <a:cubicBezTo>
                    <a:pt x="25019" y="16256"/>
                    <a:pt x="24921" y="16287"/>
                    <a:pt x="24823" y="16319"/>
                  </a:cubicBezTo>
                  <a:cubicBezTo>
                    <a:pt x="24702" y="16354"/>
                    <a:pt x="24582" y="16384"/>
                    <a:pt x="24457" y="16406"/>
                  </a:cubicBezTo>
                  <a:cubicBezTo>
                    <a:pt x="24364" y="16421"/>
                    <a:pt x="24270" y="16431"/>
                    <a:pt x="24174" y="16437"/>
                  </a:cubicBezTo>
                  <a:cubicBezTo>
                    <a:pt x="24152" y="16438"/>
                    <a:pt x="24130" y="16438"/>
                    <a:pt x="24109" y="16438"/>
                  </a:cubicBezTo>
                  <a:cubicBezTo>
                    <a:pt x="24052" y="16438"/>
                    <a:pt x="23996" y="16436"/>
                    <a:pt x="23939" y="16433"/>
                  </a:cubicBezTo>
                  <a:cubicBezTo>
                    <a:pt x="23753" y="16411"/>
                    <a:pt x="23572" y="16374"/>
                    <a:pt x="23389" y="16341"/>
                  </a:cubicBezTo>
                  <a:cubicBezTo>
                    <a:pt x="23223" y="16302"/>
                    <a:pt x="23060" y="16258"/>
                    <a:pt x="22900" y="16203"/>
                  </a:cubicBezTo>
                  <a:cubicBezTo>
                    <a:pt x="22759" y="16149"/>
                    <a:pt x="22622" y="16088"/>
                    <a:pt x="22487" y="16020"/>
                  </a:cubicBezTo>
                  <a:cubicBezTo>
                    <a:pt x="22342" y="15944"/>
                    <a:pt x="22205" y="15860"/>
                    <a:pt x="22068" y="15768"/>
                  </a:cubicBezTo>
                  <a:cubicBezTo>
                    <a:pt x="21924" y="15664"/>
                    <a:pt x="21786" y="15553"/>
                    <a:pt x="21654" y="15435"/>
                  </a:cubicBezTo>
                  <a:cubicBezTo>
                    <a:pt x="21532" y="15321"/>
                    <a:pt x="21418" y="15199"/>
                    <a:pt x="21308" y="15076"/>
                  </a:cubicBezTo>
                  <a:cubicBezTo>
                    <a:pt x="21222" y="14970"/>
                    <a:pt x="21139" y="14865"/>
                    <a:pt x="21053" y="14761"/>
                  </a:cubicBezTo>
                  <a:cubicBezTo>
                    <a:pt x="20975" y="14665"/>
                    <a:pt x="20907" y="14561"/>
                    <a:pt x="20835" y="14460"/>
                  </a:cubicBezTo>
                  <a:cubicBezTo>
                    <a:pt x="20705" y="14278"/>
                    <a:pt x="20589" y="14089"/>
                    <a:pt x="20469" y="13901"/>
                  </a:cubicBezTo>
                  <a:cubicBezTo>
                    <a:pt x="20344" y="13676"/>
                    <a:pt x="20218" y="13452"/>
                    <a:pt x="20104" y="13223"/>
                  </a:cubicBezTo>
                  <a:cubicBezTo>
                    <a:pt x="19996" y="13006"/>
                    <a:pt x="19893" y="12789"/>
                    <a:pt x="19792" y="12571"/>
                  </a:cubicBezTo>
                  <a:cubicBezTo>
                    <a:pt x="19745" y="12461"/>
                    <a:pt x="19699" y="12349"/>
                    <a:pt x="19651" y="12239"/>
                  </a:cubicBezTo>
                  <a:cubicBezTo>
                    <a:pt x="19615" y="12153"/>
                    <a:pt x="19587" y="12065"/>
                    <a:pt x="19556" y="11977"/>
                  </a:cubicBezTo>
                  <a:cubicBezTo>
                    <a:pt x="19552" y="11962"/>
                    <a:pt x="19549" y="11946"/>
                    <a:pt x="19544" y="11932"/>
                  </a:cubicBezTo>
                  <a:lnTo>
                    <a:pt x="19544" y="11918"/>
                  </a:lnTo>
                  <a:cubicBezTo>
                    <a:pt x="19546" y="11864"/>
                    <a:pt x="19535" y="11810"/>
                    <a:pt x="19515" y="11761"/>
                  </a:cubicBezTo>
                  <a:cubicBezTo>
                    <a:pt x="19693" y="11620"/>
                    <a:pt x="19861" y="11468"/>
                    <a:pt x="20033" y="11320"/>
                  </a:cubicBezTo>
                  <a:cubicBezTo>
                    <a:pt x="20405" y="10997"/>
                    <a:pt x="20755" y="10633"/>
                    <a:pt x="21029" y="10219"/>
                  </a:cubicBezTo>
                  <a:cubicBezTo>
                    <a:pt x="21290" y="9823"/>
                    <a:pt x="21476" y="9389"/>
                    <a:pt x="21613" y="8936"/>
                  </a:cubicBezTo>
                  <a:cubicBezTo>
                    <a:pt x="21644" y="8834"/>
                    <a:pt x="21678" y="8733"/>
                    <a:pt x="21700" y="8629"/>
                  </a:cubicBezTo>
                  <a:cubicBezTo>
                    <a:pt x="21727" y="8512"/>
                    <a:pt x="21753" y="8395"/>
                    <a:pt x="21779" y="8276"/>
                  </a:cubicBezTo>
                  <a:cubicBezTo>
                    <a:pt x="21829" y="8050"/>
                    <a:pt x="21856" y="7817"/>
                    <a:pt x="21875" y="7587"/>
                  </a:cubicBezTo>
                  <a:cubicBezTo>
                    <a:pt x="21884" y="7479"/>
                    <a:pt x="21899" y="7372"/>
                    <a:pt x="21900" y="7264"/>
                  </a:cubicBezTo>
                  <a:cubicBezTo>
                    <a:pt x="21901" y="7127"/>
                    <a:pt x="21905" y="6990"/>
                    <a:pt x="21906" y="6853"/>
                  </a:cubicBezTo>
                  <a:cubicBezTo>
                    <a:pt x="21907" y="6751"/>
                    <a:pt x="21900" y="6649"/>
                    <a:pt x="21895" y="6548"/>
                  </a:cubicBezTo>
                  <a:cubicBezTo>
                    <a:pt x="21889" y="6396"/>
                    <a:pt x="21884" y="6246"/>
                    <a:pt x="21869" y="6095"/>
                  </a:cubicBezTo>
                  <a:cubicBezTo>
                    <a:pt x="21815" y="5542"/>
                    <a:pt x="21670" y="4987"/>
                    <a:pt x="21424" y="4484"/>
                  </a:cubicBezTo>
                  <a:cubicBezTo>
                    <a:pt x="21366" y="4364"/>
                    <a:pt x="21306" y="4242"/>
                    <a:pt x="21247" y="4120"/>
                  </a:cubicBezTo>
                  <a:cubicBezTo>
                    <a:pt x="21204" y="4033"/>
                    <a:pt x="21154" y="3949"/>
                    <a:pt x="21105" y="3864"/>
                  </a:cubicBezTo>
                  <a:cubicBezTo>
                    <a:pt x="21051" y="3771"/>
                    <a:pt x="20998" y="3679"/>
                    <a:pt x="20939" y="3587"/>
                  </a:cubicBezTo>
                  <a:cubicBezTo>
                    <a:pt x="20883" y="3498"/>
                    <a:pt x="20830" y="3405"/>
                    <a:pt x="20769" y="3320"/>
                  </a:cubicBezTo>
                  <a:cubicBezTo>
                    <a:pt x="20693" y="3216"/>
                    <a:pt x="20618" y="3112"/>
                    <a:pt x="20541" y="3007"/>
                  </a:cubicBezTo>
                  <a:cubicBezTo>
                    <a:pt x="20479" y="2921"/>
                    <a:pt x="20406" y="2841"/>
                    <a:pt x="20339" y="2759"/>
                  </a:cubicBezTo>
                  <a:cubicBezTo>
                    <a:pt x="20061" y="2418"/>
                    <a:pt x="19745" y="2106"/>
                    <a:pt x="19397" y="1836"/>
                  </a:cubicBezTo>
                  <a:cubicBezTo>
                    <a:pt x="19225" y="1703"/>
                    <a:pt x="19050" y="1572"/>
                    <a:pt x="18861" y="1461"/>
                  </a:cubicBezTo>
                  <a:cubicBezTo>
                    <a:pt x="18671" y="1350"/>
                    <a:pt x="18481" y="1236"/>
                    <a:pt x="18280" y="1145"/>
                  </a:cubicBezTo>
                  <a:cubicBezTo>
                    <a:pt x="18079" y="1053"/>
                    <a:pt x="17880" y="965"/>
                    <a:pt x="17671" y="890"/>
                  </a:cubicBezTo>
                  <a:cubicBezTo>
                    <a:pt x="17447" y="807"/>
                    <a:pt x="17221" y="732"/>
                    <a:pt x="16993" y="660"/>
                  </a:cubicBezTo>
                  <a:cubicBezTo>
                    <a:pt x="16767" y="590"/>
                    <a:pt x="16539" y="527"/>
                    <a:pt x="16309" y="470"/>
                  </a:cubicBezTo>
                  <a:cubicBezTo>
                    <a:pt x="16265" y="438"/>
                    <a:pt x="16219" y="408"/>
                    <a:pt x="16173" y="383"/>
                  </a:cubicBezTo>
                  <a:cubicBezTo>
                    <a:pt x="15983" y="280"/>
                    <a:pt x="15784" y="204"/>
                    <a:pt x="15576" y="149"/>
                  </a:cubicBezTo>
                  <a:cubicBezTo>
                    <a:pt x="15188" y="46"/>
                    <a:pt x="14787" y="0"/>
                    <a:pt x="14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4145;p72">
              <a:extLst>
                <a:ext uri="{FF2B5EF4-FFF2-40B4-BE49-F238E27FC236}">
                  <a16:creationId xmlns:a16="http://schemas.microsoft.com/office/drawing/2014/main" id="{D71E78CB-B71C-2043-08E1-4FCBF1FD3373}"/>
                </a:ext>
              </a:extLst>
            </p:cNvPr>
            <p:cNvSpPr/>
            <p:nvPr/>
          </p:nvSpPr>
          <p:spPr>
            <a:xfrm>
              <a:off x="2391774" y="522277"/>
              <a:ext cx="23523" cy="78464"/>
            </a:xfrm>
            <a:custGeom>
              <a:avLst/>
              <a:gdLst/>
              <a:ahLst/>
              <a:cxnLst/>
              <a:rect l="l" t="t" r="r" b="b"/>
              <a:pathLst>
                <a:path w="1010" h="3369" extrusionOk="0">
                  <a:moveTo>
                    <a:pt x="406" y="0"/>
                  </a:moveTo>
                  <a:cubicBezTo>
                    <a:pt x="193" y="0"/>
                    <a:pt x="0" y="179"/>
                    <a:pt x="0" y="395"/>
                  </a:cubicBezTo>
                  <a:cubicBezTo>
                    <a:pt x="0" y="511"/>
                    <a:pt x="10" y="629"/>
                    <a:pt x="17" y="744"/>
                  </a:cubicBezTo>
                  <a:cubicBezTo>
                    <a:pt x="25" y="858"/>
                    <a:pt x="31" y="973"/>
                    <a:pt x="39" y="1090"/>
                  </a:cubicBezTo>
                  <a:cubicBezTo>
                    <a:pt x="52" y="1294"/>
                    <a:pt x="65" y="1499"/>
                    <a:pt x="79" y="1704"/>
                  </a:cubicBezTo>
                  <a:cubicBezTo>
                    <a:pt x="108" y="2139"/>
                    <a:pt x="135" y="2574"/>
                    <a:pt x="183" y="3007"/>
                  </a:cubicBezTo>
                  <a:cubicBezTo>
                    <a:pt x="205" y="3212"/>
                    <a:pt x="384" y="3369"/>
                    <a:pt x="586" y="3369"/>
                  </a:cubicBezTo>
                  <a:cubicBezTo>
                    <a:pt x="599" y="3369"/>
                    <a:pt x="613" y="3369"/>
                    <a:pt x="626" y="3366"/>
                  </a:cubicBezTo>
                  <a:cubicBezTo>
                    <a:pt x="846" y="3344"/>
                    <a:pt x="1010" y="3142"/>
                    <a:pt x="987" y="2923"/>
                  </a:cubicBezTo>
                  <a:cubicBezTo>
                    <a:pt x="940" y="2489"/>
                    <a:pt x="912" y="2054"/>
                    <a:pt x="882" y="1619"/>
                  </a:cubicBezTo>
                  <a:cubicBezTo>
                    <a:pt x="857" y="1218"/>
                    <a:pt x="831" y="819"/>
                    <a:pt x="809" y="417"/>
                  </a:cubicBezTo>
                  <a:lnTo>
                    <a:pt x="809" y="415"/>
                  </a:lnTo>
                  <a:cubicBezTo>
                    <a:pt x="809" y="193"/>
                    <a:pt x="637" y="5"/>
                    <a:pt x="414" y="1"/>
                  </a:cubicBezTo>
                  <a:cubicBezTo>
                    <a:pt x="412" y="0"/>
                    <a:pt x="409" y="0"/>
                    <a:pt x="4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146;p72">
              <a:extLst>
                <a:ext uri="{FF2B5EF4-FFF2-40B4-BE49-F238E27FC236}">
                  <a16:creationId xmlns:a16="http://schemas.microsoft.com/office/drawing/2014/main" id="{CBDA4506-B5A4-3199-D6CE-00AF4876672B}"/>
                </a:ext>
              </a:extLst>
            </p:cNvPr>
            <p:cNvSpPr/>
            <p:nvPr/>
          </p:nvSpPr>
          <p:spPr>
            <a:xfrm>
              <a:off x="2456380" y="495703"/>
              <a:ext cx="19703" cy="93579"/>
            </a:xfrm>
            <a:custGeom>
              <a:avLst/>
              <a:gdLst/>
              <a:ahLst/>
              <a:cxnLst/>
              <a:rect l="l" t="t" r="r" b="b"/>
              <a:pathLst>
                <a:path w="846" h="4018" extrusionOk="0">
                  <a:moveTo>
                    <a:pt x="407" y="1"/>
                  </a:moveTo>
                  <a:cubicBezTo>
                    <a:pt x="195" y="1"/>
                    <a:pt x="2" y="178"/>
                    <a:pt x="2" y="395"/>
                  </a:cubicBezTo>
                  <a:cubicBezTo>
                    <a:pt x="2" y="926"/>
                    <a:pt x="0" y="1454"/>
                    <a:pt x="2" y="1985"/>
                  </a:cubicBezTo>
                  <a:cubicBezTo>
                    <a:pt x="4" y="2540"/>
                    <a:pt x="0" y="3100"/>
                    <a:pt x="35" y="3657"/>
                  </a:cubicBezTo>
                  <a:cubicBezTo>
                    <a:pt x="47" y="3863"/>
                    <a:pt x="240" y="4017"/>
                    <a:pt x="440" y="4017"/>
                  </a:cubicBezTo>
                  <a:cubicBezTo>
                    <a:pt x="452" y="4017"/>
                    <a:pt x="466" y="4017"/>
                    <a:pt x="479" y="4016"/>
                  </a:cubicBezTo>
                  <a:cubicBezTo>
                    <a:pt x="587" y="4006"/>
                    <a:pt x="686" y="3951"/>
                    <a:pt x="754" y="3867"/>
                  </a:cubicBezTo>
                  <a:cubicBezTo>
                    <a:pt x="821" y="3782"/>
                    <a:pt x="846" y="3679"/>
                    <a:pt x="840" y="3573"/>
                  </a:cubicBezTo>
                  <a:cubicBezTo>
                    <a:pt x="837" y="3526"/>
                    <a:pt x="833" y="3479"/>
                    <a:pt x="832" y="3433"/>
                  </a:cubicBezTo>
                  <a:cubicBezTo>
                    <a:pt x="794" y="2428"/>
                    <a:pt x="810" y="1418"/>
                    <a:pt x="810" y="414"/>
                  </a:cubicBezTo>
                  <a:cubicBezTo>
                    <a:pt x="810" y="193"/>
                    <a:pt x="639" y="6"/>
                    <a:pt x="416" y="1"/>
                  </a:cubicBezTo>
                  <a:cubicBezTo>
                    <a:pt x="413" y="1"/>
                    <a:pt x="410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147;p72">
              <a:extLst>
                <a:ext uri="{FF2B5EF4-FFF2-40B4-BE49-F238E27FC236}">
                  <a16:creationId xmlns:a16="http://schemas.microsoft.com/office/drawing/2014/main" id="{7C8B577D-AB6F-1AC3-1D2B-C7B858291191}"/>
                </a:ext>
              </a:extLst>
            </p:cNvPr>
            <p:cNvSpPr/>
            <p:nvPr/>
          </p:nvSpPr>
          <p:spPr>
            <a:xfrm>
              <a:off x="2364152" y="582389"/>
              <a:ext cx="165778" cy="96840"/>
            </a:xfrm>
            <a:custGeom>
              <a:avLst/>
              <a:gdLst/>
              <a:ahLst/>
              <a:cxnLst/>
              <a:rect l="l" t="t" r="r" b="b"/>
              <a:pathLst>
                <a:path w="7118" h="4158" extrusionOk="0">
                  <a:moveTo>
                    <a:pt x="6697" y="1"/>
                  </a:moveTo>
                  <a:cubicBezTo>
                    <a:pt x="6503" y="1"/>
                    <a:pt x="6317" y="144"/>
                    <a:pt x="6293" y="343"/>
                  </a:cubicBezTo>
                  <a:cubicBezTo>
                    <a:pt x="6276" y="490"/>
                    <a:pt x="6252" y="636"/>
                    <a:pt x="6222" y="780"/>
                  </a:cubicBezTo>
                  <a:cubicBezTo>
                    <a:pt x="6176" y="984"/>
                    <a:pt x="6122" y="1185"/>
                    <a:pt x="6059" y="1383"/>
                  </a:cubicBezTo>
                  <a:cubicBezTo>
                    <a:pt x="6020" y="1486"/>
                    <a:pt x="5976" y="1587"/>
                    <a:pt x="5928" y="1687"/>
                  </a:cubicBezTo>
                  <a:cubicBezTo>
                    <a:pt x="5875" y="1783"/>
                    <a:pt x="5818" y="1878"/>
                    <a:pt x="5755" y="1970"/>
                  </a:cubicBezTo>
                  <a:cubicBezTo>
                    <a:pt x="5659" y="2104"/>
                    <a:pt x="5554" y="2230"/>
                    <a:pt x="5447" y="2353"/>
                  </a:cubicBezTo>
                  <a:cubicBezTo>
                    <a:pt x="5346" y="2455"/>
                    <a:pt x="5246" y="2555"/>
                    <a:pt x="5137" y="2649"/>
                  </a:cubicBezTo>
                  <a:cubicBezTo>
                    <a:pt x="5014" y="2748"/>
                    <a:pt x="4889" y="2841"/>
                    <a:pt x="4756" y="2927"/>
                  </a:cubicBezTo>
                  <a:cubicBezTo>
                    <a:pt x="4642" y="2996"/>
                    <a:pt x="4525" y="3060"/>
                    <a:pt x="4406" y="3117"/>
                  </a:cubicBezTo>
                  <a:cubicBezTo>
                    <a:pt x="4310" y="3159"/>
                    <a:pt x="4213" y="3196"/>
                    <a:pt x="4113" y="3227"/>
                  </a:cubicBezTo>
                  <a:cubicBezTo>
                    <a:pt x="3996" y="3262"/>
                    <a:pt x="3878" y="3287"/>
                    <a:pt x="3758" y="3308"/>
                  </a:cubicBezTo>
                  <a:cubicBezTo>
                    <a:pt x="3628" y="3327"/>
                    <a:pt x="3498" y="3341"/>
                    <a:pt x="3366" y="3349"/>
                  </a:cubicBezTo>
                  <a:cubicBezTo>
                    <a:pt x="3325" y="3350"/>
                    <a:pt x="3285" y="3351"/>
                    <a:pt x="3244" y="3351"/>
                  </a:cubicBezTo>
                  <a:cubicBezTo>
                    <a:pt x="3131" y="3351"/>
                    <a:pt x="3018" y="3346"/>
                    <a:pt x="2905" y="3338"/>
                  </a:cubicBezTo>
                  <a:cubicBezTo>
                    <a:pt x="2742" y="3321"/>
                    <a:pt x="2582" y="3296"/>
                    <a:pt x="2421" y="3264"/>
                  </a:cubicBezTo>
                  <a:cubicBezTo>
                    <a:pt x="2271" y="3229"/>
                    <a:pt x="2126" y="3189"/>
                    <a:pt x="1981" y="3139"/>
                  </a:cubicBezTo>
                  <a:cubicBezTo>
                    <a:pt x="1899" y="3106"/>
                    <a:pt x="1817" y="3073"/>
                    <a:pt x="1738" y="3035"/>
                  </a:cubicBezTo>
                  <a:cubicBezTo>
                    <a:pt x="1692" y="3008"/>
                    <a:pt x="1648" y="2982"/>
                    <a:pt x="1605" y="2955"/>
                  </a:cubicBezTo>
                  <a:cubicBezTo>
                    <a:pt x="1510" y="2888"/>
                    <a:pt x="1419" y="2817"/>
                    <a:pt x="1332" y="2741"/>
                  </a:cubicBezTo>
                  <a:cubicBezTo>
                    <a:pt x="1239" y="2652"/>
                    <a:pt x="1148" y="2560"/>
                    <a:pt x="1064" y="2462"/>
                  </a:cubicBezTo>
                  <a:cubicBezTo>
                    <a:pt x="1013" y="2395"/>
                    <a:pt x="966" y="2330"/>
                    <a:pt x="920" y="2261"/>
                  </a:cubicBezTo>
                  <a:cubicBezTo>
                    <a:pt x="885" y="2199"/>
                    <a:pt x="852" y="2137"/>
                    <a:pt x="819" y="2074"/>
                  </a:cubicBezTo>
                  <a:cubicBezTo>
                    <a:pt x="819" y="2073"/>
                    <a:pt x="817" y="2073"/>
                    <a:pt x="817" y="2071"/>
                  </a:cubicBezTo>
                  <a:cubicBezTo>
                    <a:pt x="815" y="2041"/>
                    <a:pt x="806" y="2013"/>
                    <a:pt x="797" y="1984"/>
                  </a:cubicBezTo>
                  <a:cubicBezTo>
                    <a:pt x="757" y="1883"/>
                    <a:pt x="678" y="1799"/>
                    <a:pt x="579" y="1756"/>
                  </a:cubicBezTo>
                  <a:cubicBezTo>
                    <a:pt x="527" y="1734"/>
                    <a:pt x="474" y="1723"/>
                    <a:pt x="421" y="1723"/>
                  </a:cubicBezTo>
                  <a:cubicBezTo>
                    <a:pt x="372" y="1723"/>
                    <a:pt x="323" y="1732"/>
                    <a:pt x="273" y="1747"/>
                  </a:cubicBezTo>
                  <a:cubicBezTo>
                    <a:pt x="98" y="1805"/>
                    <a:pt x="0" y="1996"/>
                    <a:pt x="14" y="2172"/>
                  </a:cubicBezTo>
                  <a:cubicBezTo>
                    <a:pt x="22" y="2280"/>
                    <a:pt x="68" y="2388"/>
                    <a:pt x="118" y="2482"/>
                  </a:cubicBezTo>
                  <a:cubicBezTo>
                    <a:pt x="175" y="2593"/>
                    <a:pt x="237" y="2702"/>
                    <a:pt x="309" y="2803"/>
                  </a:cubicBezTo>
                  <a:cubicBezTo>
                    <a:pt x="450" y="3002"/>
                    <a:pt x="616" y="3186"/>
                    <a:pt x="803" y="3350"/>
                  </a:cubicBezTo>
                  <a:cubicBezTo>
                    <a:pt x="982" y="3509"/>
                    <a:pt x="1178" y="3660"/>
                    <a:pt x="1393" y="3764"/>
                  </a:cubicBezTo>
                  <a:cubicBezTo>
                    <a:pt x="1658" y="3893"/>
                    <a:pt x="1937" y="3980"/>
                    <a:pt x="2224" y="4046"/>
                  </a:cubicBezTo>
                  <a:cubicBezTo>
                    <a:pt x="2501" y="4108"/>
                    <a:pt x="2789" y="4148"/>
                    <a:pt x="3073" y="4156"/>
                  </a:cubicBezTo>
                  <a:cubicBezTo>
                    <a:pt x="3119" y="4157"/>
                    <a:pt x="3163" y="4157"/>
                    <a:pt x="3207" y="4157"/>
                  </a:cubicBezTo>
                  <a:cubicBezTo>
                    <a:pt x="3441" y="4157"/>
                    <a:pt x="3676" y="4140"/>
                    <a:pt x="3909" y="4101"/>
                  </a:cubicBezTo>
                  <a:cubicBezTo>
                    <a:pt x="4160" y="4058"/>
                    <a:pt x="4414" y="3994"/>
                    <a:pt x="4646" y="3893"/>
                  </a:cubicBezTo>
                  <a:cubicBezTo>
                    <a:pt x="4899" y="3780"/>
                    <a:pt x="5144" y="3650"/>
                    <a:pt x="5368" y="3488"/>
                  </a:cubicBezTo>
                  <a:cubicBezTo>
                    <a:pt x="5599" y="3321"/>
                    <a:pt x="5812" y="3137"/>
                    <a:pt x="6008" y="2930"/>
                  </a:cubicBezTo>
                  <a:cubicBezTo>
                    <a:pt x="6356" y="2565"/>
                    <a:pt x="6639" y="2142"/>
                    <a:pt x="6814" y="1666"/>
                  </a:cubicBezTo>
                  <a:cubicBezTo>
                    <a:pt x="6881" y="1481"/>
                    <a:pt x="6933" y="1287"/>
                    <a:pt x="6977" y="1095"/>
                  </a:cubicBezTo>
                  <a:cubicBezTo>
                    <a:pt x="7026" y="887"/>
                    <a:pt x="7066" y="679"/>
                    <a:pt x="7092" y="466"/>
                  </a:cubicBezTo>
                  <a:cubicBezTo>
                    <a:pt x="7118" y="247"/>
                    <a:pt x="6977" y="39"/>
                    <a:pt x="6754" y="5"/>
                  </a:cubicBezTo>
                  <a:cubicBezTo>
                    <a:pt x="6735" y="2"/>
                    <a:pt x="6716" y="1"/>
                    <a:pt x="6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792;p40">
            <a:extLst>
              <a:ext uri="{FF2B5EF4-FFF2-40B4-BE49-F238E27FC236}">
                <a16:creationId xmlns:a16="http://schemas.microsoft.com/office/drawing/2014/main" id="{D2DA8EE1-7F1C-4982-8CEB-39AC4057B24F}"/>
              </a:ext>
            </a:extLst>
          </p:cNvPr>
          <p:cNvSpPr txBox="1">
            <a:spLocks/>
          </p:cNvSpPr>
          <p:nvPr/>
        </p:nvSpPr>
        <p:spPr>
          <a:xfrm>
            <a:off x="2092800" y="3419825"/>
            <a:ext cx="1948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Font typeface="Nunito"/>
              <a:buNone/>
            </a:pPr>
            <a:endParaRPr lang="pt-PT" sz="2300" b="1" dirty="0">
              <a:solidFill>
                <a:schemeClr val="dk1"/>
              </a:solidFill>
              <a:latin typeface="Zen Loop"/>
              <a:ea typeface="Zen Loop"/>
              <a:cs typeface="Zen Loop"/>
              <a:sym typeface="Zen Loop"/>
            </a:endParaRPr>
          </a:p>
        </p:txBody>
      </p:sp>
      <p:sp>
        <p:nvSpPr>
          <p:cNvPr id="27" name="Google Shape;792;p40">
            <a:extLst>
              <a:ext uri="{FF2B5EF4-FFF2-40B4-BE49-F238E27FC236}">
                <a16:creationId xmlns:a16="http://schemas.microsoft.com/office/drawing/2014/main" id="{C436BC7E-E179-76D5-B415-8D3DA8FD84E9}"/>
              </a:ext>
            </a:extLst>
          </p:cNvPr>
          <p:cNvSpPr txBox="1">
            <a:spLocks/>
          </p:cNvSpPr>
          <p:nvPr/>
        </p:nvSpPr>
        <p:spPr>
          <a:xfrm>
            <a:off x="595678" y="700759"/>
            <a:ext cx="1948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●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○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Nunito"/>
              <a:buChar char="■"/>
              <a:defRPr sz="1400" b="0" i="0" u="none" strike="noStrike" cap="none">
                <a:solidFill>
                  <a:schemeClr val="accent5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Font typeface="Nunito"/>
              <a:buNone/>
            </a:pPr>
            <a:endParaRPr lang="pt-PT" sz="2300" b="1" dirty="0">
              <a:solidFill>
                <a:schemeClr val="bg2"/>
              </a:solidFill>
              <a:latin typeface="Zen Loop"/>
              <a:ea typeface="Zen Loop"/>
              <a:cs typeface="Zen Loop"/>
              <a:sym typeface="Zen Loop"/>
            </a:endParaRPr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193240EA-1FF5-5845-ADE2-1F52264F125C}"/>
              </a:ext>
            </a:extLst>
          </p:cNvPr>
          <p:cNvSpPr/>
          <p:nvPr/>
        </p:nvSpPr>
        <p:spPr>
          <a:xfrm>
            <a:off x="197731" y="916469"/>
            <a:ext cx="2504574" cy="1229200"/>
          </a:xfrm>
          <a:prstGeom prst="wedgeRoundRectCallout">
            <a:avLst>
              <a:gd name="adj1" fmla="val 4398"/>
              <a:gd name="adj2" fmla="val 82716"/>
              <a:gd name="adj3" fmla="val 16667"/>
            </a:avLst>
          </a:prstGeom>
          <a:solidFill>
            <a:schemeClr val="accent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The narrative perspective of "Hawk Roosting" is first-person, as it is written from the viewpoint of the hawk.</a:t>
            </a:r>
          </a:p>
          <a:p>
            <a:pPr algn="ctr"/>
            <a:endParaRPr lang="en-US" dirty="0"/>
          </a:p>
        </p:txBody>
      </p: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4691E75A-DA11-8961-0E58-F64D9FBDFA3E}"/>
              </a:ext>
            </a:extLst>
          </p:cNvPr>
          <p:cNvSpPr/>
          <p:nvPr/>
        </p:nvSpPr>
        <p:spPr>
          <a:xfrm>
            <a:off x="1822689" y="3670033"/>
            <a:ext cx="2422819" cy="1074370"/>
          </a:xfrm>
          <a:prstGeom prst="wedgeRoundRectCallout">
            <a:avLst>
              <a:gd name="adj1" fmla="val 1425"/>
              <a:gd name="adj2" fmla="val -71203"/>
              <a:gd name="adj3" fmla="val 16667"/>
            </a:avLst>
          </a:prstGeom>
          <a:solidFill>
            <a:schemeClr val="accent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>
              <a:spcBef>
                <a:spcPts val="0"/>
              </a:spcBef>
              <a:spcAft>
                <a:spcPts val="1600"/>
              </a:spcAft>
            </a:pPr>
            <a:r>
              <a:rPr lang="en-US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osis" pitchFamily="2" charset="0"/>
                <a:cs typeface="Dosis" pitchFamily="2" charset="0"/>
              </a:rPr>
              <a:t>Portraying its unapologetic dominance and sense of power in the natural world.</a:t>
            </a:r>
            <a:endParaRPr lang="en-US" sz="1100" dirty="0">
              <a:solidFill>
                <a:schemeClr val="bg1"/>
              </a:solidFill>
              <a:effectLst/>
            </a:endParaRP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B63E174A-9923-3D1F-F290-4D7F6C170148}"/>
              </a:ext>
            </a:extLst>
          </p:cNvPr>
          <p:cNvSpPr/>
          <p:nvPr/>
        </p:nvSpPr>
        <p:spPr>
          <a:xfrm>
            <a:off x="6460184" y="821622"/>
            <a:ext cx="2585403" cy="1282151"/>
          </a:xfrm>
          <a:prstGeom prst="wedgeRoundRectCallout">
            <a:avLst>
              <a:gd name="adj1" fmla="val -6249"/>
              <a:gd name="adj2" fmla="val 68350"/>
              <a:gd name="adj3" fmla="val 16667"/>
            </a:avLst>
          </a:prstGeom>
          <a:solidFill>
            <a:schemeClr val="accent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Using straightforward words and phrases to convey the hawk's primal and uncomplicated perspective on power and dominance.</a:t>
            </a:r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8F64540D-9285-AA3F-74AA-8B79F322FA3F}"/>
              </a:ext>
            </a:extLst>
          </p:cNvPr>
          <p:cNvSpPr/>
          <p:nvPr/>
        </p:nvSpPr>
        <p:spPr>
          <a:xfrm>
            <a:off x="3014146" y="916469"/>
            <a:ext cx="3158434" cy="1166398"/>
          </a:xfrm>
          <a:prstGeom prst="wedgeRoundRectCallout">
            <a:avLst>
              <a:gd name="adj1" fmla="val -760"/>
              <a:gd name="adj2" fmla="val 75783"/>
              <a:gd name="adj3" fmla="val 16667"/>
            </a:avLst>
          </a:prstGeom>
          <a:solidFill>
            <a:schemeClr val="accent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Nunito"/>
              <a:buNone/>
            </a:pPr>
            <a:r>
              <a:rPr lang="en-US" dirty="0">
                <a:solidFill>
                  <a:schemeClr val="bg1"/>
                </a:solidFill>
                <a:latin typeface="+mj-lt"/>
                <a:ea typeface="Dosis"/>
                <a:cs typeface="Dosis"/>
                <a:sym typeface="Dosis"/>
              </a:rPr>
              <a:t>The poem highlights the theme of control and dominance, emphasizing the hawk's unyielding authority and power in its environment.</a:t>
            </a:r>
            <a:endParaRPr lang="pt-BR" dirty="0">
              <a:solidFill>
                <a:schemeClr val="bg1"/>
              </a:solidFill>
              <a:latin typeface="+mj-lt"/>
              <a:ea typeface="Dosis"/>
              <a:cs typeface="Dosis"/>
              <a:sym typeface="Dosis"/>
            </a:endParaRPr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78BF06E9-7C55-7777-FD51-014B7AC28E3C}"/>
              </a:ext>
            </a:extLst>
          </p:cNvPr>
          <p:cNvSpPr/>
          <p:nvPr/>
        </p:nvSpPr>
        <p:spPr>
          <a:xfrm>
            <a:off x="5059121" y="3706051"/>
            <a:ext cx="3614396" cy="1074370"/>
          </a:xfrm>
          <a:prstGeom prst="wedgeRoundRectCallout">
            <a:avLst>
              <a:gd name="adj1" fmla="val -21454"/>
              <a:gd name="adj2" fmla="val -82445"/>
              <a:gd name="adj3" fmla="val 16667"/>
            </a:avLst>
          </a:prstGeom>
          <a:solidFill>
            <a:schemeClr val="accent2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tx1"/>
              </a:solidFill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magery and symbolism are skillfully used to depict the hawk as a symbol of primal power and to create vivid mental images of its world.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3820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800" decel="10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80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" grpId="0" build="p"/>
      <p:bldP spid="10" grpId="0" animBg="1"/>
      <p:bldP spid="11" grpId="0" animBg="1"/>
      <p:bldP spid="12" grpId="0" animBg="1"/>
      <p:bldP spid="13" grpId="0" animBg="1"/>
      <p:bldP spid="14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"/>
          <p:cNvSpPr txBox="1">
            <a:spLocks noGrp="1"/>
          </p:cNvSpPr>
          <p:nvPr>
            <p:ph type="title"/>
          </p:nvPr>
        </p:nvSpPr>
        <p:spPr>
          <a:xfrm>
            <a:off x="1492340" y="114100"/>
            <a:ext cx="615052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QUESTIONS ?</a:t>
            </a:r>
            <a:endParaRPr dirty="0"/>
          </a:p>
        </p:txBody>
      </p:sp>
      <p:sp>
        <p:nvSpPr>
          <p:cNvPr id="544" name="Google Shape;544;p56"/>
          <p:cNvSpPr/>
          <p:nvPr/>
        </p:nvSpPr>
        <p:spPr>
          <a:xfrm>
            <a:off x="495053" y="856550"/>
            <a:ext cx="1840327" cy="1427072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5" name="Google Shape;545;p56"/>
          <p:cNvSpPr/>
          <p:nvPr/>
        </p:nvSpPr>
        <p:spPr>
          <a:xfrm rot="1319841">
            <a:off x="6705855" y="-184877"/>
            <a:ext cx="1746762" cy="2851109"/>
          </a:xfrm>
          <a:custGeom>
            <a:avLst/>
            <a:gdLst/>
            <a:ahLst/>
            <a:cxnLst/>
            <a:rect l="l" t="t" r="r" b="b"/>
            <a:pathLst>
              <a:path w="101320" h="165377" extrusionOk="0">
                <a:moveTo>
                  <a:pt x="88696" y="99"/>
                </a:moveTo>
                <a:cubicBezTo>
                  <a:pt x="88218" y="353"/>
                  <a:pt x="87360" y="1013"/>
                  <a:pt x="85840" y="2351"/>
                </a:cubicBezTo>
                <a:cubicBezTo>
                  <a:pt x="83996" y="3969"/>
                  <a:pt x="83461" y="4531"/>
                  <a:pt x="82026" y="6305"/>
                </a:cubicBezTo>
                <a:cubicBezTo>
                  <a:pt x="80605" y="8064"/>
                  <a:pt x="80155" y="8781"/>
                  <a:pt x="78677" y="11596"/>
                </a:cubicBezTo>
                <a:cubicBezTo>
                  <a:pt x="77791" y="13299"/>
                  <a:pt x="76581" y="15438"/>
                  <a:pt x="75891" y="16564"/>
                </a:cubicBezTo>
                <a:cubicBezTo>
                  <a:pt x="75539" y="17112"/>
                  <a:pt x="75145" y="17774"/>
                  <a:pt x="75005" y="18013"/>
                </a:cubicBezTo>
                <a:cubicBezTo>
                  <a:pt x="74849" y="18252"/>
                  <a:pt x="74723" y="18449"/>
                  <a:pt x="74723" y="18449"/>
                </a:cubicBezTo>
                <a:cubicBezTo>
                  <a:pt x="74695" y="18421"/>
                  <a:pt x="75342" y="16831"/>
                  <a:pt x="75806" y="15761"/>
                </a:cubicBezTo>
                <a:cubicBezTo>
                  <a:pt x="76031" y="15254"/>
                  <a:pt x="76496" y="14284"/>
                  <a:pt x="76862" y="13566"/>
                </a:cubicBezTo>
                <a:cubicBezTo>
                  <a:pt x="77791" y="11751"/>
                  <a:pt x="78649" y="9485"/>
                  <a:pt x="79409" y="6896"/>
                </a:cubicBezTo>
                <a:cubicBezTo>
                  <a:pt x="80281" y="3969"/>
                  <a:pt x="80380" y="2984"/>
                  <a:pt x="79803" y="2984"/>
                </a:cubicBezTo>
                <a:cubicBezTo>
                  <a:pt x="78987" y="2984"/>
                  <a:pt x="75568" y="7445"/>
                  <a:pt x="73992" y="10583"/>
                </a:cubicBezTo>
                <a:cubicBezTo>
                  <a:pt x="73780" y="11019"/>
                  <a:pt x="72964" y="13031"/>
                  <a:pt x="72964" y="13130"/>
                </a:cubicBezTo>
                <a:cubicBezTo>
                  <a:pt x="72964" y="13200"/>
                  <a:pt x="72176" y="15395"/>
                  <a:pt x="72035" y="15719"/>
                </a:cubicBezTo>
                <a:cubicBezTo>
                  <a:pt x="71979" y="15874"/>
                  <a:pt x="71796" y="16339"/>
                  <a:pt x="71656" y="16761"/>
                </a:cubicBezTo>
                <a:cubicBezTo>
                  <a:pt x="71515" y="17168"/>
                  <a:pt x="71262" y="17900"/>
                  <a:pt x="71093" y="18350"/>
                </a:cubicBezTo>
                <a:cubicBezTo>
                  <a:pt x="70924" y="18815"/>
                  <a:pt x="70656" y="19631"/>
                  <a:pt x="70487" y="20180"/>
                </a:cubicBezTo>
                <a:cubicBezTo>
                  <a:pt x="69924" y="22037"/>
                  <a:pt x="69545" y="23219"/>
                  <a:pt x="69291" y="23923"/>
                </a:cubicBezTo>
                <a:cubicBezTo>
                  <a:pt x="69052" y="24542"/>
                  <a:pt x="69010" y="24627"/>
                  <a:pt x="68869" y="24669"/>
                </a:cubicBezTo>
                <a:cubicBezTo>
                  <a:pt x="68785" y="24697"/>
                  <a:pt x="68700" y="24711"/>
                  <a:pt x="68686" y="24683"/>
                </a:cubicBezTo>
                <a:cubicBezTo>
                  <a:pt x="68672" y="24669"/>
                  <a:pt x="68798" y="24247"/>
                  <a:pt x="68967" y="23754"/>
                </a:cubicBezTo>
                <a:cubicBezTo>
                  <a:pt x="70149" y="20320"/>
                  <a:pt x="70459" y="19335"/>
                  <a:pt x="71065" y="16971"/>
                </a:cubicBezTo>
                <a:cubicBezTo>
                  <a:pt x="71556" y="15016"/>
                  <a:pt x="71922" y="13158"/>
                  <a:pt x="72007" y="12046"/>
                </a:cubicBezTo>
                <a:cubicBezTo>
                  <a:pt x="72119" y="10794"/>
                  <a:pt x="71500" y="10301"/>
                  <a:pt x="70783" y="11061"/>
                </a:cubicBezTo>
                <a:cubicBezTo>
                  <a:pt x="70487" y="11371"/>
                  <a:pt x="70290" y="11695"/>
                  <a:pt x="68954" y="14115"/>
                </a:cubicBezTo>
                <a:cubicBezTo>
                  <a:pt x="68404" y="15114"/>
                  <a:pt x="67588" y="16802"/>
                  <a:pt x="67194" y="17718"/>
                </a:cubicBezTo>
                <a:cubicBezTo>
                  <a:pt x="66631" y="19069"/>
                  <a:pt x="65886" y="21433"/>
                  <a:pt x="65492" y="23135"/>
                </a:cubicBezTo>
                <a:cubicBezTo>
                  <a:pt x="65337" y="23754"/>
                  <a:pt x="64760" y="25949"/>
                  <a:pt x="64605" y="26471"/>
                </a:cubicBezTo>
                <a:cubicBezTo>
                  <a:pt x="64549" y="26653"/>
                  <a:pt x="64380" y="27216"/>
                  <a:pt x="64239" y="27722"/>
                </a:cubicBezTo>
                <a:cubicBezTo>
                  <a:pt x="64098" y="28229"/>
                  <a:pt x="63944" y="28792"/>
                  <a:pt x="63888" y="28961"/>
                </a:cubicBezTo>
                <a:cubicBezTo>
                  <a:pt x="63831" y="29130"/>
                  <a:pt x="63676" y="29651"/>
                  <a:pt x="63535" y="30101"/>
                </a:cubicBezTo>
                <a:cubicBezTo>
                  <a:pt x="63085" y="31649"/>
                  <a:pt x="63029" y="31803"/>
                  <a:pt x="62903" y="31959"/>
                </a:cubicBezTo>
                <a:cubicBezTo>
                  <a:pt x="62832" y="32043"/>
                  <a:pt x="62241" y="32662"/>
                  <a:pt x="61580" y="33310"/>
                </a:cubicBezTo>
                <a:cubicBezTo>
                  <a:pt x="60342" y="34548"/>
                  <a:pt x="59891" y="35111"/>
                  <a:pt x="59103" y="36363"/>
                </a:cubicBezTo>
                <a:cubicBezTo>
                  <a:pt x="58597" y="37165"/>
                  <a:pt x="58357" y="37657"/>
                  <a:pt x="57921" y="38727"/>
                </a:cubicBezTo>
                <a:cubicBezTo>
                  <a:pt x="57415" y="39952"/>
                  <a:pt x="57358" y="40120"/>
                  <a:pt x="57105" y="41091"/>
                </a:cubicBezTo>
                <a:cubicBezTo>
                  <a:pt x="56739" y="42498"/>
                  <a:pt x="56387" y="44764"/>
                  <a:pt x="56148" y="47086"/>
                </a:cubicBezTo>
                <a:cubicBezTo>
                  <a:pt x="55895" y="49690"/>
                  <a:pt x="55698" y="50984"/>
                  <a:pt x="55233" y="52926"/>
                </a:cubicBezTo>
                <a:cubicBezTo>
                  <a:pt x="54797" y="54797"/>
                  <a:pt x="53165" y="59709"/>
                  <a:pt x="52559" y="61032"/>
                </a:cubicBezTo>
                <a:cubicBezTo>
                  <a:pt x="52461" y="61270"/>
                  <a:pt x="52236" y="61763"/>
                  <a:pt x="52067" y="62129"/>
                </a:cubicBezTo>
                <a:cubicBezTo>
                  <a:pt x="51448" y="63550"/>
                  <a:pt x="50688" y="64887"/>
                  <a:pt x="49717" y="66252"/>
                </a:cubicBezTo>
                <a:cubicBezTo>
                  <a:pt x="49028" y="67223"/>
                  <a:pt x="47817" y="69207"/>
                  <a:pt x="47324" y="70136"/>
                </a:cubicBezTo>
                <a:cubicBezTo>
                  <a:pt x="46776" y="71205"/>
                  <a:pt x="46564" y="71881"/>
                  <a:pt x="46016" y="74400"/>
                </a:cubicBezTo>
                <a:cubicBezTo>
                  <a:pt x="45566" y="76525"/>
                  <a:pt x="45200" y="77876"/>
                  <a:pt x="44820" y="78917"/>
                </a:cubicBezTo>
                <a:cubicBezTo>
                  <a:pt x="44454" y="79902"/>
                  <a:pt x="43947" y="81042"/>
                  <a:pt x="43877" y="81014"/>
                </a:cubicBezTo>
                <a:cubicBezTo>
                  <a:pt x="42962" y="80592"/>
                  <a:pt x="42245" y="80339"/>
                  <a:pt x="41161" y="80057"/>
                </a:cubicBezTo>
                <a:cubicBezTo>
                  <a:pt x="39782" y="79691"/>
                  <a:pt x="38811" y="79508"/>
                  <a:pt x="38290" y="79508"/>
                </a:cubicBezTo>
                <a:cubicBezTo>
                  <a:pt x="37868" y="79508"/>
                  <a:pt x="37320" y="79635"/>
                  <a:pt x="37038" y="79804"/>
                </a:cubicBezTo>
                <a:cubicBezTo>
                  <a:pt x="36714" y="80001"/>
                  <a:pt x="36292" y="80451"/>
                  <a:pt x="36053" y="80845"/>
                </a:cubicBezTo>
                <a:cubicBezTo>
                  <a:pt x="35941" y="81042"/>
                  <a:pt x="35828" y="81197"/>
                  <a:pt x="35785" y="81197"/>
                </a:cubicBezTo>
                <a:cubicBezTo>
                  <a:pt x="35757" y="81197"/>
                  <a:pt x="35335" y="81239"/>
                  <a:pt x="34871" y="81281"/>
                </a:cubicBezTo>
                <a:cubicBezTo>
                  <a:pt x="33211" y="81436"/>
                  <a:pt x="32549" y="81802"/>
                  <a:pt x="32169" y="82815"/>
                </a:cubicBezTo>
                <a:cubicBezTo>
                  <a:pt x="32000" y="83279"/>
                  <a:pt x="31944" y="83673"/>
                  <a:pt x="31972" y="84124"/>
                </a:cubicBezTo>
                <a:cubicBezTo>
                  <a:pt x="32029" y="84785"/>
                  <a:pt x="32169" y="85249"/>
                  <a:pt x="32338" y="85292"/>
                </a:cubicBezTo>
                <a:cubicBezTo>
                  <a:pt x="32535" y="85348"/>
                  <a:pt x="32661" y="85208"/>
                  <a:pt x="32957" y="84588"/>
                </a:cubicBezTo>
                <a:cubicBezTo>
                  <a:pt x="33112" y="84251"/>
                  <a:pt x="33295" y="83955"/>
                  <a:pt x="33351" y="83927"/>
                </a:cubicBezTo>
                <a:cubicBezTo>
                  <a:pt x="33548" y="83814"/>
                  <a:pt x="33984" y="83786"/>
                  <a:pt x="34209" y="83870"/>
                </a:cubicBezTo>
                <a:cubicBezTo>
                  <a:pt x="34505" y="83969"/>
                  <a:pt x="34688" y="84236"/>
                  <a:pt x="34997" y="84996"/>
                </a:cubicBezTo>
                <a:cubicBezTo>
                  <a:pt x="35307" y="85771"/>
                  <a:pt x="35603" y="86291"/>
                  <a:pt x="36010" y="86784"/>
                </a:cubicBezTo>
                <a:cubicBezTo>
                  <a:pt x="36292" y="87135"/>
                  <a:pt x="37024" y="87881"/>
                  <a:pt x="37389" y="88191"/>
                </a:cubicBezTo>
                <a:cubicBezTo>
                  <a:pt x="37911" y="88627"/>
                  <a:pt x="39050" y="89358"/>
                  <a:pt x="40316" y="90077"/>
                </a:cubicBezTo>
                <a:cubicBezTo>
                  <a:pt x="40613" y="90245"/>
                  <a:pt x="40866" y="90414"/>
                  <a:pt x="40866" y="90456"/>
                </a:cubicBezTo>
                <a:cubicBezTo>
                  <a:pt x="40866" y="90569"/>
                  <a:pt x="40697" y="90977"/>
                  <a:pt x="40232" y="92032"/>
                </a:cubicBezTo>
                <a:cubicBezTo>
                  <a:pt x="39684" y="93257"/>
                  <a:pt x="39360" y="93890"/>
                  <a:pt x="38572" y="95297"/>
                </a:cubicBezTo>
                <a:cubicBezTo>
                  <a:pt x="37123" y="97929"/>
                  <a:pt x="36306" y="99068"/>
                  <a:pt x="34055" y="101700"/>
                </a:cubicBezTo>
                <a:cubicBezTo>
                  <a:pt x="32929" y="102995"/>
                  <a:pt x="28229" y="107680"/>
                  <a:pt x="25555" y="110172"/>
                </a:cubicBezTo>
                <a:cubicBezTo>
                  <a:pt x="23486" y="112085"/>
                  <a:pt x="20715" y="114801"/>
                  <a:pt x="19574" y="116039"/>
                </a:cubicBezTo>
                <a:cubicBezTo>
                  <a:pt x="16803" y="119037"/>
                  <a:pt x="14945" y="121724"/>
                  <a:pt x="13397" y="125004"/>
                </a:cubicBezTo>
                <a:cubicBezTo>
                  <a:pt x="12932" y="125961"/>
                  <a:pt x="12637" y="126720"/>
                  <a:pt x="12426" y="127381"/>
                </a:cubicBezTo>
                <a:cubicBezTo>
                  <a:pt x="12229" y="128071"/>
                  <a:pt x="11990" y="128732"/>
                  <a:pt x="11863" y="128972"/>
                </a:cubicBezTo>
                <a:cubicBezTo>
                  <a:pt x="11806" y="129098"/>
                  <a:pt x="11441" y="129619"/>
                  <a:pt x="11061" y="130126"/>
                </a:cubicBezTo>
                <a:cubicBezTo>
                  <a:pt x="10681" y="130633"/>
                  <a:pt x="10104" y="131477"/>
                  <a:pt x="9767" y="131997"/>
                </a:cubicBezTo>
                <a:cubicBezTo>
                  <a:pt x="9076" y="133137"/>
                  <a:pt x="8641" y="133644"/>
                  <a:pt x="7191" y="135023"/>
                </a:cubicBezTo>
                <a:cubicBezTo>
                  <a:pt x="3842" y="138203"/>
                  <a:pt x="2857" y="139286"/>
                  <a:pt x="1464" y="141397"/>
                </a:cubicBezTo>
                <a:cubicBezTo>
                  <a:pt x="689" y="142566"/>
                  <a:pt x="85" y="143621"/>
                  <a:pt x="42" y="143917"/>
                </a:cubicBezTo>
                <a:cubicBezTo>
                  <a:pt x="1" y="144142"/>
                  <a:pt x="141" y="144311"/>
                  <a:pt x="380" y="144311"/>
                </a:cubicBezTo>
                <a:cubicBezTo>
                  <a:pt x="492" y="144311"/>
                  <a:pt x="732" y="144183"/>
                  <a:pt x="1224" y="143860"/>
                </a:cubicBezTo>
                <a:cubicBezTo>
                  <a:pt x="3054" y="142636"/>
                  <a:pt x="4335" y="141735"/>
                  <a:pt x="4644" y="141496"/>
                </a:cubicBezTo>
                <a:cubicBezTo>
                  <a:pt x="5095" y="141144"/>
                  <a:pt x="6712" y="139483"/>
                  <a:pt x="7768" y="138329"/>
                </a:cubicBezTo>
                <a:cubicBezTo>
                  <a:pt x="8697" y="137303"/>
                  <a:pt x="10146" y="135670"/>
                  <a:pt x="10329" y="135459"/>
                </a:cubicBezTo>
                <a:cubicBezTo>
                  <a:pt x="10399" y="135389"/>
                  <a:pt x="10456" y="135333"/>
                  <a:pt x="10456" y="135374"/>
                </a:cubicBezTo>
                <a:cubicBezTo>
                  <a:pt x="10456" y="135530"/>
                  <a:pt x="8908" y="138076"/>
                  <a:pt x="8275" y="138949"/>
                </a:cubicBezTo>
                <a:cubicBezTo>
                  <a:pt x="7318" y="140258"/>
                  <a:pt x="6515" y="141496"/>
                  <a:pt x="5404" y="143382"/>
                </a:cubicBezTo>
                <a:cubicBezTo>
                  <a:pt x="4996" y="144057"/>
                  <a:pt x="4616" y="144718"/>
                  <a:pt x="4532" y="144845"/>
                </a:cubicBezTo>
                <a:cubicBezTo>
                  <a:pt x="3631" y="146337"/>
                  <a:pt x="1802" y="150362"/>
                  <a:pt x="901" y="152810"/>
                </a:cubicBezTo>
                <a:cubicBezTo>
                  <a:pt x="605" y="153612"/>
                  <a:pt x="577" y="153739"/>
                  <a:pt x="704" y="153865"/>
                </a:cubicBezTo>
                <a:cubicBezTo>
                  <a:pt x="915" y="154105"/>
                  <a:pt x="1126" y="154006"/>
                  <a:pt x="2266" y="153148"/>
                </a:cubicBezTo>
                <a:cubicBezTo>
                  <a:pt x="3237" y="152416"/>
                  <a:pt x="4335" y="151487"/>
                  <a:pt x="4813" y="151009"/>
                </a:cubicBezTo>
                <a:cubicBezTo>
                  <a:pt x="5854" y="149925"/>
                  <a:pt x="7853" y="146872"/>
                  <a:pt x="9373" y="144057"/>
                </a:cubicBezTo>
                <a:cubicBezTo>
                  <a:pt x="9767" y="143339"/>
                  <a:pt x="10146" y="142636"/>
                  <a:pt x="10230" y="142481"/>
                </a:cubicBezTo>
                <a:cubicBezTo>
                  <a:pt x="10315" y="142341"/>
                  <a:pt x="10583" y="141819"/>
                  <a:pt x="10836" y="141341"/>
                </a:cubicBezTo>
                <a:cubicBezTo>
                  <a:pt x="11089" y="140834"/>
                  <a:pt x="11258" y="140553"/>
                  <a:pt x="11244" y="140665"/>
                </a:cubicBezTo>
                <a:cubicBezTo>
                  <a:pt x="11159" y="141102"/>
                  <a:pt x="10470" y="143030"/>
                  <a:pt x="9513" y="145506"/>
                </a:cubicBezTo>
                <a:lnTo>
                  <a:pt x="9048" y="146745"/>
                </a:lnTo>
                <a:cubicBezTo>
                  <a:pt x="8570" y="148054"/>
                  <a:pt x="8007" y="149574"/>
                  <a:pt x="7782" y="150122"/>
                </a:cubicBezTo>
                <a:cubicBezTo>
                  <a:pt x="6769" y="152641"/>
                  <a:pt x="5967" y="155666"/>
                  <a:pt x="5446" y="158903"/>
                </a:cubicBezTo>
                <a:cubicBezTo>
                  <a:pt x="5361" y="159466"/>
                  <a:pt x="5207" y="160310"/>
                  <a:pt x="5095" y="160803"/>
                </a:cubicBezTo>
                <a:cubicBezTo>
                  <a:pt x="4883" y="161774"/>
                  <a:pt x="4869" y="162013"/>
                  <a:pt x="4996" y="162140"/>
                </a:cubicBezTo>
                <a:cubicBezTo>
                  <a:pt x="5164" y="162323"/>
                  <a:pt x="5333" y="162252"/>
                  <a:pt x="5826" y="161774"/>
                </a:cubicBezTo>
                <a:cubicBezTo>
                  <a:pt x="6080" y="161535"/>
                  <a:pt x="6572" y="161085"/>
                  <a:pt x="6924" y="160803"/>
                </a:cubicBezTo>
                <a:cubicBezTo>
                  <a:pt x="8050" y="159874"/>
                  <a:pt x="9189" y="158593"/>
                  <a:pt x="9696" y="157735"/>
                </a:cubicBezTo>
                <a:cubicBezTo>
                  <a:pt x="9992" y="157201"/>
                  <a:pt x="10287" y="156426"/>
                  <a:pt x="10399" y="155794"/>
                </a:cubicBezTo>
                <a:cubicBezTo>
                  <a:pt x="10456" y="155497"/>
                  <a:pt x="10639" y="154794"/>
                  <a:pt x="10793" y="154246"/>
                </a:cubicBezTo>
                <a:cubicBezTo>
                  <a:pt x="10962" y="153696"/>
                  <a:pt x="11244" y="152670"/>
                  <a:pt x="11427" y="151994"/>
                </a:cubicBezTo>
                <a:cubicBezTo>
                  <a:pt x="12482" y="148054"/>
                  <a:pt x="13242" y="145422"/>
                  <a:pt x="13256" y="145591"/>
                </a:cubicBezTo>
                <a:cubicBezTo>
                  <a:pt x="13285" y="145746"/>
                  <a:pt x="13017" y="147307"/>
                  <a:pt x="12735" y="148645"/>
                </a:cubicBezTo>
                <a:cubicBezTo>
                  <a:pt x="12623" y="149193"/>
                  <a:pt x="12426" y="150234"/>
                  <a:pt x="12328" y="150938"/>
                </a:cubicBezTo>
                <a:cubicBezTo>
                  <a:pt x="12229" y="151628"/>
                  <a:pt x="12074" y="152599"/>
                  <a:pt x="12003" y="153077"/>
                </a:cubicBezTo>
                <a:cubicBezTo>
                  <a:pt x="11793" y="154414"/>
                  <a:pt x="11750" y="155005"/>
                  <a:pt x="11540" y="159916"/>
                </a:cubicBezTo>
                <a:cubicBezTo>
                  <a:pt x="11469" y="161520"/>
                  <a:pt x="11469" y="163899"/>
                  <a:pt x="11540" y="164237"/>
                </a:cubicBezTo>
                <a:cubicBezTo>
                  <a:pt x="11666" y="164841"/>
                  <a:pt x="11990" y="164940"/>
                  <a:pt x="12426" y="164546"/>
                </a:cubicBezTo>
                <a:cubicBezTo>
                  <a:pt x="13172" y="163913"/>
                  <a:pt x="14283" y="162351"/>
                  <a:pt x="14818" y="161254"/>
                </a:cubicBezTo>
                <a:cubicBezTo>
                  <a:pt x="15311" y="160226"/>
                  <a:pt x="15859" y="158593"/>
                  <a:pt x="16127" y="157355"/>
                </a:cubicBezTo>
                <a:cubicBezTo>
                  <a:pt x="16309" y="156539"/>
                  <a:pt x="16563" y="154935"/>
                  <a:pt x="16662" y="154034"/>
                </a:cubicBezTo>
                <a:cubicBezTo>
                  <a:pt x="16746" y="153246"/>
                  <a:pt x="16831" y="151839"/>
                  <a:pt x="16887" y="149968"/>
                </a:cubicBezTo>
                <a:cubicBezTo>
                  <a:pt x="16901" y="149334"/>
                  <a:pt x="16943" y="148827"/>
                  <a:pt x="16971" y="148842"/>
                </a:cubicBezTo>
                <a:cubicBezTo>
                  <a:pt x="16985" y="148855"/>
                  <a:pt x="17000" y="150559"/>
                  <a:pt x="16985" y="152627"/>
                </a:cubicBezTo>
                <a:cubicBezTo>
                  <a:pt x="16943" y="158467"/>
                  <a:pt x="17126" y="162295"/>
                  <a:pt x="17548" y="164181"/>
                </a:cubicBezTo>
                <a:cubicBezTo>
                  <a:pt x="17759" y="165123"/>
                  <a:pt x="17886" y="165376"/>
                  <a:pt x="18167" y="165376"/>
                </a:cubicBezTo>
                <a:cubicBezTo>
                  <a:pt x="18407" y="165376"/>
                  <a:pt x="18576" y="165194"/>
                  <a:pt x="18970" y="164518"/>
                </a:cubicBezTo>
                <a:cubicBezTo>
                  <a:pt x="19349" y="163884"/>
                  <a:pt x="20334" y="162083"/>
                  <a:pt x="20616" y="161520"/>
                </a:cubicBezTo>
                <a:cubicBezTo>
                  <a:pt x="20996" y="160789"/>
                  <a:pt x="21375" y="159227"/>
                  <a:pt x="21475" y="158101"/>
                </a:cubicBezTo>
                <a:cubicBezTo>
                  <a:pt x="21503" y="157749"/>
                  <a:pt x="21544" y="157285"/>
                  <a:pt x="21572" y="157060"/>
                </a:cubicBezTo>
                <a:cubicBezTo>
                  <a:pt x="21741" y="155863"/>
                  <a:pt x="21769" y="153049"/>
                  <a:pt x="21657" y="151037"/>
                </a:cubicBezTo>
                <a:cubicBezTo>
                  <a:pt x="21643" y="150728"/>
                  <a:pt x="21643" y="150488"/>
                  <a:pt x="21657" y="150502"/>
                </a:cubicBezTo>
                <a:cubicBezTo>
                  <a:pt x="21672" y="150516"/>
                  <a:pt x="21784" y="151079"/>
                  <a:pt x="21882" y="151754"/>
                </a:cubicBezTo>
                <a:cubicBezTo>
                  <a:pt x="22291" y="154358"/>
                  <a:pt x="22783" y="156848"/>
                  <a:pt x="23430" y="159509"/>
                </a:cubicBezTo>
                <a:cubicBezTo>
                  <a:pt x="23514" y="159888"/>
                  <a:pt x="23670" y="160620"/>
                  <a:pt x="23782" y="161126"/>
                </a:cubicBezTo>
                <a:cubicBezTo>
                  <a:pt x="24105" y="162674"/>
                  <a:pt x="24261" y="163040"/>
                  <a:pt x="24570" y="163040"/>
                </a:cubicBezTo>
                <a:cubicBezTo>
                  <a:pt x="24781" y="163040"/>
                  <a:pt x="24936" y="162914"/>
                  <a:pt x="25218" y="162421"/>
                </a:cubicBezTo>
                <a:cubicBezTo>
                  <a:pt x="25597" y="161788"/>
                  <a:pt x="25724" y="161479"/>
                  <a:pt x="26610" y="159156"/>
                </a:cubicBezTo>
                <a:cubicBezTo>
                  <a:pt x="26737" y="158805"/>
                  <a:pt x="26920" y="158017"/>
                  <a:pt x="27145" y="156764"/>
                </a:cubicBezTo>
                <a:cubicBezTo>
                  <a:pt x="27370" y="155526"/>
                  <a:pt x="27398" y="155300"/>
                  <a:pt x="27398" y="154049"/>
                </a:cubicBezTo>
                <a:cubicBezTo>
                  <a:pt x="27398" y="153401"/>
                  <a:pt x="27413" y="152078"/>
                  <a:pt x="27426" y="151122"/>
                </a:cubicBezTo>
                <a:lnTo>
                  <a:pt x="27469" y="149390"/>
                </a:lnTo>
                <a:lnTo>
                  <a:pt x="27792" y="150024"/>
                </a:lnTo>
                <a:cubicBezTo>
                  <a:pt x="28285" y="150994"/>
                  <a:pt x="28679" y="151332"/>
                  <a:pt x="29200" y="151234"/>
                </a:cubicBezTo>
                <a:cubicBezTo>
                  <a:pt x="29425" y="151191"/>
                  <a:pt x="30241" y="150643"/>
                  <a:pt x="30550" y="150319"/>
                </a:cubicBezTo>
                <a:cubicBezTo>
                  <a:pt x="30888" y="149996"/>
                  <a:pt x="31141" y="149559"/>
                  <a:pt x="31423" y="148884"/>
                </a:cubicBezTo>
                <a:cubicBezTo>
                  <a:pt x="31789" y="148026"/>
                  <a:pt x="31901" y="147547"/>
                  <a:pt x="31986" y="146688"/>
                </a:cubicBezTo>
                <a:lnTo>
                  <a:pt x="32029" y="146309"/>
                </a:lnTo>
                <a:lnTo>
                  <a:pt x="32282" y="146534"/>
                </a:lnTo>
                <a:cubicBezTo>
                  <a:pt x="32802" y="146998"/>
                  <a:pt x="33379" y="147153"/>
                  <a:pt x="33802" y="146942"/>
                </a:cubicBezTo>
                <a:cubicBezTo>
                  <a:pt x="34209" y="146731"/>
                  <a:pt x="34646" y="146182"/>
                  <a:pt x="34941" y="145534"/>
                </a:cubicBezTo>
                <a:cubicBezTo>
                  <a:pt x="35096" y="145183"/>
                  <a:pt x="35406" y="144170"/>
                  <a:pt x="35462" y="143789"/>
                </a:cubicBezTo>
                <a:cubicBezTo>
                  <a:pt x="35518" y="143424"/>
                  <a:pt x="35532" y="143410"/>
                  <a:pt x="35969" y="143523"/>
                </a:cubicBezTo>
                <a:cubicBezTo>
                  <a:pt x="36701" y="143691"/>
                  <a:pt x="37221" y="143536"/>
                  <a:pt x="37671" y="142973"/>
                </a:cubicBezTo>
                <a:cubicBezTo>
                  <a:pt x="38192" y="142326"/>
                  <a:pt x="38403" y="141665"/>
                  <a:pt x="38459" y="140567"/>
                </a:cubicBezTo>
                <a:cubicBezTo>
                  <a:pt x="38487" y="139779"/>
                  <a:pt x="38515" y="139723"/>
                  <a:pt x="38783" y="139877"/>
                </a:cubicBezTo>
                <a:cubicBezTo>
                  <a:pt x="38881" y="139962"/>
                  <a:pt x="39022" y="139976"/>
                  <a:pt x="39331" y="139976"/>
                </a:cubicBezTo>
                <a:cubicBezTo>
                  <a:pt x="40387" y="139948"/>
                  <a:pt x="41273" y="139061"/>
                  <a:pt x="41485" y="137809"/>
                </a:cubicBezTo>
                <a:cubicBezTo>
                  <a:pt x="41513" y="137697"/>
                  <a:pt x="41541" y="137344"/>
                  <a:pt x="41569" y="137049"/>
                </a:cubicBezTo>
                <a:cubicBezTo>
                  <a:pt x="41583" y="136740"/>
                  <a:pt x="41626" y="136472"/>
                  <a:pt x="41626" y="136458"/>
                </a:cubicBezTo>
                <a:cubicBezTo>
                  <a:pt x="41639" y="136444"/>
                  <a:pt x="41738" y="136458"/>
                  <a:pt x="41851" y="136487"/>
                </a:cubicBezTo>
                <a:cubicBezTo>
                  <a:pt x="42189" y="136584"/>
                  <a:pt x="42780" y="136556"/>
                  <a:pt x="43202" y="136402"/>
                </a:cubicBezTo>
                <a:cubicBezTo>
                  <a:pt x="43919" y="136162"/>
                  <a:pt x="44581" y="135699"/>
                  <a:pt x="44735" y="135290"/>
                </a:cubicBezTo>
                <a:cubicBezTo>
                  <a:pt x="44975" y="134699"/>
                  <a:pt x="45003" y="133545"/>
                  <a:pt x="44806" y="132644"/>
                </a:cubicBezTo>
                <a:cubicBezTo>
                  <a:pt x="44778" y="132546"/>
                  <a:pt x="44791" y="132532"/>
                  <a:pt x="45172" y="132560"/>
                </a:cubicBezTo>
                <a:cubicBezTo>
                  <a:pt x="45495" y="132574"/>
                  <a:pt x="45622" y="132560"/>
                  <a:pt x="45819" y="132475"/>
                </a:cubicBezTo>
                <a:cubicBezTo>
                  <a:pt x="46170" y="132321"/>
                  <a:pt x="46720" y="131843"/>
                  <a:pt x="46945" y="131490"/>
                </a:cubicBezTo>
                <a:cubicBezTo>
                  <a:pt x="47142" y="131181"/>
                  <a:pt x="47536" y="130224"/>
                  <a:pt x="47649" y="129760"/>
                </a:cubicBezTo>
                <a:cubicBezTo>
                  <a:pt x="47705" y="129548"/>
                  <a:pt x="47718" y="129535"/>
                  <a:pt x="47859" y="129591"/>
                </a:cubicBezTo>
                <a:cubicBezTo>
                  <a:pt x="48366" y="129788"/>
                  <a:pt x="49281" y="129745"/>
                  <a:pt x="49844" y="129492"/>
                </a:cubicBezTo>
                <a:cubicBezTo>
                  <a:pt x="50645" y="129126"/>
                  <a:pt x="50913" y="128507"/>
                  <a:pt x="50913" y="126959"/>
                </a:cubicBezTo>
                <a:lnTo>
                  <a:pt x="50913" y="126242"/>
                </a:lnTo>
                <a:lnTo>
                  <a:pt x="51392" y="126242"/>
                </a:lnTo>
                <a:cubicBezTo>
                  <a:pt x="51799" y="126242"/>
                  <a:pt x="51912" y="126227"/>
                  <a:pt x="52165" y="126101"/>
                </a:cubicBezTo>
                <a:cubicBezTo>
                  <a:pt x="52715" y="125833"/>
                  <a:pt x="53122" y="125285"/>
                  <a:pt x="53390" y="124426"/>
                </a:cubicBezTo>
                <a:lnTo>
                  <a:pt x="53474" y="124131"/>
                </a:lnTo>
                <a:lnTo>
                  <a:pt x="54009" y="124131"/>
                </a:lnTo>
                <a:cubicBezTo>
                  <a:pt x="54501" y="124131"/>
                  <a:pt x="54557" y="124117"/>
                  <a:pt x="54938" y="123934"/>
                </a:cubicBezTo>
                <a:cubicBezTo>
                  <a:pt x="55852" y="123469"/>
                  <a:pt x="56274" y="122640"/>
                  <a:pt x="56331" y="121148"/>
                </a:cubicBezTo>
                <a:lnTo>
                  <a:pt x="56359" y="120402"/>
                </a:lnTo>
                <a:lnTo>
                  <a:pt x="56542" y="120402"/>
                </a:lnTo>
                <a:cubicBezTo>
                  <a:pt x="57006" y="120402"/>
                  <a:pt x="57456" y="120064"/>
                  <a:pt x="57724" y="119529"/>
                </a:cubicBezTo>
                <a:cubicBezTo>
                  <a:pt x="57935" y="119107"/>
                  <a:pt x="58062" y="118418"/>
                  <a:pt x="58006" y="118094"/>
                </a:cubicBezTo>
                <a:cubicBezTo>
                  <a:pt x="57978" y="117925"/>
                  <a:pt x="57978" y="117925"/>
                  <a:pt x="58231" y="117855"/>
                </a:cubicBezTo>
                <a:cubicBezTo>
                  <a:pt x="58610" y="117756"/>
                  <a:pt x="59201" y="117433"/>
                  <a:pt x="59483" y="117151"/>
                </a:cubicBezTo>
                <a:cubicBezTo>
                  <a:pt x="59623" y="117024"/>
                  <a:pt x="59807" y="116757"/>
                  <a:pt x="59905" y="116574"/>
                </a:cubicBezTo>
                <a:cubicBezTo>
                  <a:pt x="60046" y="116279"/>
                  <a:pt x="60060" y="116208"/>
                  <a:pt x="60060" y="115603"/>
                </a:cubicBezTo>
                <a:cubicBezTo>
                  <a:pt x="60060" y="115238"/>
                  <a:pt x="60046" y="114872"/>
                  <a:pt x="60032" y="114773"/>
                </a:cubicBezTo>
                <a:lnTo>
                  <a:pt x="59976" y="114590"/>
                </a:lnTo>
                <a:lnTo>
                  <a:pt x="60186" y="114632"/>
                </a:lnTo>
                <a:cubicBezTo>
                  <a:pt x="60623" y="114716"/>
                  <a:pt x="60974" y="114618"/>
                  <a:pt x="61383" y="114294"/>
                </a:cubicBezTo>
                <a:cubicBezTo>
                  <a:pt x="61875" y="113887"/>
                  <a:pt x="62072" y="113422"/>
                  <a:pt x="62143" y="112592"/>
                </a:cubicBezTo>
                <a:lnTo>
                  <a:pt x="62184" y="112071"/>
                </a:lnTo>
                <a:lnTo>
                  <a:pt x="62466" y="112029"/>
                </a:lnTo>
                <a:cubicBezTo>
                  <a:pt x="63029" y="111958"/>
                  <a:pt x="63606" y="111523"/>
                  <a:pt x="63831" y="111016"/>
                </a:cubicBezTo>
                <a:cubicBezTo>
                  <a:pt x="64000" y="110650"/>
                  <a:pt x="64070" y="110073"/>
                  <a:pt x="64042" y="109538"/>
                </a:cubicBezTo>
                <a:lnTo>
                  <a:pt x="64000" y="109059"/>
                </a:lnTo>
                <a:lnTo>
                  <a:pt x="64226" y="109059"/>
                </a:lnTo>
                <a:cubicBezTo>
                  <a:pt x="64704" y="109059"/>
                  <a:pt x="65140" y="108722"/>
                  <a:pt x="65408" y="108131"/>
                </a:cubicBezTo>
                <a:cubicBezTo>
                  <a:pt x="65576" y="107779"/>
                  <a:pt x="65731" y="107117"/>
                  <a:pt x="65745" y="106766"/>
                </a:cubicBezTo>
                <a:cubicBezTo>
                  <a:pt x="65745" y="106555"/>
                  <a:pt x="65815" y="106569"/>
                  <a:pt x="65900" y="106808"/>
                </a:cubicBezTo>
                <a:cubicBezTo>
                  <a:pt x="66153" y="107540"/>
                  <a:pt x="67068" y="109228"/>
                  <a:pt x="68264" y="111198"/>
                </a:cubicBezTo>
                <a:cubicBezTo>
                  <a:pt x="68644" y="111832"/>
                  <a:pt x="69024" y="112451"/>
                  <a:pt x="69108" y="112592"/>
                </a:cubicBezTo>
                <a:cubicBezTo>
                  <a:pt x="70079" y="114224"/>
                  <a:pt x="72091" y="116983"/>
                  <a:pt x="73245" y="118291"/>
                </a:cubicBezTo>
                <a:cubicBezTo>
                  <a:pt x="73738" y="118840"/>
                  <a:pt x="74780" y="119754"/>
                  <a:pt x="75075" y="119910"/>
                </a:cubicBezTo>
                <a:cubicBezTo>
                  <a:pt x="75750" y="120233"/>
                  <a:pt x="76384" y="119881"/>
                  <a:pt x="76722" y="119009"/>
                </a:cubicBezTo>
                <a:cubicBezTo>
                  <a:pt x="76834" y="118741"/>
                  <a:pt x="77016" y="117405"/>
                  <a:pt x="77073" y="116461"/>
                </a:cubicBezTo>
                <a:lnTo>
                  <a:pt x="77116" y="115857"/>
                </a:lnTo>
                <a:lnTo>
                  <a:pt x="77551" y="116180"/>
                </a:lnTo>
                <a:cubicBezTo>
                  <a:pt x="77960" y="116489"/>
                  <a:pt x="78523" y="116842"/>
                  <a:pt x="79508" y="117418"/>
                </a:cubicBezTo>
                <a:cubicBezTo>
                  <a:pt x="80788" y="118165"/>
                  <a:pt x="81506" y="118150"/>
                  <a:pt x="81885" y="117348"/>
                </a:cubicBezTo>
                <a:cubicBezTo>
                  <a:pt x="82238" y="116602"/>
                  <a:pt x="82238" y="114801"/>
                  <a:pt x="81872" y="113759"/>
                </a:cubicBezTo>
                <a:lnTo>
                  <a:pt x="81759" y="113450"/>
                </a:lnTo>
                <a:lnTo>
                  <a:pt x="81885" y="113478"/>
                </a:lnTo>
                <a:cubicBezTo>
                  <a:pt x="82885" y="113759"/>
                  <a:pt x="84024" y="113999"/>
                  <a:pt x="84418" y="113999"/>
                </a:cubicBezTo>
                <a:cubicBezTo>
                  <a:pt x="84644" y="113999"/>
                  <a:pt x="85122" y="113872"/>
                  <a:pt x="85403" y="113731"/>
                </a:cubicBezTo>
                <a:cubicBezTo>
                  <a:pt x="85966" y="113436"/>
                  <a:pt x="85910" y="112733"/>
                  <a:pt x="85178" y="111255"/>
                </a:cubicBezTo>
                <a:cubicBezTo>
                  <a:pt x="85009" y="110903"/>
                  <a:pt x="84784" y="110467"/>
                  <a:pt x="84686" y="110284"/>
                </a:cubicBezTo>
                <a:cubicBezTo>
                  <a:pt x="84587" y="110115"/>
                  <a:pt x="84531" y="109975"/>
                  <a:pt x="84546" y="109946"/>
                </a:cubicBezTo>
                <a:cubicBezTo>
                  <a:pt x="84559" y="109932"/>
                  <a:pt x="84968" y="109988"/>
                  <a:pt x="85460" y="110073"/>
                </a:cubicBezTo>
                <a:cubicBezTo>
                  <a:pt x="86122" y="110172"/>
                  <a:pt x="86557" y="110213"/>
                  <a:pt x="87163" y="110213"/>
                </a:cubicBezTo>
                <a:cubicBezTo>
                  <a:pt x="87951" y="110228"/>
                  <a:pt x="87993" y="110213"/>
                  <a:pt x="88289" y="110073"/>
                </a:cubicBezTo>
                <a:cubicBezTo>
                  <a:pt x="88640" y="109904"/>
                  <a:pt x="88753" y="109791"/>
                  <a:pt x="88837" y="109524"/>
                </a:cubicBezTo>
                <a:cubicBezTo>
                  <a:pt x="88936" y="109243"/>
                  <a:pt x="88865" y="108764"/>
                  <a:pt x="88655" y="108286"/>
                </a:cubicBezTo>
                <a:cubicBezTo>
                  <a:pt x="88486" y="107892"/>
                  <a:pt x="87936" y="106935"/>
                  <a:pt x="87739" y="106682"/>
                </a:cubicBezTo>
                <a:cubicBezTo>
                  <a:pt x="87571" y="106470"/>
                  <a:pt x="87599" y="106428"/>
                  <a:pt x="87880" y="106470"/>
                </a:cubicBezTo>
                <a:cubicBezTo>
                  <a:pt x="88232" y="106526"/>
                  <a:pt x="88921" y="106428"/>
                  <a:pt x="89738" y="106231"/>
                </a:cubicBezTo>
                <a:cubicBezTo>
                  <a:pt x="90723" y="105992"/>
                  <a:pt x="90991" y="105795"/>
                  <a:pt x="90991" y="105331"/>
                </a:cubicBezTo>
                <a:cubicBezTo>
                  <a:pt x="90991" y="105021"/>
                  <a:pt x="90850" y="104810"/>
                  <a:pt x="89865" y="103755"/>
                </a:cubicBezTo>
                <a:lnTo>
                  <a:pt x="89315" y="103149"/>
                </a:lnTo>
                <a:lnTo>
                  <a:pt x="89752" y="103079"/>
                </a:lnTo>
                <a:cubicBezTo>
                  <a:pt x="90822" y="102924"/>
                  <a:pt x="92004" y="102445"/>
                  <a:pt x="92299" y="102038"/>
                </a:cubicBezTo>
                <a:cubicBezTo>
                  <a:pt x="92426" y="101869"/>
                  <a:pt x="92454" y="101756"/>
                  <a:pt x="92454" y="101545"/>
                </a:cubicBezTo>
                <a:cubicBezTo>
                  <a:pt x="92454" y="101038"/>
                  <a:pt x="92074" y="100518"/>
                  <a:pt x="90863" y="99350"/>
                </a:cubicBezTo>
                <a:cubicBezTo>
                  <a:pt x="90428" y="98942"/>
                  <a:pt x="90075" y="98590"/>
                  <a:pt x="90075" y="98562"/>
                </a:cubicBezTo>
                <a:cubicBezTo>
                  <a:pt x="90075" y="98533"/>
                  <a:pt x="90132" y="98520"/>
                  <a:pt x="90216" y="98520"/>
                </a:cubicBezTo>
                <a:cubicBezTo>
                  <a:pt x="90512" y="98520"/>
                  <a:pt x="91623" y="98308"/>
                  <a:pt x="92201" y="98139"/>
                </a:cubicBezTo>
                <a:cubicBezTo>
                  <a:pt x="93327" y="97802"/>
                  <a:pt x="93819" y="97464"/>
                  <a:pt x="93819" y="97000"/>
                </a:cubicBezTo>
                <a:cubicBezTo>
                  <a:pt x="93819" y="96606"/>
                  <a:pt x="93636" y="96338"/>
                  <a:pt x="92636" y="95255"/>
                </a:cubicBezTo>
                <a:cubicBezTo>
                  <a:pt x="92524" y="95143"/>
                  <a:pt x="92482" y="95044"/>
                  <a:pt x="92539" y="95044"/>
                </a:cubicBezTo>
                <a:cubicBezTo>
                  <a:pt x="92651" y="95044"/>
                  <a:pt x="93918" y="94762"/>
                  <a:pt x="94058" y="94692"/>
                </a:cubicBezTo>
                <a:cubicBezTo>
                  <a:pt x="94410" y="94552"/>
                  <a:pt x="94509" y="94199"/>
                  <a:pt x="94312" y="93805"/>
                </a:cubicBezTo>
                <a:cubicBezTo>
                  <a:pt x="94255" y="93693"/>
                  <a:pt x="94030" y="93383"/>
                  <a:pt x="93819" y="93088"/>
                </a:cubicBezTo>
                <a:cubicBezTo>
                  <a:pt x="93608" y="92820"/>
                  <a:pt x="93439" y="92581"/>
                  <a:pt x="93453" y="92567"/>
                </a:cubicBezTo>
                <a:cubicBezTo>
                  <a:pt x="93453" y="92567"/>
                  <a:pt x="93664" y="92454"/>
                  <a:pt x="93918" y="92328"/>
                </a:cubicBezTo>
                <a:cubicBezTo>
                  <a:pt x="94171" y="92187"/>
                  <a:pt x="94438" y="92004"/>
                  <a:pt x="94578" y="91863"/>
                </a:cubicBezTo>
                <a:cubicBezTo>
                  <a:pt x="94775" y="91653"/>
                  <a:pt x="94790" y="91596"/>
                  <a:pt x="94790" y="91357"/>
                </a:cubicBezTo>
                <a:cubicBezTo>
                  <a:pt x="94790" y="91202"/>
                  <a:pt x="94762" y="91005"/>
                  <a:pt x="94719" y="90921"/>
                </a:cubicBezTo>
                <a:cubicBezTo>
                  <a:pt x="94537" y="90569"/>
                  <a:pt x="93383" y="89683"/>
                  <a:pt x="92510" y="89232"/>
                </a:cubicBezTo>
                <a:cubicBezTo>
                  <a:pt x="92130" y="89049"/>
                  <a:pt x="92060" y="88964"/>
                  <a:pt x="92229" y="88964"/>
                </a:cubicBezTo>
                <a:cubicBezTo>
                  <a:pt x="92355" y="88964"/>
                  <a:pt x="93734" y="88486"/>
                  <a:pt x="94002" y="88360"/>
                </a:cubicBezTo>
                <a:cubicBezTo>
                  <a:pt x="94297" y="88204"/>
                  <a:pt x="94621" y="87910"/>
                  <a:pt x="94747" y="87628"/>
                </a:cubicBezTo>
                <a:cubicBezTo>
                  <a:pt x="95043" y="87079"/>
                  <a:pt x="94987" y="86699"/>
                  <a:pt x="94550" y="86305"/>
                </a:cubicBezTo>
                <a:cubicBezTo>
                  <a:pt x="94030" y="85827"/>
                  <a:pt x="93130" y="85433"/>
                  <a:pt x="91441" y="84940"/>
                </a:cubicBezTo>
                <a:cubicBezTo>
                  <a:pt x="91201" y="84870"/>
                  <a:pt x="90991" y="84799"/>
                  <a:pt x="91004" y="84785"/>
                </a:cubicBezTo>
                <a:cubicBezTo>
                  <a:pt x="91004" y="84757"/>
                  <a:pt x="91173" y="84645"/>
                  <a:pt x="91385" y="84504"/>
                </a:cubicBezTo>
                <a:cubicBezTo>
                  <a:pt x="91877" y="84194"/>
                  <a:pt x="92651" y="83463"/>
                  <a:pt x="92792" y="83181"/>
                </a:cubicBezTo>
                <a:cubicBezTo>
                  <a:pt x="93059" y="82675"/>
                  <a:pt x="93017" y="82238"/>
                  <a:pt x="92693" y="81956"/>
                </a:cubicBezTo>
                <a:cubicBezTo>
                  <a:pt x="92411" y="81731"/>
                  <a:pt x="91103" y="81422"/>
                  <a:pt x="90456" y="81408"/>
                </a:cubicBezTo>
                <a:cubicBezTo>
                  <a:pt x="90118" y="81408"/>
                  <a:pt x="90104" y="81365"/>
                  <a:pt x="90315" y="80971"/>
                </a:cubicBezTo>
                <a:cubicBezTo>
                  <a:pt x="90666" y="80311"/>
                  <a:pt x="90807" y="79367"/>
                  <a:pt x="90597" y="79058"/>
                </a:cubicBezTo>
                <a:cubicBezTo>
                  <a:pt x="90400" y="78748"/>
                  <a:pt x="90287" y="78720"/>
                  <a:pt x="89358" y="78734"/>
                </a:cubicBezTo>
                <a:cubicBezTo>
                  <a:pt x="86191" y="78734"/>
                  <a:pt x="78945" y="80043"/>
                  <a:pt x="74624" y="81380"/>
                </a:cubicBezTo>
                <a:cubicBezTo>
                  <a:pt x="73992" y="81577"/>
                  <a:pt x="73457" y="81731"/>
                  <a:pt x="73429" y="81731"/>
                </a:cubicBezTo>
                <a:cubicBezTo>
                  <a:pt x="73386" y="81731"/>
                  <a:pt x="73442" y="81296"/>
                  <a:pt x="73498" y="81239"/>
                </a:cubicBezTo>
                <a:cubicBezTo>
                  <a:pt x="73527" y="81211"/>
                  <a:pt x="73795" y="81155"/>
                  <a:pt x="74118" y="81112"/>
                </a:cubicBezTo>
                <a:cubicBezTo>
                  <a:pt x="74821" y="81028"/>
                  <a:pt x="75539" y="80859"/>
                  <a:pt x="75905" y="80705"/>
                </a:cubicBezTo>
                <a:cubicBezTo>
                  <a:pt x="76243" y="80549"/>
                  <a:pt x="76581" y="80183"/>
                  <a:pt x="76679" y="79817"/>
                </a:cubicBezTo>
                <a:cubicBezTo>
                  <a:pt x="76791" y="79466"/>
                  <a:pt x="76791" y="78861"/>
                  <a:pt x="76679" y="78369"/>
                </a:cubicBezTo>
                <a:cubicBezTo>
                  <a:pt x="76594" y="77946"/>
                  <a:pt x="76609" y="77876"/>
                  <a:pt x="76848" y="77876"/>
                </a:cubicBezTo>
                <a:cubicBezTo>
                  <a:pt x="76919" y="77876"/>
                  <a:pt x="77185" y="77847"/>
                  <a:pt x="77439" y="77806"/>
                </a:cubicBezTo>
                <a:cubicBezTo>
                  <a:pt x="78213" y="77665"/>
                  <a:pt x="78480" y="77468"/>
                  <a:pt x="78790" y="76821"/>
                </a:cubicBezTo>
                <a:cubicBezTo>
                  <a:pt x="78945" y="76468"/>
                  <a:pt x="78958" y="76398"/>
                  <a:pt x="78958" y="75864"/>
                </a:cubicBezTo>
                <a:lnTo>
                  <a:pt x="78958" y="75286"/>
                </a:lnTo>
                <a:lnTo>
                  <a:pt x="79226" y="75258"/>
                </a:lnTo>
                <a:cubicBezTo>
                  <a:pt x="80127" y="75132"/>
                  <a:pt x="80957" y="74442"/>
                  <a:pt x="81337" y="73485"/>
                </a:cubicBezTo>
                <a:cubicBezTo>
                  <a:pt x="81435" y="73232"/>
                  <a:pt x="81463" y="73077"/>
                  <a:pt x="81463" y="72444"/>
                </a:cubicBezTo>
                <a:cubicBezTo>
                  <a:pt x="81463" y="72050"/>
                  <a:pt x="81435" y="71627"/>
                  <a:pt x="81422" y="71515"/>
                </a:cubicBezTo>
                <a:lnTo>
                  <a:pt x="81365" y="71318"/>
                </a:lnTo>
                <a:lnTo>
                  <a:pt x="81956" y="70727"/>
                </a:lnTo>
                <a:cubicBezTo>
                  <a:pt x="82378" y="70305"/>
                  <a:pt x="82589" y="70051"/>
                  <a:pt x="82702" y="69826"/>
                </a:cubicBezTo>
                <a:cubicBezTo>
                  <a:pt x="82970" y="69278"/>
                  <a:pt x="83011" y="68434"/>
                  <a:pt x="82814" y="67659"/>
                </a:cubicBezTo>
                <a:cubicBezTo>
                  <a:pt x="82773" y="67490"/>
                  <a:pt x="82744" y="67350"/>
                  <a:pt x="82744" y="67336"/>
                </a:cubicBezTo>
                <a:cubicBezTo>
                  <a:pt x="82744" y="67308"/>
                  <a:pt x="82857" y="67237"/>
                  <a:pt x="82998" y="67153"/>
                </a:cubicBezTo>
                <a:cubicBezTo>
                  <a:pt x="83364" y="66927"/>
                  <a:pt x="83758" y="66548"/>
                  <a:pt x="83912" y="66252"/>
                </a:cubicBezTo>
                <a:cubicBezTo>
                  <a:pt x="84095" y="65886"/>
                  <a:pt x="84165" y="65366"/>
                  <a:pt x="84152" y="64394"/>
                </a:cubicBezTo>
                <a:lnTo>
                  <a:pt x="84123" y="63537"/>
                </a:lnTo>
                <a:lnTo>
                  <a:pt x="84559" y="63283"/>
                </a:lnTo>
                <a:cubicBezTo>
                  <a:pt x="85137" y="62946"/>
                  <a:pt x="85474" y="62593"/>
                  <a:pt x="85685" y="62143"/>
                </a:cubicBezTo>
                <a:cubicBezTo>
                  <a:pt x="85854" y="61805"/>
                  <a:pt x="85868" y="61749"/>
                  <a:pt x="85868" y="61158"/>
                </a:cubicBezTo>
                <a:cubicBezTo>
                  <a:pt x="85868" y="60623"/>
                  <a:pt x="85840" y="60441"/>
                  <a:pt x="85700" y="59962"/>
                </a:cubicBezTo>
                <a:cubicBezTo>
                  <a:pt x="85572" y="59525"/>
                  <a:pt x="85559" y="59385"/>
                  <a:pt x="85615" y="59371"/>
                </a:cubicBezTo>
                <a:cubicBezTo>
                  <a:pt x="85797" y="59315"/>
                  <a:pt x="86811" y="58583"/>
                  <a:pt x="86980" y="58400"/>
                </a:cubicBezTo>
                <a:cubicBezTo>
                  <a:pt x="87557" y="57739"/>
                  <a:pt x="87514" y="56923"/>
                  <a:pt x="86853" y="55501"/>
                </a:cubicBezTo>
                <a:lnTo>
                  <a:pt x="86656" y="55079"/>
                </a:lnTo>
                <a:lnTo>
                  <a:pt x="87191" y="54756"/>
                </a:lnTo>
                <a:cubicBezTo>
                  <a:pt x="87867" y="54333"/>
                  <a:pt x="88120" y="54065"/>
                  <a:pt x="88274" y="53587"/>
                </a:cubicBezTo>
                <a:cubicBezTo>
                  <a:pt x="88471" y="52996"/>
                  <a:pt x="88443" y="52476"/>
                  <a:pt x="88204" y="51729"/>
                </a:cubicBezTo>
                <a:cubicBezTo>
                  <a:pt x="88092" y="51406"/>
                  <a:pt x="87908" y="50941"/>
                  <a:pt x="87796" y="50688"/>
                </a:cubicBezTo>
                <a:cubicBezTo>
                  <a:pt x="87670" y="50421"/>
                  <a:pt x="87571" y="50210"/>
                  <a:pt x="87571" y="50182"/>
                </a:cubicBezTo>
                <a:cubicBezTo>
                  <a:pt x="87571" y="50153"/>
                  <a:pt x="87726" y="50055"/>
                  <a:pt x="87908" y="49956"/>
                </a:cubicBezTo>
                <a:cubicBezTo>
                  <a:pt x="88302" y="49746"/>
                  <a:pt x="88865" y="49225"/>
                  <a:pt x="89006" y="48902"/>
                </a:cubicBezTo>
                <a:cubicBezTo>
                  <a:pt x="89175" y="48592"/>
                  <a:pt x="89161" y="47620"/>
                  <a:pt x="88992" y="47185"/>
                </a:cubicBezTo>
                <a:cubicBezTo>
                  <a:pt x="88893" y="46875"/>
                  <a:pt x="88893" y="46875"/>
                  <a:pt x="88992" y="46847"/>
                </a:cubicBezTo>
                <a:cubicBezTo>
                  <a:pt x="89203" y="46776"/>
                  <a:pt x="90259" y="46031"/>
                  <a:pt x="90582" y="45735"/>
                </a:cubicBezTo>
                <a:cubicBezTo>
                  <a:pt x="91032" y="45299"/>
                  <a:pt x="91370" y="44567"/>
                  <a:pt x="91370" y="43990"/>
                </a:cubicBezTo>
                <a:cubicBezTo>
                  <a:pt x="91370" y="43695"/>
                  <a:pt x="91131" y="42780"/>
                  <a:pt x="90934" y="42372"/>
                </a:cubicBezTo>
                <a:cubicBezTo>
                  <a:pt x="90751" y="41963"/>
                  <a:pt x="90751" y="41950"/>
                  <a:pt x="90892" y="41894"/>
                </a:cubicBezTo>
                <a:cubicBezTo>
                  <a:pt x="91103" y="41823"/>
                  <a:pt x="91961" y="41232"/>
                  <a:pt x="92186" y="40978"/>
                </a:cubicBezTo>
                <a:cubicBezTo>
                  <a:pt x="92539" y="40584"/>
                  <a:pt x="92693" y="40205"/>
                  <a:pt x="92721" y="39614"/>
                </a:cubicBezTo>
                <a:cubicBezTo>
                  <a:pt x="92749" y="39192"/>
                  <a:pt x="92721" y="39065"/>
                  <a:pt x="92595" y="38699"/>
                </a:cubicBezTo>
                <a:cubicBezTo>
                  <a:pt x="92524" y="38460"/>
                  <a:pt x="92370" y="38108"/>
                  <a:pt x="92271" y="37925"/>
                </a:cubicBezTo>
                <a:lnTo>
                  <a:pt x="92088" y="37588"/>
                </a:lnTo>
                <a:lnTo>
                  <a:pt x="92257" y="37460"/>
                </a:lnTo>
                <a:cubicBezTo>
                  <a:pt x="93115" y="36841"/>
                  <a:pt x="93298" y="36687"/>
                  <a:pt x="93453" y="36419"/>
                </a:cubicBezTo>
                <a:cubicBezTo>
                  <a:pt x="93721" y="36025"/>
                  <a:pt x="93833" y="35589"/>
                  <a:pt x="93805" y="35083"/>
                </a:cubicBezTo>
                <a:cubicBezTo>
                  <a:pt x="93777" y="34561"/>
                  <a:pt x="93650" y="34323"/>
                  <a:pt x="93242" y="33942"/>
                </a:cubicBezTo>
                <a:lnTo>
                  <a:pt x="92918" y="33647"/>
                </a:lnTo>
                <a:lnTo>
                  <a:pt x="93467" y="33239"/>
                </a:lnTo>
                <a:cubicBezTo>
                  <a:pt x="94607" y="32381"/>
                  <a:pt x="95719" y="31171"/>
                  <a:pt x="95888" y="30593"/>
                </a:cubicBezTo>
                <a:cubicBezTo>
                  <a:pt x="96000" y="30171"/>
                  <a:pt x="96000" y="29848"/>
                  <a:pt x="95901" y="29595"/>
                </a:cubicBezTo>
                <a:cubicBezTo>
                  <a:pt x="95789" y="29369"/>
                  <a:pt x="95747" y="29327"/>
                  <a:pt x="95029" y="28947"/>
                </a:cubicBezTo>
                <a:cubicBezTo>
                  <a:pt x="94607" y="28722"/>
                  <a:pt x="94255" y="28525"/>
                  <a:pt x="94255" y="28510"/>
                </a:cubicBezTo>
                <a:cubicBezTo>
                  <a:pt x="94255" y="28497"/>
                  <a:pt x="94438" y="28412"/>
                  <a:pt x="94649" y="28328"/>
                </a:cubicBezTo>
                <a:cubicBezTo>
                  <a:pt x="95409" y="28032"/>
                  <a:pt x="96464" y="27497"/>
                  <a:pt x="97027" y="27118"/>
                </a:cubicBezTo>
                <a:cubicBezTo>
                  <a:pt x="97337" y="26906"/>
                  <a:pt x="98055" y="26428"/>
                  <a:pt x="98631" y="26048"/>
                </a:cubicBezTo>
                <a:cubicBezTo>
                  <a:pt x="100194" y="25021"/>
                  <a:pt x="100686" y="24557"/>
                  <a:pt x="101038" y="23782"/>
                </a:cubicBezTo>
                <a:cubicBezTo>
                  <a:pt x="101291" y="23206"/>
                  <a:pt x="101320" y="22868"/>
                  <a:pt x="101108" y="22755"/>
                </a:cubicBezTo>
                <a:cubicBezTo>
                  <a:pt x="101052" y="22727"/>
                  <a:pt x="100658" y="22643"/>
                  <a:pt x="100222" y="22572"/>
                </a:cubicBezTo>
                <a:cubicBezTo>
                  <a:pt x="98913" y="22333"/>
                  <a:pt x="98167" y="22375"/>
                  <a:pt x="96408" y="22797"/>
                </a:cubicBezTo>
                <a:cubicBezTo>
                  <a:pt x="94691" y="23219"/>
                  <a:pt x="91736" y="24247"/>
                  <a:pt x="88824" y="25443"/>
                </a:cubicBezTo>
                <a:cubicBezTo>
                  <a:pt x="88486" y="25583"/>
                  <a:pt x="88204" y="25682"/>
                  <a:pt x="88190" y="25668"/>
                </a:cubicBezTo>
                <a:cubicBezTo>
                  <a:pt x="88176" y="25654"/>
                  <a:pt x="88556" y="25443"/>
                  <a:pt x="89021" y="25189"/>
                </a:cubicBezTo>
                <a:cubicBezTo>
                  <a:pt x="90934" y="24204"/>
                  <a:pt x="91244" y="24007"/>
                  <a:pt x="93199" y="22643"/>
                </a:cubicBezTo>
                <a:cubicBezTo>
                  <a:pt x="93650" y="22333"/>
                  <a:pt x="94353" y="21827"/>
                  <a:pt x="94762" y="21545"/>
                </a:cubicBezTo>
                <a:cubicBezTo>
                  <a:pt x="95507" y="21039"/>
                  <a:pt x="96239" y="20461"/>
                  <a:pt x="97956" y="19054"/>
                </a:cubicBezTo>
                <a:cubicBezTo>
                  <a:pt x="99096" y="18112"/>
                  <a:pt x="99434" y="17802"/>
                  <a:pt x="100264" y="16873"/>
                </a:cubicBezTo>
                <a:cubicBezTo>
                  <a:pt x="101038" y="16029"/>
                  <a:pt x="101136" y="15874"/>
                  <a:pt x="101038" y="15691"/>
                </a:cubicBezTo>
                <a:cubicBezTo>
                  <a:pt x="100954" y="15522"/>
                  <a:pt x="100785" y="15494"/>
                  <a:pt x="100391" y="15564"/>
                </a:cubicBezTo>
                <a:cubicBezTo>
                  <a:pt x="100194" y="15607"/>
                  <a:pt x="99518" y="15705"/>
                  <a:pt x="98871" y="15804"/>
                </a:cubicBezTo>
                <a:cubicBezTo>
                  <a:pt x="98237" y="15902"/>
                  <a:pt x="97505" y="16029"/>
                  <a:pt x="97252" y="16113"/>
                </a:cubicBezTo>
                <a:cubicBezTo>
                  <a:pt x="95831" y="16521"/>
                  <a:pt x="93650" y="17633"/>
                  <a:pt x="90610" y="19463"/>
                </a:cubicBezTo>
                <a:cubicBezTo>
                  <a:pt x="89203" y="20335"/>
                  <a:pt x="86741" y="21630"/>
                  <a:pt x="85235" y="22305"/>
                </a:cubicBezTo>
                <a:cubicBezTo>
                  <a:pt x="84869" y="22474"/>
                  <a:pt x="84883" y="22459"/>
                  <a:pt x="85741" y="21840"/>
                </a:cubicBezTo>
                <a:cubicBezTo>
                  <a:pt x="86782" y="21095"/>
                  <a:pt x="89428" y="19392"/>
                  <a:pt x="92792" y="17324"/>
                </a:cubicBezTo>
                <a:cubicBezTo>
                  <a:pt x="96352" y="15128"/>
                  <a:pt x="96914" y="14692"/>
                  <a:pt x="99110" y="12398"/>
                </a:cubicBezTo>
                <a:cubicBezTo>
                  <a:pt x="100348" y="11117"/>
                  <a:pt x="100560" y="10836"/>
                  <a:pt x="100461" y="10611"/>
                </a:cubicBezTo>
                <a:cubicBezTo>
                  <a:pt x="100320" y="10329"/>
                  <a:pt x="100109" y="10372"/>
                  <a:pt x="98111" y="10991"/>
                </a:cubicBezTo>
                <a:cubicBezTo>
                  <a:pt x="97492" y="11188"/>
                  <a:pt x="96492" y="11470"/>
                  <a:pt x="95888" y="11610"/>
                </a:cubicBezTo>
                <a:cubicBezTo>
                  <a:pt x="94269" y="12004"/>
                  <a:pt x="93495" y="12286"/>
                  <a:pt x="92158" y="12975"/>
                </a:cubicBezTo>
                <a:cubicBezTo>
                  <a:pt x="90554" y="13806"/>
                  <a:pt x="89541" y="14425"/>
                  <a:pt x="88471" y="15226"/>
                </a:cubicBezTo>
                <a:cubicBezTo>
                  <a:pt x="88232" y="15395"/>
                  <a:pt x="87993" y="15579"/>
                  <a:pt x="87951" y="15607"/>
                </a:cubicBezTo>
                <a:cubicBezTo>
                  <a:pt x="87908" y="15635"/>
                  <a:pt x="88120" y="15395"/>
                  <a:pt x="88429" y="15057"/>
                </a:cubicBezTo>
                <a:cubicBezTo>
                  <a:pt x="89484" y="13875"/>
                  <a:pt x="91188" y="11680"/>
                  <a:pt x="92186" y="10188"/>
                </a:cubicBezTo>
                <a:cubicBezTo>
                  <a:pt x="93002" y="8965"/>
                  <a:pt x="93312" y="8430"/>
                  <a:pt x="93734" y="7614"/>
                </a:cubicBezTo>
                <a:cubicBezTo>
                  <a:pt x="94438" y="6207"/>
                  <a:pt x="94565" y="5798"/>
                  <a:pt x="94438" y="5488"/>
                </a:cubicBezTo>
                <a:cubicBezTo>
                  <a:pt x="94381" y="5348"/>
                  <a:pt x="94340" y="5320"/>
                  <a:pt x="94184" y="5320"/>
                </a:cubicBezTo>
                <a:cubicBezTo>
                  <a:pt x="93861" y="5320"/>
                  <a:pt x="91244" y="6573"/>
                  <a:pt x="90047" y="7304"/>
                </a:cubicBezTo>
                <a:cubicBezTo>
                  <a:pt x="88387" y="8317"/>
                  <a:pt x="87092" y="9218"/>
                  <a:pt x="86360" y="9865"/>
                </a:cubicBezTo>
                <a:cubicBezTo>
                  <a:pt x="85165" y="10948"/>
                  <a:pt x="83743" y="12567"/>
                  <a:pt x="82251" y="14523"/>
                </a:cubicBezTo>
                <a:cubicBezTo>
                  <a:pt x="81590" y="15395"/>
                  <a:pt x="80605" y="16648"/>
                  <a:pt x="80465" y="16774"/>
                </a:cubicBezTo>
                <a:cubicBezTo>
                  <a:pt x="80394" y="16845"/>
                  <a:pt x="80394" y="16845"/>
                  <a:pt x="80437" y="16774"/>
                </a:cubicBezTo>
                <a:cubicBezTo>
                  <a:pt x="80675" y="16352"/>
                  <a:pt x="82632" y="13510"/>
                  <a:pt x="83321" y="12595"/>
                </a:cubicBezTo>
                <a:cubicBezTo>
                  <a:pt x="84334" y="11230"/>
                  <a:pt x="85024" y="10231"/>
                  <a:pt x="85728" y="9091"/>
                </a:cubicBezTo>
                <a:cubicBezTo>
                  <a:pt x="86009" y="8641"/>
                  <a:pt x="86262" y="8233"/>
                  <a:pt x="86319" y="8177"/>
                </a:cubicBezTo>
                <a:cubicBezTo>
                  <a:pt x="86459" y="8021"/>
                  <a:pt x="87120" y="6952"/>
                  <a:pt x="87514" y="6263"/>
                </a:cubicBezTo>
                <a:cubicBezTo>
                  <a:pt x="87698" y="5939"/>
                  <a:pt x="88007" y="5291"/>
                  <a:pt x="88218" y="4828"/>
                </a:cubicBezTo>
                <a:cubicBezTo>
                  <a:pt x="88781" y="3561"/>
                  <a:pt x="89049" y="2702"/>
                  <a:pt x="89259" y="1492"/>
                </a:cubicBezTo>
                <a:cubicBezTo>
                  <a:pt x="89428" y="465"/>
                  <a:pt x="89386" y="169"/>
                  <a:pt x="89077" y="57"/>
                </a:cubicBezTo>
                <a:lnTo>
                  <a:pt x="88908" y="0"/>
                </a:lnTo>
                <a:cubicBezTo>
                  <a:pt x="88908" y="0"/>
                  <a:pt x="88809" y="43"/>
                  <a:pt x="88696" y="99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Question Mark">
                <a:extLst>
                  <a:ext uri="{FF2B5EF4-FFF2-40B4-BE49-F238E27FC236}">
                    <a16:creationId xmlns:a16="http://schemas.microsoft.com/office/drawing/2014/main" id="{082D7BF5-B9F0-53E6-338C-03791E2479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7569999"/>
                  </p:ext>
                </p:extLst>
              </p:nvPr>
            </p:nvGraphicFramePr>
            <p:xfrm>
              <a:off x="3605738" y="1032081"/>
              <a:ext cx="870408" cy="125154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870408" cy="1251541"/>
                    </a:xfrm>
                    <a:prstGeom prst="rect">
                      <a:avLst/>
                    </a:prstGeom>
                  </am3d:spPr>
                  <am3d:camera>
                    <am3d:pos x="0" y="0" z="586152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675758" d="1000000"/>
                    <am3d:preTrans dx="-721111" dy="-18000000" dz="8896"/>
                    <am3d:scale>
                      <am3d:sx n="1000000" d="1000000"/>
                      <am3d:sy n="1000000" d="1000000"/>
                      <am3d:sz n="1000000" d="1000000"/>
                    </am3d:scale>
                    <am3d:rot ax="-215650" ay="71725" az="-450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5268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Question Mark">
                <a:extLst>
                  <a:ext uri="{FF2B5EF4-FFF2-40B4-BE49-F238E27FC236}">
                    <a16:creationId xmlns:a16="http://schemas.microsoft.com/office/drawing/2014/main" id="{082D7BF5-B9F0-53E6-338C-03791E2479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5738" y="1032081"/>
                <a:ext cx="870408" cy="125154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Google Shape;1156;p66">
            <a:extLst>
              <a:ext uri="{FF2B5EF4-FFF2-40B4-BE49-F238E27FC236}">
                <a16:creationId xmlns:a16="http://schemas.microsoft.com/office/drawing/2014/main" id="{EE5C3690-56E1-E372-8CF4-3859FC1B39E4}"/>
              </a:ext>
            </a:extLst>
          </p:cNvPr>
          <p:cNvSpPr/>
          <p:nvPr/>
        </p:nvSpPr>
        <p:spPr>
          <a:xfrm>
            <a:off x="0" y="3495559"/>
            <a:ext cx="10100826" cy="1582781"/>
          </a:xfrm>
          <a:custGeom>
            <a:avLst/>
            <a:gdLst/>
            <a:ahLst/>
            <a:cxnLst/>
            <a:rect l="l" t="t" r="r" b="b"/>
            <a:pathLst>
              <a:path w="219187" h="102678" extrusionOk="0">
                <a:moveTo>
                  <a:pt x="20689" y="27572"/>
                </a:moveTo>
                <a:lnTo>
                  <a:pt x="20689" y="27572"/>
                </a:lnTo>
                <a:cubicBezTo>
                  <a:pt x="20676" y="27768"/>
                  <a:pt x="20676" y="27950"/>
                  <a:pt x="20689" y="28132"/>
                </a:cubicBezTo>
                <a:cubicBezTo>
                  <a:pt x="20429" y="28301"/>
                  <a:pt x="20182" y="28483"/>
                  <a:pt x="19934" y="28665"/>
                </a:cubicBezTo>
                <a:cubicBezTo>
                  <a:pt x="20169" y="28288"/>
                  <a:pt x="20416" y="27924"/>
                  <a:pt x="20689" y="27572"/>
                </a:cubicBezTo>
                <a:close/>
                <a:moveTo>
                  <a:pt x="23135" y="24593"/>
                </a:moveTo>
                <a:lnTo>
                  <a:pt x="23135" y="24593"/>
                </a:lnTo>
                <a:cubicBezTo>
                  <a:pt x="22823" y="25776"/>
                  <a:pt x="22758" y="27013"/>
                  <a:pt x="22953" y="28262"/>
                </a:cubicBezTo>
                <a:cubicBezTo>
                  <a:pt x="22120" y="28496"/>
                  <a:pt x="21288" y="28743"/>
                  <a:pt x="20455" y="28977"/>
                </a:cubicBezTo>
                <a:lnTo>
                  <a:pt x="20455" y="28977"/>
                </a:lnTo>
                <a:cubicBezTo>
                  <a:pt x="21093" y="28379"/>
                  <a:pt x="21717" y="27780"/>
                  <a:pt x="22355" y="27182"/>
                </a:cubicBezTo>
                <a:lnTo>
                  <a:pt x="22355" y="27182"/>
                </a:lnTo>
                <a:cubicBezTo>
                  <a:pt x="21952" y="27377"/>
                  <a:pt x="21548" y="27598"/>
                  <a:pt x="21171" y="27832"/>
                </a:cubicBezTo>
                <a:cubicBezTo>
                  <a:pt x="21912" y="26817"/>
                  <a:pt x="22576" y="25738"/>
                  <a:pt x="23135" y="24593"/>
                </a:cubicBezTo>
                <a:close/>
                <a:moveTo>
                  <a:pt x="23838" y="25542"/>
                </a:moveTo>
                <a:cubicBezTo>
                  <a:pt x="23890" y="26323"/>
                  <a:pt x="23929" y="27312"/>
                  <a:pt x="23916" y="28444"/>
                </a:cubicBezTo>
                <a:cubicBezTo>
                  <a:pt x="23903" y="29550"/>
                  <a:pt x="23916" y="31073"/>
                  <a:pt x="23929" y="32491"/>
                </a:cubicBezTo>
                <a:cubicBezTo>
                  <a:pt x="22979" y="31984"/>
                  <a:pt x="22108" y="31437"/>
                  <a:pt x="21288" y="30786"/>
                </a:cubicBezTo>
                <a:cubicBezTo>
                  <a:pt x="21926" y="30474"/>
                  <a:pt x="22524" y="30084"/>
                  <a:pt x="23071" y="29628"/>
                </a:cubicBezTo>
                <a:lnTo>
                  <a:pt x="23071" y="29628"/>
                </a:lnTo>
                <a:cubicBezTo>
                  <a:pt x="22238" y="29810"/>
                  <a:pt x="21405" y="29980"/>
                  <a:pt x="20559" y="30162"/>
                </a:cubicBezTo>
                <a:lnTo>
                  <a:pt x="20520" y="30122"/>
                </a:lnTo>
                <a:cubicBezTo>
                  <a:pt x="21340" y="29537"/>
                  <a:pt x="22160" y="28951"/>
                  <a:pt x="22967" y="28379"/>
                </a:cubicBezTo>
                <a:cubicBezTo>
                  <a:pt x="23005" y="28522"/>
                  <a:pt x="23031" y="28679"/>
                  <a:pt x="23057" y="28835"/>
                </a:cubicBezTo>
                <a:cubicBezTo>
                  <a:pt x="23123" y="28613"/>
                  <a:pt x="23175" y="28405"/>
                  <a:pt x="23239" y="28184"/>
                </a:cubicBezTo>
                <a:cubicBezTo>
                  <a:pt x="23461" y="27312"/>
                  <a:pt x="23669" y="26427"/>
                  <a:pt x="23838" y="25542"/>
                </a:cubicBezTo>
                <a:close/>
                <a:moveTo>
                  <a:pt x="30500" y="33675"/>
                </a:moveTo>
                <a:lnTo>
                  <a:pt x="30500" y="33675"/>
                </a:lnTo>
                <a:cubicBezTo>
                  <a:pt x="30305" y="34352"/>
                  <a:pt x="30162" y="35028"/>
                  <a:pt x="30071" y="35717"/>
                </a:cubicBezTo>
                <a:cubicBezTo>
                  <a:pt x="30552" y="35237"/>
                  <a:pt x="30904" y="34664"/>
                  <a:pt x="31125" y="34065"/>
                </a:cubicBezTo>
                <a:lnTo>
                  <a:pt x="31125" y="34065"/>
                </a:lnTo>
                <a:cubicBezTo>
                  <a:pt x="31112" y="34976"/>
                  <a:pt x="31099" y="35874"/>
                  <a:pt x="31073" y="36706"/>
                </a:cubicBezTo>
                <a:cubicBezTo>
                  <a:pt x="30604" y="36486"/>
                  <a:pt x="30149" y="36278"/>
                  <a:pt x="29719" y="36030"/>
                </a:cubicBezTo>
                <a:cubicBezTo>
                  <a:pt x="29485" y="35887"/>
                  <a:pt x="29251" y="35757"/>
                  <a:pt x="29030" y="35613"/>
                </a:cubicBezTo>
                <a:cubicBezTo>
                  <a:pt x="29615" y="35171"/>
                  <a:pt x="30045" y="34651"/>
                  <a:pt x="30357" y="33974"/>
                </a:cubicBezTo>
                <a:cubicBezTo>
                  <a:pt x="30409" y="33883"/>
                  <a:pt x="30461" y="33779"/>
                  <a:pt x="30500" y="33675"/>
                </a:cubicBezTo>
                <a:close/>
                <a:moveTo>
                  <a:pt x="218660" y="37680"/>
                </a:moveTo>
                <a:cubicBezTo>
                  <a:pt x="218728" y="37680"/>
                  <a:pt x="218791" y="37691"/>
                  <a:pt x="218809" y="37761"/>
                </a:cubicBezTo>
                <a:cubicBezTo>
                  <a:pt x="218822" y="37839"/>
                  <a:pt x="218731" y="37891"/>
                  <a:pt x="218757" y="37956"/>
                </a:cubicBezTo>
                <a:cubicBezTo>
                  <a:pt x="218809" y="37956"/>
                  <a:pt x="218848" y="37943"/>
                  <a:pt x="218900" y="37943"/>
                </a:cubicBezTo>
                <a:cubicBezTo>
                  <a:pt x="218914" y="37939"/>
                  <a:pt x="218928" y="37938"/>
                  <a:pt x="218942" y="37938"/>
                </a:cubicBezTo>
                <a:cubicBezTo>
                  <a:pt x="218980" y="37938"/>
                  <a:pt x="219015" y="37950"/>
                  <a:pt x="219043" y="37969"/>
                </a:cubicBezTo>
                <a:cubicBezTo>
                  <a:pt x="219069" y="38034"/>
                  <a:pt x="218978" y="38151"/>
                  <a:pt x="218939" y="38216"/>
                </a:cubicBezTo>
                <a:cubicBezTo>
                  <a:pt x="218887" y="38320"/>
                  <a:pt x="218913" y="38450"/>
                  <a:pt x="218835" y="38542"/>
                </a:cubicBezTo>
                <a:cubicBezTo>
                  <a:pt x="218809" y="38594"/>
                  <a:pt x="218770" y="38594"/>
                  <a:pt x="218731" y="38620"/>
                </a:cubicBezTo>
                <a:cubicBezTo>
                  <a:pt x="218705" y="38646"/>
                  <a:pt x="218692" y="38658"/>
                  <a:pt x="218679" y="38684"/>
                </a:cubicBezTo>
                <a:lnTo>
                  <a:pt x="218666" y="38672"/>
                </a:lnTo>
                <a:cubicBezTo>
                  <a:pt x="218640" y="38594"/>
                  <a:pt x="218640" y="38502"/>
                  <a:pt x="218627" y="38438"/>
                </a:cubicBezTo>
                <a:cubicBezTo>
                  <a:pt x="218627" y="38385"/>
                  <a:pt x="218653" y="38320"/>
                  <a:pt x="218640" y="38281"/>
                </a:cubicBezTo>
                <a:cubicBezTo>
                  <a:pt x="218629" y="38247"/>
                  <a:pt x="218609" y="38235"/>
                  <a:pt x="218586" y="38235"/>
                </a:cubicBezTo>
                <a:cubicBezTo>
                  <a:pt x="218556" y="38235"/>
                  <a:pt x="218520" y="38253"/>
                  <a:pt x="218484" y="38268"/>
                </a:cubicBezTo>
                <a:cubicBezTo>
                  <a:pt x="218392" y="38307"/>
                  <a:pt x="218288" y="38359"/>
                  <a:pt x="218184" y="38385"/>
                </a:cubicBezTo>
                <a:cubicBezTo>
                  <a:pt x="218151" y="38396"/>
                  <a:pt x="218130" y="38400"/>
                  <a:pt x="218111" y="38400"/>
                </a:cubicBezTo>
                <a:cubicBezTo>
                  <a:pt x="218084" y="38400"/>
                  <a:pt x="218061" y="38393"/>
                  <a:pt x="218016" y="38385"/>
                </a:cubicBezTo>
                <a:cubicBezTo>
                  <a:pt x="218008" y="38384"/>
                  <a:pt x="218001" y="38383"/>
                  <a:pt x="217995" y="38383"/>
                </a:cubicBezTo>
                <a:cubicBezTo>
                  <a:pt x="217939" y="38383"/>
                  <a:pt x="217892" y="38430"/>
                  <a:pt x="217846" y="38476"/>
                </a:cubicBezTo>
                <a:cubicBezTo>
                  <a:pt x="217798" y="38525"/>
                  <a:pt x="217544" y="38749"/>
                  <a:pt x="217409" y="38749"/>
                </a:cubicBezTo>
                <a:cubicBezTo>
                  <a:pt x="217364" y="38749"/>
                  <a:pt x="217332" y="38724"/>
                  <a:pt x="217325" y="38658"/>
                </a:cubicBezTo>
                <a:cubicBezTo>
                  <a:pt x="217325" y="38646"/>
                  <a:pt x="217313" y="38542"/>
                  <a:pt x="217325" y="38516"/>
                </a:cubicBezTo>
                <a:cubicBezTo>
                  <a:pt x="217339" y="38464"/>
                  <a:pt x="217469" y="38464"/>
                  <a:pt x="217521" y="38438"/>
                </a:cubicBezTo>
                <a:cubicBezTo>
                  <a:pt x="217560" y="38411"/>
                  <a:pt x="217612" y="38372"/>
                  <a:pt x="217625" y="38333"/>
                </a:cubicBezTo>
                <a:cubicBezTo>
                  <a:pt x="217651" y="38294"/>
                  <a:pt x="217625" y="38229"/>
                  <a:pt x="217625" y="38177"/>
                </a:cubicBezTo>
                <a:cubicBezTo>
                  <a:pt x="217651" y="38151"/>
                  <a:pt x="217664" y="38125"/>
                  <a:pt x="217690" y="38112"/>
                </a:cubicBezTo>
                <a:cubicBezTo>
                  <a:pt x="217703" y="38099"/>
                  <a:pt x="217716" y="38086"/>
                  <a:pt x="217742" y="38073"/>
                </a:cubicBezTo>
                <a:cubicBezTo>
                  <a:pt x="217742" y="38060"/>
                  <a:pt x="217755" y="38034"/>
                  <a:pt x="217768" y="38021"/>
                </a:cubicBezTo>
                <a:cubicBezTo>
                  <a:pt x="217846" y="37943"/>
                  <a:pt x="217937" y="37891"/>
                  <a:pt x="218042" y="37851"/>
                </a:cubicBezTo>
                <a:cubicBezTo>
                  <a:pt x="218132" y="37813"/>
                  <a:pt x="218236" y="37799"/>
                  <a:pt x="218328" y="37747"/>
                </a:cubicBezTo>
                <a:cubicBezTo>
                  <a:pt x="218406" y="37709"/>
                  <a:pt x="218470" y="37683"/>
                  <a:pt x="218562" y="37683"/>
                </a:cubicBezTo>
                <a:cubicBezTo>
                  <a:pt x="218592" y="37683"/>
                  <a:pt x="218627" y="37680"/>
                  <a:pt x="218660" y="37680"/>
                </a:cubicBezTo>
                <a:close/>
                <a:moveTo>
                  <a:pt x="42861" y="39283"/>
                </a:moveTo>
                <a:cubicBezTo>
                  <a:pt x="42861" y="39387"/>
                  <a:pt x="42861" y="39478"/>
                  <a:pt x="42849" y="39583"/>
                </a:cubicBezTo>
                <a:cubicBezTo>
                  <a:pt x="42829" y="39576"/>
                  <a:pt x="42813" y="39576"/>
                  <a:pt x="42796" y="39576"/>
                </a:cubicBezTo>
                <a:cubicBezTo>
                  <a:pt x="42780" y="39576"/>
                  <a:pt x="42764" y="39576"/>
                  <a:pt x="42745" y="39569"/>
                </a:cubicBezTo>
                <a:cubicBezTo>
                  <a:pt x="42705" y="39569"/>
                  <a:pt x="42679" y="39543"/>
                  <a:pt x="42653" y="39543"/>
                </a:cubicBezTo>
                <a:lnTo>
                  <a:pt x="42575" y="39543"/>
                </a:lnTo>
                <a:cubicBezTo>
                  <a:pt x="42549" y="39517"/>
                  <a:pt x="42575" y="39452"/>
                  <a:pt x="42589" y="39426"/>
                </a:cubicBezTo>
                <a:cubicBezTo>
                  <a:pt x="42615" y="39400"/>
                  <a:pt x="42615" y="39374"/>
                  <a:pt x="42641" y="39348"/>
                </a:cubicBezTo>
                <a:cubicBezTo>
                  <a:pt x="42653" y="39335"/>
                  <a:pt x="42679" y="39322"/>
                  <a:pt x="42705" y="39296"/>
                </a:cubicBezTo>
                <a:cubicBezTo>
                  <a:pt x="42710" y="39292"/>
                  <a:pt x="42716" y="39290"/>
                  <a:pt x="42722" y="39290"/>
                </a:cubicBezTo>
                <a:cubicBezTo>
                  <a:pt x="42736" y="39290"/>
                  <a:pt x="42753" y="39296"/>
                  <a:pt x="42771" y="39296"/>
                </a:cubicBezTo>
                <a:lnTo>
                  <a:pt x="42835" y="39296"/>
                </a:lnTo>
                <a:cubicBezTo>
                  <a:pt x="42849" y="39296"/>
                  <a:pt x="42861" y="39283"/>
                  <a:pt x="42861" y="39283"/>
                </a:cubicBezTo>
                <a:close/>
                <a:moveTo>
                  <a:pt x="214502" y="46778"/>
                </a:moveTo>
                <a:cubicBezTo>
                  <a:pt x="214502" y="47025"/>
                  <a:pt x="214489" y="47272"/>
                  <a:pt x="214489" y="47506"/>
                </a:cubicBezTo>
                <a:cubicBezTo>
                  <a:pt x="214437" y="47520"/>
                  <a:pt x="214398" y="47532"/>
                  <a:pt x="214346" y="47532"/>
                </a:cubicBezTo>
                <a:cubicBezTo>
                  <a:pt x="214303" y="47537"/>
                  <a:pt x="214258" y="47541"/>
                  <a:pt x="214212" y="47541"/>
                </a:cubicBezTo>
                <a:cubicBezTo>
                  <a:pt x="214134" y="47541"/>
                  <a:pt x="214055" y="47531"/>
                  <a:pt x="213982" y="47506"/>
                </a:cubicBezTo>
                <a:cubicBezTo>
                  <a:pt x="213953" y="47492"/>
                  <a:pt x="213928" y="47487"/>
                  <a:pt x="213904" y="47487"/>
                </a:cubicBezTo>
                <a:cubicBezTo>
                  <a:pt x="213862" y="47487"/>
                  <a:pt x="213823" y="47503"/>
                  <a:pt x="213774" y="47520"/>
                </a:cubicBezTo>
                <a:cubicBezTo>
                  <a:pt x="213748" y="47520"/>
                  <a:pt x="213708" y="47532"/>
                  <a:pt x="213682" y="47532"/>
                </a:cubicBezTo>
                <a:cubicBezTo>
                  <a:pt x="213670" y="47480"/>
                  <a:pt x="213670" y="47428"/>
                  <a:pt x="213696" y="47416"/>
                </a:cubicBezTo>
                <a:cubicBezTo>
                  <a:pt x="213710" y="47396"/>
                  <a:pt x="213762" y="47389"/>
                  <a:pt x="213824" y="47389"/>
                </a:cubicBezTo>
                <a:cubicBezTo>
                  <a:pt x="213924" y="47389"/>
                  <a:pt x="214049" y="47407"/>
                  <a:pt x="214072" y="47416"/>
                </a:cubicBezTo>
                <a:cubicBezTo>
                  <a:pt x="214125" y="47423"/>
                  <a:pt x="214177" y="47448"/>
                  <a:pt x="214225" y="47448"/>
                </a:cubicBezTo>
                <a:cubicBezTo>
                  <a:pt x="214260" y="47448"/>
                  <a:pt x="214292" y="47434"/>
                  <a:pt x="214320" y="47390"/>
                </a:cubicBezTo>
                <a:cubicBezTo>
                  <a:pt x="214385" y="47260"/>
                  <a:pt x="214372" y="47103"/>
                  <a:pt x="214385" y="46960"/>
                </a:cubicBezTo>
                <a:cubicBezTo>
                  <a:pt x="214398" y="46921"/>
                  <a:pt x="214424" y="46843"/>
                  <a:pt x="214463" y="46804"/>
                </a:cubicBezTo>
                <a:cubicBezTo>
                  <a:pt x="214476" y="46791"/>
                  <a:pt x="214489" y="46778"/>
                  <a:pt x="214502" y="46778"/>
                </a:cubicBezTo>
                <a:close/>
                <a:moveTo>
                  <a:pt x="200878" y="47598"/>
                </a:moveTo>
                <a:cubicBezTo>
                  <a:pt x="200878" y="47607"/>
                  <a:pt x="200878" y="47615"/>
                  <a:pt x="200878" y="47624"/>
                </a:cubicBezTo>
                <a:lnTo>
                  <a:pt x="200878" y="47624"/>
                </a:lnTo>
                <a:cubicBezTo>
                  <a:pt x="200878" y="47624"/>
                  <a:pt x="200878" y="47624"/>
                  <a:pt x="200878" y="47624"/>
                </a:cubicBezTo>
                <a:lnTo>
                  <a:pt x="200878" y="47598"/>
                </a:lnTo>
                <a:close/>
                <a:moveTo>
                  <a:pt x="115182" y="47819"/>
                </a:moveTo>
                <a:cubicBezTo>
                  <a:pt x="115247" y="47845"/>
                  <a:pt x="115312" y="47871"/>
                  <a:pt x="115390" y="47884"/>
                </a:cubicBezTo>
                <a:cubicBezTo>
                  <a:pt x="115260" y="47897"/>
                  <a:pt x="115143" y="47910"/>
                  <a:pt x="115026" y="47936"/>
                </a:cubicBezTo>
                <a:lnTo>
                  <a:pt x="115182" y="47819"/>
                </a:lnTo>
                <a:close/>
                <a:moveTo>
                  <a:pt x="48248" y="46115"/>
                </a:moveTo>
                <a:cubicBezTo>
                  <a:pt x="47702" y="46661"/>
                  <a:pt x="47259" y="47312"/>
                  <a:pt x="46935" y="48001"/>
                </a:cubicBezTo>
                <a:cubicBezTo>
                  <a:pt x="46674" y="47584"/>
                  <a:pt x="46375" y="47168"/>
                  <a:pt x="46024" y="46765"/>
                </a:cubicBezTo>
                <a:cubicBezTo>
                  <a:pt x="46804" y="46700"/>
                  <a:pt x="47546" y="46465"/>
                  <a:pt x="48248" y="46115"/>
                </a:cubicBezTo>
                <a:close/>
                <a:moveTo>
                  <a:pt x="214463" y="48131"/>
                </a:moveTo>
                <a:lnTo>
                  <a:pt x="214463" y="48131"/>
                </a:lnTo>
                <a:cubicBezTo>
                  <a:pt x="214450" y="48365"/>
                  <a:pt x="214437" y="48599"/>
                  <a:pt x="214437" y="48821"/>
                </a:cubicBezTo>
                <a:cubicBezTo>
                  <a:pt x="214415" y="48818"/>
                  <a:pt x="214394" y="48817"/>
                  <a:pt x="214373" y="48817"/>
                </a:cubicBezTo>
                <a:cubicBezTo>
                  <a:pt x="214337" y="48817"/>
                  <a:pt x="214302" y="48820"/>
                  <a:pt x="214268" y="48820"/>
                </a:cubicBezTo>
                <a:cubicBezTo>
                  <a:pt x="214236" y="48820"/>
                  <a:pt x="214206" y="48817"/>
                  <a:pt x="214177" y="48808"/>
                </a:cubicBezTo>
                <a:cubicBezTo>
                  <a:pt x="214098" y="48795"/>
                  <a:pt x="214034" y="48755"/>
                  <a:pt x="213956" y="48743"/>
                </a:cubicBezTo>
                <a:cubicBezTo>
                  <a:pt x="213947" y="48740"/>
                  <a:pt x="213934" y="48739"/>
                  <a:pt x="213921" y="48739"/>
                </a:cubicBezTo>
                <a:cubicBezTo>
                  <a:pt x="213898" y="48739"/>
                  <a:pt x="213871" y="48742"/>
                  <a:pt x="213846" y="48742"/>
                </a:cubicBezTo>
                <a:cubicBezTo>
                  <a:pt x="213823" y="48742"/>
                  <a:pt x="213801" y="48739"/>
                  <a:pt x="213786" y="48729"/>
                </a:cubicBezTo>
                <a:cubicBezTo>
                  <a:pt x="213708" y="48677"/>
                  <a:pt x="213786" y="48509"/>
                  <a:pt x="213826" y="48457"/>
                </a:cubicBezTo>
                <a:cubicBezTo>
                  <a:pt x="213864" y="48405"/>
                  <a:pt x="213890" y="48339"/>
                  <a:pt x="213930" y="48301"/>
                </a:cubicBezTo>
                <a:cubicBezTo>
                  <a:pt x="213982" y="48249"/>
                  <a:pt x="214034" y="48209"/>
                  <a:pt x="214086" y="48170"/>
                </a:cubicBezTo>
                <a:cubicBezTo>
                  <a:pt x="214124" y="48144"/>
                  <a:pt x="214164" y="48144"/>
                  <a:pt x="214229" y="48144"/>
                </a:cubicBezTo>
                <a:cubicBezTo>
                  <a:pt x="214263" y="48144"/>
                  <a:pt x="214304" y="48150"/>
                  <a:pt x="214343" y="48150"/>
                </a:cubicBezTo>
                <a:cubicBezTo>
                  <a:pt x="214362" y="48150"/>
                  <a:pt x="214381" y="48149"/>
                  <a:pt x="214398" y="48144"/>
                </a:cubicBezTo>
                <a:cubicBezTo>
                  <a:pt x="214424" y="48144"/>
                  <a:pt x="214437" y="48144"/>
                  <a:pt x="214463" y="48131"/>
                </a:cubicBezTo>
                <a:close/>
                <a:moveTo>
                  <a:pt x="47988" y="48040"/>
                </a:moveTo>
                <a:lnTo>
                  <a:pt x="47988" y="48040"/>
                </a:lnTo>
                <a:cubicBezTo>
                  <a:pt x="47819" y="48391"/>
                  <a:pt x="47689" y="48769"/>
                  <a:pt x="47585" y="49146"/>
                </a:cubicBezTo>
                <a:cubicBezTo>
                  <a:pt x="47481" y="48951"/>
                  <a:pt x="47377" y="48769"/>
                  <a:pt x="47273" y="48573"/>
                </a:cubicBezTo>
                <a:cubicBezTo>
                  <a:pt x="47520" y="48405"/>
                  <a:pt x="47754" y="48223"/>
                  <a:pt x="47988" y="48040"/>
                </a:cubicBezTo>
                <a:close/>
                <a:moveTo>
                  <a:pt x="215257" y="46130"/>
                </a:moveTo>
                <a:cubicBezTo>
                  <a:pt x="215277" y="46130"/>
                  <a:pt x="215296" y="46134"/>
                  <a:pt x="215309" y="46141"/>
                </a:cubicBezTo>
                <a:cubicBezTo>
                  <a:pt x="215374" y="46179"/>
                  <a:pt x="215439" y="46387"/>
                  <a:pt x="215348" y="46439"/>
                </a:cubicBezTo>
                <a:cubicBezTo>
                  <a:pt x="215400" y="46427"/>
                  <a:pt x="215439" y="46401"/>
                  <a:pt x="215491" y="46387"/>
                </a:cubicBezTo>
                <a:cubicBezTo>
                  <a:pt x="215595" y="46335"/>
                  <a:pt x="215673" y="46309"/>
                  <a:pt x="215764" y="46231"/>
                </a:cubicBezTo>
                <a:cubicBezTo>
                  <a:pt x="215823" y="46186"/>
                  <a:pt x="215860" y="46169"/>
                  <a:pt x="215890" y="46169"/>
                </a:cubicBezTo>
                <a:cubicBezTo>
                  <a:pt x="215946" y="46169"/>
                  <a:pt x="215979" y="46228"/>
                  <a:pt x="216090" y="46271"/>
                </a:cubicBezTo>
                <a:cubicBezTo>
                  <a:pt x="216168" y="46297"/>
                  <a:pt x="216272" y="46323"/>
                  <a:pt x="216337" y="46387"/>
                </a:cubicBezTo>
                <a:cubicBezTo>
                  <a:pt x="216389" y="46439"/>
                  <a:pt x="216376" y="46439"/>
                  <a:pt x="216441" y="46453"/>
                </a:cubicBezTo>
                <a:cubicBezTo>
                  <a:pt x="216456" y="46457"/>
                  <a:pt x="216471" y="46458"/>
                  <a:pt x="216486" y="46458"/>
                </a:cubicBezTo>
                <a:cubicBezTo>
                  <a:pt x="216523" y="46458"/>
                  <a:pt x="216560" y="46449"/>
                  <a:pt x="216597" y="46439"/>
                </a:cubicBezTo>
                <a:lnTo>
                  <a:pt x="216597" y="46439"/>
                </a:lnTo>
                <a:cubicBezTo>
                  <a:pt x="216571" y="46491"/>
                  <a:pt x="216545" y="46543"/>
                  <a:pt x="216519" y="46609"/>
                </a:cubicBezTo>
                <a:cubicBezTo>
                  <a:pt x="216467" y="46739"/>
                  <a:pt x="216480" y="46882"/>
                  <a:pt x="216454" y="47025"/>
                </a:cubicBezTo>
                <a:cubicBezTo>
                  <a:pt x="216428" y="47168"/>
                  <a:pt x="216350" y="47312"/>
                  <a:pt x="216298" y="47454"/>
                </a:cubicBezTo>
                <a:cubicBezTo>
                  <a:pt x="216284" y="47520"/>
                  <a:pt x="216272" y="47572"/>
                  <a:pt x="216246" y="47636"/>
                </a:cubicBezTo>
                <a:cubicBezTo>
                  <a:pt x="216206" y="47715"/>
                  <a:pt x="216154" y="47780"/>
                  <a:pt x="216128" y="47858"/>
                </a:cubicBezTo>
                <a:cubicBezTo>
                  <a:pt x="216076" y="47949"/>
                  <a:pt x="216050" y="48066"/>
                  <a:pt x="215998" y="48170"/>
                </a:cubicBezTo>
                <a:cubicBezTo>
                  <a:pt x="215960" y="48275"/>
                  <a:pt x="215920" y="48391"/>
                  <a:pt x="215894" y="48495"/>
                </a:cubicBezTo>
                <a:cubicBezTo>
                  <a:pt x="215856" y="48625"/>
                  <a:pt x="215842" y="48743"/>
                  <a:pt x="215804" y="48873"/>
                </a:cubicBezTo>
                <a:cubicBezTo>
                  <a:pt x="215778" y="48964"/>
                  <a:pt x="215751" y="49081"/>
                  <a:pt x="215725" y="49185"/>
                </a:cubicBezTo>
                <a:cubicBezTo>
                  <a:pt x="215699" y="49302"/>
                  <a:pt x="215686" y="49432"/>
                  <a:pt x="215647" y="49562"/>
                </a:cubicBezTo>
                <a:lnTo>
                  <a:pt x="215647" y="49550"/>
                </a:lnTo>
                <a:cubicBezTo>
                  <a:pt x="215556" y="49484"/>
                  <a:pt x="215465" y="49472"/>
                  <a:pt x="215374" y="49394"/>
                </a:cubicBezTo>
                <a:cubicBezTo>
                  <a:pt x="215296" y="49328"/>
                  <a:pt x="215231" y="49250"/>
                  <a:pt x="215127" y="49185"/>
                </a:cubicBezTo>
                <a:cubicBezTo>
                  <a:pt x="215075" y="49159"/>
                  <a:pt x="215009" y="49120"/>
                  <a:pt x="214957" y="49081"/>
                </a:cubicBezTo>
                <a:cubicBezTo>
                  <a:pt x="214957" y="48729"/>
                  <a:pt x="214971" y="48379"/>
                  <a:pt x="214983" y="48027"/>
                </a:cubicBezTo>
                <a:cubicBezTo>
                  <a:pt x="215009" y="48014"/>
                  <a:pt x="215035" y="48001"/>
                  <a:pt x="215075" y="47988"/>
                </a:cubicBezTo>
                <a:cubicBezTo>
                  <a:pt x="215114" y="47982"/>
                  <a:pt x="215159" y="47982"/>
                  <a:pt x="215207" y="47982"/>
                </a:cubicBezTo>
                <a:cubicBezTo>
                  <a:pt x="215254" y="47982"/>
                  <a:pt x="215302" y="47982"/>
                  <a:pt x="215348" y="47975"/>
                </a:cubicBezTo>
                <a:cubicBezTo>
                  <a:pt x="215365" y="47975"/>
                  <a:pt x="215382" y="47975"/>
                  <a:pt x="215400" y="47975"/>
                </a:cubicBezTo>
                <a:cubicBezTo>
                  <a:pt x="215475" y="47975"/>
                  <a:pt x="215543" y="47966"/>
                  <a:pt x="215543" y="47871"/>
                </a:cubicBezTo>
                <a:cubicBezTo>
                  <a:pt x="215556" y="47819"/>
                  <a:pt x="215530" y="47819"/>
                  <a:pt x="215491" y="47793"/>
                </a:cubicBezTo>
                <a:cubicBezTo>
                  <a:pt x="215361" y="47689"/>
                  <a:pt x="215296" y="47584"/>
                  <a:pt x="215127" y="47584"/>
                </a:cubicBezTo>
                <a:cubicBezTo>
                  <a:pt x="215110" y="47589"/>
                  <a:pt x="215092" y="47590"/>
                  <a:pt x="215075" y="47590"/>
                </a:cubicBezTo>
                <a:cubicBezTo>
                  <a:pt x="215042" y="47590"/>
                  <a:pt x="215010" y="47584"/>
                  <a:pt x="214983" y="47584"/>
                </a:cubicBezTo>
                <a:cubicBezTo>
                  <a:pt x="214997" y="47103"/>
                  <a:pt x="215009" y="46635"/>
                  <a:pt x="215023" y="46205"/>
                </a:cubicBezTo>
                <a:lnTo>
                  <a:pt x="215035" y="46205"/>
                </a:lnTo>
                <a:cubicBezTo>
                  <a:pt x="215075" y="46205"/>
                  <a:pt x="215101" y="46205"/>
                  <a:pt x="215139" y="46193"/>
                </a:cubicBezTo>
                <a:cubicBezTo>
                  <a:pt x="215165" y="46179"/>
                  <a:pt x="215179" y="46153"/>
                  <a:pt x="215205" y="46141"/>
                </a:cubicBezTo>
                <a:cubicBezTo>
                  <a:pt x="215218" y="46134"/>
                  <a:pt x="215238" y="46130"/>
                  <a:pt x="215257" y="46130"/>
                </a:cubicBezTo>
                <a:close/>
                <a:moveTo>
                  <a:pt x="206517" y="49209"/>
                </a:moveTo>
                <a:cubicBezTo>
                  <a:pt x="206640" y="49209"/>
                  <a:pt x="206721" y="49251"/>
                  <a:pt x="206812" y="49342"/>
                </a:cubicBezTo>
                <a:cubicBezTo>
                  <a:pt x="206867" y="49396"/>
                  <a:pt x="206894" y="49423"/>
                  <a:pt x="206955" y="49423"/>
                </a:cubicBezTo>
                <a:cubicBezTo>
                  <a:pt x="206966" y="49423"/>
                  <a:pt x="206979" y="49422"/>
                  <a:pt x="206994" y="49420"/>
                </a:cubicBezTo>
                <a:cubicBezTo>
                  <a:pt x="207017" y="49412"/>
                  <a:pt x="207034" y="49409"/>
                  <a:pt x="207049" y="49409"/>
                </a:cubicBezTo>
                <a:cubicBezTo>
                  <a:pt x="207087" y="49409"/>
                  <a:pt x="207112" y="49427"/>
                  <a:pt x="207176" y="49446"/>
                </a:cubicBezTo>
                <a:cubicBezTo>
                  <a:pt x="207206" y="49455"/>
                  <a:pt x="207237" y="49457"/>
                  <a:pt x="207264" y="49457"/>
                </a:cubicBezTo>
                <a:cubicBezTo>
                  <a:pt x="207306" y="49457"/>
                  <a:pt x="207341" y="49451"/>
                  <a:pt x="207353" y="49451"/>
                </a:cubicBezTo>
                <a:cubicBezTo>
                  <a:pt x="207367" y="49451"/>
                  <a:pt x="207351" y="49460"/>
                  <a:pt x="207280" y="49498"/>
                </a:cubicBezTo>
                <a:cubicBezTo>
                  <a:pt x="207372" y="49562"/>
                  <a:pt x="207398" y="49588"/>
                  <a:pt x="207502" y="49614"/>
                </a:cubicBezTo>
                <a:cubicBezTo>
                  <a:pt x="207529" y="49617"/>
                  <a:pt x="207559" y="49618"/>
                  <a:pt x="207589" y="49618"/>
                </a:cubicBezTo>
                <a:cubicBezTo>
                  <a:pt x="207621" y="49618"/>
                  <a:pt x="207654" y="49617"/>
                  <a:pt x="207688" y="49617"/>
                </a:cubicBezTo>
                <a:cubicBezTo>
                  <a:pt x="207794" y="49617"/>
                  <a:pt x="207903" y="49624"/>
                  <a:pt x="207983" y="49680"/>
                </a:cubicBezTo>
                <a:cubicBezTo>
                  <a:pt x="208035" y="49718"/>
                  <a:pt x="208074" y="49810"/>
                  <a:pt x="208153" y="49810"/>
                </a:cubicBezTo>
                <a:cubicBezTo>
                  <a:pt x="208158" y="49812"/>
                  <a:pt x="208162" y="49813"/>
                  <a:pt x="208166" y="49813"/>
                </a:cubicBezTo>
                <a:cubicBezTo>
                  <a:pt x="208184" y="49813"/>
                  <a:pt x="208196" y="49796"/>
                  <a:pt x="208217" y="49796"/>
                </a:cubicBezTo>
                <a:cubicBezTo>
                  <a:pt x="208295" y="49770"/>
                  <a:pt x="208347" y="49744"/>
                  <a:pt x="208439" y="49744"/>
                </a:cubicBezTo>
                <a:cubicBezTo>
                  <a:pt x="208468" y="49742"/>
                  <a:pt x="208495" y="49741"/>
                  <a:pt x="208520" y="49741"/>
                </a:cubicBezTo>
                <a:cubicBezTo>
                  <a:pt x="208635" y="49741"/>
                  <a:pt x="208702" y="49772"/>
                  <a:pt x="208777" y="49901"/>
                </a:cubicBezTo>
                <a:cubicBezTo>
                  <a:pt x="208829" y="49992"/>
                  <a:pt x="208842" y="50070"/>
                  <a:pt x="208764" y="50161"/>
                </a:cubicBezTo>
                <a:cubicBezTo>
                  <a:pt x="208685" y="50252"/>
                  <a:pt x="208491" y="50356"/>
                  <a:pt x="208373" y="50383"/>
                </a:cubicBezTo>
                <a:cubicBezTo>
                  <a:pt x="208283" y="50395"/>
                  <a:pt x="208153" y="50383"/>
                  <a:pt x="208061" y="50421"/>
                </a:cubicBezTo>
                <a:cubicBezTo>
                  <a:pt x="208022" y="50435"/>
                  <a:pt x="208009" y="50461"/>
                  <a:pt x="207983" y="50487"/>
                </a:cubicBezTo>
                <a:cubicBezTo>
                  <a:pt x="207736" y="50356"/>
                  <a:pt x="207488" y="50226"/>
                  <a:pt x="207242" y="50122"/>
                </a:cubicBezTo>
                <a:cubicBezTo>
                  <a:pt x="206942" y="50005"/>
                  <a:pt x="206643" y="49888"/>
                  <a:pt x="206331" y="49770"/>
                </a:cubicBezTo>
                <a:lnTo>
                  <a:pt x="206317" y="49770"/>
                </a:lnTo>
                <a:cubicBezTo>
                  <a:pt x="206201" y="49654"/>
                  <a:pt x="206045" y="49498"/>
                  <a:pt x="206149" y="49368"/>
                </a:cubicBezTo>
                <a:cubicBezTo>
                  <a:pt x="206213" y="49263"/>
                  <a:pt x="206357" y="49224"/>
                  <a:pt x="206461" y="49211"/>
                </a:cubicBezTo>
                <a:cubicBezTo>
                  <a:pt x="206481" y="49210"/>
                  <a:pt x="206499" y="49209"/>
                  <a:pt x="206517" y="49209"/>
                </a:cubicBezTo>
                <a:close/>
                <a:moveTo>
                  <a:pt x="214372" y="50369"/>
                </a:moveTo>
                <a:cubicBezTo>
                  <a:pt x="214359" y="50487"/>
                  <a:pt x="214359" y="50617"/>
                  <a:pt x="214359" y="50747"/>
                </a:cubicBezTo>
                <a:cubicBezTo>
                  <a:pt x="214307" y="50669"/>
                  <a:pt x="214281" y="50539"/>
                  <a:pt x="214281" y="50461"/>
                </a:cubicBezTo>
                <a:cubicBezTo>
                  <a:pt x="214281" y="50421"/>
                  <a:pt x="214294" y="50395"/>
                  <a:pt x="214307" y="50369"/>
                </a:cubicBezTo>
                <a:close/>
                <a:moveTo>
                  <a:pt x="215191" y="50577"/>
                </a:moveTo>
                <a:cubicBezTo>
                  <a:pt x="215139" y="50707"/>
                  <a:pt x="215035" y="50851"/>
                  <a:pt x="214971" y="50981"/>
                </a:cubicBezTo>
                <a:cubicBezTo>
                  <a:pt x="214957" y="51033"/>
                  <a:pt x="214931" y="51072"/>
                  <a:pt x="214905" y="51111"/>
                </a:cubicBezTo>
                <a:cubicBezTo>
                  <a:pt x="214905" y="50941"/>
                  <a:pt x="214919" y="50759"/>
                  <a:pt x="214919" y="50591"/>
                </a:cubicBezTo>
                <a:lnTo>
                  <a:pt x="215061" y="50591"/>
                </a:lnTo>
                <a:cubicBezTo>
                  <a:pt x="215079" y="50591"/>
                  <a:pt x="215114" y="50596"/>
                  <a:pt x="215143" y="50596"/>
                </a:cubicBezTo>
                <a:cubicBezTo>
                  <a:pt x="215157" y="50596"/>
                  <a:pt x="215170" y="50595"/>
                  <a:pt x="215179" y="50591"/>
                </a:cubicBezTo>
                <a:lnTo>
                  <a:pt x="215191" y="50577"/>
                </a:lnTo>
                <a:close/>
                <a:moveTo>
                  <a:pt x="116028" y="50863"/>
                </a:moveTo>
                <a:lnTo>
                  <a:pt x="116028" y="50863"/>
                </a:lnTo>
                <a:cubicBezTo>
                  <a:pt x="116379" y="51020"/>
                  <a:pt x="116743" y="51150"/>
                  <a:pt x="117121" y="51215"/>
                </a:cubicBezTo>
                <a:cubicBezTo>
                  <a:pt x="116783" y="51254"/>
                  <a:pt x="116444" y="51358"/>
                  <a:pt x="116145" y="51514"/>
                </a:cubicBezTo>
                <a:cubicBezTo>
                  <a:pt x="116119" y="51293"/>
                  <a:pt x="116080" y="51085"/>
                  <a:pt x="116028" y="50863"/>
                </a:cubicBezTo>
                <a:close/>
                <a:moveTo>
                  <a:pt x="206057" y="50383"/>
                </a:moveTo>
                <a:cubicBezTo>
                  <a:pt x="206071" y="50383"/>
                  <a:pt x="206097" y="50395"/>
                  <a:pt x="206109" y="50395"/>
                </a:cubicBezTo>
                <a:cubicBezTo>
                  <a:pt x="206239" y="50435"/>
                  <a:pt x="206369" y="50435"/>
                  <a:pt x="206499" y="50447"/>
                </a:cubicBezTo>
                <a:cubicBezTo>
                  <a:pt x="206786" y="50499"/>
                  <a:pt x="207020" y="50655"/>
                  <a:pt x="207280" y="50773"/>
                </a:cubicBezTo>
                <a:cubicBezTo>
                  <a:pt x="207436" y="50837"/>
                  <a:pt x="207592" y="50863"/>
                  <a:pt x="207749" y="50903"/>
                </a:cubicBezTo>
                <a:cubicBezTo>
                  <a:pt x="207697" y="50968"/>
                  <a:pt x="207710" y="51111"/>
                  <a:pt x="207671" y="51176"/>
                </a:cubicBezTo>
                <a:cubicBezTo>
                  <a:pt x="207632" y="51228"/>
                  <a:pt x="207528" y="51215"/>
                  <a:pt x="207476" y="51241"/>
                </a:cubicBezTo>
                <a:cubicBezTo>
                  <a:pt x="207306" y="51267"/>
                  <a:pt x="207150" y="51345"/>
                  <a:pt x="206994" y="51410"/>
                </a:cubicBezTo>
                <a:cubicBezTo>
                  <a:pt x="206945" y="51432"/>
                  <a:pt x="206898" y="51440"/>
                  <a:pt x="206850" y="51440"/>
                </a:cubicBezTo>
                <a:cubicBezTo>
                  <a:pt x="206785" y="51440"/>
                  <a:pt x="206718" y="51425"/>
                  <a:pt x="206643" y="51410"/>
                </a:cubicBezTo>
                <a:cubicBezTo>
                  <a:pt x="206621" y="51406"/>
                  <a:pt x="206602" y="51404"/>
                  <a:pt x="206583" y="51404"/>
                </a:cubicBezTo>
                <a:cubicBezTo>
                  <a:pt x="206482" y="51404"/>
                  <a:pt x="206430" y="51461"/>
                  <a:pt x="206331" y="51528"/>
                </a:cubicBezTo>
                <a:cubicBezTo>
                  <a:pt x="206280" y="51571"/>
                  <a:pt x="206249" y="51578"/>
                  <a:pt x="206214" y="51578"/>
                </a:cubicBezTo>
                <a:cubicBezTo>
                  <a:pt x="206197" y="51578"/>
                  <a:pt x="206180" y="51576"/>
                  <a:pt x="206158" y="51576"/>
                </a:cubicBezTo>
                <a:cubicBezTo>
                  <a:pt x="206144" y="51576"/>
                  <a:pt x="206128" y="51577"/>
                  <a:pt x="206109" y="51580"/>
                </a:cubicBezTo>
                <a:cubicBezTo>
                  <a:pt x="206031" y="51592"/>
                  <a:pt x="205993" y="51658"/>
                  <a:pt x="205927" y="51684"/>
                </a:cubicBezTo>
                <a:cubicBezTo>
                  <a:pt x="205908" y="51691"/>
                  <a:pt x="205889" y="51693"/>
                  <a:pt x="205870" y="51693"/>
                </a:cubicBezTo>
                <a:cubicBezTo>
                  <a:pt x="205850" y="51693"/>
                  <a:pt x="205830" y="51691"/>
                  <a:pt x="205810" y="51691"/>
                </a:cubicBezTo>
                <a:cubicBezTo>
                  <a:pt x="205787" y="51691"/>
                  <a:pt x="205765" y="51694"/>
                  <a:pt x="205745" y="51710"/>
                </a:cubicBezTo>
                <a:cubicBezTo>
                  <a:pt x="205641" y="51774"/>
                  <a:pt x="205680" y="51944"/>
                  <a:pt x="205576" y="52008"/>
                </a:cubicBezTo>
                <a:cubicBezTo>
                  <a:pt x="205529" y="52042"/>
                  <a:pt x="205489" y="52056"/>
                  <a:pt x="205454" y="52056"/>
                </a:cubicBezTo>
                <a:cubicBezTo>
                  <a:pt x="205325" y="52056"/>
                  <a:pt x="205265" y="51867"/>
                  <a:pt x="205172" y="51774"/>
                </a:cubicBezTo>
                <a:cubicBezTo>
                  <a:pt x="205094" y="51684"/>
                  <a:pt x="205030" y="51554"/>
                  <a:pt x="205146" y="51462"/>
                </a:cubicBezTo>
                <a:cubicBezTo>
                  <a:pt x="205212" y="51397"/>
                  <a:pt x="205316" y="51397"/>
                  <a:pt x="205406" y="51384"/>
                </a:cubicBezTo>
                <a:cubicBezTo>
                  <a:pt x="205459" y="51384"/>
                  <a:pt x="205602" y="51371"/>
                  <a:pt x="205654" y="51332"/>
                </a:cubicBezTo>
                <a:cubicBezTo>
                  <a:pt x="205719" y="51280"/>
                  <a:pt x="205706" y="51124"/>
                  <a:pt x="205706" y="51046"/>
                </a:cubicBezTo>
                <a:cubicBezTo>
                  <a:pt x="205719" y="51007"/>
                  <a:pt x="205719" y="50915"/>
                  <a:pt x="205758" y="50889"/>
                </a:cubicBezTo>
                <a:cubicBezTo>
                  <a:pt x="205784" y="50851"/>
                  <a:pt x="205849" y="50851"/>
                  <a:pt x="205888" y="50825"/>
                </a:cubicBezTo>
                <a:cubicBezTo>
                  <a:pt x="205993" y="50733"/>
                  <a:pt x="206005" y="50565"/>
                  <a:pt x="206045" y="50447"/>
                </a:cubicBezTo>
                <a:cubicBezTo>
                  <a:pt x="206045" y="50421"/>
                  <a:pt x="206057" y="50409"/>
                  <a:pt x="206057" y="50383"/>
                </a:cubicBezTo>
                <a:close/>
                <a:moveTo>
                  <a:pt x="49511" y="47676"/>
                </a:moveTo>
                <a:cubicBezTo>
                  <a:pt x="49251" y="48613"/>
                  <a:pt x="49043" y="49576"/>
                  <a:pt x="48912" y="50551"/>
                </a:cubicBezTo>
                <a:cubicBezTo>
                  <a:pt x="49589" y="49875"/>
                  <a:pt x="50083" y="49068"/>
                  <a:pt x="50396" y="48209"/>
                </a:cubicBezTo>
                <a:lnTo>
                  <a:pt x="50396" y="48209"/>
                </a:lnTo>
                <a:cubicBezTo>
                  <a:pt x="50382" y="49784"/>
                  <a:pt x="50344" y="51319"/>
                  <a:pt x="50304" y="52699"/>
                </a:cubicBezTo>
                <a:cubicBezTo>
                  <a:pt x="49615" y="51982"/>
                  <a:pt x="48795" y="51449"/>
                  <a:pt x="48288" y="50513"/>
                </a:cubicBezTo>
                <a:cubicBezTo>
                  <a:pt x="48184" y="50317"/>
                  <a:pt x="48092" y="50122"/>
                  <a:pt x="47988" y="49940"/>
                </a:cubicBezTo>
                <a:cubicBezTo>
                  <a:pt x="48535" y="49406"/>
                  <a:pt x="48977" y="48808"/>
                  <a:pt x="49315" y="48092"/>
                </a:cubicBezTo>
                <a:cubicBezTo>
                  <a:pt x="49393" y="47949"/>
                  <a:pt x="49459" y="47806"/>
                  <a:pt x="49511" y="47676"/>
                </a:cubicBezTo>
                <a:close/>
                <a:moveTo>
                  <a:pt x="210260" y="51982"/>
                </a:moveTo>
                <a:cubicBezTo>
                  <a:pt x="210312" y="52256"/>
                  <a:pt x="210351" y="52542"/>
                  <a:pt x="210377" y="52829"/>
                </a:cubicBezTo>
                <a:cubicBezTo>
                  <a:pt x="210391" y="52985"/>
                  <a:pt x="210391" y="53141"/>
                  <a:pt x="210391" y="53297"/>
                </a:cubicBezTo>
                <a:cubicBezTo>
                  <a:pt x="210365" y="53284"/>
                  <a:pt x="210325" y="53258"/>
                  <a:pt x="210286" y="53232"/>
                </a:cubicBezTo>
                <a:cubicBezTo>
                  <a:pt x="210208" y="53180"/>
                  <a:pt x="210117" y="53154"/>
                  <a:pt x="210026" y="53101"/>
                </a:cubicBezTo>
                <a:cubicBezTo>
                  <a:pt x="209909" y="53023"/>
                  <a:pt x="209792" y="52907"/>
                  <a:pt x="209700" y="52789"/>
                </a:cubicBezTo>
                <a:cubicBezTo>
                  <a:pt x="209662" y="52725"/>
                  <a:pt x="209636" y="52685"/>
                  <a:pt x="209662" y="52607"/>
                </a:cubicBezTo>
                <a:cubicBezTo>
                  <a:pt x="209674" y="52529"/>
                  <a:pt x="209700" y="52360"/>
                  <a:pt x="209752" y="52295"/>
                </a:cubicBezTo>
                <a:cubicBezTo>
                  <a:pt x="209831" y="52191"/>
                  <a:pt x="210013" y="52139"/>
                  <a:pt x="210130" y="52074"/>
                </a:cubicBezTo>
                <a:cubicBezTo>
                  <a:pt x="210169" y="52048"/>
                  <a:pt x="210221" y="52022"/>
                  <a:pt x="210260" y="51982"/>
                </a:cubicBezTo>
                <a:close/>
                <a:moveTo>
                  <a:pt x="197370" y="52509"/>
                </a:moveTo>
                <a:cubicBezTo>
                  <a:pt x="197441" y="52509"/>
                  <a:pt x="197513" y="52518"/>
                  <a:pt x="197587" y="52542"/>
                </a:cubicBezTo>
                <a:cubicBezTo>
                  <a:pt x="197729" y="52595"/>
                  <a:pt x="197755" y="52673"/>
                  <a:pt x="197755" y="52815"/>
                </a:cubicBezTo>
                <a:cubicBezTo>
                  <a:pt x="197755" y="52907"/>
                  <a:pt x="197729" y="52971"/>
                  <a:pt x="197717" y="53063"/>
                </a:cubicBezTo>
                <a:cubicBezTo>
                  <a:pt x="197691" y="53219"/>
                  <a:pt x="197535" y="53349"/>
                  <a:pt x="197365" y="53349"/>
                </a:cubicBezTo>
                <a:cubicBezTo>
                  <a:pt x="197335" y="53353"/>
                  <a:pt x="197305" y="53355"/>
                  <a:pt x="197274" y="53355"/>
                </a:cubicBezTo>
                <a:cubicBezTo>
                  <a:pt x="197214" y="53355"/>
                  <a:pt x="197153" y="53349"/>
                  <a:pt x="197092" y="53349"/>
                </a:cubicBezTo>
                <a:cubicBezTo>
                  <a:pt x="197033" y="53349"/>
                  <a:pt x="196960" y="53341"/>
                  <a:pt x="196889" y="53341"/>
                </a:cubicBezTo>
                <a:cubicBezTo>
                  <a:pt x="196836" y="53341"/>
                  <a:pt x="196785" y="53345"/>
                  <a:pt x="196741" y="53362"/>
                </a:cubicBezTo>
                <a:cubicBezTo>
                  <a:pt x="196694" y="53385"/>
                  <a:pt x="196679" y="53429"/>
                  <a:pt x="196629" y="53429"/>
                </a:cubicBezTo>
                <a:cubicBezTo>
                  <a:pt x="196624" y="53429"/>
                  <a:pt x="196617" y="53429"/>
                  <a:pt x="196610" y="53427"/>
                </a:cubicBezTo>
                <a:cubicBezTo>
                  <a:pt x="196546" y="53414"/>
                  <a:pt x="196532" y="53336"/>
                  <a:pt x="196506" y="53284"/>
                </a:cubicBezTo>
                <a:cubicBezTo>
                  <a:pt x="196442" y="53180"/>
                  <a:pt x="196428" y="53180"/>
                  <a:pt x="196312" y="53180"/>
                </a:cubicBezTo>
                <a:cubicBezTo>
                  <a:pt x="196233" y="53180"/>
                  <a:pt x="196155" y="53174"/>
                  <a:pt x="196077" y="53174"/>
                </a:cubicBezTo>
                <a:cubicBezTo>
                  <a:pt x="196038" y="53174"/>
                  <a:pt x="195999" y="53175"/>
                  <a:pt x="195960" y="53180"/>
                </a:cubicBezTo>
                <a:cubicBezTo>
                  <a:pt x="195830" y="53180"/>
                  <a:pt x="195752" y="53154"/>
                  <a:pt x="195648" y="53049"/>
                </a:cubicBezTo>
                <a:cubicBezTo>
                  <a:pt x="195595" y="52997"/>
                  <a:pt x="195479" y="52841"/>
                  <a:pt x="195531" y="52751"/>
                </a:cubicBezTo>
                <a:cubicBezTo>
                  <a:pt x="195544" y="52711"/>
                  <a:pt x="195590" y="52702"/>
                  <a:pt x="195641" y="52702"/>
                </a:cubicBezTo>
                <a:cubicBezTo>
                  <a:pt x="195691" y="52702"/>
                  <a:pt x="195746" y="52711"/>
                  <a:pt x="195778" y="52711"/>
                </a:cubicBezTo>
                <a:cubicBezTo>
                  <a:pt x="196064" y="52711"/>
                  <a:pt x="196350" y="52751"/>
                  <a:pt x="196624" y="52751"/>
                </a:cubicBezTo>
                <a:cubicBezTo>
                  <a:pt x="196702" y="52751"/>
                  <a:pt x="196728" y="52737"/>
                  <a:pt x="196780" y="52685"/>
                </a:cubicBezTo>
                <a:cubicBezTo>
                  <a:pt x="196832" y="52633"/>
                  <a:pt x="196988" y="52621"/>
                  <a:pt x="196910" y="52569"/>
                </a:cubicBezTo>
                <a:cubicBezTo>
                  <a:pt x="197070" y="52551"/>
                  <a:pt x="197218" y="52509"/>
                  <a:pt x="197370" y="52509"/>
                </a:cubicBezTo>
                <a:close/>
                <a:moveTo>
                  <a:pt x="212779" y="50362"/>
                </a:moveTo>
                <a:cubicBezTo>
                  <a:pt x="212808" y="50362"/>
                  <a:pt x="212837" y="50368"/>
                  <a:pt x="212863" y="50383"/>
                </a:cubicBezTo>
                <a:cubicBezTo>
                  <a:pt x="212979" y="50461"/>
                  <a:pt x="212953" y="50669"/>
                  <a:pt x="212915" y="50773"/>
                </a:cubicBezTo>
                <a:cubicBezTo>
                  <a:pt x="212889" y="50851"/>
                  <a:pt x="212837" y="50915"/>
                  <a:pt x="212797" y="50994"/>
                </a:cubicBezTo>
                <a:cubicBezTo>
                  <a:pt x="212733" y="51124"/>
                  <a:pt x="212719" y="51150"/>
                  <a:pt x="212797" y="51267"/>
                </a:cubicBezTo>
                <a:cubicBezTo>
                  <a:pt x="212889" y="51254"/>
                  <a:pt x="212967" y="51241"/>
                  <a:pt x="213045" y="51215"/>
                </a:cubicBezTo>
                <a:cubicBezTo>
                  <a:pt x="213084" y="51202"/>
                  <a:pt x="213123" y="51189"/>
                  <a:pt x="213149" y="51189"/>
                </a:cubicBezTo>
                <a:cubicBezTo>
                  <a:pt x="213201" y="51199"/>
                  <a:pt x="213220" y="51235"/>
                  <a:pt x="213259" y="51235"/>
                </a:cubicBezTo>
                <a:cubicBezTo>
                  <a:pt x="213268" y="51235"/>
                  <a:pt x="213279" y="51233"/>
                  <a:pt x="213292" y="51228"/>
                </a:cubicBezTo>
                <a:cubicBezTo>
                  <a:pt x="213305" y="51137"/>
                  <a:pt x="213370" y="51085"/>
                  <a:pt x="213409" y="51020"/>
                </a:cubicBezTo>
                <a:cubicBezTo>
                  <a:pt x="213448" y="50941"/>
                  <a:pt x="213448" y="50851"/>
                  <a:pt x="213435" y="50773"/>
                </a:cubicBezTo>
                <a:cubicBezTo>
                  <a:pt x="213435" y="50695"/>
                  <a:pt x="213357" y="50565"/>
                  <a:pt x="213435" y="50525"/>
                </a:cubicBezTo>
                <a:cubicBezTo>
                  <a:pt x="213448" y="50513"/>
                  <a:pt x="213552" y="50487"/>
                  <a:pt x="213565" y="50487"/>
                </a:cubicBezTo>
                <a:cubicBezTo>
                  <a:pt x="213670" y="50487"/>
                  <a:pt x="213734" y="50539"/>
                  <a:pt x="213774" y="50629"/>
                </a:cubicBezTo>
                <a:cubicBezTo>
                  <a:pt x="213812" y="50747"/>
                  <a:pt x="213774" y="50863"/>
                  <a:pt x="213786" y="50981"/>
                </a:cubicBezTo>
                <a:cubicBezTo>
                  <a:pt x="213800" y="51020"/>
                  <a:pt x="213786" y="51059"/>
                  <a:pt x="213838" y="51085"/>
                </a:cubicBezTo>
                <a:cubicBezTo>
                  <a:pt x="213844" y="51088"/>
                  <a:pt x="213850" y="51089"/>
                  <a:pt x="213857" y="51089"/>
                </a:cubicBezTo>
                <a:cubicBezTo>
                  <a:pt x="213870" y="51089"/>
                  <a:pt x="213884" y="51086"/>
                  <a:pt x="213897" y="51086"/>
                </a:cubicBezTo>
                <a:cubicBezTo>
                  <a:pt x="213909" y="51086"/>
                  <a:pt x="213920" y="51088"/>
                  <a:pt x="213930" y="51098"/>
                </a:cubicBezTo>
                <a:cubicBezTo>
                  <a:pt x="213968" y="51111"/>
                  <a:pt x="214008" y="51189"/>
                  <a:pt x="214034" y="51228"/>
                </a:cubicBezTo>
                <a:cubicBezTo>
                  <a:pt x="214072" y="51280"/>
                  <a:pt x="214072" y="51280"/>
                  <a:pt x="214138" y="51306"/>
                </a:cubicBezTo>
                <a:cubicBezTo>
                  <a:pt x="214190" y="51306"/>
                  <a:pt x="214216" y="51306"/>
                  <a:pt x="214268" y="51319"/>
                </a:cubicBezTo>
                <a:cubicBezTo>
                  <a:pt x="214294" y="51345"/>
                  <a:pt x="214294" y="51358"/>
                  <a:pt x="214320" y="51371"/>
                </a:cubicBezTo>
                <a:cubicBezTo>
                  <a:pt x="214320" y="51488"/>
                  <a:pt x="214307" y="51618"/>
                  <a:pt x="214307" y="51736"/>
                </a:cubicBezTo>
                <a:cubicBezTo>
                  <a:pt x="214203" y="51852"/>
                  <a:pt x="214150" y="51982"/>
                  <a:pt x="214060" y="52113"/>
                </a:cubicBezTo>
                <a:cubicBezTo>
                  <a:pt x="213930" y="52269"/>
                  <a:pt x="213838" y="52438"/>
                  <a:pt x="213708" y="52595"/>
                </a:cubicBezTo>
                <a:cubicBezTo>
                  <a:pt x="213552" y="52777"/>
                  <a:pt x="213383" y="52919"/>
                  <a:pt x="213266" y="53141"/>
                </a:cubicBezTo>
                <a:cubicBezTo>
                  <a:pt x="213149" y="53336"/>
                  <a:pt x="213057" y="53544"/>
                  <a:pt x="212941" y="53740"/>
                </a:cubicBezTo>
                <a:cubicBezTo>
                  <a:pt x="212927" y="53740"/>
                  <a:pt x="212927" y="53752"/>
                  <a:pt x="212915" y="53766"/>
                </a:cubicBezTo>
                <a:lnTo>
                  <a:pt x="212915" y="53778"/>
                </a:lnTo>
                <a:cubicBezTo>
                  <a:pt x="212863" y="53818"/>
                  <a:pt x="212823" y="53882"/>
                  <a:pt x="212759" y="53908"/>
                </a:cubicBezTo>
                <a:cubicBezTo>
                  <a:pt x="212725" y="53922"/>
                  <a:pt x="212685" y="53925"/>
                  <a:pt x="212645" y="53925"/>
                </a:cubicBezTo>
                <a:cubicBezTo>
                  <a:pt x="212607" y="53925"/>
                  <a:pt x="212569" y="53922"/>
                  <a:pt x="212537" y="53922"/>
                </a:cubicBezTo>
                <a:cubicBezTo>
                  <a:pt x="212368" y="53922"/>
                  <a:pt x="212225" y="54000"/>
                  <a:pt x="212056" y="54026"/>
                </a:cubicBezTo>
                <a:cubicBezTo>
                  <a:pt x="212043" y="54028"/>
                  <a:pt x="212029" y="54028"/>
                  <a:pt x="212014" y="54028"/>
                </a:cubicBezTo>
                <a:cubicBezTo>
                  <a:pt x="211957" y="54028"/>
                  <a:pt x="211893" y="54017"/>
                  <a:pt x="211833" y="54017"/>
                </a:cubicBezTo>
                <a:cubicBezTo>
                  <a:pt x="211806" y="54017"/>
                  <a:pt x="211780" y="54019"/>
                  <a:pt x="211756" y="54026"/>
                </a:cubicBezTo>
                <a:cubicBezTo>
                  <a:pt x="211678" y="54052"/>
                  <a:pt x="211640" y="54156"/>
                  <a:pt x="211574" y="54182"/>
                </a:cubicBezTo>
                <a:cubicBezTo>
                  <a:pt x="211562" y="54116"/>
                  <a:pt x="211562" y="54052"/>
                  <a:pt x="211548" y="53986"/>
                </a:cubicBezTo>
                <a:cubicBezTo>
                  <a:pt x="211522" y="53674"/>
                  <a:pt x="211470" y="53375"/>
                  <a:pt x="211432" y="53075"/>
                </a:cubicBezTo>
                <a:cubicBezTo>
                  <a:pt x="211405" y="52803"/>
                  <a:pt x="211392" y="52542"/>
                  <a:pt x="211353" y="52282"/>
                </a:cubicBezTo>
                <a:cubicBezTo>
                  <a:pt x="211314" y="52035"/>
                  <a:pt x="211223" y="51826"/>
                  <a:pt x="211145" y="51592"/>
                </a:cubicBezTo>
                <a:cubicBezTo>
                  <a:pt x="211093" y="51410"/>
                  <a:pt x="211015" y="51228"/>
                  <a:pt x="210963" y="51046"/>
                </a:cubicBezTo>
                <a:cubicBezTo>
                  <a:pt x="211041" y="51046"/>
                  <a:pt x="211106" y="51046"/>
                  <a:pt x="211210" y="50981"/>
                </a:cubicBezTo>
                <a:cubicBezTo>
                  <a:pt x="211272" y="50932"/>
                  <a:pt x="211333" y="50836"/>
                  <a:pt x="211416" y="50836"/>
                </a:cubicBezTo>
                <a:cubicBezTo>
                  <a:pt x="211421" y="50836"/>
                  <a:pt x="211426" y="50837"/>
                  <a:pt x="211432" y="50837"/>
                </a:cubicBezTo>
                <a:cubicBezTo>
                  <a:pt x="211536" y="50837"/>
                  <a:pt x="211614" y="50955"/>
                  <a:pt x="211678" y="51020"/>
                </a:cubicBezTo>
                <a:cubicBezTo>
                  <a:pt x="211730" y="51081"/>
                  <a:pt x="211790" y="51119"/>
                  <a:pt x="211864" y="51119"/>
                </a:cubicBezTo>
                <a:cubicBezTo>
                  <a:pt x="211884" y="51119"/>
                  <a:pt x="211904" y="51117"/>
                  <a:pt x="211926" y="51111"/>
                </a:cubicBezTo>
                <a:cubicBezTo>
                  <a:pt x="212004" y="51072"/>
                  <a:pt x="212160" y="50994"/>
                  <a:pt x="212225" y="50941"/>
                </a:cubicBezTo>
                <a:cubicBezTo>
                  <a:pt x="212381" y="50825"/>
                  <a:pt x="212381" y="50629"/>
                  <a:pt x="212499" y="50499"/>
                </a:cubicBezTo>
                <a:cubicBezTo>
                  <a:pt x="212559" y="50438"/>
                  <a:pt x="212675" y="50362"/>
                  <a:pt x="212779" y="50362"/>
                </a:cubicBezTo>
                <a:close/>
                <a:moveTo>
                  <a:pt x="204870" y="54516"/>
                </a:moveTo>
                <a:cubicBezTo>
                  <a:pt x="204961" y="54516"/>
                  <a:pt x="205050" y="54526"/>
                  <a:pt x="205120" y="54572"/>
                </a:cubicBezTo>
                <a:cubicBezTo>
                  <a:pt x="205186" y="54624"/>
                  <a:pt x="205212" y="54689"/>
                  <a:pt x="205264" y="54741"/>
                </a:cubicBezTo>
                <a:cubicBezTo>
                  <a:pt x="205276" y="54755"/>
                  <a:pt x="205316" y="54767"/>
                  <a:pt x="205328" y="54793"/>
                </a:cubicBezTo>
                <a:cubicBezTo>
                  <a:pt x="205380" y="54833"/>
                  <a:pt x="205406" y="54923"/>
                  <a:pt x="205472" y="54963"/>
                </a:cubicBezTo>
                <a:cubicBezTo>
                  <a:pt x="205496" y="54978"/>
                  <a:pt x="205523" y="54983"/>
                  <a:pt x="205552" y="54983"/>
                </a:cubicBezTo>
                <a:cubicBezTo>
                  <a:pt x="205602" y="54983"/>
                  <a:pt x="205659" y="54969"/>
                  <a:pt x="205714" y="54969"/>
                </a:cubicBezTo>
                <a:cubicBezTo>
                  <a:pt x="205733" y="54969"/>
                  <a:pt x="205752" y="54971"/>
                  <a:pt x="205771" y="54975"/>
                </a:cubicBezTo>
                <a:cubicBezTo>
                  <a:pt x="205810" y="54989"/>
                  <a:pt x="205823" y="54975"/>
                  <a:pt x="205836" y="55015"/>
                </a:cubicBezTo>
                <a:cubicBezTo>
                  <a:pt x="205849" y="55053"/>
                  <a:pt x="205758" y="55209"/>
                  <a:pt x="205745" y="55223"/>
                </a:cubicBezTo>
                <a:cubicBezTo>
                  <a:pt x="205641" y="55379"/>
                  <a:pt x="205472" y="55470"/>
                  <a:pt x="205290" y="55483"/>
                </a:cubicBezTo>
                <a:cubicBezTo>
                  <a:pt x="205224" y="55483"/>
                  <a:pt x="205146" y="55483"/>
                  <a:pt x="205082" y="55470"/>
                </a:cubicBezTo>
                <a:cubicBezTo>
                  <a:pt x="205016" y="55457"/>
                  <a:pt x="204964" y="55405"/>
                  <a:pt x="204900" y="55405"/>
                </a:cubicBezTo>
                <a:cubicBezTo>
                  <a:pt x="204834" y="55405"/>
                  <a:pt x="204743" y="55444"/>
                  <a:pt x="204691" y="55470"/>
                </a:cubicBezTo>
                <a:cubicBezTo>
                  <a:pt x="204613" y="55509"/>
                  <a:pt x="204561" y="55600"/>
                  <a:pt x="204483" y="55626"/>
                </a:cubicBezTo>
                <a:cubicBezTo>
                  <a:pt x="204405" y="55652"/>
                  <a:pt x="204327" y="55639"/>
                  <a:pt x="204249" y="55652"/>
                </a:cubicBezTo>
                <a:cubicBezTo>
                  <a:pt x="204197" y="55678"/>
                  <a:pt x="204171" y="55717"/>
                  <a:pt x="204131" y="55743"/>
                </a:cubicBezTo>
                <a:cubicBezTo>
                  <a:pt x="204092" y="55763"/>
                  <a:pt x="204054" y="55771"/>
                  <a:pt x="204018" y="55771"/>
                </a:cubicBezTo>
                <a:cubicBezTo>
                  <a:pt x="203904" y="55771"/>
                  <a:pt x="203801" y="55698"/>
                  <a:pt x="203690" y="55698"/>
                </a:cubicBezTo>
                <a:cubicBezTo>
                  <a:pt x="203672" y="55698"/>
                  <a:pt x="203655" y="55700"/>
                  <a:pt x="203637" y="55704"/>
                </a:cubicBezTo>
                <a:cubicBezTo>
                  <a:pt x="203623" y="55706"/>
                  <a:pt x="203608" y="55707"/>
                  <a:pt x="203595" y="55707"/>
                </a:cubicBezTo>
                <a:cubicBezTo>
                  <a:pt x="203420" y="55707"/>
                  <a:pt x="203285" y="55559"/>
                  <a:pt x="203273" y="55379"/>
                </a:cubicBezTo>
                <a:cubicBezTo>
                  <a:pt x="203273" y="55209"/>
                  <a:pt x="203416" y="55157"/>
                  <a:pt x="203533" y="55093"/>
                </a:cubicBezTo>
                <a:cubicBezTo>
                  <a:pt x="203650" y="55015"/>
                  <a:pt x="203754" y="54923"/>
                  <a:pt x="203885" y="54911"/>
                </a:cubicBezTo>
                <a:cubicBezTo>
                  <a:pt x="203963" y="54897"/>
                  <a:pt x="204053" y="54871"/>
                  <a:pt x="204131" y="54871"/>
                </a:cubicBezTo>
                <a:cubicBezTo>
                  <a:pt x="204166" y="54871"/>
                  <a:pt x="204195" y="54877"/>
                  <a:pt x="204222" y="54877"/>
                </a:cubicBezTo>
                <a:cubicBezTo>
                  <a:pt x="204236" y="54877"/>
                  <a:pt x="204249" y="54876"/>
                  <a:pt x="204261" y="54871"/>
                </a:cubicBezTo>
                <a:cubicBezTo>
                  <a:pt x="204275" y="54833"/>
                  <a:pt x="204275" y="54807"/>
                  <a:pt x="204275" y="54781"/>
                </a:cubicBezTo>
                <a:cubicBezTo>
                  <a:pt x="204301" y="54767"/>
                  <a:pt x="204301" y="54755"/>
                  <a:pt x="204313" y="54729"/>
                </a:cubicBezTo>
                <a:cubicBezTo>
                  <a:pt x="204313" y="54715"/>
                  <a:pt x="204313" y="54702"/>
                  <a:pt x="204301" y="54676"/>
                </a:cubicBezTo>
                <a:cubicBezTo>
                  <a:pt x="204327" y="54624"/>
                  <a:pt x="204339" y="54624"/>
                  <a:pt x="204392" y="54585"/>
                </a:cubicBezTo>
                <a:cubicBezTo>
                  <a:pt x="204470" y="54546"/>
                  <a:pt x="204548" y="54520"/>
                  <a:pt x="204691" y="54520"/>
                </a:cubicBezTo>
                <a:cubicBezTo>
                  <a:pt x="204748" y="54520"/>
                  <a:pt x="204810" y="54516"/>
                  <a:pt x="204870" y="54516"/>
                </a:cubicBezTo>
                <a:close/>
                <a:moveTo>
                  <a:pt x="213552" y="54416"/>
                </a:moveTo>
                <a:cubicBezTo>
                  <a:pt x="213644" y="54442"/>
                  <a:pt x="213708" y="54494"/>
                  <a:pt x="213812" y="54520"/>
                </a:cubicBezTo>
                <a:cubicBezTo>
                  <a:pt x="213823" y="54522"/>
                  <a:pt x="213833" y="54523"/>
                  <a:pt x="213843" y="54523"/>
                </a:cubicBezTo>
                <a:cubicBezTo>
                  <a:pt x="213905" y="54523"/>
                  <a:pt x="213951" y="54494"/>
                  <a:pt x="214008" y="54494"/>
                </a:cubicBezTo>
                <a:cubicBezTo>
                  <a:pt x="214020" y="54492"/>
                  <a:pt x="214032" y="54491"/>
                  <a:pt x="214043" y="54491"/>
                </a:cubicBezTo>
                <a:cubicBezTo>
                  <a:pt x="214092" y="54491"/>
                  <a:pt x="214132" y="54512"/>
                  <a:pt x="214164" y="54533"/>
                </a:cubicBezTo>
                <a:cubicBezTo>
                  <a:pt x="214124" y="55197"/>
                  <a:pt x="214098" y="55822"/>
                  <a:pt x="214060" y="56407"/>
                </a:cubicBezTo>
                <a:cubicBezTo>
                  <a:pt x="213993" y="56423"/>
                  <a:pt x="213931" y="56446"/>
                  <a:pt x="213872" y="56446"/>
                </a:cubicBezTo>
                <a:cubicBezTo>
                  <a:pt x="213839" y="56446"/>
                  <a:pt x="213806" y="56439"/>
                  <a:pt x="213774" y="56420"/>
                </a:cubicBezTo>
                <a:cubicBezTo>
                  <a:pt x="213682" y="56354"/>
                  <a:pt x="213682" y="56198"/>
                  <a:pt x="213592" y="56146"/>
                </a:cubicBezTo>
                <a:cubicBezTo>
                  <a:pt x="213589" y="56144"/>
                  <a:pt x="213586" y="56143"/>
                  <a:pt x="213583" y="56143"/>
                </a:cubicBezTo>
                <a:cubicBezTo>
                  <a:pt x="213575" y="56143"/>
                  <a:pt x="213567" y="56150"/>
                  <a:pt x="213555" y="56150"/>
                </a:cubicBezTo>
                <a:cubicBezTo>
                  <a:pt x="213550" y="56150"/>
                  <a:pt x="213545" y="56149"/>
                  <a:pt x="213539" y="56146"/>
                </a:cubicBezTo>
                <a:cubicBezTo>
                  <a:pt x="213487" y="56134"/>
                  <a:pt x="213461" y="56120"/>
                  <a:pt x="213422" y="56082"/>
                </a:cubicBezTo>
                <a:cubicBezTo>
                  <a:pt x="213305" y="55952"/>
                  <a:pt x="213318" y="55808"/>
                  <a:pt x="213240" y="55665"/>
                </a:cubicBezTo>
                <a:cubicBezTo>
                  <a:pt x="213188" y="55574"/>
                  <a:pt x="213162" y="55483"/>
                  <a:pt x="213123" y="55392"/>
                </a:cubicBezTo>
                <a:cubicBezTo>
                  <a:pt x="213136" y="55353"/>
                  <a:pt x="213136" y="55301"/>
                  <a:pt x="213149" y="55261"/>
                </a:cubicBezTo>
                <a:cubicBezTo>
                  <a:pt x="213227" y="55041"/>
                  <a:pt x="213305" y="54793"/>
                  <a:pt x="213435" y="54598"/>
                </a:cubicBezTo>
                <a:cubicBezTo>
                  <a:pt x="213474" y="54546"/>
                  <a:pt x="213513" y="54481"/>
                  <a:pt x="213552" y="54416"/>
                </a:cubicBezTo>
                <a:close/>
                <a:moveTo>
                  <a:pt x="96898" y="55988"/>
                </a:moveTo>
                <a:cubicBezTo>
                  <a:pt x="97010" y="55988"/>
                  <a:pt x="97080" y="56027"/>
                  <a:pt x="97161" y="56108"/>
                </a:cubicBezTo>
                <a:cubicBezTo>
                  <a:pt x="97201" y="56158"/>
                  <a:pt x="97226" y="56177"/>
                  <a:pt x="97271" y="56177"/>
                </a:cubicBezTo>
                <a:cubicBezTo>
                  <a:pt x="97284" y="56177"/>
                  <a:pt x="97299" y="56175"/>
                  <a:pt x="97317" y="56172"/>
                </a:cubicBezTo>
                <a:cubicBezTo>
                  <a:pt x="97338" y="56169"/>
                  <a:pt x="97354" y="56167"/>
                  <a:pt x="97367" y="56167"/>
                </a:cubicBezTo>
                <a:cubicBezTo>
                  <a:pt x="97405" y="56167"/>
                  <a:pt x="97425" y="56179"/>
                  <a:pt x="97473" y="56198"/>
                </a:cubicBezTo>
                <a:cubicBezTo>
                  <a:pt x="97508" y="56209"/>
                  <a:pt x="97542" y="56212"/>
                  <a:pt x="97571" y="56212"/>
                </a:cubicBezTo>
                <a:cubicBezTo>
                  <a:pt x="97607" y="56212"/>
                  <a:pt x="97634" y="56207"/>
                  <a:pt x="97641" y="56207"/>
                </a:cubicBezTo>
                <a:cubicBezTo>
                  <a:pt x="97648" y="56207"/>
                  <a:pt x="97631" y="56213"/>
                  <a:pt x="97577" y="56238"/>
                </a:cubicBezTo>
                <a:cubicBezTo>
                  <a:pt x="97655" y="56302"/>
                  <a:pt x="97681" y="56328"/>
                  <a:pt x="97772" y="56342"/>
                </a:cubicBezTo>
                <a:cubicBezTo>
                  <a:pt x="97889" y="56368"/>
                  <a:pt x="98084" y="56328"/>
                  <a:pt x="98188" y="56407"/>
                </a:cubicBezTo>
                <a:cubicBezTo>
                  <a:pt x="98240" y="56433"/>
                  <a:pt x="98280" y="56524"/>
                  <a:pt x="98332" y="56524"/>
                </a:cubicBezTo>
                <a:cubicBezTo>
                  <a:pt x="98370" y="56524"/>
                  <a:pt x="98370" y="56511"/>
                  <a:pt x="98396" y="56511"/>
                </a:cubicBezTo>
                <a:cubicBezTo>
                  <a:pt x="98474" y="56485"/>
                  <a:pt x="98514" y="56459"/>
                  <a:pt x="98592" y="56459"/>
                </a:cubicBezTo>
                <a:cubicBezTo>
                  <a:pt x="98748" y="56459"/>
                  <a:pt x="98813" y="56459"/>
                  <a:pt x="98891" y="56602"/>
                </a:cubicBezTo>
                <a:cubicBezTo>
                  <a:pt x="98943" y="56680"/>
                  <a:pt x="98943" y="56758"/>
                  <a:pt x="98878" y="56836"/>
                </a:cubicBezTo>
                <a:cubicBezTo>
                  <a:pt x="98813" y="56915"/>
                  <a:pt x="98644" y="57005"/>
                  <a:pt x="98540" y="57019"/>
                </a:cubicBezTo>
                <a:cubicBezTo>
                  <a:pt x="98448" y="57045"/>
                  <a:pt x="98344" y="57019"/>
                  <a:pt x="98254" y="57057"/>
                </a:cubicBezTo>
                <a:cubicBezTo>
                  <a:pt x="98228" y="57071"/>
                  <a:pt x="98214" y="57097"/>
                  <a:pt x="98188" y="57123"/>
                </a:cubicBezTo>
                <a:cubicBezTo>
                  <a:pt x="97980" y="57005"/>
                  <a:pt x="97759" y="56888"/>
                  <a:pt x="97538" y="56797"/>
                </a:cubicBezTo>
                <a:cubicBezTo>
                  <a:pt x="97277" y="56693"/>
                  <a:pt x="97005" y="56589"/>
                  <a:pt x="96744" y="56498"/>
                </a:cubicBezTo>
                <a:lnTo>
                  <a:pt x="96731" y="56485"/>
                </a:lnTo>
                <a:cubicBezTo>
                  <a:pt x="96614" y="56381"/>
                  <a:pt x="96484" y="56250"/>
                  <a:pt x="96575" y="56120"/>
                </a:cubicBezTo>
                <a:cubicBezTo>
                  <a:pt x="96627" y="56042"/>
                  <a:pt x="96757" y="56004"/>
                  <a:pt x="96848" y="55990"/>
                </a:cubicBezTo>
                <a:cubicBezTo>
                  <a:pt x="96866" y="55989"/>
                  <a:pt x="96882" y="55988"/>
                  <a:pt x="96898" y="55988"/>
                </a:cubicBezTo>
                <a:close/>
                <a:moveTo>
                  <a:pt x="199648" y="56560"/>
                </a:moveTo>
                <a:cubicBezTo>
                  <a:pt x="199679" y="56560"/>
                  <a:pt x="199708" y="56565"/>
                  <a:pt x="199733" y="56576"/>
                </a:cubicBezTo>
                <a:cubicBezTo>
                  <a:pt x="199799" y="56602"/>
                  <a:pt x="199825" y="56706"/>
                  <a:pt x="199851" y="56771"/>
                </a:cubicBezTo>
                <a:cubicBezTo>
                  <a:pt x="199863" y="56862"/>
                  <a:pt x="199825" y="56875"/>
                  <a:pt x="199759" y="56915"/>
                </a:cubicBezTo>
                <a:cubicBezTo>
                  <a:pt x="199721" y="56941"/>
                  <a:pt x="199681" y="56979"/>
                  <a:pt x="199629" y="57005"/>
                </a:cubicBezTo>
                <a:cubicBezTo>
                  <a:pt x="199591" y="57031"/>
                  <a:pt x="199525" y="57031"/>
                  <a:pt x="199473" y="57071"/>
                </a:cubicBezTo>
                <a:cubicBezTo>
                  <a:pt x="199382" y="57123"/>
                  <a:pt x="199435" y="57201"/>
                  <a:pt x="199461" y="57279"/>
                </a:cubicBezTo>
                <a:cubicBezTo>
                  <a:pt x="199487" y="57383"/>
                  <a:pt x="199525" y="57447"/>
                  <a:pt x="199435" y="57526"/>
                </a:cubicBezTo>
                <a:cubicBezTo>
                  <a:pt x="199359" y="57611"/>
                  <a:pt x="199235" y="57641"/>
                  <a:pt x="199113" y="57641"/>
                </a:cubicBezTo>
                <a:cubicBezTo>
                  <a:pt x="199067" y="57641"/>
                  <a:pt x="199021" y="57637"/>
                  <a:pt x="198979" y="57630"/>
                </a:cubicBezTo>
                <a:cubicBezTo>
                  <a:pt x="198914" y="57630"/>
                  <a:pt x="198888" y="57578"/>
                  <a:pt x="198836" y="57565"/>
                </a:cubicBezTo>
                <a:cubicBezTo>
                  <a:pt x="198770" y="57552"/>
                  <a:pt x="198744" y="57565"/>
                  <a:pt x="198692" y="57526"/>
                </a:cubicBezTo>
                <a:cubicBezTo>
                  <a:pt x="198614" y="57474"/>
                  <a:pt x="198484" y="57279"/>
                  <a:pt x="198498" y="57175"/>
                </a:cubicBezTo>
                <a:cubicBezTo>
                  <a:pt x="198510" y="57083"/>
                  <a:pt x="198588" y="57109"/>
                  <a:pt x="198654" y="57097"/>
                </a:cubicBezTo>
                <a:cubicBezTo>
                  <a:pt x="198744" y="57083"/>
                  <a:pt x="198836" y="57019"/>
                  <a:pt x="198927" y="56993"/>
                </a:cubicBezTo>
                <a:cubicBezTo>
                  <a:pt x="199044" y="56941"/>
                  <a:pt x="199213" y="56875"/>
                  <a:pt x="199213" y="56719"/>
                </a:cubicBezTo>
                <a:lnTo>
                  <a:pt x="199252" y="56719"/>
                </a:lnTo>
                <a:lnTo>
                  <a:pt x="199317" y="56641"/>
                </a:lnTo>
                <a:cubicBezTo>
                  <a:pt x="199398" y="56620"/>
                  <a:pt x="199536" y="56560"/>
                  <a:pt x="199648" y="56560"/>
                </a:cubicBezTo>
                <a:close/>
                <a:moveTo>
                  <a:pt x="217001" y="46323"/>
                </a:moveTo>
                <a:cubicBezTo>
                  <a:pt x="217001" y="46349"/>
                  <a:pt x="217013" y="46361"/>
                  <a:pt x="217027" y="46375"/>
                </a:cubicBezTo>
                <a:cubicBezTo>
                  <a:pt x="217053" y="46401"/>
                  <a:pt x="217091" y="46427"/>
                  <a:pt x="217117" y="46453"/>
                </a:cubicBezTo>
                <a:cubicBezTo>
                  <a:pt x="217168" y="46514"/>
                  <a:pt x="217203" y="46590"/>
                  <a:pt x="217271" y="46590"/>
                </a:cubicBezTo>
                <a:cubicBezTo>
                  <a:pt x="217291" y="46590"/>
                  <a:pt x="217313" y="46584"/>
                  <a:pt x="217339" y="46569"/>
                </a:cubicBezTo>
                <a:cubicBezTo>
                  <a:pt x="217403" y="46531"/>
                  <a:pt x="217443" y="46465"/>
                  <a:pt x="217495" y="46427"/>
                </a:cubicBezTo>
                <a:cubicBezTo>
                  <a:pt x="217534" y="46413"/>
                  <a:pt x="217560" y="46413"/>
                  <a:pt x="217586" y="46413"/>
                </a:cubicBezTo>
                <a:cubicBezTo>
                  <a:pt x="217631" y="46406"/>
                  <a:pt x="217650" y="46398"/>
                  <a:pt x="217668" y="46398"/>
                </a:cubicBezTo>
                <a:cubicBezTo>
                  <a:pt x="217681" y="46398"/>
                  <a:pt x="217694" y="46402"/>
                  <a:pt x="217716" y="46413"/>
                </a:cubicBezTo>
                <a:cubicBezTo>
                  <a:pt x="217742" y="46427"/>
                  <a:pt x="217742" y="46453"/>
                  <a:pt x="217781" y="46465"/>
                </a:cubicBezTo>
                <a:cubicBezTo>
                  <a:pt x="217802" y="46477"/>
                  <a:pt x="217825" y="46482"/>
                  <a:pt x="217848" y="46482"/>
                </a:cubicBezTo>
                <a:cubicBezTo>
                  <a:pt x="217912" y="46482"/>
                  <a:pt x="217982" y="46448"/>
                  <a:pt x="218043" y="46448"/>
                </a:cubicBezTo>
                <a:cubicBezTo>
                  <a:pt x="218056" y="46448"/>
                  <a:pt x="218068" y="46449"/>
                  <a:pt x="218080" y="46453"/>
                </a:cubicBezTo>
                <a:cubicBezTo>
                  <a:pt x="218146" y="46505"/>
                  <a:pt x="218198" y="46557"/>
                  <a:pt x="218210" y="46609"/>
                </a:cubicBezTo>
                <a:cubicBezTo>
                  <a:pt x="218236" y="46687"/>
                  <a:pt x="218184" y="46700"/>
                  <a:pt x="218132" y="46739"/>
                </a:cubicBezTo>
                <a:cubicBezTo>
                  <a:pt x="218068" y="46765"/>
                  <a:pt x="218002" y="46869"/>
                  <a:pt x="218042" y="46947"/>
                </a:cubicBezTo>
                <a:cubicBezTo>
                  <a:pt x="218061" y="46952"/>
                  <a:pt x="218082" y="46954"/>
                  <a:pt x="218102" y="46954"/>
                </a:cubicBezTo>
                <a:cubicBezTo>
                  <a:pt x="218256" y="46954"/>
                  <a:pt x="218424" y="46840"/>
                  <a:pt x="218562" y="46817"/>
                </a:cubicBezTo>
                <a:cubicBezTo>
                  <a:pt x="218591" y="46809"/>
                  <a:pt x="218623" y="46807"/>
                  <a:pt x="218656" y="46807"/>
                </a:cubicBezTo>
                <a:cubicBezTo>
                  <a:pt x="218713" y="46807"/>
                  <a:pt x="218773" y="46814"/>
                  <a:pt x="218831" y="46814"/>
                </a:cubicBezTo>
                <a:cubicBezTo>
                  <a:pt x="218901" y="46814"/>
                  <a:pt x="218966" y="46803"/>
                  <a:pt x="219017" y="46752"/>
                </a:cubicBezTo>
                <a:cubicBezTo>
                  <a:pt x="219057" y="46700"/>
                  <a:pt x="219083" y="46635"/>
                  <a:pt x="219095" y="46583"/>
                </a:cubicBezTo>
                <a:lnTo>
                  <a:pt x="219135" y="46583"/>
                </a:lnTo>
                <a:cubicBezTo>
                  <a:pt x="218978" y="49966"/>
                  <a:pt x="218822" y="52789"/>
                  <a:pt x="218666" y="54975"/>
                </a:cubicBezTo>
                <a:cubicBezTo>
                  <a:pt x="217573" y="55978"/>
                  <a:pt x="216610" y="57097"/>
                  <a:pt x="215165" y="57656"/>
                </a:cubicBezTo>
                <a:lnTo>
                  <a:pt x="214737" y="57812"/>
                </a:lnTo>
                <a:cubicBezTo>
                  <a:pt x="214737" y="57630"/>
                  <a:pt x="214749" y="57435"/>
                  <a:pt x="214749" y="57239"/>
                </a:cubicBezTo>
                <a:cubicBezTo>
                  <a:pt x="214879" y="57213"/>
                  <a:pt x="214997" y="57213"/>
                  <a:pt x="215113" y="57213"/>
                </a:cubicBezTo>
                <a:cubicBezTo>
                  <a:pt x="215154" y="57213"/>
                  <a:pt x="215211" y="57218"/>
                  <a:pt x="215267" y="57218"/>
                </a:cubicBezTo>
                <a:cubicBezTo>
                  <a:pt x="215338" y="57218"/>
                  <a:pt x="215408" y="57210"/>
                  <a:pt x="215452" y="57175"/>
                </a:cubicBezTo>
                <a:cubicBezTo>
                  <a:pt x="215530" y="57109"/>
                  <a:pt x="215504" y="56915"/>
                  <a:pt x="215478" y="56823"/>
                </a:cubicBezTo>
                <a:cubicBezTo>
                  <a:pt x="215437" y="56716"/>
                  <a:pt x="215369" y="56687"/>
                  <a:pt x="215289" y="56687"/>
                </a:cubicBezTo>
                <a:cubicBezTo>
                  <a:pt x="215243" y="56687"/>
                  <a:pt x="215192" y="56697"/>
                  <a:pt x="215139" y="56706"/>
                </a:cubicBezTo>
                <a:cubicBezTo>
                  <a:pt x="215055" y="56727"/>
                  <a:pt x="214979" y="56749"/>
                  <a:pt x="214898" y="56749"/>
                </a:cubicBezTo>
                <a:cubicBezTo>
                  <a:pt x="214879" y="56749"/>
                  <a:pt x="214860" y="56747"/>
                  <a:pt x="214841" y="56745"/>
                </a:cubicBezTo>
                <a:cubicBezTo>
                  <a:pt x="214815" y="56745"/>
                  <a:pt x="214789" y="56745"/>
                  <a:pt x="214763" y="56732"/>
                </a:cubicBezTo>
                <a:cubicBezTo>
                  <a:pt x="214775" y="56082"/>
                  <a:pt x="214801" y="55418"/>
                  <a:pt x="214815" y="54729"/>
                </a:cubicBezTo>
                <a:cubicBezTo>
                  <a:pt x="214847" y="54735"/>
                  <a:pt x="214876" y="54738"/>
                  <a:pt x="214904" y="54738"/>
                </a:cubicBezTo>
                <a:cubicBezTo>
                  <a:pt x="214931" y="54738"/>
                  <a:pt x="214957" y="54735"/>
                  <a:pt x="214983" y="54729"/>
                </a:cubicBezTo>
                <a:cubicBezTo>
                  <a:pt x="215139" y="54676"/>
                  <a:pt x="215217" y="54546"/>
                  <a:pt x="215348" y="54481"/>
                </a:cubicBezTo>
                <a:cubicBezTo>
                  <a:pt x="215382" y="54467"/>
                  <a:pt x="215413" y="54461"/>
                  <a:pt x="215442" y="54461"/>
                </a:cubicBezTo>
                <a:cubicBezTo>
                  <a:pt x="215522" y="54461"/>
                  <a:pt x="215587" y="54504"/>
                  <a:pt x="215673" y="54533"/>
                </a:cubicBezTo>
                <a:cubicBezTo>
                  <a:pt x="215706" y="54549"/>
                  <a:pt x="215738" y="54560"/>
                  <a:pt x="215774" y="54560"/>
                </a:cubicBezTo>
                <a:cubicBezTo>
                  <a:pt x="215795" y="54560"/>
                  <a:pt x="215818" y="54556"/>
                  <a:pt x="215842" y="54546"/>
                </a:cubicBezTo>
                <a:cubicBezTo>
                  <a:pt x="215882" y="54533"/>
                  <a:pt x="215882" y="54520"/>
                  <a:pt x="215920" y="54494"/>
                </a:cubicBezTo>
                <a:cubicBezTo>
                  <a:pt x="215960" y="54455"/>
                  <a:pt x="215960" y="54442"/>
                  <a:pt x="216024" y="54442"/>
                </a:cubicBezTo>
                <a:cubicBezTo>
                  <a:pt x="216068" y="54442"/>
                  <a:pt x="216106" y="54448"/>
                  <a:pt x="216141" y="54448"/>
                </a:cubicBezTo>
                <a:cubicBezTo>
                  <a:pt x="216159" y="54448"/>
                  <a:pt x="216177" y="54446"/>
                  <a:pt x="216194" y="54442"/>
                </a:cubicBezTo>
                <a:cubicBezTo>
                  <a:pt x="216298" y="54416"/>
                  <a:pt x="216363" y="54364"/>
                  <a:pt x="216467" y="54338"/>
                </a:cubicBezTo>
                <a:cubicBezTo>
                  <a:pt x="216510" y="54334"/>
                  <a:pt x="216555" y="54332"/>
                  <a:pt x="216600" y="54332"/>
                </a:cubicBezTo>
                <a:cubicBezTo>
                  <a:pt x="216691" y="54332"/>
                  <a:pt x="216784" y="54338"/>
                  <a:pt x="216871" y="54338"/>
                </a:cubicBezTo>
                <a:cubicBezTo>
                  <a:pt x="216905" y="54338"/>
                  <a:pt x="216940" y="54344"/>
                  <a:pt x="216971" y="54344"/>
                </a:cubicBezTo>
                <a:cubicBezTo>
                  <a:pt x="216986" y="54344"/>
                  <a:pt x="217000" y="54342"/>
                  <a:pt x="217013" y="54338"/>
                </a:cubicBezTo>
                <a:cubicBezTo>
                  <a:pt x="217039" y="54325"/>
                  <a:pt x="217053" y="54299"/>
                  <a:pt x="217079" y="54286"/>
                </a:cubicBezTo>
                <a:cubicBezTo>
                  <a:pt x="217100" y="54277"/>
                  <a:pt x="217120" y="54274"/>
                  <a:pt x="217138" y="54274"/>
                </a:cubicBezTo>
                <a:cubicBezTo>
                  <a:pt x="217232" y="54274"/>
                  <a:pt x="217293" y="54366"/>
                  <a:pt x="217391" y="54377"/>
                </a:cubicBezTo>
                <a:cubicBezTo>
                  <a:pt x="217404" y="54380"/>
                  <a:pt x="217417" y="54381"/>
                  <a:pt x="217429" y="54381"/>
                </a:cubicBezTo>
                <a:cubicBezTo>
                  <a:pt x="217579" y="54381"/>
                  <a:pt x="217621" y="54163"/>
                  <a:pt x="217742" y="54090"/>
                </a:cubicBezTo>
                <a:cubicBezTo>
                  <a:pt x="217781" y="54064"/>
                  <a:pt x="217820" y="54078"/>
                  <a:pt x="217859" y="54026"/>
                </a:cubicBezTo>
                <a:cubicBezTo>
                  <a:pt x="217898" y="53986"/>
                  <a:pt x="217911" y="53934"/>
                  <a:pt x="217898" y="53882"/>
                </a:cubicBezTo>
                <a:cubicBezTo>
                  <a:pt x="217872" y="53740"/>
                  <a:pt x="217677" y="53714"/>
                  <a:pt x="217573" y="53662"/>
                </a:cubicBezTo>
                <a:cubicBezTo>
                  <a:pt x="217417" y="53596"/>
                  <a:pt x="217325" y="53336"/>
                  <a:pt x="217443" y="53193"/>
                </a:cubicBezTo>
                <a:cubicBezTo>
                  <a:pt x="217508" y="53115"/>
                  <a:pt x="217612" y="53063"/>
                  <a:pt x="217703" y="53023"/>
                </a:cubicBezTo>
                <a:cubicBezTo>
                  <a:pt x="217781" y="53011"/>
                  <a:pt x="217911" y="53023"/>
                  <a:pt x="217964" y="52985"/>
                </a:cubicBezTo>
                <a:cubicBezTo>
                  <a:pt x="218002" y="52945"/>
                  <a:pt x="218016" y="52867"/>
                  <a:pt x="218028" y="52829"/>
                </a:cubicBezTo>
                <a:cubicBezTo>
                  <a:pt x="218054" y="52763"/>
                  <a:pt x="218094" y="52699"/>
                  <a:pt x="218146" y="52647"/>
                </a:cubicBezTo>
                <a:cubicBezTo>
                  <a:pt x="218198" y="52581"/>
                  <a:pt x="218236" y="52503"/>
                  <a:pt x="218288" y="52438"/>
                </a:cubicBezTo>
                <a:cubicBezTo>
                  <a:pt x="218354" y="52360"/>
                  <a:pt x="218380" y="52347"/>
                  <a:pt x="218314" y="52243"/>
                </a:cubicBezTo>
                <a:cubicBezTo>
                  <a:pt x="218215" y="52094"/>
                  <a:pt x="218058" y="51969"/>
                  <a:pt x="217874" y="51969"/>
                </a:cubicBezTo>
                <a:cubicBezTo>
                  <a:pt x="217865" y="51969"/>
                  <a:pt x="217855" y="51969"/>
                  <a:pt x="217846" y="51970"/>
                </a:cubicBezTo>
                <a:cubicBezTo>
                  <a:pt x="217742" y="51982"/>
                  <a:pt x="217677" y="52061"/>
                  <a:pt x="217573" y="52087"/>
                </a:cubicBezTo>
                <a:cubicBezTo>
                  <a:pt x="217538" y="52094"/>
                  <a:pt x="217498" y="52097"/>
                  <a:pt x="217455" y="52097"/>
                </a:cubicBezTo>
                <a:cubicBezTo>
                  <a:pt x="217338" y="52097"/>
                  <a:pt x="217203" y="52073"/>
                  <a:pt x="217117" y="52035"/>
                </a:cubicBezTo>
                <a:cubicBezTo>
                  <a:pt x="217034" y="51997"/>
                  <a:pt x="216950" y="51967"/>
                  <a:pt x="216861" y="51967"/>
                </a:cubicBezTo>
                <a:cubicBezTo>
                  <a:pt x="216826" y="51967"/>
                  <a:pt x="216790" y="51972"/>
                  <a:pt x="216753" y="51982"/>
                </a:cubicBezTo>
                <a:cubicBezTo>
                  <a:pt x="216636" y="52022"/>
                  <a:pt x="216610" y="52087"/>
                  <a:pt x="216480" y="52087"/>
                </a:cubicBezTo>
                <a:cubicBezTo>
                  <a:pt x="216333" y="52076"/>
                  <a:pt x="216195" y="52024"/>
                  <a:pt x="216051" y="52024"/>
                </a:cubicBezTo>
                <a:cubicBezTo>
                  <a:pt x="216017" y="52024"/>
                  <a:pt x="215982" y="52027"/>
                  <a:pt x="215946" y="52035"/>
                </a:cubicBezTo>
                <a:cubicBezTo>
                  <a:pt x="215908" y="52035"/>
                  <a:pt x="215868" y="52061"/>
                  <a:pt x="215842" y="52074"/>
                </a:cubicBezTo>
                <a:cubicBezTo>
                  <a:pt x="215816" y="52080"/>
                  <a:pt x="215787" y="52080"/>
                  <a:pt x="215758" y="52080"/>
                </a:cubicBezTo>
                <a:cubicBezTo>
                  <a:pt x="215729" y="52080"/>
                  <a:pt x="215699" y="52080"/>
                  <a:pt x="215673" y="52087"/>
                </a:cubicBezTo>
                <a:cubicBezTo>
                  <a:pt x="215517" y="52113"/>
                  <a:pt x="215439" y="52282"/>
                  <a:pt x="215283" y="52321"/>
                </a:cubicBezTo>
                <a:cubicBezTo>
                  <a:pt x="215139" y="52373"/>
                  <a:pt x="215049" y="52386"/>
                  <a:pt x="214931" y="52503"/>
                </a:cubicBezTo>
                <a:cubicBezTo>
                  <a:pt x="214905" y="52516"/>
                  <a:pt x="214893" y="52529"/>
                  <a:pt x="214867" y="52542"/>
                </a:cubicBezTo>
                <a:cubicBezTo>
                  <a:pt x="214879" y="52308"/>
                  <a:pt x="214879" y="52074"/>
                  <a:pt x="214893" y="51840"/>
                </a:cubicBezTo>
                <a:cubicBezTo>
                  <a:pt x="214919" y="51788"/>
                  <a:pt x="214945" y="51748"/>
                  <a:pt x="214983" y="51710"/>
                </a:cubicBezTo>
                <a:cubicBezTo>
                  <a:pt x="215101" y="51554"/>
                  <a:pt x="215244" y="51436"/>
                  <a:pt x="215322" y="51254"/>
                </a:cubicBezTo>
                <a:cubicBezTo>
                  <a:pt x="215400" y="51085"/>
                  <a:pt x="215465" y="50903"/>
                  <a:pt x="215530" y="50721"/>
                </a:cubicBezTo>
                <a:cubicBezTo>
                  <a:pt x="215556" y="50629"/>
                  <a:pt x="215582" y="50525"/>
                  <a:pt x="215621" y="50421"/>
                </a:cubicBezTo>
                <a:cubicBezTo>
                  <a:pt x="215621" y="50435"/>
                  <a:pt x="215634" y="50435"/>
                  <a:pt x="215647" y="50447"/>
                </a:cubicBezTo>
                <a:cubicBezTo>
                  <a:pt x="215712" y="50499"/>
                  <a:pt x="215790" y="50565"/>
                  <a:pt x="215882" y="50565"/>
                </a:cubicBezTo>
                <a:cubicBezTo>
                  <a:pt x="215909" y="50568"/>
                  <a:pt x="215934" y="50570"/>
                  <a:pt x="215956" y="50570"/>
                </a:cubicBezTo>
                <a:cubicBezTo>
                  <a:pt x="216026" y="50570"/>
                  <a:pt x="216067" y="50546"/>
                  <a:pt x="216076" y="50447"/>
                </a:cubicBezTo>
                <a:lnTo>
                  <a:pt x="216076" y="50200"/>
                </a:lnTo>
                <a:cubicBezTo>
                  <a:pt x="216076" y="50057"/>
                  <a:pt x="216050" y="49940"/>
                  <a:pt x="215972" y="49810"/>
                </a:cubicBezTo>
                <a:cubicBezTo>
                  <a:pt x="215946" y="49744"/>
                  <a:pt x="215908" y="49680"/>
                  <a:pt x="215842" y="49654"/>
                </a:cubicBezTo>
                <a:cubicBezTo>
                  <a:pt x="215830" y="49640"/>
                  <a:pt x="215804" y="49640"/>
                  <a:pt x="215790" y="49640"/>
                </a:cubicBezTo>
                <a:cubicBezTo>
                  <a:pt x="215842" y="49446"/>
                  <a:pt x="215920" y="49263"/>
                  <a:pt x="215986" y="49068"/>
                </a:cubicBezTo>
                <a:cubicBezTo>
                  <a:pt x="216038" y="48912"/>
                  <a:pt x="216128" y="48755"/>
                  <a:pt x="216154" y="48587"/>
                </a:cubicBezTo>
                <a:cubicBezTo>
                  <a:pt x="216194" y="48391"/>
                  <a:pt x="216220" y="48223"/>
                  <a:pt x="216284" y="48027"/>
                </a:cubicBezTo>
                <a:cubicBezTo>
                  <a:pt x="216324" y="47897"/>
                  <a:pt x="216376" y="47780"/>
                  <a:pt x="216441" y="47662"/>
                </a:cubicBezTo>
                <a:cubicBezTo>
                  <a:pt x="216584" y="47402"/>
                  <a:pt x="216727" y="47156"/>
                  <a:pt x="216818" y="46869"/>
                </a:cubicBezTo>
                <a:cubicBezTo>
                  <a:pt x="216871" y="46713"/>
                  <a:pt x="216909" y="46543"/>
                  <a:pt x="216975" y="46387"/>
                </a:cubicBezTo>
                <a:cubicBezTo>
                  <a:pt x="216987" y="46361"/>
                  <a:pt x="216987" y="46349"/>
                  <a:pt x="217001" y="46323"/>
                </a:cubicBezTo>
                <a:close/>
                <a:moveTo>
                  <a:pt x="82515" y="58228"/>
                </a:moveTo>
                <a:lnTo>
                  <a:pt x="82515" y="58228"/>
                </a:lnTo>
                <a:cubicBezTo>
                  <a:pt x="82538" y="58233"/>
                  <a:pt x="82562" y="58238"/>
                  <a:pt x="82587" y="58242"/>
                </a:cubicBezTo>
                <a:cubicBezTo>
                  <a:pt x="82564" y="58236"/>
                  <a:pt x="82539" y="58231"/>
                  <a:pt x="82515" y="58228"/>
                </a:cubicBezTo>
                <a:close/>
                <a:moveTo>
                  <a:pt x="80290" y="58463"/>
                </a:moveTo>
                <a:lnTo>
                  <a:pt x="80290" y="58463"/>
                </a:lnTo>
                <a:cubicBezTo>
                  <a:pt x="80257" y="58471"/>
                  <a:pt x="80225" y="58479"/>
                  <a:pt x="80193" y="58488"/>
                </a:cubicBezTo>
                <a:cubicBezTo>
                  <a:pt x="80225" y="58480"/>
                  <a:pt x="80257" y="58471"/>
                  <a:pt x="80290" y="58463"/>
                </a:cubicBezTo>
                <a:close/>
                <a:moveTo>
                  <a:pt x="96497" y="57019"/>
                </a:moveTo>
                <a:cubicBezTo>
                  <a:pt x="96510" y="57031"/>
                  <a:pt x="96523" y="57031"/>
                  <a:pt x="96536" y="57045"/>
                </a:cubicBezTo>
                <a:cubicBezTo>
                  <a:pt x="96653" y="57071"/>
                  <a:pt x="96770" y="57071"/>
                  <a:pt x="96887" y="57083"/>
                </a:cubicBezTo>
                <a:cubicBezTo>
                  <a:pt x="97135" y="57135"/>
                  <a:pt x="97343" y="57265"/>
                  <a:pt x="97577" y="57369"/>
                </a:cubicBezTo>
                <a:cubicBezTo>
                  <a:pt x="97707" y="57421"/>
                  <a:pt x="97850" y="57447"/>
                  <a:pt x="97980" y="57487"/>
                </a:cubicBezTo>
                <a:cubicBezTo>
                  <a:pt x="97928" y="57539"/>
                  <a:pt x="97954" y="57669"/>
                  <a:pt x="97915" y="57721"/>
                </a:cubicBezTo>
                <a:cubicBezTo>
                  <a:pt x="97876" y="57773"/>
                  <a:pt x="97798" y="57760"/>
                  <a:pt x="97733" y="57773"/>
                </a:cubicBezTo>
                <a:cubicBezTo>
                  <a:pt x="97603" y="57812"/>
                  <a:pt x="97459" y="57877"/>
                  <a:pt x="97329" y="57929"/>
                </a:cubicBezTo>
                <a:cubicBezTo>
                  <a:pt x="97280" y="57951"/>
                  <a:pt x="97235" y="57960"/>
                  <a:pt x="97191" y="57960"/>
                </a:cubicBezTo>
                <a:cubicBezTo>
                  <a:pt x="97131" y="57960"/>
                  <a:pt x="97072" y="57944"/>
                  <a:pt x="97005" y="57929"/>
                </a:cubicBezTo>
                <a:cubicBezTo>
                  <a:pt x="96992" y="57928"/>
                  <a:pt x="96980" y="57927"/>
                  <a:pt x="96969" y="57927"/>
                </a:cubicBezTo>
                <a:cubicBezTo>
                  <a:pt x="96875" y="57927"/>
                  <a:pt x="96824" y="57976"/>
                  <a:pt x="96731" y="58046"/>
                </a:cubicBezTo>
                <a:cubicBezTo>
                  <a:pt x="96653" y="58098"/>
                  <a:pt x="96627" y="58072"/>
                  <a:pt x="96549" y="58086"/>
                </a:cubicBezTo>
                <a:cubicBezTo>
                  <a:pt x="96471" y="58086"/>
                  <a:pt x="96444" y="58150"/>
                  <a:pt x="96380" y="58176"/>
                </a:cubicBezTo>
                <a:cubicBezTo>
                  <a:pt x="96368" y="58179"/>
                  <a:pt x="96355" y="58180"/>
                  <a:pt x="96343" y="58180"/>
                </a:cubicBezTo>
                <a:cubicBezTo>
                  <a:pt x="96323" y="58180"/>
                  <a:pt x="96302" y="58178"/>
                  <a:pt x="96282" y="58178"/>
                </a:cubicBezTo>
                <a:cubicBezTo>
                  <a:pt x="96262" y="58178"/>
                  <a:pt x="96243" y="58180"/>
                  <a:pt x="96224" y="58190"/>
                </a:cubicBezTo>
                <a:cubicBezTo>
                  <a:pt x="96132" y="58254"/>
                  <a:pt x="96158" y="58398"/>
                  <a:pt x="96068" y="58462"/>
                </a:cubicBezTo>
                <a:cubicBezTo>
                  <a:pt x="96026" y="58493"/>
                  <a:pt x="95990" y="58506"/>
                  <a:pt x="95958" y="58506"/>
                </a:cubicBezTo>
                <a:cubicBezTo>
                  <a:pt x="95843" y="58506"/>
                  <a:pt x="95788" y="58336"/>
                  <a:pt x="95716" y="58254"/>
                </a:cubicBezTo>
                <a:cubicBezTo>
                  <a:pt x="95638" y="58176"/>
                  <a:pt x="95586" y="58060"/>
                  <a:pt x="95690" y="57968"/>
                </a:cubicBezTo>
                <a:cubicBezTo>
                  <a:pt x="95755" y="57916"/>
                  <a:pt x="95833" y="57929"/>
                  <a:pt x="95924" y="57916"/>
                </a:cubicBezTo>
                <a:cubicBezTo>
                  <a:pt x="95976" y="57903"/>
                  <a:pt x="96094" y="57903"/>
                  <a:pt x="96146" y="57864"/>
                </a:cubicBezTo>
                <a:cubicBezTo>
                  <a:pt x="96198" y="57812"/>
                  <a:pt x="96184" y="57682"/>
                  <a:pt x="96184" y="57617"/>
                </a:cubicBezTo>
                <a:cubicBezTo>
                  <a:pt x="96198" y="57578"/>
                  <a:pt x="96198" y="57500"/>
                  <a:pt x="96224" y="57474"/>
                </a:cubicBezTo>
                <a:cubicBezTo>
                  <a:pt x="96250" y="57435"/>
                  <a:pt x="96314" y="57435"/>
                  <a:pt x="96340" y="57409"/>
                </a:cubicBezTo>
                <a:cubicBezTo>
                  <a:pt x="96432" y="57343"/>
                  <a:pt x="96458" y="57187"/>
                  <a:pt x="96484" y="57083"/>
                </a:cubicBezTo>
                <a:cubicBezTo>
                  <a:pt x="96484" y="57057"/>
                  <a:pt x="96497" y="57045"/>
                  <a:pt x="96497" y="57019"/>
                </a:cubicBezTo>
                <a:close/>
                <a:moveTo>
                  <a:pt x="80514" y="58598"/>
                </a:moveTo>
                <a:lnTo>
                  <a:pt x="80514" y="58598"/>
                </a:lnTo>
                <a:cubicBezTo>
                  <a:pt x="80503" y="58600"/>
                  <a:pt x="80491" y="58603"/>
                  <a:pt x="80479" y="58606"/>
                </a:cubicBezTo>
                <a:lnTo>
                  <a:pt x="80514" y="58598"/>
                </a:lnTo>
                <a:close/>
                <a:moveTo>
                  <a:pt x="212446" y="58398"/>
                </a:moveTo>
                <a:lnTo>
                  <a:pt x="212446" y="58398"/>
                </a:lnTo>
                <a:cubicBezTo>
                  <a:pt x="212433" y="58488"/>
                  <a:pt x="212459" y="58593"/>
                  <a:pt x="212499" y="58684"/>
                </a:cubicBezTo>
                <a:cubicBezTo>
                  <a:pt x="212485" y="58580"/>
                  <a:pt x="212472" y="58488"/>
                  <a:pt x="212446" y="58398"/>
                </a:cubicBezTo>
                <a:close/>
                <a:moveTo>
                  <a:pt x="79589" y="58693"/>
                </a:moveTo>
                <a:lnTo>
                  <a:pt x="79589" y="58693"/>
                </a:lnTo>
                <a:cubicBezTo>
                  <a:pt x="79586" y="58694"/>
                  <a:pt x="79584" y="58695"/>
                  <a:pt x="79581" y="58697"/>
                </a:cubicBezTo>
                <a:cubicBezTo>
                  <a:pt x="79584" y="58695"/>
                  <a:pt x="79586" y="58694"/>
                  <a:pt x="79589" y="58693"/>
                </a:cubicBezTo>
                <a:close/>
                <a:moveTo>
                  <a:pt x="83368" y="58436"/>
                </a:moveTo>
                <a:cubicBezTo>
                  <a:pt x="83420" y="58436"/>
                  <a:pt x="83485" y="58450"/>
                  <a:pt x="83537" y="58462"/>
                </a:cubicBezTo>
                <a:cubicBezTo>
                  <a:pt x="83576" y="58567"/>
                  <a:pt x="83589" y="58658"/>
                  <a:pt x="83628" y="58749"/>
                </a:cubicBezTo>
                <a:cubicBezTo>
                  <a:pt x="83524" y="58658"/>
                  <a:pt x="83407" y="58580"/>
                  <a:pt x="83276" y="58514"/>
                </a:cubicBezTo>
                <a:cubicBezTo>
                  <a:pt x="83368" y="58514"/>
                  <a:pt x="83459" y="58528"/>
                  <a:pt x="83550" y="58554"/>
                </a:cubicBezTo>
                <a:cubicBezTo>
                  <a:pt x="83485" y="58514"/>
                  <a:pt x="83446" y="58476"/>
                  <a:pt x="83368" y="58436"/>
                </a:cubicBezTo>
                <a:close/>
                <a:moveTo>
                  <a:pt x="114687" y="49862"/>
                </a:moveTo>
                <a:lnTo>
                  <a:pt x="114687" y="49862"/>
                </a:lnTo>
                <a:cubicBezTo>
                  <a:pt x="114987" y="50513"/>
                  <a:pt x="115364" y="51137"/>
                  <a:pt x="115780" y="51722"/>
                </a:cubicBezTo>
                <a:cubicBezTo>
                  <a:pt x="115546" y="51892"/>
                  <a:pt x="115351" y="52074"/>
                  <a:pt x="115182" y="52295"/>
                </a:cubicBezTo>
                <a:cubicBezTo>
                  <a:pt x="115215" y="52296"/>
                  <a:pt x="115248" y="52297"/>
                  <a:pt x="115282" y="52297"/>
                </a:cubicBezTo>
                <a:cubicBezTo>
                  <a:pt x="115560" y="52297"/>
                  <a:pt x="115837" y="52248"/>
                  <a:pt x="116093" y="52178"/>
                </a:cubicBezTo>
                <a:lnTo>
                  <a:pt x="116132" y="52217"/>
                </a:lnTo>
                <a:lnTo>
                  <a:pt x="116132" y="52165"/>
                </a:lnTo>
                <a:cubicBezTo>
                  <a:pt x="116327" y="52100"/>
                  <a:pt x="116522" y="52035"/>
                  <a:pt x="116705" y="51944"/>
                </a:cubicBezTo>
                <a:lnTo>
                  <a:pt x="116705" y="51944"/>
                </a:lnTo>
                <a:cubicBezTo>
                  <a:pt x="116262" y="52386"/>
                  <a:pt x="115936" y="52933"/>
                  <a:pt x="115780" y="53531"/>
                </a:cubicBezTo>
                <a:cubicBezTo>
                  <a:pt x="116054" y="53362"/>
                  <a:pt x="116314" y="53180"/>
                  <a:pt x="116561" y="52985"/>
                </a:cubicBezTo>
                <a:lnTo>
                  <a:pt x="116561" y="52985"/>
                </a:lnTo>
                <a:cubicBezTo>
                  <a:pt x="116366" y="53388"/>
                  <a:pt x="116249" y="53830"/>
                  <a:pt x="116236" y="54286"/>
                </a:cubicBezTo>
                <a:cubicBezTo>
                  <a:pt x="116691" y="53948"/>
                  <a:pt x="117029" y="53531"/>
                  <a:pt x="117290" y="53011"/>
                </a:cubicBezTo>
                <a:cubicBezTo>
                  <a:pt x="117329" y="52933"/>
                  <a:pt x="117355" y="52855"/>
                  <a:pt x="117394" y="52777"/>
                </a:cubicBezTo>
                <a:lnTo>
                  <a:pt x="117394" y="52777"/>
                </a:lnTo>
                <a:cubicBezTo>
                  <a:pt x="117251" y="53297"/>
                  <a:pt x="117133" y="53818"/>
                  <a:pt x="117069" y="54338"/>
                </a:cubicBezTo>
                <a:cubicBezTo>
                  <a:pt x="117433" y="53974"/>
                  <a:pt x="117706" y="53544"/>
                  <a:pt x="117876" y="53075"/>
                </a:cubicBezTo>
                <a:lnTo>
                  <a:pt x="117876" y="53075"/>
                </a:lnTo>
                <a:cubicBezTo>
                  <a:pt x="117862" y="54078"/>
                  <a:pt x="117836" y="56354"/>
                  <a:pt x="117810" y="58788"/>
                </a:cubicBezTo>
                <a:cubicBezTo>
                  <a:pt x="117315" y="58734"/>
                  <a:pt x="116792" y="58714"/>
                  <a:pt x="116271" y="58714"/>
                </a:cubicBezTo>
                <a:cubicBezTo>
                  <a:pt x="115533" y="58714"/>
                  <a:pt x="114797" y="58755"/>
                  <a:pt x="114141" y="58801"/>
                </a:cubicBezTo>
                <a:cubicBezTo>
                  <a:pt x="114167" y="55860"/>
                  <a:pt x="114180" y="52959"/>
                  <a:pt x="114180" y="52191"/>
                </a:cubicBezTo>
                <a:cubicBezTo>
                  <a:pt x="114180" y="51502"/>
                  <a:pt x="114219" y="50903"/>
                  <a:pt x="114258" y="50435"/>
                </a:cubicBezTo>
                <a:cubicBezTo>
                  <a:pt x="114375" y="51111"/>
                  <a:pt x="114519" y="51774"/>
                  <a:pt x="114701" y="52438"/>
                </a:cubicBezTo>
                <a:cubicBezTo>
                  <a:pt x="114909" y="51554"/>
                  <a:pt x="114895" y="50695"/>
                  <a:pt x="114687" y="49862"/>
                </a:cubicBezTo>
                <a:close/>
                <a:moveTo>
                  <a:pt x="213994" y="57369"/>
                </a:moveTo>
                <a:lnTo>
                  <a:pt x="213994" y="57369"/>
                </a:lnTo>
                <a:cubicBezTo>
                  <a:pt x="213982" y="57630"/>
                  <a:pt x="213968" y="57877"/>
                  <a:pt x="213956" y="58112"/>
                </a:cubicBezTo>
                <a:cubicBezTo>
                  <a:pt x="213448" y="58294"/>
                  <a:pt x="212967" y="58476"/>
                  <a:pt x="212499" y="58684"/>
                </a:cubicBezTo>
                <a:lnTo>
                  <a:pt x="212030" y="58879"/>
                </a:lnTo>
                <a:lnTo>
                  <a:pt x="212030" y="58879"/>
                </a:lnTo>
                <a:lnTo>
                  <a:pt x="212069" y="58606"/>
                </a:lnTo>
                <a:cubicBezTo>
                  <a:pt x="212095" y="58410"/>
                  <a:pt x="212121" y="58254"/>
                  <a:pt x="212186" y="58072"/>
                </a:cubicBezTo>
                <a:cubicBezTo>
                  <a:pt x="212238" y="57916"/>
                  <a:pt x="212303" y="57773"/>
                  <a:pt x="212381" y="57630"/>
                </a:cubicBezTo>
                <a:cubicBezTo>
                  <a:pt x="212394" y="57604"/>
                  <a:pt x="212407" y="57578"/>
                  <a:pt x="212420" y="57539"/>
                </a:cubicBezTo>
                <a:cubicBezTo>
                  <a:pt x="212433" y="57552"/>
                  <a:pt x="212446" y="57552"/>
                  <a:pt x="212472" y="57552"/>
                </a:cubicBezTo>
                <a:cubicBezTo>
                  <a:pt x="212500" y="57561"/>
                  <a:pt x="212526" y="57565"/>
                  <a:pt x="212552" y="57565"/>
                </a:cubicBezTo>
                <a:cubicBezTo>
                  <a:pt x="212598" y="57565"/>
                  <a:pt x="212643" y="57551"/>
                  <a:pt x="212693" y="57526"/>
                </a:cubicBezTo>
                <a:cubicBezTo>
                  <a:pt x="212811" y="57483"/>
                  <a:pt x="212903" y="57457"/>
                  <a:pt x="213011" y="57457"/>
                </a:cubicBezTo>
                <a:cubicBezTo>
                  <a:pt x="213034" y="57457"/>
                  <a:pt x="213058" y="57459"/>
                  <a:pt x="213084" y="57461"/>
                </a:cubicBezTo>
                <a:cubicBezTo>
                  <a:pt x="213201" y="57461"/>
                  <a:pt x="213227" y="57526"/>
                  <a:pt x="213331" y="57565"/>
                </a:cubicBezTo>
                <a:cubicBezTo>
                  <a:pt x="213390" y="57591"/>
                  <a:pt x="213446" y="57602"/>
                  <a:pt x="213499" y="57602"/>
                </a:cubicBezTo>
                <a:cubicBezTo>
                  <a:pt x="213684" y="57602"/>
                  <a:pt x="213843" y="57470"/>
                  <a:pt x="213994" y="57369"/>
                </a:cubicBezTo>
                <a:close/>
                <a:moveTo>
                  <a:pt x="113790" y="50799"/>
                </a:moveTo>
                <a:cubicBezTo>
                  <a:pt x="113816" y="50903"/>
                  <a:pt x="113842" y="51007"/>
                  <a:pt x="113880" y="51111"/>
                </a:cubicBezTo>
                <a:cubicBezTo>
                  <a:pt x="113842" y="52841"/>
                  <a:pt x="113776" y="55926"/>
                  <a:pt x="113724" y="58840"/>
                </a:cubicBezTo>
                <a:cubicBezTo>
                  <a:pt x="113698" y="58840"/>
                  <a:pt x="113660" y="58840"/>
                  <a:pt x="113620" y="58853"/>
                </a:cubicBezTo>
                <a:cubicBezTo>
                  <a:pt x="113516" y="58853"/>
                  <a:pt x="113426" y="58866"/>
                  <a:pt x="113322" y="58892"/>
                </a:cubicBezTo>
                <a:cubicBezTo>
                  <a:pt x="113334" y="55964"/>
                  <a:pt x="113334" y="52959"/>
                  <a:pt x="113334" y="51606"/>
                </a:cubicBezTo>
                <a:cubicBezTo>
                  <a:pt x="113516" y="51345"/>
                  <a:pt x="113672" y="51072"/>
                  <a:pt x="113790" y="50799"/>
                </a:cubicBezTo>
                <a:close/>
                <a:moveTo>
                  <a:pt x="57630" y="58502"/>
                </a:moveTo>
                <a:cubicBezTo>
                  <a:pt x="57669" y="58502"/>
                  <a:pt x="57721" y="58502"/>
                  <a:pt x="57734" y="58540"/>
                </a:cubicBezTo>
                <a:cubicBezTo>
                  <a:pt x="57747" y="58567"/>
                  <a:pt x="57708" y="58606"/>
                  <a:pt x="57721" y="58632"/>
                </a:cubicBezTo>
                <a:cubicBezTo>
                  <a:pt x="57734" y="58632"/>
                  <a:pt x="57761" y="58619"/>
                  <a:pt x="57773" y="58619"/>
                </a:cubicBezTo>
                <a:cubicBezTo>
                  <a:pt x="57799" y="58619"/>
                  <a:pt x="57825" y="58619"/>
                  <a:pt x="57839" y="58632"/>
                </a:cubicBezTo>
                <a:cubicBezTo>
                  <a:pt x="57851" y="58658"/>
                  <a:pt x="57813" y="58710"/>
                  <a:pt x="57799" y="58736"/>
                </a:cubicBezTo>
                <a:cubicBezTo>
                  <a:pt x="57773" y="58775"/>
                  <a:pt x="57787" y="58840"/>
                  <a:pt x="57747" y="58879"/>
                </a:cubicBezTo>
                <a:cubicBezTo>
                  <a:pt x="57734" y="58892"/>
                  <a:pt x="57721" y="58892"/>
                  <a:pt x="57708" y="58905"/>
                </a:cubicBezTo>
                <a:cubicBezTo>
                  <a:pt x="57682" y="58931"/>
                  <a:pt x="57669" y="58957"/>
                  <a:pt x="57656" y="58970"/>
                </a:cubicBezTo>
                <a:cubicBezTo>
                  <a:pt x="57643" y="58983"/>
                  <a:pt x="57617" y="58996"/>
                  <a:pt x="57617" y="59022"/>
                </a:cubicBezTo>
                <a:lnTo>
                  <a:pt x="57617" y="59048"/>
                </a:lnTo>
                <a:cubicBezTo>
                  <a:pt x="57578" y="59061"/>
                  <a:pt x="57539" y="59075"/>
                  <a:pt x="57500" y="59101"/>
                </a:cubicBezTo>
                <a:cubicBezTo>
                  <a:pt x="57487" y="59101"/>
                  <a:pt x="57474" y="59113"/>
                  <a:pt x="57461" y="59113"/>
                </a:cubicBezTo>
                <a:cubicBezTo>
                  <a:pt x="57266" y="58983"/>
                  <a:pt x="57070" y="58879"/>
                  <a:pt x="56862" y="58775"/>
                </a:cubicBezTo>
                <a:cubicBezTo>
                  <a:pt x="56888" y="58762"/>
                  <a:pt x="56928" y="58762"/>
                  <a:pt x="56954" y="58762"/>
                </a:cubicBezTo>
                <a:cubicBezTo>
                  <a:pt x="56992" y="58747"/>
                  <a:pt x="57026" y="58741"/>
                  <a:pt x="57060" y="58741"/>
                </a:cubicBezTo>
                <a:cubicBezTo>
                  <a:pt x="57085" y="58741"/>
                  <a:pt x="57109" y="58744"/>
                  <a:pt x="57136" y="58749"/>
                </a:cubicBezTo>
                <a:lnTo>
                  <a:pt x="57214" y="58749"/>
                </a:lnTo>
                <a:lnTo>
                  <a:pt x="57240" y="58723"/>
                </a:lnTo>
                <a:cubicBezTo>
                  <a:pt x="57266" y="58658"/>
                  <a:pt x="57344" y="58606"/>
                  <a:pt x="57409" y="58580"/>
                </a:cubicBezTo>
                <a:lnTo>
                  <a:pt x="57526" y="58540"/>
                </a:lnTo>
                <a:cubicBezTo>
                  <a:pt x="57565" y="58514"/>
                  <a:pt x="57591" y="58502"/>
                  <a:pt x="57630" y="58502"/>
                </a:cubicBezTo>
                <a:close/>
                <a:moveTo>
                  <a:pt x="59152" y="58684"/>
                </a:moveTo>
                <a:cubicBezTo>
                  <a:pt x="59152" y="58697"/>
                  <a:pt x="59166" y="58710"/>
                  <a:pt x="59178" y="58723"/>
                </a:cubicBezTo>
                <a:cubicBezTo>
                  <a:pt x="59192" y="58749"/>
                  <a:pt x="59192" y="58775"/>
                  <a:pt x="59218" y="58788"/>
                </a:cubicBezTo>
                <a:cubicBezTo>
                  <a:pt x="59224" y="58801"/>
                  <a:pt x="59230" y="58804"/>
                  <a:pt x="59238" y="58804"/>
                </a:cubicBezTo>
                <a:cubicBezTo>
                  <a:pt x="59247" y="58804"/>
                  <a:pt x="59257" y="58801"/>
                  <a:pt x="59270" y="58801"/>
                </a:cubicBezTo>
                <a:cubicBezTo>
                  <a:pt x="59276" y="58794"/>
                  <a:pt x="59283" y="58791"/>
                  <a:pt x="59289" y="58791"/>
                </a:cubicBezTo>
                <a:cubicBezTo>
                  <a:pt x="59296" y="58791"/>
                  <a:pt x="59302" y="58794"/>
                  <a:pt x="59308" y="58801"/>
                </a:cubicBezTo>
                <a:lnTo>
                  <a:pt x="59308" y="58983"/>
                </a:lnTo>
                <a:lnTo>
                  <a:pt x="59282" y="58983"/>
                </a:lnTo>
                <a:cubicBezTo>
                  <a:pt x="59263" y="58990"/>
                  <a:pt x="59247" y="58993"/>
                  <a:pt x="59232" y="58993"/>
                </a:cubicBezTo>
                <a:cubicBezTo>
                  <a:pt x="59218" y="58993"/>
                  <a:pt x="59205" y="58990"/>
                  <a:pt x="59192" y="58983"/>
                </a:cubicBezTo>
                <a:cubicBezTo>
                  <a:pt x="59187" y="58979"/>
                  <a:pt x="59183" y="58977"/>
                  <a:pt x="59178" y="58977"/>
                </a:cubicBezTo>
                <a:cubicBezTo>
                  <a:pt x="59168" y="58977"/>
                  <a:pt x="59157" y="58983"/>
                  <a:pt x="59140" y="58983"/>
                </a:cubicBezTo>
                <a:cubicBezTo>
                  <a:pt x="59126" y="58983"/>
                  <a:pt x="59114" y="58983"/>
                  <a:pt x="59114" y="58996"/>
                </a:cubicBezTo>
                <a:cubicBezTo>
                  <a:pt x="59100" y="58996"/>
                  <a:pt x="59100" y="59009"/>
                  <a:pt x="59088" y="59022"/>
                </a:cubicBezTo>
                <a:cubicBezTo>
                  <a:pt x="59088" y="59022"/>
                  <a:pt x="59074" y="59022"/>
                  <a:pt x="59074" y="59035"/>
                </a:cubicBezTo>
                <a:cubicBezTo>
                  <a:pt x="59062" y="59035"/>
                  <a:pt x="59036" y="59048"/>
                  <a:pt x="59022" y="59048"/>
                </a:cubicBezTo>
                <a:lnTo>
                  <a:pt x="58984" y="59048"/>
                </a:lnTo>
                <a:cubicBezTo>
                  <a:pt x="58970" y="59048"/>
                  <a:pt x="58958" y="59061"/>
                  <a:pt x="58944" y="59075"/>
                </a:cubicBezTo>
                <a:cubicBezTo>
                  <a:pt x="58918" y="59087"/>
                  <a:pt x="58906" y="59101"/>
                  <a:pt x="58892" y="59113"/>
                </a:cubicBezTo>
                <a:cubicBezTo>
                  <a:pt x="58866" y="59113"/>
                  <a:pt x="58840" y="59101"/>
                  <a:pt x="58801" y="59101"/>
                </a:cubicBezTo>
                <a:cubicBezTo>
                  <a:pt x="58762" y="59087"/>
                  <a:pt x="58710" y="59075"/>
                  <a:pt x="58658" y="59061"/>
                </a:cubicBezTo>
                <a:lnTo>
                  <a:pt x="58593" y="59061"/>
                </a:lnTo>
                <a:cubicBezTo>
                  <a:pt x="58587" y="59055"/>
                  <a:pt x="58580" y="59055"/>
                  <a:pt x="58574" y="59055"/>
                </a:cubicBezTo>
                <a:cubicBezTo>
                  <a:pt x="58567" y="59055"/>
                  <a:pt x="58560" y="59055"/>
                  <a:pt x="58554" y="59048"/>
                </a:cubicBezTo>
                <a:cubicBezTo>
                  <a:pt x="58541" y="59048"/>
                  <a:pt x="58541" y="59035"/>
                  <a:pt x="58541" y="59022"/>
                </a:cubicBezTo>
                <a:cubicBezTo>
                  <a:pt x="58515" y="59009"/>
                  <a:pt x="58528" y="59009"/>
                  <a:pt x="58515" y="59009"/>
                </a:cubicBezTo>
                <a:cubicBezTo>
                  <a:pt x="58502" y="59005"/>
                  <a:pt x="58489" y="59003"/>
                  <a:pt x="58476" y="59003"/>
                </a:cubicBezTo>
                <a:cubicBezTo>
                  <a:pt x="58450" y="59003"/>
                  <a:pt x="58424" y="59009"/>
                  <a:pt x="58398" y="59009"/>
                </a:cubicBezTo>
                <a:cubicBezTo>
                  <a:pt x="58346" y="58996"/>
                  <a:pt x="58411" y="58918"/>
                  <a:pt x="58437" y="58905"/>
                </a:cubicBezTo>
                <a:cubicBezTo>
                  <a:pt x="58463" y="58879"/>
                  <a:pt x="58463" y="58879"/>
                  <a:pt x="58476" y="58853"/>
                </a:cubicBezTo>
                <a:cubicBezTo>
                  <a:pt x="58489" y="58827"/>
                  <a:pt x="58489" y="58827"/>
                  <a:pt x="58515" y="58827"/>
                </a:cubicBezTo>
                <a:lnTo>
                  <a:pt x="58593" y="58827"/>
                </a:lnTo>
                <a:cubicBezTo>
                  <a:pt x="58606" y="58840"/>
                  <a:pt x="58619" y="58853"/>
                  <a:pt x="58645" y="58866"/>
                </a:cubicBezTo>
                <a:cubicBezTo>
                  <a:pt x="58671" y="58879"/>
                  <a:pt x="58710" y="58879"/>
                  <a:pt x="58736" y="58879"/>
                </a:cubicBezTo>
                <a:cubicBezTo>
                  <a:pt x="58762" y="58866"/>
                  <a:pt x="58762" y="58853"/>
                  <a:pt x="58775" y="58827"/>
                </a:cubicBezTo>
                <a:cubicBezTo>
                  <a:pt x="58775" y="58808"/>
                  <a:pt x="58782" y="58796"/>
                  <a:pt x="58796" y="58796"/>
                </a:cubicBezTo>
                <a:cubicBezTo>
                  <a:pt x="58801" y="58796"/>
                  <a:pt x="58807" y="58797"/>
                  <a:pt x="58814" y="58801"/>
                </a:cubicBezTo>
                <a:lnTo>
                  <a:pt x="58866" y="58801"/>
                </a:lnTo>
                <a:cubicBezTo>
                  <a:pt x="58918" y="58801"/>
                  <a:pt x="58918" y="58775"/>
                  <a:pt x="58918" y="58736"/>
                </a:cubicBezTo>
                <a:cubicBezTo>
                  <a:pt x="58918" y="58736"/>
                  <a:pt x="58932" y="58749"/>
                  <a:pt x="58944" y="58749"/>
                </a:cubicBezTo>
                <a:cubicBezTo>
                  <a:pt x="58958" y="58749"/>
                  <a:pt x="58970" y="58736"/>
                  <a:pt x="58996" y="58736"/>
                </a:cubicBezTo>
                <a:lnTo>
                  <a:pt x="59062" y="58736"/>
                </a:lnTo>
                <a:cubicBezTo>
                  <a:pt x="59079" y="58736"/>
                  <a:pt x="59102" y="58742"/>
                  <a:pt x="59119" y="58742"/>
                </a:cubicBezTo>
                <a:cubicBezTo>
                  <a:pt x="59128" y="58742"/>
                  <a:pt x="59135" y="58740"/>
                  <a:pt x="59140" y="58736"/>
                </a:cubicBezTo>
                <a:lnTo>
                  <a:pt x="59140" y="58697"/>
                </a:lnTo>
                <a:cubicBezTo>
                  <a:pt x="59140" y="58697"/>
                  <a:pt x="59140" y="58684"/>
                  <a:pt x="59152" y="58684"/>
                </a:cubicBezTo>
                <a:close/>
                <a:moveTo>
                  <a:pt x="80888" y="58961"/>
                </a:moveTo>
                <a:cubicBezTo>
                  <a:pt x="80952" y="58961"/>
                  <a:pt x="81017" y="58968"/>
                  <a:pt x="81078" y="58983"/>
                </a:cubicBezTo>
                <a:cubicBezTo>
                  <a:pt x="81012" y="58996"/>
                  <a:pt x="80934" y="59009"/>
                  <a:pt x="80870" y="59035"/>
                </a:cubicBezTo>
                <a:cubicBezTo>
                  <a:pt x="80934" y="59035"/>
                  <a:pt x="81000" y="59048"/>
                  <a:pt x="81064" y="59048"/>
                </a:cubicBezTo>
                <a:cubicBezTo>
                  <a:pt x="81012" y="59061"/>
                  <a:pt x="80960" y="59075"/>
                  <a:pt x="80908" y="59101"/>
                </a:cubicBezTo>
                <a:cubicBezTo>
                  <a:pt x="80882" y="59061"/>
                  <a:pt x="80856" y="59035"/>
                  <a:pt x="80830" y="59009"/>
                </a:cubicBezTo>
                <a:lnTo>
                  <a:pt x="80830" y="59009"/>
                </a:lnTo>
                <a:cubicBezTo>
                  <a:pt x="80844" y="59035"/>
                  <a:pt x="80856" y="59075"/>
                  <a:pt x="80856" y="59113"/>
                </a:cubicBezTo>
                <a:lnTo>
                  <a:pt x="80830" y="59113"/>
                </a:lnTo>
                <a:cubicBezTo>
                  <a:pt x="80804" y="59061"/>
                  <a:pt x="80778" y="59022"/>
                  <a:pt x="80752" y="58970"/>
                </a:cubicBezTo>
                <a:cubicBezTo>
                  <a:pt x="80796" y="58965"/>
                  <a:pt x="80842" y="58961"/>
                  <a:pt x="80888" y="58961"/>
                </a:cubicBezTo>
                <a:close/>
                <a:moveTo>
                  <a:pt x="81247" y="59127"/>
                </a:moveTo>
                <a:lnTo>
                  <a:pt x="80974" y="59205"/>
                </a:lnTo>
                <a:cubicBezTo>
                  <a:pt x="80960" y="59191"/>
                  <a:pt x="80948" y="59165"/>
                  <a:pt x="80934" y="59139"/>
                </a:cubicBezTo>
                <a:cubicBezTo>
                  <a:pt x="81038" y="59139"/>
                  <a:pt x="81142" y="59139"/>
                  <a:pt x="81247" y="59127"/>
                </a:cubicBezTo>
                <a:close/>
                <a:moveTo>
                  <a:pt x="81090" y="59361"/>
                </a:moveTo>
                <a:lnTo>
                  <a:pt x="81090" y="59361"/>
                </a:lnTo>
                <a:cubicBezTo>
                  <a:pt x="81142" y="59373"/>
                  <a:pt x="81208" y="59373"/>
                  <a:pt x="81260" y="59387"/>
                </a:cubicBezTo>
                <a:lnTo>
                  <a:pt x="81104" y="59413"/>
                </a:lnTo>
                <a:cubicBezTo>
                  <a:pt x="81104" y="59399"/>
                  <a:pt x="81090" y="59373"/>
                  <a:pt x="81090" y="59361"/>
                </a:cubicBezTo>
                <a:close/>
                <a:moveTo>
                  <a:pt x="81012" y="59283"/>
                </a:moveTo>
                <a:cubicBezTo>
                  <a:pt x="81104" y="59283"/>
                  <a:pt x="81208" y="59295"/>
                  <a:pt x="81299" y="59309"/>
                </a:cubicBezTo>
                <a:lnTo>
                  <a:pt x="81299" y="59321"/>
                </a:lnTo>
                <a:lnTo>
                  <a:pt x="81078" y="59361"/>
                </a:lnTo>
                <a:cubicBezTo>
                  <a:pt x="81078" y="59335"/>
                  <a:pt x="81064" y="59309"/>
                  <a:pt x="81052" y="59295"/>
                </a:cubicBezTo>
                <a:lnTo>
                  <a:pt x="81052" y="59295"/>
                </a:lnTo>
                <a:cubicBezTo>
                  <a:pt x="81052" y="59335"/>
                  <a:pt x="81064" y="59373"/>
                  <a:pt x="81064" y="59425"/>
                </a:cubicBezTo>
                <a:cubicBezTo>
                  <a:pt x="81052" y="59373"/>
                  <a:pt x="81038" y="59335"/>
                  <a:pt x="81012" y="59283"/>
                </a:cubicBezTo>
                <a:close/>
                <a:moveTo>
                  <a:pt x="81848" y="59342"/>
                </a:moveTo>
                <a:cubicBezTo>
                  <a:pt x="81921" y="59342"/>
                  <a:pt x="81990" y="59354"/>
                  <a:pt x="82067" y="59373"/>
                </a:cubicBezTo>
                <a:cubicBezTo>
                  <a:pt x="82053" y="59387"/>
                  <a:pt x="82041" y="59413"/>
                  <a:pt x="82027" y="59439"/>
                </a:cubicBezTo>
                <a:cubicBezTo>
                  <a:pt x="81937" y="59399"/>
                  <a:pt x="81859" y="59361"/>
                  <a:pt x="81767" y="59347"/>
                </a:cubicBezTo>
                <a:cubicBezTo>
                  <a:pt x="81795" y="59344"/>
                  <a:pt x="81822" y="59342"/>
                  <a:pt x="81848" y="59342"/>
                </a:cubicBezTo>
                <a:close/>
                <a:moveTo>
                  <a:pt x="81116" y="59439"/>
                </a:moveTo>
                <a:cubicBezTo>
                  <a:pt x="81182" y="59451"/>
                  <a:pt x="81247" y="59451"/>
                  <a:pt x="81312" y="59451"/>
                </a:cubicBezTo>
                <a:cubicBezTo>
                  <a:pt x="81247" y="59465"/>
                  <a:pt x="81182" y="59465"/>
                  <a:pt x="81116" y="59477"/>
                </a:cubicBezTo>
                <a:lnTo>
                  <a:pt x="81116" y="59439"/>
                </a:lnTo>
                <a:close/>
                <a:moveTo>
                  <a:pt x="81781" y="59439"/>
                </a:moveTo>
                <a:cubicBezTo>
                  <a:pt x="81845" y="59439"/>
                  <a:pt x="81923" y="59451"/>
                  <a:pt x="82001" y="59477"/>
                </a:cubicBezTo>
                <a:cubicBezTo>
                  <a:pt x="81989" y="59491"/>
                  <a:pt x="81989" y="59503"/>
                  <a:pt x="81975" y="59517"/>
                </a:cubicBezTo>
                <a:cubicBezTo>
                  <a:pt x="81911" y="59477"/>
                  <a:pt x="81845" y="59451"/>
                  <a:pt x="81781" y="59439"/>
                </a:cubicBezTo>
                <a:close/>
                <a:moveTo>
                  <a:pt x="81729" y="59503"/>
                </a:moveTo>
                <a:cubicBezTo>
                  <a:pt x="81807" y="59503"/>
                  <a:pt x="81897" y="59517"/>
                  <a:pt x="81975" y="59529"/>
                </a:cubicBezTo>
                <a:cubicBezTo>
                  <a:pt x="81963" y="59543"/>
                  <a:pt x="81949" y="59555"/>
                  <a:pt x="81949" y="59569"/>
                </a:cubicBezTo>
                <a:cubicBezTo>
                  <a:pt x="81885" y="59543"/>
                  <a:pt x="81807" y="59517"/>
                  <a:pt x="81729" y="59503"/>
                </a:cubicBezTo>
                <a:close/>
                <a:moveTo>
                  <a:pt x="100205" y="58436"/>
                </a:moveTo>
                <a:cubicBezTo>
                  <a:pt x="100244" y="58684"/>
                  <a:pt x="100284" y="58931"/>
                  <a:pt x="100296" y="59179"/>
                </a:cubicBezTo>
                <a:cubicBezTo>
                  <a:pt x="100310" y="59321"/>
                  <a:pt x="100310" y="59465"/>
                  <a:pt x="100310" y="59595"/>
                </a:cubicBezTo>
                <a:cubicBezTo>
                  <a:pt x="100284" y="59581"/>
                  <a:pt x="100258" y="59555"/>
                  <a:pt x="100231" y="59543"/>
                </a:cubicBezTo>
                <a:cubicBezTo>
                  <a:pt x="100153" y="59491"/>
                  <a:pt x="100075" y="59465"/>
                  <a:pt x="99997" y="59425"/>
                </a:cubicBezTo>
                <a:cubicBezTo>
                  <a:pt x="99893" y="59347"/>
                  <a:pt x="99789" y="59257"/>
                  <a:pt x="99711" y="59139"/>
                </a:cubicBezTo>
                <a:cubicBezTo>
                  <a:pt x="99671" y="59087"/>
                  <a:pt x="99659" y="59061"/>
                  <a:pt x="99671" y="58996"/>
                </a:cubicBezTo>
                <a:cubicBezTo>
                  <a:pt x="99685" y="58918"/>
                  <a:pt x="99711" y="58775"/>
                  <a:pt x="99750" y="58710"/>
                </a:cubicBezTo>
                <a:cubicBezTo>
                  <a:pt x="99828" y="58619"/>
                  <a:pt x="99984" y="58580"/>
                  <a:pt x="100075" y="58514"/>
                </a:cubicBezTo>
                <a:cubicBezTo>
                  <a:pt x="100127" y="58488"/>
                  <a:pt x="100166" y="58462"/>
                  <a:pt x="100205" y="58436"/>
                </a:cubicBezTo>
                <a:close/>
                <a:moveTo>
                  <a:pt x="81168" y="59581"/>
                </a:moveTo>
                <a:cubicBezTo>
                  <a:pt x="81221" y="59595"/>
                  <a:pt x="81273" y="59595"/>
                  <a:pt x="81312" y="59607"/>
                </a:cubicBezTo>
                <a:cubicBezTo>
                  <a:pt x="81260" y="59621"/>
                  <a:pt x="81208" y="59621"/>
                  <a:pt x="81156" y="59633"/>
                </a:cubicBezTo>
                <a:cubicBezTo>
                  <a:pt x="81156" y="59621"/>
                  <a:pt x="81156" y="59595"/>
                  <a:pt x="81168" y="59581"/>
                </a:cubicBezTo>
                <a:close/>
                <a:moveTo>
                  <a:pt x="78514" y="59660"/>
                </a:moveTo>
                <a:cubicBezTo>
                  <a:pt x="78528" y="59661"/>
                  <a:pt x="78543" y="59663"/>
                  <a:pt x="78557" y="59664"/>
                </a:cubicBezTo>
                <a:lnTo>
                  <a:pt x="78557" y="59664"/>
                </a:lnTo>
                <a:cubicBezTo>
                  <a:pt x="78544" y="59662"/>
                  <a:pt x="78530" y="59660"/>
                  <a:pt x="78514" y="59660"/>
                </a:cubicBezTo>
                <a:close/>
                <a:moveTo>
                  <a:pt x="81787" y="59624"/>
                </a:moveTo>
                <a:cubicBezTo>
                  <a:pt x="81829" y="59624"/>
                  <a:pt x="81872" y="59627"/>
                  <a:pt x="81911" y="59633"/>
                </a:cubicBezTo>
                <a:cubicBezTo>
                  <a:pt x="81911" y="59660"/>
                  <a:pt x="81897" y="59673"/>
                  <a:pt x="81885" y="59699"/>
                </a:cubicBezTo>
                <a:cubicBezTo>
                  <a:pt x="81819" y="59660"/>
                  <a:pt x="81729" y="59633"/>
                  <a:pt x="81663" y="59633"/>
                </a:cubicBezTo>
                <a:cubicBezTo>
                  <a:pt x="81702" y="59627"/>
                  <a:pt x="81744" y="59624"/>
                  <a:pt x="81787" y="59624"/>
                </a:cubicBezTo>
                <a:close/>
                <a:moveTo>
                  <a:pt x="78320" y="59710"/>
                </a:moveTo>
                <a:cubicBezTo>
                  <a:pt x="78315" y="59710"/>
                  <a:pt x="78311" y="59711"/>
                  <a:pt x="78306" y="59712"/>
                </a:cubicBezTo>
                <a:lnTo>
                  <a:pt x="78320" y="59710"/>
                </a:lnTo>
                <a:close/>
                <a:moveTo>
                  <a:pt x="88840" y="58903"/>
                </a:moveTo>
                <a:cubicBezTo>
                  <a:pt x="88901" y="58903"/>
                  <a:pt x="88962" y="58911"/>
                  <a:pt x="89028" y="58931"/>
                </a:cubicBezTo>
                <a:cubicBezTo>
                  <a:pt x="89158" y="58970"/>
                  <a:pt x="89184" y="59048"/>
                  <a:pt x="89184" y="59165"/>
                </a:cubicBezTo>
                <a:cubicBezTo>
                  <a:pt x="89184" y="59243"/>
                  <a:pt x="89158" y="59309"/>
                  <a:pt x="89145" y="59387"/>
                </a:cubicBezTo>
                <a:cubicBezTo>
                  <a:pt x="89119" y="59529"/>
                  <a:pt x="88989" y="59633"/>
                  <a:pt x="88833" y="59647"/>
                </a:cubicBezTo>
                <a:lnTo>
                  <a:pt x="88599" y="59647"/>
                </a:lnTo>
                <a:cubicBezTo>
                  <a:pt x="88539" y="59647"/>
                  <a:pt x="88475" y="59638"/>
                  <a:pt x="88414" y="59638"/>
                </a:cubicBezTo>
                <a:cubicBezTo>
                  <a:pt x="88368" y="59638"/>
                  <a:pt x="88325" y="59643"/>
                  <a:pt x="88287" y="59660"/>
                </a:cubicBezTo>
                <a:cubicBezTo>
                  <a:pt x="88242" y="59682"/>
                  <a:pt x="88235" y="59714"/>
                  <a:pt x="88193" y="59714"/>
                </a:cubicBezTo>
                <a:cubicBezTo>
                  <a:pt x="88186" y="59714"/>
                  <a:pt x="88178" y="59713"/>
                  <a:pt x="88169" y="59712"/>
                </a:cubicBezTo>
                <a:cubicBezTo>
                  <a:pt x="88117" y="59699"/>
                  <a:pt x="88104" y="59621"/>
                  <a:pt x="88078" y="59581"/>
                </a:cubicBezTo>
                <a:cubicBezTo>
                  <a:pt x="88026" y="59491"/>
                  <a:pt x="88013" y="59491"/>
                  <a:pt x="87909" y="59491"/>
                </a:cubicBezTo>
                <a:lnTo>
                  <a:pt x="87596" y="59491"/>
                </a:lnTo>
                <a:cubicBezTo>
                  <a:pt x="87480" y="59491"/>
                  <a:pt x="87414" y="59465"/>
                  <a:pt x="87324" y="59373"/>
                </a:cubicBezTo>
                <a:cubicBezTo>
                  <a:pt x="87272" y="59321"/>
                  <a:pt x="87168" y="59191"/>
                  <a:pt x="87220" y="59113"/>
                </a:cubicBezTo>
                <a:cubicBezTo>
                  <a:pt x="87231" y="59084"/>
                  <a:pt x="87265" y="59076"/>
                  <a:pt x="87304" y="59076"/>
                </a:cubicBezTo>
                <a:cubicBezTo>
                  <a:pt x="87351" y="59076"/>
                  <a:pt x="87405" y="59087"/>
                  <a:pt x="87440" y="59087"/>
                </a:cubicBezTo>
                <a:cubicBezTo>
                  <a:pt x="87688" y="59087"/>
                  <a:pt x="87935" y="59113"/>
                  <a:pt x="88182" y="59113"/>
                </a:cubicBezTo>
                <a:cubicBezTo>
                  <a:pt x="88261" y="59113"/>
                  <a:pt x="88273" y="59101"/>
                  <a:pt x="88313" y="59061"/>
                </a:cubicBezTo>
                <a:cubicBezTo>
                  <a:pt x="88365" y="59009"/>
                  <a:pt x="88507" y="58996"/>
                  <a:pt x="88429" y="58957"/>
                </a:cubicBezTo>
                <a:cubicBezTo>
                  <a:pt x="88581" y="58939"/>
                  <a:pt x="88708" y="58903"/>
                  <a:pt x="88840" y="58903"/>
                </a:cubicBezTo>
                <a:close/>
                <a:moveTo>
                  <a:pt x="80505" y="59790"/>
                </a:moveTo>
                <a:lnTo>
                  <a:pt x="80505" y="59790"/>
                </a:lnTo>
                <a:cubicBezTo>
                  <a:pt x="80505" y="59790"/>
                  <a:pt x="80505" y="59790"/>
                  <a:pt x="80505" y="59790"/>
                </a:cubicBezTo>
                <a:close/>
                <a:moveTo>
                  <a:pt x="81697" y="59765"/>
                </a:moveTo>
                <a:cubicBezTo>
                  <a:pt x="81748" y="59765"/>
                  <a:pt x="81798" y="59772"/>
                  <a:pt x="81845" y="59790"/>
                </a:cubicBezTo>
                <a:cubicBezTo>
                  <a:pt x="81833" y="59816"/>
                  <a:pt x="81819" y="59842"/>
                  <a:pt x="81819" y="59868"/>
                </a:cubicBezTo>
                <a:cubicBezTo>
                  <a:pt x="81729" y="59816"/>
                  <a:pt x="81611" y="59790"/>
                  <a:pt x="81507" y="59790"/>
                </a:cubicBezTo>
                <a:cubicBezTo>
                  <a:pt x="81571" y="59775"/>
                  <a:pt x="81635" y="59765"/>
                  <a:pt x="81697" y="59765"/>
                </a:cubicBezTo>
                <a:close/>
                <a:moveTo>
                  <a:pt x="80662" y="59647"/>
                </a:moveTo>
                <a:cubicBezTo>
                  <a:pt x="80583" y="59686"/>
                  <a:pt x="80518" y="59738"/>
                  <a:pt x="80453" y="59803"/>
                </a:cubicBezTo>
                <a:cubicBezTo>
                  <a:pt x="80544" y="59777"/>
                  <a:pt x="80648" y="59725"/>
                  <a:pt x="80726" y="59699"/>
                </a:cubicBezTo>
                <a:lnTo>
                  <a:pt x="80726" y="59699"/>
                </a:lnTo>
                <a:cubicBezTo>
                  <a:pt x="80648" y="59725"/>
                  <a:pt x="80583" y="59777"/>
                  <a:pt x="80518" y="59842"/>
                </a:cubicBezTo>
                <a:cubicBezTo>
                  <a:pt x="80505" y="59829"/>
                  <a:pt x="80505" y="59803"/>
                  <a:pt x="80505" y="59790"/>
                </a:cubicBezTo>
                <a:lnTo>
                  <a:pt x="80505" y="59842"/>
                </a:lnTo>
                <a:cubicBezTo>
                  <a:pt x="80492" y="59855"/>
                  <a:pt x="80479" y="59868"/>
                  <a:pt x="80466" y="59894"/>
                </a:cubicBezTo>
                <a:lnTo>
                  <a:pt x="80388" y="59777"/>
                </a:lnTo>
                <a:cubicBezTo>
                  <a:pt x="80479" y="59725"/>
                  <a:pt x="80570" y="59673"/>
                  <a:pt x="80662" y="59647"/>
                </a:cubicBezTo>
                <a:close/>
                <a:moveTo>
                  <a:pt x="82431" y="59633"/>
                </a:moveTo>
                <a:lnTo>
                  <a:pt x="82431" y="59633"/>
                </a:lnTo>
                <a:cubicBezTo>
                  <a:pt x="82574" y="59699"/>
                  <a:pt x="82704" y="59777"/>
                  <a:pt x="82834" y="59868"/>
                </a:cubicBezTo>
                <a:cubicBezTo>
                  <a:pt x="82769" y="59894"/>
                  <a:pt x="82704" y="59920"/>
                  <a:pt x="82652" y="59933"/>
                </a:cubicBezTo>
                <a:cubicBezTo>
                  <a:pt x="82561" y="59842"/>
                  <a:pt x="82457" y="59764"/>
                  <a:pt x="82353" y="59699"/>
                </a:cubicBezTo>
                <a:lnTo>
                  <a:pt x="82353" y="59699"/>
                </a:lnTo>
                <a:lnTo>
                  <a:pt x="82691" y="59868"/>
                </a:lnTo>
                <a:cubicBezTo>
                  <a:pt x="82613" y="59777"/>
                  <a:pt x="82522" y="59699"/>
                  <a:pt x="82431" y="59633"/>
                </a:cubicBezTo>
                <a:close/>
                <a:moveTo>
                  <a:pt x="59282" y="59647"/>
                </a:moveTo>
                <a:cubicBezTo>
                  <a:pt x="59282" y="59738"/>
                  <a:pt x="59270" y="59829"/>
                  <a:pt x="59270" y="59907"/>
                </a:cubicBezTo>
                <a:lnTo>
                  <a:pt x="59244" y="59907"/>
                </a:lnTo>
                <a:cubicBezTo>
                  <a:pt x="59204" y="59920"/>
                  <a:pt x="59166" y="59920"/>
                  <a:pt x="59126" y="59920"/>
                </a:cubicBezTo>
                <a:cubicBezTo>
                  <a:pt x="59103" y="59920"/>
                  <a:pt x="59042" y="59948"/>
                  <a:pt x="59000" y="59948"/>
                </a:cubicBezTo>
                <a:cubicBezTo>
                  <a:pt x="58972" y="59948"/>
                  <a:pt x="58952" y="59935"/>
                  <a:pt x="58958" y="59894"/>
                </a:cubicBezTo>
                <a:cubicBezTo>
                  <a:pt x="58970" y="59868"/>
                  <a:pt x="58984" y="59868"/>
                  <a:pt x="59010" y="59855"/>
                </a:cubicBezTo>
                <a:cubicBezTo>
                  <a:pt x="59022" y="59842"/>
                  <a:pt x="59036" y="59816"/>
                  <a:pt x="59048" y="59803"/>
                </a:cubicBezTo>
                <a:cubicBezTo>
                  <a:pt x="59048" y="59803"/>
                  <a:pt x="59074" y="59803"/>
                  <a:pt x="59074" y="59790"/>
                </a:cubicBezTo>
                <a:cubicBezTo>
                  <a:pt x="59088" y="59777"/>
                  <a:pt x="59074" y="59777"/>
                  <a:pt x="59088" y="59764"/>
                </a:cubicBezTo>
                <a:cubicBezTo>
                  <a:pt x="59100" y="59738"/>
                  <a:pt x="59100" y="59738"/>
                  <a:pt x="59126" y="59725"/>
                </a:cubicBezTo>
                <a:cubicBezTo>
                  <a:pt x="59152" y="59725"/>
                  <a:pt x="59192" y="59712"/>
                  <a:pt x="59204" y="59699"/>
                </a:cubicBezTo>
                <a:lnTo>
                  <a:pt x="59230" y="59673"/>
                </a:lnTo>
                <a:cubicBezTo>
                  <a:pt x="59256" y="59660"/>
                  <a:pt x="59270" y="59647"/>
                  <a:pt x="59282" y="59647"/>
                </a:cubicBezTo>
                <a:close/>
                <a:moveTo>
                  <a:pt x="80830" y="59803"/>
                </a:moveTo>
                <a:cubicBezTo>
                  <a:pt x="80740" y="59829"/>
                  <a:pt x="80648" y="59894"/>
                  <a:pt x="80583" y="59972"/>
                </a:cubicBezTo>
                <a:lnTo>
                  <a:pt x="80544" y="59894"/>
                </a:lnTo>
                <a:cubicBezTo>
                  <a:pt x="80636" y="59842"/>
                  <a:pt x="80726" y="59816"/>
                  <a:pt x="80830" y="59803"/>
                </a:cubicBezTo>
                <a:close/>
                <a:moveTo>
                  <a:pt x="78316" y="59988"/>
                </a:moveTo>
                <a:cubicBezTo>
                  <a:pt x="78313" y="59991"/>
                  <a:pt x="78309" y="59994"/>
                  <a:pt x="78306" y="59998"/>
                </a:cubicBezTo>
                <a:cubicBezTo>
                  <a:pt x="78309" y="59994"/>
                  <a:pt x="78313" y="59991"/>
                  <a:pt x="78316" y="59988"/>
                </a:cubicBezTo>
                <a:close/>
                <a:moveTo>
                  <a:pt x="80778" y="59907"/>
                </a:moveTo>
                <a:lnTo>
                  <a:pt x="80778" y="59907"/>
                </a:lnTo>
                <a:cubicBezTo>
                  <a:pt x="80714" y="59946"/>
                  <a:pt x="80662" y="59985"/>
                  <a:pt x="80622" y="60024"/>
                </a:cubicBezTo>
                <a:cubicBezTo>
                  <a:pt x="80609" y="60011"/>
                  <a:pt x="80596" y="59998"/>
                  <a:pt x="80596" y="59985"/>
                </a:cubicBezTo>
                <a:cubicBezTo>
                  <a:pt x="80648" y="59946"/>
                  <a:pt x="80714" y="59920"/>
                  <a:pt x="80778" y="59907"/>
                </a:cubicBezTo>
                <a:close/>
                <a:moveTo>
                  <a:pt x="82209" y="59829"/>
                </a:moveTo>
                <a:lnTo>
                  <a:pt x="82209" y="59829"/>
                </a:lnTo>
                <a:cubicBezTo>
                  <a:pt x="82340" y="59855"/>
                  <a:pt x="82457" y="59907"/>
                  <a:pt x="82574" y="59972"/>
                </a:cubicBezTo>
                <a:cubicBezTo>
                  <a:pt x="82535" y="59985"/>
                  <a:pt x="82509" y="59998"/>
                  <a:pt x="82470" y="60024"/>
                </a:cubicBezTo>
                <a:cubicBezTo>
                  <a:pt x="82405" y="59933"/>
                  <a:pt x="82301" y="59868"/>
                  <a:pt x="82209" y="59829"/>
                </a:cubicBezTo>
                <a:close/>
                <a:moveTo>
                  <a:pt x="81142" y="59673"/>
                </a:moveTo>
                <a:lnTo>
                  <a:pt x="81338" y="59712"/>
                </a:lnTo>
                <a:cubicBezTo>
                  <a:pt x="81351" y="59816"/>
                  <a:pt x="81338" y="59933"/>
                  <a:pt x="81325" y="60037"/>
                </a:cubicBezTo>
                <a:lnTo>
                  <a:pt x="81247" y="59998"/>
                </a:lnTo>
                <a:lnTo>
                  <a:pt x="81247" y="59998"/>
                </a:lnTo>
                <a:cubicBezTo>
                  <a:pt x="81273" y="60037"/>
                  <a:pt x="81247" y="60089"/>
                  <a:pt x="81208" y="60102"/>
                </a:cubicBezTo>
                <a:cubicBezTo>
                  <a:pt x="81182" y="60011"/>
                  <a:pt x="81156" y="59920"/>
                  <a:pt x="81130" y="59816"/>
                </a:cubicBezTo>
                <a:cubicBezTo>
                  <a:pt x="81142" y="59777"/>
                  <a:pt x="81142" y="59725"/>
                  <a:pt x="81142" y="59673"/>
                </a:cubicBezTo>
                <a:close/>
                <a:moveTo>
                  <a:pt x="81012" y="59920"/>
                </a:moveTo>
                <a:cubicBezTo>
                  <a:pt x="80882" y="59946"/>
                  <a:pt x="80752" y="60037"/>
                  <a:pt x="80674" y="60141"/>
                </a:cubicBezTo>
                <a:cubicBezTo>
                  <a:pt x="80662" y="60115"/>
                  <a:pt x="80648" y="60076"/>
                  <a:pt x="80622" y="60037"/>
                </a:cubicBezTo>
                <a:cubicBezTo>
                  <a:pt x="80740" y="59959"/>
                  <a:pt x="80870" y="59920"/>
                  <a:pt x="81012" y="59920"/>
                </a:cubicBezTo>
                <a:close/>
                <a:moveTo>
                  <a:pt x="81963" y="59972"/>
                </a:moveTo>
                <a:cubicBezTo>
                  <a:pt x="82105" y="59972"/>
                  <a:pt x="82235" y="60011"/>
                  <a:pt x="82353" y="60089"/>
                </a:cubicBezTo>
                <a:cubicBezTo>
                  <a:pt x="82327" y="60102"/>
                  <a:pt x="82288" y="60115"/>
                  <a:pt x="82261" y="60141"/>
                </a:cubicBezTo>
                <a:cubicBezTo>
                  <a:pt x="82171" y="60063"/>
                  <a:pt x="82079" y="59998"/>
                  <a:pt x="81963" y="59972"/>
                </a:cubicBezTo>
                <a:close/>
                <a:moveTo>
                  <a:pt x="81574" y="59829"/>
                </a:moveTo>
                <a:cubicBezTo>
                  <a:pt x="81656" y="59829"/>
                  <a:pt x="81737" y="59846"/>
                  <a:pt x="81807" y="59881"/>
                </a:cubicBezTo>
                <a:cubicBezTo>
                  <a:pt x="81767" y="59998"/>
                  <a:pt x="81715" y="60128"/>
                  <a:pt x="81689" y="60258"/>
                </a:cubicBezTo>
                <a:cubicBezTo>
                  <a:pt x="81676" y="60180"/>
                  <a:pt x="81663" y="60089"/>
                  <a:pt x="81650" y="60011"/>
                </a:cubicBezTo>
                <a:cubicBezTo>
                  <a:pt x="81624" y="60076"/>
                  <a:pt x="81611" y="60141"/>
                  <a:pt x="81598" y="60206"/>
                </a:cubicBezTo>
                <a:cubicBezTo>
                  <a:pt x="81585" y="60180"/>
                  <a:pt x="81559" y="60154"/>
                  <a:pt x="81533" y="60141"/>
                </a:cubicBezTo>
                <a:cubicBezTo>
                  <a:pt x="81507" y="60050"/>
                  <a:pt x="81533" y="59933"/>
                  <a:pt x="81533" y="59868"/>
                </a:cubicBezTo>
                <a:lnTo>
                  <a:pt x="81533" y="59868"/>
                </a:lnTo>
                <a:cubicBezTo>
                  <a:pt x="81494" y="59946"/>
                  <a:pt x="81481" y="60024"/>
                  <a:pt x="81468" y="60115"/>
                </a:cubicBezTo>
                <a:cubicBezTo>
                  <a:pt x="81468" y="60115"/>
                  <a:pt x="81468" y="60102"/>
                  <a:pt x="81455" y="60102"/>
                </a:cubicBezTo>
                <a:cubicBezTo>
                  <a:pt x="81455" y="60089"/>
                  <a:pt x="81442" y="60063"/>
                  <a:pt x="81442" y="60050"/>
                </a:cubicBezTo>
                <a:cubicBezTo>
                  <a:pt x="81442" y="59985"/>
                  <a:pt x="81442" y="59920"/>
                  <a:pt x="81455" y="59842"/>
                </a:cubicBezTo>
                <a:cubicBezTo>
                  <a:pt x="81494" y="59833"/>
                  <a:pt x="81534" y="59829"/>
                  <a:pt x="81574" y="59829"/>
                </a:cubicBezTo>
                <a:close/>
                <a:moveTo>
                  <a:pt x="104598" y="53274"/>
                </a:moveTo>
                <a:cubicBezTo>
                  <a:pt x="104613" y="53274"/>
                  <a:pt x="104629" y="53277"/>
                  <a:pt x="104642" y="53284"/>
                </a:cubicBezTo>
                <a:cubicBezTo>
                  <a:pt x="104708" y="53323"/>
                  <a:pt x="104760" y="53505"/>
                  <a:pt x="104682" y="53557"/>
                </a:cubicBezTo>
                <a:cubicBezTo>
                  <a:pt x="104720" y="53544"/>
                  <a:pt x="104760" y="53518"/>
                  <a:pt x="104798" y="53505"/>
                </a:cubicBezTo>
                <a:cubicBezTo>
                  <a:pt x="104902" y="53466"/>
                  <a:pt x="104968" y="53440"/>
                  <a:pt x="105058" y="53375"/>
                </a:cubicBezTo>
                <a:cubicBezTo>
                  <a:pt x="105110" y="53333"/>
                  <a:pt x="105141" y="53318"/>
                  <a:pt x="105166" y="53318"/>
                </a:cubicBezTo>
                <a:cubicBezTo>
                  <a:pt x="105212" y="53318"/>
                  <a:pt x="105240" y="53368"/>
                  <a:pt x="105332" y="53401"/>
                </a:cubicBezTo>
                <a:cubicBezTo>
                  <a:pt x="105410" y="53427"/>
                  <a:pt x="105501" y="53440"/>
                  <a:pt x="105553" y="53505"/>
                </a:cubicBezTo>
                <a:cubicBezTo>
                  <a:pt x="105605" y="53544"/>
                  <a:pt x="105579" y="53544"/>
                  <a:pt x="105644" y="53557"/>
                </a:cubicBezTo>
                <a:cubicBezTo>
                  <a:pt x="105656" y="53561"/>
                  <a:pt x="105668" y="53563"/>
                  <a:pt x="105681" y="53563"/>
                </a:cubicBezTo>
                <a:cubicBezTo>
                  <a:pt x="105712" y="53563"/>
                  <a:pt x="105747" y="53553"/>
                  <a:pt x="105775" y="53544"/>
                </a:cubicBezTo>
                <a:lnTo>
                  <a:pt x="105775" y="53544"/>
                </a:lnTo>
                <a:cubicBezTo>
                  <a:pt x="105761" y="53596"/>
                  <a:pt x="105735" y="53648"/>
                  <a:pt x="105723" y="53700"/>
                </a:cubicBezTo>
                <a:cubicBezTo>
                  <a:pt x="105670" y="53818"/>
                  <a:pt x="105683" y="53934"/>
                  <a:pt x="105657" y="54064"/>
                </a:cubicBezTo>
                <a:cubicBezTo>
                  <a:pt x="105631" y="54194"/>
                  <a:pt x="105566" y="54325"/>
                  <a:pt x="105527" y="54442"/>
                </a:cubicBezTo>
                <a:cubicBezTo>
                  <a:pt x="105501" y="54494"/>
                  <a:pt x="105488" y="54546"/>
                  <a:pt x="105475" y="54598"/>
                </a:cubicBezTo>
                <a:cubicBezTo>
                  <a:pt x="105449" y="54676"/>
                  <a:pt x="105397" y="54729"/>
                  <a:pt x="105371" y="54793"/>
                </a:cubicBezTo>
                <a:cubicBezTo>
                  <a:pt x="105332" y="54885"/>
                  <a:pt x="105293" y="54989"/>
                  <a:pt x="105254" y="55079"/>
                </a:cubicBezTo>
                <a:cubicBezTo>
                  <a:pt x="105228" y="55171"/>
                  <a:pt x="105189" y="55261"/>
                  <a:pt x="105162" y="55366"/>
                </a:cubicBezTo>
                <a:cubicBezTo>
                  <a:pt x="105136" y="55470"/>
                  <a:pt x="105124" y="55587"/>
                  <a:pt x="105084" y="55691"/>
                </a:cubicBezTo>
                <a:cubicBezTo>
                  <a:pt x="105058" y="55782"/>
                  <a:pt x="105032" y="55874"/>
                  <a:pt x="105020" y="55964"/>
                </a:cubicBezTo>
                <a:cubicBezTo>
                  <a:pt x="104994" y="56108"/>
                  <a:pt x="104968" y="56250"/>
                  <a:pt x="104928" y="56381"/>
                </a:cubicBezTo>
                <a:cubicBezTo>
                  <a:pt x="104902" y="56472"/>
                  <a:pt x="104864" y="56537"/>
                  <a:pt x="104824" y="56615"/>
                </a:cubicBezTo>
                <a:cubicBezTo>
                  <a:pt x="104772" y="56719"/>
                  <a:pt x="104760" y="56836"/>
                  <a:pt x="104694" y="56927"/>
                </a:cubicBezTo>
                <a:cubicBezTo>
                  <a:pt x="104668" y="56967"/>
                  <a:pt x="104630" y="56979"/>
                  <a:pt x="104616" y="57019"/>
                </a:cubicBezTo>
                <a:cubicBezTo>
                  <a:pt x="104577" y="57071"/>
                  <a:pt x="104577" y="57123"/>
                  <a:pt x="104564" y="57175"/>
                </a:cubicBezTo>
                <a:cubicBezTo>
                  <a:pt x="104512" y="57305"/>
                  <a:pt x="104408" y="57421"/>
                  <a:pt x="104356" y="57552"/>
                </a:cubicBezTo>
                <a:cubicBezTo>
                  <a:pt x="104278" y="57721"/>
                  <a:pt x="104200" y="57838"/>
                  <a:pt x="104057" y="57955"/>
                </a:cubicBezTo>
                <a:cubicBezTo>
                  <a:pt x="103965" y="58034"/>
                  <a:pt x="103861" y="58112"/>
                  <a:pt x="103783" y="58202"/>
                </a:cubicBezTo>
                <a:cubicBezTo>
                  <a:pt x="103679" y="58306"/>
                  <a:pt x="103627" y="58436"/>
                  <a:pt x="103549" y="58540"/>
                </a:cubicBezTo>
                <a:cubicBezTo>
                  <a:pt x="103432" y="58684"/>
                  <a:pt x="103354" y="58840"/>
                  <a:pt x="103237" y="58970"/>
                </a:cubicBezTo>
                <a:cubicBezTo>
                  <a:pt x="103107" y="59139"/>
                  <a:pt x="102950" y="59269"/>
                  <a:pt x="102846" y="59451"/>
                </a:cubicBezTo>
                <a:cubicBezTo>
                  <a:pt x="102742" y="59633"/>
                  <a:pt x="102664" y="59803"/>
                  <a:pt x="102560" y="59985"/>
                </a:cubicBezTo>
                <a:cubicBezTo>
                  <a:pt x="102548" y="59985"/>
                  <a:pt x="102548" y="59998"/>
                  <a:pt x="102534" y="60011"/>
                </a:cubicBezTo>
                <a:cubicBezTo>
                  <a:pt x="102496" y="60050"/>
                  <a:pt x="102456" y="60115"/>
                  <a:pt x="102404" y="60141"/>
                </a:cubicBezTo>
                <a:cubicBezTo>
                  <a:pt x="102387" y="60146"/>
                  <a:pt x="102365" y="60147"/>
                  <a:pt x="102342" y="60147"/>
                </a:cubicBezTo>
                <a:cubicBezTo>
                  <a:pt x="102296" y="60147"/>
                  <a:pt x="102244" y="60141"/>
                  <a:pt x="102209" y="60141"/>
                </a:cubicBezTo>
                <a:cubicBezTo>
                  <a:pt x="102053" y="60141"/>
                  <a:pt x="101936" y="60220"/>
                  <a:pt x="101779" y="60232"/>
                </a:cubicBezTo>
                <a:cubicBezTo>
                  <a:pt x="101767" y="60234"/>
                  <a:pt x="101755" y="60235"/>
                  <a:pt x="101742" y="60235"/>
                </a:cubicBezTo>
                <a:cubicBezTo>
                  <a:pt x="101692" y="60235"/>
                  <a:pt x="101636" y="60223"/>
                  <a:pt x="101584" y="60223"/>
                </a:cubicBezTo>
                <a:cubicBezTo>
                  <a:pt x="101561" y="60223"/>
                  <a:pt x="101539" y="60225"/>
                  <a:pt x="101519" y="60232"/>
                </a:cubicBezTo>
                <a:cubicBezTo>
                  <a:pt x="101441" y="60258"/>
                  <a:pt x="101415" y="60350"/>
                  <a:pt x="101351" y="60376"/>
                </a:cubicBezTo>
                <a:cubicBezTo>
                  <a:pt x="101351" y="60324"/>
                  <a:pt x="101351" y="60258"/>
                  <a:pt x="101337" y="60206"/>
                </a:cubicBezTo>
                <a:cubicBezTo>
                  <a:pt x="101311" y="59933"/>
                  <a:pt x="101259" y="59660"/>
                  <a:pt x="101233" y="59399"/>
                </a:cubicBezTo>
                <a:cubicBezTo>
                  <a:pt x="101207" y="59165"/>
                  <a:pt x="101194" y="58931"/>
                  <a:pt x="101155" y="58697"/>
                </a:cubicBezTo>
                <a:cubicBezTo>
                  <a:pt x="101129" y="58476"/>
                  <a:pt x="101038" y="58294"/>
                  <a:pt x="100973" y="58086"/>
                </a:cubicBezTo>
                <a:cubicBezTo>
                  <a:pt x="100934" y="57929"/>
                  <a:pt x="100869" y="57773"/>
                  <a:pt x="100817" y="57617"/>
                </a:cubicBezTo>
                <a:cubicBezTo>
                  <a:pt x="100895" y="57617"/>
                  <a:pt x="100947" y="57617"/>
                  <a:pt x="101025" y="57552"/>
                </a:cubicBezTo>
                <a:cubicBezTo>
                  <a:pt x="101090" y="57513"/>
                  <a:pt x="101142" y="57421"/>
                  <a:pt x="101233" y="57421"/>
                </a:cubicBezTo>
                <a:cubicBezTo>
                  <a:pt x="101324" y="57421"/>
                  <a:pt x="101389" y="57526"/>
                  <a:pt x="101441" y="57591"/>
                </a:cubicBezTo>
                <a:cubicBezTo>
                  <a:pt x="101493" y="57642"/>
                  <a:pt x="101544" y="57677"/>
                  <a:pt x="101608" y="57677"/>
                </a:cubicBezTo>
                <a:cubicBezTo>
                  <a:pt x="101625" y="57677"/>
                  <a:pt x="101643" y="57675"/>
                  <a:pt x="101663" y="57669"/>
                </a:cubicBezTo>
                <a:cubicBezTo>
                  <a:pt x="101741" y="57643"/>
                  <a:pt x="101871" y="57565"/>
                  <a:pt x="101936" y="57513"/>
                </a:cubicBezTo>
                <a:cubicBezTo>
                  <a:pt x="102066" y="57421"/>
                  <a:pt x="102066" y="57239"/>
                  <a:pt x="102170" y="57135"/>
                </a:cubicBezTo>
                <a:cubicBezTo>
                  <a:pt x="102220" y="57076"/>
                  <a:pt x="102322" y="57009"/>
                  <a:pt x="102414" y="57009"/>
                </a:cubicBezTo>
                <a:cubicBezTo>
                  <a:pt x="102443" y="57009"/>
                  <a:pt x="102471" y="57016"/>
                  <a:pt x="102496" y="57031"/>
                </a:cubicBezTo>
                <a:cubicBezTo>
                  <a:pt x="102600" y="57097"/>
                  <a:pt x="102574" y="57279"/>
                  <a:pt x="102534" y="57369"/>
                </a:cubicBezTo>
                <a:cubicBezTo>
                  <a:pt x="102508" y="57435"/>
                  <a:pt x="102470" y="57500"/>
                  <a:pt x="102430" y="57565"/>
                </a:cubicBezTo>
                <a:cubicBezTo>
                  <a:pt x="102378" y="57682"/>
                  <a:pt x="102365" y="57695"/>
                  <a:pt x="102444" y="57799"/>
                </a:cubicBezTo>
                <a:cubicBezTo>
                  <a:pt x="102508" y="57799"/>
                  <a:pt x="102586" y="57786"/>
                  <a:pt x="102652" y="57760"/>
                </a:cubicBezTo>
                <a:cubicBezTo>
                  <a:pt x="102690" y="57747"/>
                  <a:pt x="102716" y="57734"/>
                  <a:pt x="102756" y="57734"/>
                </a:cubicBezTo>
                <a:cubicBezTo>
                  <a:pt x="102789" y="57745"/>
                  <a:pt x="102804" y="57776"/>
                  <a:pt x="102849" y="57776"/>
                </a:cubicBezTo>
                <a:cubicBezTo>
                  <a:pt x="102856" y="57776"/>
                  <a:pt x="102864" y="57775"/>
                  <a:pt x="102872" y="57773"/>
                </a:cubicBezTo>
                <a:cubicBezTo>
                  <a:pt x="102872" y="57695"/>
                  <a:pt x="102938" y="57656"/>
                  <a:pt x="102976" y="57591"/>
                </a:cubicBezTo>
                <a:cubicBezTo>
                  <a:pt x="103003" y="57513"/>
                  <a:pt x="103003" y="57435"/>
                  <a:pt x="103003" y="57369"/>
                </a:cubicBezTo>
                <a:cubicBezTo>
                  <a:pt x="102990" y="57291"/>
                  <a:pt x="102938" y="57187"/>
                  <a:pt x="102990" y="57149"/>
                </a:cubicBezTo>
                <a:cubicBezTo>
                  <a:pt x="103003" y="57135"/>
                  <a:pt x="103094" y="57123"/>
                  <a:pt x="103120" y="57123"/>
                </a:cubicBezTo>
                <a:cubicBezTo>
                  <a:pt x="103130" y="57121"/>
                  <a:pt x="103139" y="57121"/>
                  <a:pt x="103148" y="57121"/>
                </a:cubicBezTo>
                <a:cubicBezTo>
                  <a:pt x="103222" y="57121"/>
                  <a:pt x="103266" y="57170"/>
                  <a:pt x="103289" y="57239"/>
                </a:cubicBezTo>
                <a:cubicBezTo>
                  <a:pt x="103328" y="57343"/>
                  <a:pt x="103302" y="57447"/>
                  <a:pt x="103315" y="57552"/>
                </a:cubicBezTo>
                <a:cubicBezTo>
                  <a:pt x="103315" y="57591"/>
                  <a:pt x="103315" y="57617"/>
                  <a:pt x="103354" y="57643"/>
                </a:cubicBezTo>
                <a:cubicBezTo>
                  <a:pt x="103360" y="57646"/>
                  <a:pt x="103366" y="57647"/>
                  <a:pt x="103371" y="57647"/>
                </a:cubicBezTo>
                <a:cubicBezTo>
                  <a:pt x="103382" y="57647"/>
                  <a:pt x="103393" y="57644"/>
                  <a:pt x="103404" y="57644"/>
                </a:cubicBezTo>
                <a:cubicBezTo>
                  <a:pt x="103413" y="57644"/>
                  <a:pt x="103423" y="57646"/>
                  <a:pt x="103432" y="57656"/>
                </a:cubicBezTo>
                <a:cubicBezTo>
                  <a:pt x="103471" y="57669"/>
                  <a:pt x="103497" y="57747"/>
                  <a:pt x="103523" y="57773"/>
                </a:cubicBezTo>
                <a:cubicBezTo>
                  <a:pt x="103563" y="57825"/>
                  <a:pt x="103563" y="57825"/>
                  <a:pt x="103627" y="57838"/>
                </a:cubicBezTo>
                <a:cubicBezTo>
                  <a:pt x="103667" y="57838"/>
                  <a:pt x="103693" y="57838"/>
                  <a:pt x="103731" y="57851"/>
                </a:cubicBezTo>
                <a:cubicBezTo>
                  <a:pt x="103771" y="57877"/>
                  <a:pt x="103757" y="57890"/>
                  <a:pt x="103809" y="57903"/>
                </a:cubicBezTo>
                <a:cubicBezTo>
                  <a:pt x="103913" y="57903"/>
                  <a:pt x="103939" y="57825"/>
                  <a:pt x="103939" y="57747"/>
                </a:cubicBezTo>
                <a:cubicBezTo>
                  <a:pt x="103939" y="57656"/>
                  <a:pt x="103979" y="57578"/>
                  <a:pt x="103965" y="57487"/>
                </a:cubicBezTo>
                <a:cubicBezTo>
                  <a:pt x="103953" y="57421"/>
                  <a:pt x="103965" y="57435"/>
                  <a:pt x="103901" y="57409"/>
                </a:cubicBezTo>
                <a:cubicBezTo>
                  <a:pt x="103861" y="57395"/>
                  <a:pt x="103835" y="57383"/>
                  <a:pt x="103823" y="57357"/>
                </a:cubicBezTo>
                <a:cubicBezTo>
                  <a:pt x="103771" y="57317"/>
                  <a:pt x="103745" y="57161"/>
                  <a:pt x="103745" y="57097"/>
                </a:cubicBezTo>
                <a:cubicBezTo>
                  <a:pt x="103745" y="56979"/>
                  <a:pt x="103823" y="56927"/>
                  <a:pt x="103939" y="56927"/>
                </a:cubicBezTo>
                <a:cubicBezTo>
                  <a:pt x="104031" y="56927"/>
                  <a:pt x="104083" y="56941"/>
                  <a:pt x="104096" y="57057"/>
                </a:cubicBezTo>
                <a:cubicBezTo>
                  <a:pt x="104109" y="57175"/>
                  <a:pt x="104083" y="57213"/>
                  <a:pt x="104226" y="57213"/>
                </a:cubicBezTo>
                <a:lnTo>
                  <a:pt x="104525" y="57213"/>
                </a:lnTo>
                <a:cubicBezTo>
                  <a:pt x="104616" y="57175"/>
                  <a:pt x="104525" y="56967"/>
                  <a:pt x="104512" y="56901"/>
                </a:cubicBezTo>
                <a:cubicBezTo>
                  <a:pt x="104551" y="56901"/>
                  <a:pt x="104590" y="56901"/>
                  <a:pt x="104616" y="56862"/>
                </a:cubicBezTo>
                <a:cubicBezTo>
                  <a:pt x="104694" y="56784"/>
                  <a:pt x="104616" y="56745"/>
                  <a:pt x="104551" y="56680"/>
                </a:cubicBezTo>
                <a:cubicBezTo>
                  <a:pt x="104460" y="56589"/>
                  <a:pt x="104434" y="56433"/>
                  <a:pt x="104486" y="56302"/>
                </a:cubicBezTo>
                <a:cubicBezTo>
                  <a:pt x="104512" y="56250"/>
                  <a:pt x="104551" y="56198"/>
                  <a:pt x="104499" y="56146"/>
                </a:cubicBezTo>
                <a:cubicBezTo>
                  <a:pt x="104460" y="56120"/>
                  <a:pt x="104382" y="56094"/>
                  <a:pt x="104343" y="56082"/>
                </a:cubicBezTo>
                <a:cubicBezTo>
                  <a:pt x="104329" y="56079"/>
                  <a:pt x="104315" y="56078"/>
                  <a:pt x="104301" y="56078"/>
                </a:cubicBezTo>
                <a:cubicBezTo>
                  <a:pt x="104161" y="56078"/>
                  <a:pt x="104029" y="56188"/>
                  <a:pt x="103887" y="56212"/>
                </a:cubicBezTo>
                <a:cubicBezTo>
                  <a:pt x="103879" y="56214"/>
                  <a:pt x="103871" y="56214"/>
                  <a:pt x="103863" y="56214"/>
                </a:cubicBezTo>
                <a:cubicBezTo>
                  <a:pt x="103815" y="56214"/>
                  <a:pt x="103788" y="56182"/>
                  <a:pt x="103731" y="56160"/>
                </a:cubicBezTo>
                <a:cubicBezTo>
                  <a:pt x="103667" y="56134"/>
                  <a:pt x="103653" y="56146"/>
                  <a:pt x="103653" y="56068"/>
                </a:cubicBezTo>
                <a:cubicBezTo>
                  <a:pt x="103653" y="56004"/>
                  <a:pt x="103667" y="55978"/>
                  <a:pt x="103627" y="55926"/>
                </a:cubicBezTo>
                <a:cubicBezTo>
                  <a:pt x="103591" y="55881"/>
                  <a:pt x="103550" y="55866"/>
                  <a:pt x="103506" y="55866"/>
                </a:cubicBezTo>
                <a:cubicBezTo>
                  <a:pt x="103486" y="55866"/>
                  <a:pt x="103465" y="55869"/>
                  <a:pt x="103445" y="55874"/>
                </a:cubicBezTo>
                <a:cubicBezTo>
                  <a:pt x="103405" y="55883"/>
                  <a:pt x="103366" y="55908"/>
                  <a:pt x="103326" y="55908"/>
                </a:cubicBezTo>
                <a:cubicBezTo>
                  <a:pt x="103314" y="55908"/>
                  <a:pt x="103301" y="55906"/>
                  <a:pt x="103289" y="55900"/>
                </a:cubicBezTo>
                <a:cubicBezTo>
                  <a:pt x="103276" y="55886"/>
                  <a:pt x="103250" y="55848"/>
                  <a:pt x="103237" y="55848"/>
                </a:cubicBezTo>
                <a:cubicBezTo>
                  <a:pt x="103211" y="55834"/>
                  <a:pt x="103198" y="55834"/>
                  <a:pt x="103172" y="55822"/>
                </a:cubicBezTo>
                <a:cubicBezTo>
                  <a:pt x="103082" y="55745"/>
                  <a:pt x="103069" y="55391"/>
                  <a:pt x="102944" y="55391"/>
                </a:cubicBezTo>
                <a:cubicBezTo>
                  <a:pt x="102942" y="55391"/>
                  <a:pt x="102940" y="55391"/>
                  <a:pt x="102938" y="55392"/>
                </a:cubicBezTo>
                <a:cubicBezTo>
                  <a:pt x="102912" y="55314"/>
                  <a:pt x="102886" y="55209"/>
                  <a:pt x="102924" y="55119"/>
                </a:cubicBezTo>
                <a:cubicBezTo>
                  <a:pt x="102990" y="55001"/>
                  <a:pt x="103120" y="54937"/>
                  <a:pt x="103250" y="54923"/>
                </a:cubicBezTo>
                <a:cubicBezTo>
                  <a:pt x="103263" y="54845"/>
                  <a:pt x="103250" y="54767"/>
                  <a:pt x="103250" y="54689"/>
                </a:cubicBezTo>
                <a:cubicBezTo>
                  <a:pt x="103237" y="54624"/>
                  <a:pt x="103185" y="54455"/>
                  <a:pt x="103224" y="54403"/>
                </a:cubicBezTo>
                <a:cubicBezTo>
                  <a:pt x="103237" y="54394"/>
                  <a:pt x="103275" y="54391"/>
                  <a:pt x="103320" y="54391"/>
                </a:cubicBezTo>
                <a:cubicBezTo>
                  <a:pt x="103412" y="54391"/>
                  <a:pt x="103536" y="54403"/>
                  <a:pt x="103563" y="54403"/>
                </a:cubicBezTo>
                <a:cubicBezTo>
                  <a:pt x="103610" y="54411"/>
                  <a:pt x="103657" y="54438"/>
                  <a:pt x="103698" y="54438"/>
                </a:cubicBezTo>
                <a:cubicBezTo>
                  <a:pt x="103725" y="54438"/>
                  <a:pt x="103750" y="54426"/>
                  <a:pt x="103771" y="54390"/>
                </a:cubicBezTo>
                <a:cubicBezTo>
                  <a:pt x="103835" y="54273"/>
                  <a:pt x="103823" y="54130"/>
                  <a:pt x="103835" y="54012"/>
                </a:cubicBezTo>
                <a:cubicBezTo>
                  <a:pt x="103849" y="53974"/>
                  <a:pt x="103861" y="53908"/>
                  <a:pt x="103901" y="53870"/>
                </a:cubicBezTo>
                <a:cubicBezTo>
                  <a:pt x="103927" y="53843"/>
                  <a:pt x="103960" y="53836"/>
                  <a:pt x="103995" y="53836"/>
                </a:cubicBezTo>
                <a:cubicBezTo>
                  <a:pt x="104036" y="53836"/>
                  <a:pt x="104080" y="53846"/>
                  <a:pt x="104120" y="53846"/>
                </a:cubicBezTo>
                <a:cubicBezTo>
                  <a:pt x="104129" y="53846"/>
                  <a:pt x="104139" y="53845"/>
                  <a:pt x="104148" y="53844"/>
                </a:cubicBezTo>
                <a:cubicBezTo>
                  <a:pt x="104174" y="53778"/>
                  <a:pt x="104148" y="53766"/>
                  <a:pt x="104122" y="53714"/>
                </a:cubicBezTo>
                <a:cubicBezTo>
                  <a:pt x="104096" y="53662"/>
                  <a:pt x="104043" y="53583"/>
                  <a:pt x="104031" y="53518"/>
                </a:cubicBezTo>
                <a:cubicBezTo>
                  <a:pt x="104005" y="53349"/>
                  <a:pt x="104304" y="53349"/>
                  <a:pt x="104408" y="53349"/>
                </a:cubicBezTo>
                <a:cubicBezTo>
                  <a:pt x="104434" y="53349"/>
                  <a:pt x="104473" y="53349"/>
                  <a:pt x="104499" y="53336"/>
                </a:cubicBezTo>
                <a:cubicBezTo>
                  <a:pt x="104512" y="53323"/>
                  <a:pt x="104538" y="53297"/>
                  <a:pt x="104564" y="53284"/>
                </a:cubicBezTo>
                <a:cubicBezTo>
                  <a:pt x="104571" y="53277"/>
                  <a:pt x="104584" y="53274"/>
                  <a:pt x="104598" y="53274"/>
                </a:cubicBezTo>
                <a:close/>
                <a:moveTo>
                  <a:pt x="81078" y="59959"/>
                </a:moveTo>
                <a:cubicBezTo>
                  <a:pt x="81104" y="60011"/>
                  <a:pt x="81130" y="60063"/>
                  <a:pt x="81142" y="60128"/>
                </a:cubicBezTo>
                <a:cubicBezTo>
                  <a:pt x="81104" y="60128"/>
                  <a:pt x="81064" y="60128"/>
                  <a:pt x="81026" y="60154"/>
                </a:cubicBezTo>
                <a:cubicBezTo>
                  <a:pt x="80986" y="60180"/>
                  <a:pt x="80974" y="60258"/>
                  <a:pt x="81026" y="60272"/>
                </a:cubicBezTo>
                <a:cubicBezTo>
                  <a:pt x="80960" y="60272"/>
                  <a:pt x="80896" y="60284"/>
                  <a:pt x="80844" y="60284"/>
                </a:cubicBezTo>
                <a:cubicBezTo>
                  <a:pt x="80896" y="60310"/>
                  <a:pt x="80934" y="60336"/>
                  <a:pt x="80986" y="60350"/>
                </a:cubicBezTo>
                <a:cubicBezTo>
                  <a:pt x="80948" y="60362"/>
                  <a:pt x="80908" y="60362"/>
                  <a:pt x="80882" y="60388"/>
                </a:cubicBezTo>
                <a:cubicBezTo>
                  <a:pt x="80818" y="60324"/>
                  <a:pt x="80752" y="60272"/>
                  <a:pt x="80688" y="60206"/>
                </a:cubicBezTo>
                <a:cubicBezTo>
                  <a:pt x="80688" y="60194"/>
                  <a:pt x="80688" y="60168"/>
                  <a:pt x="80674" y="60154"/>
                </a:cubicBezTo>
                <a:cubicBezTo>
                  <a:pt x="80778" y="60037"/>
                  <a:pt x="80934" y="59959"/>
                  <a:pt x="81078" y="59959"/>
                </a:cubicBezTo>
                <a:close/>
                <a:moveTo>
                  <a:pt x="82912" y="60011"/>
                </a:moveTo>
                <a:lnTo>
                  <a:pt x="82912" y="60011"/>
                </a:lnTo>
                <a:cubicBezTo>
                  <a:pt x="82978" y="60141"/>
                  <a:pt x="83042" y="60272"/>
                  <a:pt x="83108" y="60414"/>
                </a:cubicBezTo>
                <a:cubicBezTo>
                  <a:pt x="83068" y="60402"/>
                  <a:pt x="83030" y="60402"/>
                  <a:pt x="82990" y="60402"/>
                </a:cubicBezTo>
                <a:lnTo>
                  <a:pt x="82912" y="60011"/>
                </a:lnTo>
                <a:close/>
                <a:moveTo>
                  <a:pt x="82743" y="60102"/>
                </a:moveTo>
                <a:lnTo>
                  <a:pt x="82834" y="60194"/>
                </a:lnTo>
                <a:cubicBezTo>
                  <a:pt x="82874" y="60258"/>
                  <a:pt x="82900" y="60310"/>
                  <a:pt x="82938" y="60376"/>
                </a:cubicBezTo>
                <a:cubicBezTo>
                  <a:pt x="82860" y="60376"/>
                  <a:pt x="82782" y="60388"/>
                  <a:pt x="82717" y="60428"/>
                </a:cubicBezTo>
                <a:cubicBezTo>
                  <a:pt x="82678" y="60324"/>
                  <a:pt x="82639" y="60206"/>
                  <a:pt x="82600" y="60102"/>
                </a:cubicBezTo>
                <a:lnTo>
                  <a:pt x="82600" y="60102"/>
                </a:lnTo>
                <a:cubicBezTo>
                  <a:pt x="82652" y="60194"/>
                  <a:pt x="82704" y="60284"/>
                  <a:pt x="82769" y="60376"/>
                </a:cubicBezTo>
                <a:cubicBezTo>
                  <a:pt x="82743" y="60298"/>
                  <a:pt x="82704" y="60206"/>
                  <a:pt x="82678" y="60115"/>
                </a:cubicBezTo>
                <a:lnTo>
                  <a:pt x="82678" y="60115"/>
                </a:lnTo>
                <a:lnTo>
                  <a:pt x="82795" y="60272"/>
                </a:lnTo>
                <a:cubicBezTo>
                  <a:pt x="82782" y="60206"/>
                  <a:pt x="82756" y="60154"/>
                  <a:pt x="82743" y="60102"/>
                </a:cubicBezTo>
                <a:close/>
                <a:moveTo>
                  <a:pt x="83710" y="60363"/>
                </a:moveTo>
                <a:cubicBezTo>
                  <a:pt x="83717" y="60389"/>
                  <a:pt x="83724" y="60414"/>
                  <a:pt x="83732" y="60440"/>
                </a:cubicBezTo>
                <a:cubicBezTo>
                  <a:pt x="83726" y="60414"/>
                  <a:pt x="83718" y="60388"/>
                  <a:pt x="83710" y="60363"/>
                </a:cubicBezTo>
                <a:close/>
                <a:moveTo>
                  <a:pt x="82457" y="60168"/>
                </a:moveTo>
                <a:lnTo>
                  <a:pt x="82457" y="60168"/>
                </a:lnTo>
                <a:cubicBezTo>
                  <a:pt x="82522" y="60246"/>
                  <a:pt x="82587" y="60336"/>
                  <a:pt x="82626" y="60414"/>
                </a:cubicBezTo>
                <a:cubicBezTo>
                  <a:pt x="82613" y="60440"/>
                  <a:pt x="82587" y="60454"/>
                  <a:pt x="82561" y="60466"/>
                </a:cubicBezTo>
                <a:cubicBezTo>
                  <a:pt x="82535" y="60376"/>
                  <a:pt x="82496" y="60272"/>
                  <a:pt x="82457" y="60168"/>
                </a:cubicBezTo>
                <a:close/>
                <a:moveTo>
                  <a:pt x="59074" y="60194"/>
                </a:moveTo>
                <a:cubicBezTo>
                  <a:pt x="59088" y="60194"/>
                  <a:pt x="59114" y="60206"/>
                  <a:pt x="59126" y="60220"/>
                </a:cubicBezTo>
                <a:cubicBezTo>
                  <a:pt x="59152" y="60232"/>
                  <a:pt x="59166" y="60258"/>
                  <a:pt x="59192" y="60272"/>
                </a:cubicBezTo>
                <a:cubicBezTo>
                  <a:pt x="59200" y="60272"/>
                  <a:pt x="59209" y="60266"/>
                  <a:pt x="59218" y="60266"/>
                </a:cubicBezTo>
                <a:cubicBezTo>
                  <a:pt x="59222" y="60266"/>
                  <a:pt x="59226" y="60267"/>
                  <a:pt x="59230" y="60272"/>
                </a:cubicBezTo>
                <a:lnTo>
                  <a:pt x="59256" y="60272"/>
                </a:lnTo>
                <a:cubicBezTo>
                  <a:pt x="59244" y="60336"/>
                  <a:pt x="59244" y="60414"/>
                  <a:pt x="59244" y="60480"/>
                </a:cubicBezTo>
                <a:cubicBezTo>
                  <a:pt x="59140" y="60388"/>
                  <a:pt x="59048" y="60310"/>
                  <a:pt x="58944" y="60232"/>
                </a:cubicBezTo>
                <a:cubicBezTo>
                  <a:pt x="58958" y="60232"/>
                  <a:pt x="58958" y="60232"/>
                  <a:pt x="58970" y="60220"/>
                </a:cubicBezTo>
                <a:cubicBezTo>
                  <a:pt x="58996" y="60194"/>
                  <a:pt x="59022" y="60194"/>
                  <a:pt x="59074" y="60194"/>
                </a:cubicBezTo>
                <a:close/>
                <a:moveTo>
                  <a:pt x="81871" y="60024"/>
                </a:moveTo>
                <a:cubicBezTo>
                  <a:pt x="82001" y="60024"/>
                  <a:pt x="82131" y="60076"/>
                  <a:pt x="82235" y="60154"/>
                </a:cubicBezTo>
                <a:cubicBezTo>
                  <a:pt x="82093" y="60258"/>
                  <a:pt x="81949" y="60376"/>
                  <a:pt x="81833" y="60506"/>
                </a:cubicBezTo>
                <a:cubicBezTo>
                  <a:pt x="81819" y="60506"/>
                  <a:pt x="81807" y="60492"/>
                  <a:pt x="81793" y="60492"/>
                </a:cubicBezTo>
                <a:cubicBezTo>
                  <a:pt x="81741" y="60454"/>
                  <a:pt x="81741" y="60376"/>
                  <a:pt x="81755" y="60310"/>
                </a:cubicBezTo>
                <a:cubicBezTo>
                  <a:pt x="81781" y="60206"/>
                  <a:pt x="81819" y="60115"/>
                  <a:pt x="81871" y="60024"/>
                </a:cubicBezTo>
                <a:close/>
                <a:moveTo>
                  <a:pt x="83968" y="60591"/>
                </a:moveTo>
                <a:cubicBezTo>
                  <a:pt x="83972" y="60606"/>
                  <a:pt x="83975" y="60621"/>
                  <a:pt x="83979" y="60636"/>
                </a:cubicBezTo>
                <a:cubicBezTo>
                  <a:pt x="83976" y="60621"/>
                  <a:pt x="83972" y="60606"/>
                  <a:pt x="83968" y="60591"/>
                </a:cubicBezTo>
                <a:close/>
                <a:moveTo>
                  <a:pt x="80115" y="60636"/>
                </a:moveTo>
                <a:cubicBezTo>
                  <a:pt x="80119" y="60639"/>
                  <a:pt x="80123" y="60642"/>
                  <a:pt x="80127" y="60645"/>
                </a:cubicBezTo>
                <a:lnTo>
                  <a:pt x="80127" y="60645"/>
                </a:lnTo>
                <a:cubicBezTo>
                  <a:pt x="80123" y="60642"/>
                  <a:pt x="80119" y="60639"/>
                  <a:pt x="80115" y="60636"/>
                </a:cubicBezTo>
                <a:close/>
                <a:moveTo>
                  <a:pt x="82353" y="60206"/>
                </a:moveTo>
                <a:cubicBezTo>
                  <a:pt x="82431" y="60284"/>
                  <a:pt x="82509" y="60376"/>
                  <a:pt x="82561" y="60480"/>
                </a:cubicBezTo>
                <a:lnTo>
                  <a:pt x="82444" y="60558"/>
                </a:lnTo>
                <a:cubicBezTo>
                  <a:pt x="82275" y="60584"/>
                  <a:pt x="82093" y="60636"/>
                  <a:pt x="81923" y="60700"/>
                </a:cubicBezTo>
                <a:lnTo>
                  <a:pt x="81923" y="60688"/>
                </a:lnTo>
                <a:cubicBezTo>
                  <a:pt x="81923" y="60662"/>
                  <a:pt x="81911" y="60636"/>
                  <a:pt x="81897" y="60610"/>
                </a:cubicBezTo>
                <a:cubicBezTo>
                  <a:pt x="81911" y="60596"/>
                  <a:pt x="81923" y="60596"/>
                  <a:pt x="81923" y="60584"/>
                </a:cubicBezTo>
                <a:cubicBezTo>
                  <a:pt x="81923" y="60558"/>
                  <a:pt x="81911" y="60544"/>
                  <a:pt x="81897" y="60532"/>
                </a:cubicBezTo>
                <a:cubicBezTo>
                  <a:pt x="82015" y="60402"/>
                  <a:pt x="82157" y="60298"/>
                  <a:pt x="82314" y="60220"/>
                </a:cubicBezTo>
                <a:cubicBezTo>
                  <a:pt x="82353" y="60258"/>
                  <a:pt x="82392" y="60298"/>
                  <a:pt x="82418" y="60350"/>
                </a:cubicBezTo>
                <a:cubicBezTo>
                  <a:pt x="82392" y="60298"/>
                  <a:pt x="82366" y="60258"/>
                  <a:pt x="82327" y="60220"/>
                </a:cubicBezTo>
                <a:cubicBezTo>
                  <a:pt x="82340" y="60206"/>
                  <a:pt x="82353" y="60206"/>
                  <a:pt x="82353" y="60206"/>
                </a:cubicBezTo>
                <a:close/>
                <a:moveTo>
                  <a:pt x="103094" y="60584"/>
                </a:moveTo>
                <a:cubicBezTo>
                  <a:pt x="103172" y="60610"/>
                  <a:pt x="103237" y="60648"/>
                  <a:pt x="103328" y="60674"/>
                </a:cubicBezTo>
                <a:cubicBezTo>
                  <a:pt x="103338" y="60676"/>
                  <a:pt x="103347" y="60677"/>
                  <a:pt x="103356" y="60677"/>
                </a:cubicBezTo>
                <a:cubicBezTo>
                  <a:pt x="103408" y="60677"/>
                  <a:pt x="103455" y="60648"/>
                  <a:pt x="103511" y="60648"/>
                </a:cubicBezTo>
                <a:cubicBezTo>
                  <a:pt x="103520" y="60646"/>
                  <a:pt x="103529" y="60645"/>
                  <a:pt x="103537" y="60645"/>
                </a:cubicBezTo>
                <a:cubicBezTo>
                  <a:pt x="103577" y="60645"/>
                  <a:pt x="103610" y="60667"/>
                  <a:pt x="103653" y="60688"/>
                </a:cubicBezTo>
                <a:cubicBezTo>
                  <a:pt x="103419" y="60740"/>
                  <a:pt x="103185" y="60779"/>
                  <a:pt x="102950" y="60818"/>
                </a:cubicBezTo>
                <a:cubicBezTo>
                  <a:pt x="102964" y="60792"/>
                  <a:pt x="102976" y="60766"/>
                  <a:pt x="103003" y="60740"/>
                </a:cubicBezTo>
                <a:cubicBezTo>
                  <a:pt x="103029" y="60688"/>
                  <a:pt x="103068" y="60636"/>
                  <a:pt x="103094" y="60584"/>
                </a:cubicBezTo>
                <a:close/>
                <a:moveTo>
                  <a:pt x="203286" y="58905"/>
                </a:moveTo>
                <a:cubicBezTo>
                  <a:pt x="203364" y="59153"/>
                  <a:pt x="203455" y="59413"/>
                  <a:pt x="203559" y="59647"/>
                </a:cubicBezTo>
                <a:cubicBezTo>
                  <a:pt x="203624" y="59777"/>
                  <a:pt x="203689" y="59907"/>
                  <a:pt x="203741" y="60037"/>
                </a:cubicBezTo>
                <a:cubicBezTo>
                  <a:pt x="203793" y="60180"/>
                  <a:pt x="203819" y="60310"/>
                  <a:pt x="203897" y="60440"/>
                </a:cubicBezTo>
                <a:cubicBezTo>
                  <a:pt x="203963" y="60544"/>
                  <a:pt x="204041" y="60636"/>
                  <a:pt x="204105" y="60740"/>
                </a:cubicBezTo>
                <a:cubicBezTo>
                  <a:pt x="204119" y="60766"/>
                  <a:pt x="204171" y="60805"/>
                  <a:pt x="204157" y="60844"/>
                </a:cubicBezTo>
                <a:cubicBezTo>
                  <a:pt x="204053" y="60818"/>
                  <a:pt x="203975" y="60714"/>
                  <a:pt x="203885" y="60648"/>
                </a:cubicBezTo>
                <a:cubicBezTo>
                  <a:pt x="203807" y="60596"/>
                  <a:pt x="203728" y="60558"/>
                  <a:pt x="203650" y="60518"/>
                </a:cubicBezTo>
                <a:cubicBezTo>
                  <a:pt x="203559" y="60466"/>
                  <a:pt x="203481" y="60414"/>
                  <a:pt x="203403" y="60336"/>
                </a:cubicBezTo>
                <a:cubicBezTo>
                  <a:pt x="203325" y="60258"/>
                  <a:pt x="203234" y="60220"/>
                  <a:pt x="203142" y="60168"/>
                </a:cubicBezTo>
                <a:cubicBezTo>
                  <a:pt x="202922" y="60024"/>
                  <a:pt x="202778" y="59803"/>
                  <a:pt x="202557" y="59673"/>
                </a:cubicBezTo>
                <a:cubicBezTo>
                  <a:pt x="202440" y="59595"/>
                  <a:pt x="202323" y="59555"/>
                  <a:pt x="202193" y="59503"/>
                </a:cubicBezTo>
                <a:cubicBezTo>
                  <a:pt x="202127" y="59477"/>
                  <a:pt x="202063" y="59451"/>
                  <a:pt x="201997" y="59413"/>
                </a:cubicBezTo>
                <a:cubicBezTo>
                  <a:pt x="202037" y="59373"/>
                  <a:pt x="202063" y="59335"/>
                  <a:pt x="202089" y="59283"/>
                </a:cubicBezTo>
                <a:cubicBezTo>
                  <a:pt x="202127" y="59205"/>
                  <a:pt x="202115" y="59191"/>
                  <a:pt x="202206" y="59191"/>
                </a:cubicBezTo>
                <a:cubicBezTo>
                  <a:pt x="202440" y="59191"/>
                  <a:pt x="202674" y="59283"/>
                  <a:pt x="202896" y="59347"/>
                </a:cubicBezTo>
                <a:cubicBezTo>
                  <a:pt x="202939" y="59355"/>
                  <a:pt x="202973" y="59366"/>
                  <a:pt x="203009" y="59366"/>
                </a:cubicBezTo>
                <a:cubicBezTo>
                  <a:pt x="203039" y="59366"/>
                  <a:pt x="203069" y="59358"/>
                  <a:pt x="203104" y="59335"/>
                </a:cubicBezTo>
                <a:cubicBezTo>
                  <a:pt x="203246" y="59243"/>
                  <a:pt x="203220" y="59127"/>
                  <a:pt x="203246" y="58970"/>
                </a:cubicBezTo>
                <a:cubicBezTo>
                  <a:pt x="203260" y="58944"/>
                  <a:pt x="203273" y="58918"/>
                  <a:pt x="203286" y="58905"/>
                </a:cubicBezTo>
                <a:close/>
                <a:moveTo>
                  <a:pt x="127791" y="59829"/>
                </a:moveTo>
                <a:cubicBezTo>
                  <a:pt x="127777" y="60168"/>
                  <a:pt x="127765" y="60506"/>
                  <a:pt x="127765" y="60844"/>
                </a:cubicBezTo>
                <a:cubicBezTo>
                  <a:pt x="127611" y="60820"/>
                  <a:pt x="127459" y="60807"/>
                  <a:pt x="127309" y="60807"/>
                </a:cubicBezTo>
                <a:cubicBezTo>
                  <a:pt x="127141" y="60807"/>
                  <a:pt x="126973" y="60823"/>
                  <a:pt x="126802" y="60857"/>
                </a:cubicBezTo>
                <a:cubicBezTo>
                  <a:pt x="126866" y="60818"/>
                  <a:pt x="126918" y="60766"/>
                  <a:pt x="126984" y="60727"/>
                </a:cubicBezTo>
                <a:cubicBezTo>
                  <a:pt x="127309" y="60466"/>
                  <a:pt x="127543" y="60168"/>
                  <a:pt x="127791" y="59829"/>
                </a:cubicBezTo>
                <a:close/>
                <a:moveTo>
                  <a:pt x="209662" y="55183"/>
                </a:moveTo>
                <a:cubicBezTo>
                  <a:pt x="209785" y="55183"/>
                  <a:pt x="209872" y="55343"/>
                  <a:pt x="209922" y="55444"/>
                </a:cubicBezTo>
                <a:cubicBezTo>
                  <a:pt x="210026" y="55639"/>
                  <a:pt x="210039" y="55822"/>
                  <a:pt x="210039" y="56042"/>
                </a:cubicBezTo>
                <a:cubicBezTo>
                  <a:pt x="210039" y="56160"/>
                  <a:pt x="210000" y="56238"/>
                  <a:pt x="210039" y="56328"/>
                </a:cubicBezTo>
                <a:cubicBezTo>
                  <a:pt x="210065" y="56381"/>
                  <a:pt x="210091" y="56433"/>
                  <a:pt x="210117" y="56498"/>
                </a:cubicBezTo>
                <a:cubicBezTo>
                  <a:pt x="210130" y="56537"/>
                  <a:pt x="210156" y="56576"/>
                  <a:pt x="210169" y="56615"/>
                </a:cubicBezTo>
                <a:cubicBezTo>
                  <a:pt x="210260" y="56771"/>
                  <a:pt x="210339" y="57031"/>
                  <a:pt x="210130" y="57123"/>
                </a:cubicBezTo>
                <a:cubicBezTo>
                  <a:pt x="210013" y="57175"/>
                  <a:pt x="209805" y="57123"/>
                  <a:pt x="209792" y="57279"/>
                </a:cubicBezTo>
                <a:cubicBezTo>
                  <a:pt x="209778" y="57343"/>
                  <a:pt x="209818" y="57421"/>
                  <a:pt x="209792" y="57487"/>
                </a:cubicBezTo>
                <a:cubicBezTo>
                  <a:pt x="209766" y="57526"/>
                  <a:pt x="209714" y="57539"/>
                  <a:pt x="209688" y="57565"/>
                </a:cubicBezTo>
                <a:cubicBezTo>
                  <a:pt x="209674" y="57604"/>
                  <a:pt x="209688" y="57643"/>
                  <a:pt x="209688" y="57669"/>
                </a:cubicBezTo>
                <a:cubicBezTo>
                  <a:pt x="209674" y="57734"/>
                  <a:pt x="209622" y="57773"/>
                  <a:pt x="209596" y="57838"/>
                </a:cubicBezTo>
                <a:cubicBezTo>
                  <a:pt x="209558" y="57929"/>
                  <a:pt x="209518" y="58008"/>
                  <a:pt x="209466" y="58086"/>
                </a:cubicBezTo>
                <a:cubicBezTo>
                  <a:pt x="209414" y="58202"/>
                  <a:pt x="209414" y="58384"/>
                  <a:pt x="209440" y="58514"/>
                </a:cubicBezTo>
                <a:cubicBezTo>
                  <a:pt x="209454" y="58593"/>
                  <a:pt x="209480" y="58710"/>
                  <a:pt x="209558" y="58736"/>
                </a:cubicBezTo>
                <a:cubicBezTo>
                  <a:pt x="209588" y="58740"/>
                  <a:pt x="209621" y="58742"/>
                  <a:pt x="209655" y="58742"/>
                </a:cubicBezTo>
                <a:cubicBezTo>
                  <a:pt x="209724" y="58742"/>
                  <a:pt x="209796" y="58736"/>
                  <a:pt x="209857" y="58736"/>
                </a:cubicBezTo>
                <a:cubicBezTo>
                  <a:pt x="209831" y="58736"/>
                  <a:pt x="209726" y="58801"/>
                  <a:pt x="209726" y="58827"/>
                </a:cubicBezTo>
                <a:cubicBezTo>
                  <a:pt x="209741" y="58835"/>
                  <a:pt x="209757" y="58839"/>
                  <a:pt x="209773" y="58839"/>
                </a:cubicBezTo>
                <a:cubicBezTo>
                  <a:pt x="209885" y="58839"/>
                  <a:pt x="210019" y="58661"/>
                  <a:pt x="210065" y="58593"/>
                </a:cubicBezTo>
                <a:cubicBezTo>
                  <a:pt x="210117" y="58528"/>
                  <a:pt x="210169" y="58436"/>
                  <a:pt x="210247" y="58410"/>
                </a:cubicBezTo>
                <a:cubicBezTo>
                  <a:pt x="210260" y="58407"/>
                  <a:pt x="210273" y="58406"/>
                  <a:pt x="210286" y="58406"/>
                </a:cubicBezTo>
                <a:cubicBezTo>
                  <a:pt x="210364" y="58406"/>
                  <a:pt x="210442" y="58455"/>
                  <a:pt x="210520" y="58455"/>
                </a:cubicBezTo>
                <a:cubicBezTo>
                  <a:pt x="210533" y="58455"/>
                  <a:pt x="210546" y="58453"/>
                  <a:pt x="210559" y="58450"/>
                </a:cubicBezTo>
                <a:cubicBezTo>
                  <a:pt x="210637" y="58424"/>
                  <a:pt x="210663" y="58346"/>
                  <a:pt x="210689" y="58268"/>
                </a:cubicBezTo>
                <a:cubicBezTo>
                  <a:pt x="210729" y="58124"/>
                  <a:pt x="210755" y="57981"/>
                  <a:pt x="210793" y="57851"/>
                </a:cubicBezTo>
                <a:cubicBezTo>
                  <a:pt x="210819" y="57773"/>
                  <a:pt x="210833" y="57786"/>
                  <a:pt x="210911" y="57773"/>
                </a:cubicBezTo>
                <a:cubicBezTo>
                  <a:pt x="210924" y="57773"/>
                  <a:pt x="210924" y="57760"/>
                  <a:pt x="210937" y="57760"/>
                </a:cubicBezTo>
                <a:lnTo>
                  <a:pt x="210937" y="57903"/>
                </a:lnTo>
                <a:cubicBezTo>
                  <a:pt x="210950" y="58072"/>
                  <a:pt x="210976" y="58242"/>
                  <a:pt x="210989" y="58410"/>
                </a:cubicBezTo>
                <a:cubicBezTo>
                  <a:pt x="211015" y="58710"/>
                  <a:pt x="211002" y="59009"/>
                  <a:pt x="211002" y="59309"/>
                </a:cubicBezTo>
                <a:cubicBezTo>
                  <a:pt x="211002" y="59335"/>
                  <a:pt x="210989" y="59373"/>
                  <a:pt x="210989" y="59413"/>
                </a:cubicBezTo>
                <a:cubicBezTo>
                  <a:pt x="210507" y="59686"/>
                  <a:pt x="210013" y="59998"/>
                  <a:pt x="209532" y="60388"/>
                </a:cubicBezTo>
                <a:cubicBezTo>
                  <a:pt x="209324" y="60544"/>
                  <a:pt x="209128" y="60727"/>
                  <a:pt x="208920" y="60909"/>
                </a:cubicBezTo>
                <a:cubicBezTo>
                  <a:pt x="208894" y="60857"/>
                  <a:pt x="208868" y="60805"/>
                  <a:pt x="208829" y="60766"/>
                </a:cubicBezTo>
                <a:cubicBezTo>
                  <a:pt x="208529" y="60350"/>
                  <a:pt x="208257" y="59920"/>
                  <a:pt x="207918" y="59529"/>
                </a:cubicBezTo>
                <a:cubicBezTo>
                  <a:pt x="207788" y="59373"/>
                  <a:pt x="207671" y="59217"/>
                  <a:pt x="207554" y="59035"/>
                </a:cubicBezTo>
                <a:cubicBezTo>
                  <a:pt x="207476" y="58905"/>
                  <a:pt x="207384" y="58801"/>
                  <a:pt x="207332" y="58658"/>
                </a:cubicBezTo>
                <a:cubicBezTo>
                  <a:pt x="207294" y="58554"/>
                  <a:pt x="207254" y="58436"/>
                  <a:pt x="207202" y="58332"/>
                </a:cubicBezTo>
                <a:cubicBezTo>
                  <a:pt x="207098" y="58098"/>
                  <a:pt x="206981" y="57864"/>
                  <a:pt x="206864" y="57643"/>
                </a:cubicBezTo>
                <a:cubicBezTo>
                  <a:pt x="206864" y="57630"/>
                  <a:pt x="206877" y="57617"/>
                  <a:pt x="206890" y="57617"/>
                </a:cubicBezTo>
                <a:cubicBezTo>
                  <a:pt x="206955" y="57539"/>
                  <a:pt x="206955" y="57435"/>
                  <a:pt x="207007" y="57343"/>
                </a:cubicBezTo>
                <a:cubicBezTo>
                  <a:pt x="207033" y="57279"/>
                  <a:pt x="207164" y="57253"/>
                  <a:pt x="207228" y="57239"/>
                </a:cubicBezTo>
                <a:cubicBezTo>
                  <a:pt x="207239" y="57238"/>
                  <a:pt x="207250" y="57237"/>
                  <a:pt x="207261" y="57237"/>
                </a:cubicBezTo>
                <a:cubicBezTo>
                  <a:pt x="207352" y="57237"/>
                  <a:pt x="207434" y="57279"/>
                  <a:pt x="207514" y="57279"/>
                </a:cubicBezTo>
                <a:cubicBezTo>
                  <a:pt x="207525" y="57280"/>
                  <a:pt x="207535" y="57280"/>
                  <a:pt x="207544" y="57280"/>
                </a:cubicBezTo>
                <a:cubicBezTo>
                  <a:pt x="207643" y="57280"/>
                  <a:pt x="207632" y="57217"/>
                  <a:pt x="207632" y="57109"/>
                </a:cubicBezTo>
                <a:cubicBezTo>
                  <a:pt x="207632" y="56979"/>
                  <a:pt x="207606" y="56967"/>
                  <a:pt x="207554" y="56862"/>
                </a:cubicBezTo>
                <a:cubicBezTo>
                  <a:pt x="207528" y="56810"/>
                  <a:pt x="207502" y="56732"/>
                  <a:pt x="207528" y="56680"/>
                </a:cubicBezTo>
                <a:cubicBezTo>
                  <a:pt x="207554" y="56576"/>
                  <a:pt x="207645" y="56602"/>
                  <a:pt x="207710" y="56550"/>
                </a:cubicBezTo>
                <a:cubicBezTo>
                  <a:pt x="207762" y="56498"/>
                  <a:pt x="207736" y="56407"/>
                  <a:pt x="207736" y="56328"/>
                </a:cubicBezTo>
                <a:cubicBezTo>
                  <a:pt x="207736" y="56238"/>
                  <a:pt x="207710" y="56108"/>
                  <a:pt x="207775" y="56042"/>
                </a:cubicBezTo>
                <a:cubicBezTo>
                  <a:pt x="207853" y="55964"/>
                  <a:pt x="208022" y="55952"/>
                  <a:pt x="208126" y="55926"/>
                </a:cubicBezTo>
                <a:cubicBezTo>
                  <a:pt x="208231" y="55900"/>
                  <a:pt x="208347" y="55900"/>
                  <a:pt x="208399" y="55808"/>
                </a:cubicBezTo>
                <a:cubicBezTo>
                  <a:pt x="208465" y="55704"/>
                  <a:pt x="208451" y="55574"/>
                  <a:pt x="208569" y="55509"/>
                </a:cubicBezTo>
                <a:cubicBezTo>
                  <a:pt x="208673" y="55457"/>
                  <a:pt x="208803" y="55457"/>
                  <a:pt x="208907" y="55405"/>
                </a:cubicBezTo>
                <a:cubicBezTo>
                  <a:pt x="209024" y="55353"/>
                  <a:pt x="209089" y="55249"/>
                  <a:pt x="209219" y="55223"/>
                </a:cubicBezTo>
                <a:cubicBezTo>
                  <a:pt x="209233" y="55221"/>
                  <a:pt x="209248" y="55220"/>
                  <a:pt x="209262" y="55220"/>
                </a:cubicBezTo>
                <a:cubicBezTo>
                  <a:pt x="209318" y="55220"/>
                  <a:pt x="209377" y="55232"/>
                  <a:pt x="209438" y="55232"/>
                </a:cubicBezTo>
                <a:cubicBezTo>
                  <a:pt x="209464" y="55232"/>
                  <a:pt x="209491" y="55230"/>
                  <a:pt x="209518" y="55223"/>
                </a:cubicBezTo>
                <a:cubicBezTo>
                  <a:pt x="209570" y="55223"/>
                  <a:pt x="209596" y="55197"/>
                  <a:pt x="209648" y="55183"/>
                </a:cubicBezTo>
                <a:cubicBezTo>
                  <a:pt x="209653" y="55183"/>
                  <a:pt x="209658" y="55183"/>
                  <a:pt x="209662" y="55183"/>
                </a:cubicBezTo>
                <a:close/>
                <a:moveTo>
                  <a:pt x="82535" y="60909"/>
                </a:moveTo>
                <a:cubicBezTo>
                  <a:pt x="82548" y="60974"/>
                  <a:pt x="82561" y="61039"/>
                  <a:pt x="82561" y="61104"/>
                </a:cubicBezTo>
                <a:lnTo>
                  <a:pt x="82509" y="61104"/>
                </a:lnTo>
                <a:cubicBezTo>
                  <a:pt x="82522" y="61039"/>
                  <a:pt x="82535" y="60974"/>
                  <a:pt x="82535" y="60909"/>
                </a:cubicBezTo>
                <a:close/>
                <a:moveTo>
                  <a:pt x="82600" y="60818"/>
                </a:moveTo>
                <a:lnTo>
                  <a:pt x="82600" y="60818"/>
                </a:lnTo>
                <a:cubicBezTo>
                  <a:pt x="82639" y="60909"/>
                  <a:pt x="82652" y="61013"/>
                  <a:pt x="82652" y="61117"/>
                </a:cubicBezTo>
                <a:cubicBezTo>
                  <a:pt x="82626" y="61117"/>
                  <a:pt x="82600" y="61104"/>
                  <a:pt x="82574" y="61104"/>
                </a:cubicBezTo>
                <a:cubicBezTo>
                  <a:pt x="82600" y="61013"/>
                  <a:pt x="82626" y="60909"/>
                  <a:pt x="82600" y="60818"/>
                </a:cubicBezTo>
                <a:close/>
                <a:moveTo>
                  <a:pt x="82340" y="60662"/>
                </a:moveTo>
                <a:cubicBezTo>
                  <a:pt x="82405" y="60792"/>
                  <a:pt x="82418" y="60974"/>
                  <a:pt x="82366" y="61117"/>
                </a:cubicBezTo>
                <a:cubicBezTo>
                  <a:pt x="82431" y="60987"/>
                  <a:pt x="82444" y="60844"/>
                  <a:pt x="82405" y="60714"/>
                </a:cubicBezTo>
                <a:lnTo>
                  <a:pt x="82405" y="60714"/>
                </a:lnTo>
                <a:cubicBezTo>
                  <a:pt x="82483" y="60831"/>
                  <a:pt x="82509" y="60974"/>
                  <a:pt x="82483" y="61104"/>
                </a:cubicBezTo>
                <a:cubicBezTo>
                  <a:pt x="82444" y="61104"/>
                  <a:pt x="82405" y="61104"/>
                  <a:pt x="82366" y="61117"/>
                </a:cubicBezTo>
                <a:cubicBezTo>
                  <a:pt x="82340" y="61117"/>
                  <a:pt x="82327" y="61130"/>
                  <a:pt x="82314" y="61143"/>
                </a:cubicBezTo>
                <a:cubicBezTo>
                  <a:pt x="82171" y="61065"/>
                  <a:pt x="82015" y="61026"/>
                  <a:pt x="81859" y="61000"/>
                </a:cubicBezTo>
                <a:lnTo>
                  <a:pt x="81859" y="60961"/>
                </a:lnTo>
                <a:cubicBezTo>
                  <a:pt x="81859" y="60929"/>
                  <a:pt x="81894" y="60906"/>
                  <a:pt x="81921" y="60906"/>
                </a:cubicBezTo>
                <a:cubicBezTo>
                  <a:pt x="81927" y="60906"/>
                  <a:pt x="81932" y="60907"/>
                  <a:pt x="81937" y="60909"/>
                </a:cubicBezTo>
                <a:cubicBezTo>
                  <a:pt x="81923" y="60896"/>
                  <a:pt x="81923" y="60870"/>
                  <a:pt x="81911" y="60857"/>
                </a:cubicBezTo>
                <a:cubicBezTo>
                  <a:pt x="81963" y="60831"/>
                  <a:pt x="82015" y="60818"/>
                  <a:pt x="82067" y="60792"/>
                </a:cubicBezTo>
                <a:cubicBezTo>
                  <a:pt x="82041" y="60779"/>
                  <a:pt x="82015" y="60766"/>
                  <a:pt x="81975" y="60740"/>
                </a:cubicBezTo>
                <a:cubicBezTo>
                  <a:pt x="82093" y="60700"/>
                  <a:pt x="82209" y="60674"/>
                  <a:pt x="82340" y="60662"/>
                </a:cubicBezTo>
                <a:close/>
                <a:moveTo>
                  <a:pt x="82743" y="60857"/>
                </a:moveTo>
                <a:cubicBezTo>
                  <a:pt x="82754" y="60935"/>
                  <a:pt x="82766" y="61024"/>
                  <a:pt x="82769" y="61104"/>
                </a:cubicBezTo>
                <a:lnTo>
                  <a:pt x="82769" y="61104"/>
                </a:lnTo>
                <a:cubicBezTo>
                  <a:pt x="82755" y="61104"/>
                  <a:pt x="82730" y="61105"/>
                  <a:pt x="82717" y="61117"/>
                </a:cubicBezTo>
                <a:cubicBezTo>
                  <a:pt x="82730" y="61117"/>
                  <a:pt x="82743" y="61105"/>
                  <a:pt x="82769" y="61104"/>
                </a:cubicBezTo>
                <a:lnTo>
                  <a:pt x="82769" y="61104"/>
                </a:lnTo>
                <a:cubicBezTo>
                  <a:pt x="82769" y="61117"/>
                  <a:pt x="82769" y="61130"/>
                  <a:pt x="82769" y="61143"/>
                </a:cubicBezTo>
                <a:cubicBezTo>
                  <a:pt x="82795" y="61065"/>
                  <a:pt x="82822" y="60974"/>
                  <a:pt x="82822" y="60883"/>
                </a:cubicBezTo>
                <a:cubicBezTo>
                  <a:pt x="82834" y="60987"/>
                  <a:pt x="82834" y="61091"/>
                  <a:pt x="82834" y="61182"/>
                </a:cubicBezTo>
                <a:lnTo>
                  <a:pt x="82704" y="61182"/>
                </a:lnTo>
                <a:cubicBezTo>
                  <a:pt x="82704" y="61156"/>
                  <a:pt x="82717" y="61143"/>
                  <a:pt x="82717" y="61117"/>
                </a:cubicBezTo>
                <a:cubicBezTo>
                  <a:pt x="82743" y="61026"/>
                  <a:pt x="82743" y="60935"/>
                  <a:pt x="82743" y="60857"/>
                </a:cubicBezTo>
                <a:close/>
                <a:moveTo>
                  <a:pt x="82822" y="61221"/>
                </a:moveTo>
                <a:lnTo>
                  <a:pt x="82822" y="61287"/>
                </a:lnTo>
                <a:cubicBezTo>
                  <a:pt x="82769" y="61273"/>
                  <a:pt x="82730" y="61261"/>
                  <a:pt x="82678" y="61247"/>
                </a:cubicBezTo>
                <a:lnTo>
                  <a:pt x="82678" y="61234"/>
                </a:lnTo>
                <a:cubicBezTo>
                  <a:pt x="82730" y="61234"/>
                  <a:pt x="82782" y="61234"/>
                  <a:pt x="82822" y="61221"/>
                </a:cubicBezTo>
                <a:close/>
                <a:moveTo>
                  <a:pt x="99659" y="61261"/>
                </a:moveTo>
                <a:cubicBezTo>
                  <a:pt x="99711" y="61261"/>
                  <a:pt x="99750" y="61287"/>
                  <a:pt x="99789" y="61313"/>
                </a:cubicBezTo>
                <a:cubicBezTo>
                  <a:pt x="99555" y="61339"/>
                  <a:pt x="99321" y="61365"/>
                  <a:pt x="99099" y="61403"/>
                </a:cubicBezTo>
                <a:cubicBezTo>
                  <a:pt x="99151" y="61351"/>
                  <a:pt x="99203" y="61299"/>
                  <a:pt x="99281" y="61299"/>
                </a:cubicBezTo>
                <a:cubicBezTo>
                  <a:pt x="99297" y="61296"/>
                  <a:pt x="99314" y="61296"/>
                  <a:pt x="99331" y="61296"/>
                </a:cubicBezTo>
                <a:cubicBezTo>
                  <a:pt x="99379" y="61296"/>
                  <a:pt x="99430" y="61303"/>
                  <a:pt x="99482" y="61303"/>
                </a:cubicBezTo>
                <a:cubicBezTo>
                  <a:pt x="99502" y="61303"/>
                  <a:pt x="99522" y="61302"/>
                  <a:pt x="99541" y="61299"/>
                </a:cubicBezTo>
                <a:cubicBezTo>
                  <a:pt x="99581" y="61287"/>
                  <a:pt x="99607" y="61273"/>
                  <a:pt x="99659" y="61261"/>
                </a:cubicBezTo>
                <a:close/>
                <a:moveTo>
                  <a:pt x="80844" y="60688"/>
                </a:moveTo>
                <a:cubicBezTo>
                  <a:pt x="80870" y="60753"/>
                  <a:pt x="80922" y="60818"/>
                  <a:pt x="80986" y="60844"/>
                </a:cubicBezTo>
                <a:cubicBezTo>
                  <a:pt x="80882" y="60922"/>
                  <a:pt x="80818" y="61052"/>
                  <a:pt x="80908" y="61208"/>
                </a:cubicBezTo>
                <a:lnTo>
                  <a:pt x="80908" y="61221"/>
                </a:lnTo>
                <a:cubicBezTo>
                  <a:pt x="80922" y="61247"/>
                  <a:pt x="80934" y="61261"/>
                  <a:pt x="80948" y="61273"/>
                </a:cubicBezTo>
                <a:cubicBezTo>
                  <a:pt x="80882" y="61325"/>
                  <a:pt x="80818" y="61365"/>
                  <a:pt x="80766" y="61429"/>
                </a:cubicBezTo>
                <a:cubicBezTo>
                  <a:pt x="80700" y="61469"/>
                  <a:pt x="80648" y="61521"/>
                  <a:pt x="80596" y="61573"/>
                </a:cubicBezTo>
                <a:cubicBezTo>
                  <a:pt x="80492" y="61429"/>
                  <a:pt x="80414" y="61247"/>
                  <a:pt x="80401" y="61065"/>
                </a:cubicBezTo>
                <a:lnTo>
                  <a:pt x="80401" y="61065"/>
                </a:lnTo>
                <a:cubicBezTo>
                  <a:pt x="80427" y="61182"/>
                  <a:pt x="80531" y="61313"/>
                  <a:pt x="80622" y="61403"/>
                </a:cubicBezTo>
                <a:cubicBezTo>
                  <a:pt x="80570" y="61325"/>
                  <a:pt x="80544" y="61221"/>
                  <a:pt x="80531" y="61130"/>
                </a:cubicBezTo>
                <a:lnTo>
                  <a:pt x="80531" y="61130"/>
                </a:lnTo>
                <a:cubicBezTo>
                  <a:pt x="80583" y="61247"/>
                  <a:pt x="80662" y="61339"/>
                  <a:pt x="80766" y="61429"/>
                </a:cubicBezTo>
                <a:cubicBezTo>
                  <a:pt x="80609" y="61273"/>
                  <a:pt x="80531" y="61065"/>
                  <a:pt x="80544" y="60857"/>
                </a:cubicBezTo>
                <a:lnTo>
                  <a:pt x="80544" y="60857"/>
                </a:lnTo>
                <a:cubicBezTo>
                  <a:pt x="80583" y="61039"/>
                  <a:pt x="80700" y="61195"/>
                  <a:pt x="80856" y="61299"/>
                </a:cubicBezTo>
                <a:cubicBezTo>
                  <a:pt x="80700" y="61182"/>
                  <a:pt x="80596" y="60961"/>
                  <a:pt x="80596" y="60766"/>
                </a:cubicBezTo>
                <a:cubicBezTo>
                  <a:pt x="80674" y="60740"/>
                  <a:pt x="80766" y="60714"/>
                  <a:pt x="80844" y="60688"/>
                </a:cubicBezTo>
                <a:close/>
                <a:moveTo>
                  <a:pt x="127751" y="61143"/>
                </a:moveTo>
                <a:lnTo>
                  <a:pt x="127751" y="61143"/>
                </a:lnTo>
                <a:cubicBezTo>
                  <a:pt x="127739" y="61351"/>
                  <a:pt x="127739" y="61559"/>
                  <a:pt x="127725" y="61755"/>
                </a:cubicBezTo>
                <a:cubicBezTo>
                  <a:pt x="127673" y="61715"/>
                  <a:pt x="127635" y="61663"/>
                  <a:pt x="127583" y="61625"/>
                </a:cubicBezTo>
                <a:cubicBezTo>
                  <a:pt x="127439" y="61507"/>
                  <a:pt x="127296" y="61391"/>
                  <a:pt x="127140" y="61287"/>
                </a:cubicBezTo>
                <a:cubicBezTo>
                  <a:pt x="127361" y="61273"/>
                  <a:pt x="127557" y="61221"/>
                  <a:pt x="127751" y="61143"/>
                </a:cubicBezTo>
                <a:close/>
                <a:moveTo>
                  <a:pt x="95449" y="60670"/>
                </a:moveTo>
                <a:cubicBezTo>
                  <a:pt x="95525" y="60670"/>
                  <a:pt x="95601" y="60680"/>
                  <a:pt x="95664" y="60727"/>
                </a:cubicBezTo>
                <a:cubicBezTo>
                  <a:pt x="95729" y="60766"/>
                  <a:pt x="95742" y="60818"/>
                  <a:pt x="95794" y="60870"/>
                </a:cubicBezTo>
                <a:cubicBezTo>
                  <a:pt x="95807" y="60883"/>
                  <a:pt x="95833" y="60896"/>
                  <a:pt x="95859" y="60909"/>
                </a:cubicBezTo>
                <a:cubicBezTo>
                  <a:pt x="95898" y="60948"/>
                  <a:pt x="95924" y="61026"/>
                  <a:pt x="95976" y="61052"/>
                </a:cubicBezTo>
                <a:cubicBezTo>
                  <a:pt x="96005" y="61072"/>
                  <a:pt x="96037" y="61077"/>
                  <a:pt x="96071" y="61077"/>
                </a:cubicBezTo>
                <a:cubicBezTo>
                  <a:pt x="96108" y="61077"/>
                  <a:pt x="96148" y="61071"/>
                  <a:pt x="96186" y="61071"/>
                </a:cubicBezTo>
                <a:cubicBezTo>
                  <a:pt x="96208" y="61071"/>
                  <a:pt x="96229" y="61072"/>
                  <a:pt x="96250" y="61078"/>
                </a:cubicBezTo>
                <a:cubicBezTo>
                  <a:pt x="96256" y="61081"/>
                  <a:pt x="96262" y="61082"/>
                  <a:pt x="96266" y="61082"/>
                </a:cubicBezTo>
                <a:cubicBezTo>
                  <a:pt x="96272" y="61082"/>
                  <a:pt x="96276" y="61081"/>
                  <a:pt x="96281" y="61081"/>
                </a:cubicBezTo>
                <a:cubicBezTo>
                  <a:pt x="96289" y="61081"/>
                  <a:pt x="96295" y="61085"/>
                  <a:pt x="96302" y="61104"/>
                </a:cubicBezTo>
                <a:cubicBezTo>
                  <a:pt x="96314" y="61143"/>
                  <a:pt x="96236" y="61287"/>
                  <a:pt x="96224" y="61299"/>
                </a:cubicBezTo>
                <a:cubicBezTo>
                  <a:pt x="96132" y="61429"/>
                  <a:pt x="95976" y="61507"/>
                  <a:pt x="95820" y="61521"/>
                </a:cubicBezTo>
                <a:cubicBezTo>
                  <a:pt x="95755" y="61521"/>
                  <a:pt x="95690" y="61521"/>
                  <a:pt x="95638" y="61507"/>
                </a:cubicBezTo>
                <a:cubicBezTo>
                  <a:pt x="95573" y="61495"/>
                  <a:pt x="95534" y="61455"/>
                  <a:pt x="95469" y="61455"/>
                </a:cubicBezTo>
                <a:cubicBezTo>
                  <a:pt x="95417" y="61455"/>
                  <a:pt x="95339" y="61481"/>
                  <a:pt x="95287" y="61507"/>
                </a:cubicBezTo>
                <a:cubicBezTo>
                  <a:pt x="95221" y="61547"/>
                  <a:pt x="95183" y="61625"/>
                  <a:pt x="95105" y="61651"/>
                </a:cubicBezTo>
                <a:cubicBezTo>
                  <a:pt x="95072" y="61664"/>
                  <a:pt x="95039" y="61664"/>
                  <a:pt x="95005" y="61664"/>
                </a:cubicBezTo>
                <a:cubicBezTo>
                  <a:pt x="94971" y="61664"/>
                  <a:pt x="94936" y="61664"/>
                  <a:pt x="94897" y="61677"/>
                </a:cubicBezTo>
                <a:cubicBezTo>
                  <a:pt x="94857" y="61689"/>
                  <a:pt x="94831" y="61729"/>
                  <a:pt x="94793" y="61741"/>
                </a:cubicBezTo>
                <a:cubicBezTo>
                  <a:pt x="94756" y="61760"/>
                  <a:pt x="94720" y="61767"/>
                  <a:pt x="94686" y="61767"/>
                </a:cubicBezTo>
                <a:cubicBezTo>
                  <a:pt x="94588" y="61767"/>
                  <a:pt x="94497" y="61712"/>
                  <a:pt x="94403" y="61712"/>
                </a:cubicBezTo>
                <a:cubicBezTo>
                  <a:pt x="94389" y="61712"/>
                  <a:pt x="94376" y="61713"/>
                  <a:pt x="94363" y="61715"/>
                </a:cubicBezTo>
                <a:cubicBezTo>
                  <a:pt x="94348" y="61717"/>
                  <a:pt x="94334" y="61718"/>
                  <a:pt x="94320" y="61718"/>
                </a:cubicBezTo>
                <a:cubicBezTo>
                  <a:pt x="94160" y="61718"/>
                  <a:pt x="94050" y="61585"/>
                  <a:pt x="94050" y="61429"/>
                </a:cubicBezTo>
                <a:cubicBezTo>
                  <a:pt x="94038" y="61273"/>
                  <a:pt x="94168" y="61234"/>
                  <a:pt x="94272" y="61169"/>
                </a:cubicBezTo>
                <a:cubicBezTo>
                  <a:pt x="94376" y="61117"/>
                  <a:pt x="94454" y="61026"/>
                  <a:pt x="94571" y="61013"/>
                </a:cubicBezTo>
                <a:cubicBezTo>
                  <a:pt x="94649" y="61000"/>
                  <a:pt x="94727" y="60987"/>
                  <a:pt x="94805" y="60987"/>
                </a:cubicBezTo>
                <a:cubicBezTo>
                  <a:pt x="94825" y="60987"/>
                  <a:pt x="94845" y="60990"/>
                  <a:pt x="94865" y="60990"/>
                </a:cubicBezTo>
                <a:cubicBezTo>
                  <a:pt x="94884" y="60990"/>
                  <a:pt x="94903" y="60987"/>
                  <a:pt x="94923" y="60974"/>
                </a:cubicBezTo>
                <a:lnTo>
                  <a:pt x="94923" y="60896"/>
                </a:lnTo>
                <a:cubicBezTo>
                  <a:pt x="94949" y="60896"/>
                  <a:pt x="94949" y="60883"/>
                  <a:pt x="94949" y="60857"/>
                </a:cubicBezTo>
                <a:lnTo>
                  <a:pt x="94949" y="60818"/>
                </a:lnTo>
                <a:cubicBezTo>
                  <a:pt x="94961" y="60766"/>
                  <a:pt x="94975" y="60766"/>
                  <a:pt x="95027" y="60740"/>
                </a:cubicBezTo>
                <a:cubicBezTo>
                  <a:pt x="95091" y="60700"/>
                  <a:pt x="95157" y="60674"/>
                  <a:pt x="95299" y="60674"/>
                </a:cubicBezTo>
                <a:cubicBezTo>
                  <a:pt x="95346" y="60674"/>
                  <a:pt x="95398" y="60670"/>
                  <a:pt x="95449" y="60670"/>
                </a:cubicBezTo>
                <a:close/>
                <a:moveTo>
                  <a:pt x="76669" y="62174"/>
                </a:moveTo>
                <a:lnTo>
                  <a:pt x="76669" y="62174"/>
                </a:lnTo>
                <a:cubicBezTo>
                  <a:pt x="76685" y="62181"/>
                  <a:pt x="76702" y="62189"/>
                  <a:pt x="76718" y="62197"/>
                </a:cubicBezTo>
                <a:cubicBezTo>
                  <a:pt x="76702" y="62188"/>
                  <a:pt x="76686" y="62180"/>
                  <a:pt x="76669" y="62174"/>
                </a:cubicBezTo>
                <a:close/>
                <a:moveTo>
                  <a:pt x="74533" y="62288"/>
                </a:moveTo>
                <a:cubicBezTo>
                  <a:pt x="74494" y="62296"/>
                  <a:pt x="74454" y="62304"/>
                  <a:pt x="74416" y="62314"/>
                </a:cubicBezTo>
                <a:cubicBezTo>
                  <a:pt x="74454" y="62306"/>
                  <a:pt x="74493" y="62297"/>
                  <a:pt x="74533" y="62288"/>
                </a:cubicBezTo>
                <a:close/>
                <a:moveTo>
                  <a:pt x="77878" y="62434"/>
                </a:moveTo>
                <a:lnTo>
                  <a:pt x="77878" y="62434"/>
                </a:lnTo>
                <a:cubicBezTo>
                  <a:pt x="77896" y="62451"/>
                  <a:pt x="77912" y="62467"/>
                  <a:pt x="77929" y="62484"/>
                </a:cubicBezTo>
                <a:cubicBezTo>
                  <a:pt x="77913" y="62466"/>
                  <a:pt x="77896" y="62450"/>
                  <a:pt x="77878" y="62434"/>
                </a:cubicBezTo>
                <a:close/>
                <a:moveTo>
                  <a:pt x="79027" y="62480"/>
                </a:moveTo>
                <a:lnTo>
                  <a:pt x="79027" y="62480"/>
                </a:lnTo>
                <a:cubicBezTo>
                  <a:pt x="79030" y="62485"/>
                  <a:pt x="79032" y="62491"/>
                  <a:pt x="79035" y="62496"/>
                </a:cubicBezTo>
                <a:cubicBezTo>
                  <a:pt x="79032" y="62491"/>
                  <a:pt x="79030" y="62485"/>
                  <a:pt x="79027" y="62480"/>
                </a:cubicBezTo>
                <a:close/>
                <a:moveTo>
                  <a:pt x="79158" y="62473"/>
                </a:moveTo>
                <a:lnTo>
                  <a:pt x="79158" y="62473"/>
                </a:lnTo>
                <a:cubicBezTo>
                  <a:pt x="79165" y="62481"/>
                  <a:pt x="79171" y="62488"/>
                  <a:pt x="79178" y="62496"/>
                </a:cubicBezTo>
                <a:cubicBezTo>
                  <a:pt x="79171" y="62488"/>
                  <a:pt x="79165" y="62481"/>
                  <a:pt x="79158" y="62473"/>
                </a:cubicBezTo>
                <a:close/>
                <a:moveTo>
                  <a:pt x="73836" y="62519"/>
                </a:moveTo>
                <a:cubicBezTo>
                  <a:pt x="73834" y="62520"/>
                  <a:pt x="73832" y="62521"/>
                  <a:pt x="73830" y="62522"/>
                </a:cubicBezTo>
                <a:lnTo>
                  <a:pt x="73836" y="62519"/>
                </a:lnTo>
                <a:close/>
                <a:moveTo>
                  <a:pt x="73846" y="62626"/>
                </a:moveTo>
                <a:cubicBezTo>
                  <a:pt x="73840" y="62631"/>
                  <a:pt x="73835" y="62635"/>
                  <a:pt x="73830" y="62640"/>
                </a:cubicBezTo>
                <a:cubicBezTo>
                  <a:pt x="73835" y="62635"/>
                  <a:pt x="73840" y="62631"/>
                  <a:pt x="73846" y="62626"/>
                </a:cubicBezTo>
                <a:close/>
                <a:moveTo>
                  <a:pt x="205509" y="56964"/>
                </a:moveTo>
                <a:cubicBezTo>
                  <a:pt x="205608" y="56964"/>
                  <a:pt x="205635" y="57017"/>
                  <a:pt x="205693" y="57123"/>
                </a:cubicBezTo>
                <a:cubicBezTo>
                  <a:pt x="205745" y="57213"/>
                  <a:pt x="205810" y="57239"/>
                  <a:pt x="205901" y="57291"/>
                </a:cubicBezTo>
                <a:cubicBezTo>
                  <a:pt x="205962" y="57315"/>
                  <a:pt x="206033" y="57384"/>
                  <a:pt x="206115" y="57384"/>
                </a:cubicBezTo>
                <a:cubicBezTo>
                  <a:pt x="206122" y="57384"/>
                  <a:pt x="206129" y="57384"/>
                  <a:pt x="206135" y="57383"/>
                </a:cubicBezTo>
                <a:cubicBezTo>
                  <a:pt x="206187" y="57591"/>
                  <a:pt x="206239" y="57799"/>
                  <a:pt x="206331" y="57994"/>
                </a:cubicBezTo>
                <a:cubicBezTo>
                  <a:pt x="206499" y="58358"/>
                  <a:pt x="206591" y="58775"/>
                  <a:pt x="206773" y="59139"/>
                </a:cubicBezTo>
                <a:cubicBezTo>
                  <a:pt x="206864" y="59321"/>
                  <a:pt x="206968" y="59477"/>
                  <a:pt x="207072" y="59647"/>
                </a:cubicBezTo>
                <a:cubicBezTo>
                  <a:pt x="207242" y="59894"/>
                  <a:pt x="207384" y="60154"/>
                  <a:pt x="207554" y="60402"/>
                </a:cubicBezTo>
                <a:cubicBezTo>
                  <a:pt x="207723" y="60636"/>
                  <a:pt x="207853" y="60909"/>
                  <a:pt x="208035" y="61143"/>
                </a:cubicBezTo>
                <a:cubicBezTo>
                  <a:pt x="208126" y="61261"/>
                  <a:pt x="208243" y="61365"/>
                  <a:pt x="208335" y="61469"/>
                </a:cubicBezTo>
                <a:cubicBezTo>
                  <a:pt x="207853" y="61950"/>
                  <a:pt x="207346" y="62406"/>
                  <a:pt x="206773" y="62718"/>
                </a:cubicBezTo>
                <a:cubicBezTo>
                  <a:pt x="206734" y="62652"/>
                  <a:pt x="206695" y="62588"/>
                  <a:pt x="206643" y="62536"/>
                </a:cubicBezTo>
                <a:cubicBezTo>
                  <a:pt x="206565" y="62444"/>
                  <a:pt x="206447" y="62392"/>
                  <a:pt x="206357" y="62301"/>
                </a:cubicBezTo>
                <a:cubicBezTo>
                  <a:pt x="206253" y="62210"/>
                  <a:pt x="206135" y="62132"/>
                  <a:pt x="206019" y="62054"/>
                </a:cubicBezTo>
                <a:cubicBezTo>
                  <a:pt x="205888" y="61963"/>
                  <a:pt x="205771" y="61898"/>
                  <a:pt x="205667" y="61755"/>
                </a:cubicBezTo>
                <a:cubicBezTo>
                  <a:pt x="205563" y="61625"/>
                  <a:pt x="205485" y="61521"/>
                  <a:pt x="205354" y="61403"/>
                </a:cubicBezTo>
                <a:cubicBezTo>
                  <a:pt x="205198" y="61261"/>
                  <a:pt x="205094" y="61091"/>
                  <a:pt x="204978" y="60922"/>
                </a:cubicBezTo>
                <a:cubicBezTo>
                  <a:pt x="204860" y="60766"/>
                  <a:pt x="204743" y="60610"/>
                  <a:pt x="204639" y="60440"/>
                </a:cubicBezTo>
                <a:cubicBezTo>
                  <a:pt x="204561" y="60310"/>
                  <a:pt x="204444" y="60194"/>
                  <a:pt x="204379" y="60063"/>
                </a:cubicBezTo>
                <a:cubicBezTo>
                  <a:pt x="204339" y="59946"/>
                  <a:pt x="204327" y="59829"/>
                  <a:pt x="204287" y="59725"/>
                </a:cubicBezTo>
                <a:cubicBezTo>
                  <a:pt x="204235" y="59621"/>
                  <a:pt x="204209" y="59517"/>
                  <a:pt x="204171" y="59413"/>
                </a:cubicBezTo>
                <a:cubicBezTo>
                  <a:pt x="204131" y="59309"/>
                  <a:pt x="204053" y="59217"/>
                  <a:pt x="204027" y="59113"/>
                </a:cubicBezTo>
                <a:cubicBezTo>
                  <a:pt x="204015" y="59061"/>
                  <a:pt x="204015" y="59009"/>
                  <a:pt x="203989" y="58957"/>
                </a:cubicBezTo>
                <a:cubicBezTo>
                  <a:pt x="203963" y="58905"/>
                  <a:pt x="203937" y="58853"/>
                  <a:pt x="203923" y="58801"/>
                </a:cubicBezTo>
                <a:cubicBezTo>
                  <a:pt x="203911" y="58775"/>
                  <a:pt x="203911" y="58749"/>
                  <a:pt x="203897" y="58723"/>
                </a:cubicBezTo>
                <a:cubicBezTo>
                  <a:pt x="203949" y="58658"/>
                  <a:pt x="203975" y="58567"/>
                  <a:pt x="204001" y="58462"/>
                </a:cubicBezTo>
                <a:cubicBezTo>
                  <a:pt x="204053" y="58346"/>
                  <a:pt x="204053" y="58216"/>
                  <a:pt x="204105" y="58098"/>
                </a:cubicBezTo>
                <a:cubicBezTo>
                  <a:pt x="204145" y="58034"/>
                  <a:pt x="204183" y="57916"/>
                  <a:pt x="204223" y="57864"/>
                </a:cubicBezTo>
                <a:cubicBezTo>
                  <a:pt x="204283" y="57804"/>
                  <a:pt x="204421" y="57767"/>
                  <a:pt x="204539" y="57767"/>
                </a:cubicBezTo>
                <a:cubicBezTo>
                  <a:pt x="204600" y="57767"/>
                  <a:pt x="204656" y="57777"/>
                  <a:pt x="204691" y="57799"/>
                </a:cubicBezTo>
                <a:cubicBezTo>
                  <a:pt x="204704" y="57721"/>
                  <a:pt x="204717" y="57630"/>
                  <a:pt x="204769" y="57565"/>
                </a:cubicBezTo>
                <a:cubicBezTo>
                  <a:pt x="204847" y="57447"/>
                  <a:pt x="204990" y="57461"/>
                  <a:pt x="205082" y="57357"/>
                </a:cubicBezTo>
                <a:cubicBezTo>
                  <a:pt x="205146" y="57265"/>
                  <a:pt x="205146" y="57201"/>
                  <a:pt x="205160" y="57097"/>
                </a:cubicBezTo>
                <a:cubicBezTo>
                  <a:pt x="205179" y="56980"/>
                  <a:pt x="205272" y="56965"/>
                  <a:pt x="205372" y="56965"/>
                </a:cubicBezTo>
                <a:cubicBezTo>
                  <a:pt x="205405" y="56965"/>
                  <a:pt x="205440" y="56967"/>
                  <a:pt x="205472" y="56967"/>
                </a:cubicBezTo>
                <a:cubicBezTo>
                  <a:pt x="205485" y="56965"/>
                  <a:pt x="205498" y="56964"/>
                  <a:pt x="205509" y="56964"/>
                </a:cubicBezTo>
                <a:close/>
                <a:moveTo>
                  <a:pt x="74936" y="62782"/>
                </a:moveTo>
                <a:cubicBezTo>
                  <a:pt x="75053" y="62782"/>
                  <a:pt x="75157" y="62782"/>
                  <a:pt x="75261" y="62796"/>
                </a:cubicBezTo>
                <a:lnTo>
                  <a:pt x="75053" y="62848"/>
                </a:lnTo>
                <a:lnTo>
                  <a:pt x="75235" y="62860"/>
                </a:lnTo>
                <a:cubicBezTo>
                  <a:pt x="75197" y="62874"/>
                  <a:pt x="75144" y="62886"/>
                  <a:pt x="75092" y="62900"/>
                </a:cubicBezTo>
                <a:cubicBezTo>
                  <a:pt x="75066" y="62874"/>
                  <a:pt x="75053" y="62848"/>
                  <a:pt x="75027" y="62822"/>
                </a:cubicBezTo>
                <a:lnTo>
                  <a:pt x="75027" y="62822"/>
                </a:lnTo>
                <a:cubicBezTo>
                  <a:pt x="75027" y="62848"/>
                  <a:pt x="75040" y="62886"/>
                  <a:pt x="75053" y="62913"/>
                </a:cubicBezTo>
                <a:cubicBezTo>
                  <a:pt x="75040" y="62926"/>
                  <a:pt x="75040" y="62926"/>
                  <a:pt x="75027" y="62926"/>
                </a:cubicBezTo>
                <a:cubicBezTo>
                  <a:pt x="75001" y="62874"/>
                  <a:pt x="74975" y="62834"/>
                  <a:pt x="74936" y="62782"/>
                </a:cubicBezTo>
                <a:close/>
                <a:moveTo>
                  <a:pt x="75417" y="62939"/>
                </a:moveTo>
                <a:cubicBezTo>
                  <a:pt x="75327" y="62965"/>
                  <a:pt x="75249" y="62991"/>
                  <a:pt x="75157" y="63017"/>
                </a:cubicBezTo>
                <a:cubicBezTo>
                  <a:pt x="75144" y="62991"/>
                  <a:pt x="75131" y="62978"/>
                  <a:pt x="75118" y="62952"/>
                </a:cubicBezTo>
                <a:cubicBezTo>
                  <a:pt x="75223" y="62952"/>
                  <a:pt x="75313" y="62939"/>
                  <a:pt x="75417" y="62939"/>
                </a:cubicBezTo>
                <a:close/>
                <a:moveTo>
                  <a:pt x="126255" y="62704"/>
                </a:moveTo>
                <a:cubicBezTo>
                  <a:pt x="126281" y="62834"/>
                  <a:pt x="126307" y="62952"/>
                  <a:pt x="126333" y="63069"/>
                </a:cubicBezTo>
                <a:cubicBezTo>
                  <a:pt x="126307" y="63017"/>
                  <a:pt x="126281" y="62952"/>
                  <a:pt x="126242" y="62900"/>
                </a:cubicBezTo>
                <a:cubicBezTo>
                  <a:pt x="126255" y="62834"/>
                  <a:pt x="126255" y="62770"/>
                  <a:pt x="126255" y="62704"/>
                </a:cubicBezTo>
                <a:close/>
                <a:moveTo>
                  <a:pt x="75197" y="63082"/>
                </a:moveTo>
                <a:cubicBezTo>
                  <a:pt x="75287" y="63082"/>
                  <a:pt x="75379" y="63095"/>
                  <a:pt x="75469" y="63108"/>
                </a:cubicBezTo>
                <a:lnTo>
                  <a:pt x="75469" y="63121"/>
                </a:lnTo>
                <a:cubicBezTo>
                  <a:pt x="75405" y="63134"/>
                  <a:pt x="75327" y="63134"/>
                  <a:pt x="75261" y="63147"/>
                </a:cubicBezTo>
                <a:cubicBezTo>
                  <a:pt x="75249" y="63134"/>
                  <a:pt x="75249" y="63108"/>
                  <a:pt x="75235" y="63095"/>
                </a:cubicBezTo>
                <a:lnTo>
                  <a:pt x="75235" y="63095"/>
                </a:lnTo>
                <a:cubicBezTo>
                  <a:pt x="75235" y="63134"/>
                  <a:pt x="75235" y="63173"/>
                  <a:pt x="75249" y="63212"/>
                </a:cubicBezTo>
                <a:cubicBezTo>
                  <a:pt x="75235" y="63173"/>
                  <a:pt x="75209" y="63134"/>
                  <a:pt x="75197" y="63082"/>
                </a:cubicBezTo>
                <a:close/>
                <a:moveTo>
                  <a:pt x="75261" y="63160"/>
                </a:moveTo>
                <a:cubicBezTo>
                  <a:pt x="75327" y="63160"/>
                  <a:pt x="75379" y="63173"/>
                  <a:pt x="75431" y="63186"/>
                </a:cubicBezTo>
                <a:lnTo>
                  <a:pt x="75287" y="63212"/>
                </a:lnTo>
                <a:cubicBezTo>
                  <a:pt x="75275" y="63186"/>
                  <a:pt x="75275" y="63173"/>
                  <a:pt x="75261" y="63160"/>
                </a:cubicBezTo>
                <a:close/>
                <a:moveTo>
                  <a:pt x="75999" y="63142"/>
                </a:moveTo>
                <a:cubicBezTo>
                  <a:pt x="76069" y="63142"/>
                  <a:pt x="76134" y="63151"/>
                  <a:pt x="76198" y="63160"/>
                </a:cubicBezTo>
                <a:cubicBezTo>
                  <a:pt x="76185" y="63186"/>
                  <a:pt x="76172" y="63212"/>
                  <a:pt x="76159" y="63225"/>
                </a:cubicBezTo>
                <a:cubicBezTo>
                  <a:pt x="76081" y="63186"/>
                  <a:pt x="76003" y="63160"/>
                  <a:pt x="75912" y="63147"/>
                </a:cubicBezTo>
                <a:cubicBezTo>
                  <a:pt x="75942" y="63143"/>
                  <a:pt x="75971" y="63142"/>
                  <a:pt x="75999" y="63142"/>
                </a:cubicBezTo>
                <a:close/>
                <a:moveTo>
                  <a:pt x="75925" y="63225"/>
                </a:moveTo>
                <a:lnTo>
                  <a:pt x="75925" y="63225"/>
                </a:lnTo>
                <a:cubicBezTo>
                  <a:pt x="76003" y="63238"/>
                  <a:pt x="76068" y="63251"/>
                  <a:pt x="76146" y="63264"/>
                </a:cubicBezTo>
                <a:cubicBezTo>
                  <a:pt x="76133" y="63277"/>
                  <a:pt x="76120" y="63290"/>
                  <a:pt x="76120" y="63303"/>
                </a:cubicBezTo>
                <a:lnTo>
                  <a:pt x="75925" y="63225"/>
                </a:lnTo>
                <a:close/>
                <a:moveTo>
                  <a:pt x="75886" y="63290"/>
                </a:moveTo>
                <a:cubicBezTo>
                  <a:pt x="75951" y="63303"/>
                  <a:pt x="76042" y="63316"/>
                  <a:pt x="76107" y="63329"/>
                </a:cubicBezTo>
                <a:cubicBezTo>
                  <a:pt x="76107" y="63329"/>
                  <a:pt x="76094" y="63342"/>
                  <a:pt x="76094" y="63355"/>
                </a:cubicBezTo>
                <a:cubicBezTo>
                  <a:pt x="76029" y="63329"/>
                  <a:pt x="75951" y="63303"/>
                  <a:pt x="75886" y="63290"/>
                </a:cubicBezTo>
                <a:close/>
                <a:moveTo>
                  <a:pt x="75339" y="63368"/>
                </a:moveTo>
                <a:cubicBezTo>
                  <a:pt x="75391" y="63381"/>
                  <a:pt x="75443" y="63381"/>
                  <a:pt x="75483" y="63394"/>
                </a:cubicBezTo>
                <a:cubicBezTo>
                  <a:pt x="75431" y="63407"/>
                  <a:pt x="75379" y="63407"/>
                  <a:pt x="75327" y="63421"/>
                </a:cubicBezTo>
                <a:cubicBezTo>
                  <a:pt x="75339" y="63407"/>
                  <a:pt x="75339" y="63381"/>
                  <a:pt x="75339" y="63368"/>
                </a:cubicBezTo>
                <a:close/>
                <a:moveTo>
                  <a:pt x="90845" y="62471"/>
                </a:moveTo>
                <a:cubicBezTo>
                  <a:pt x="90874" y="62471"/>
                  <a:pt x="90902" y="62475"/>
                  <a:pt x="90927" y="62484"/>
                </a:cubicBezTo>
                <a:cubicBezTo>
                  <a:pt x="90979" y="62510"/>
                  <a:pt x="91006" y="62600"/>
                  <a:pt x="91019" y="62652"/>
                </a:cubicBezTo>
                <a:cubicBezTo>
                  <a:pt x="91045" y="62730"/>
                  <a:pt x="90993" y="62744"/>
                  <a:pt x="90941" y="62782"/>
                </a:cubicBezTo>
                <a:cubicBezTo>
                  <a:pt x="90901" y="62808"/>
                  <a:pt x="90875" y="62848"/>
                  <a:pt x="90837" y="62860"/>
                </a:cubicBezTo>
                <a:cubicBezTo>
                  <a:pt x="90797" y="62886"/>
                  <a:pt x="90733" y="62886"/>
                  <a:pt x="90693" y="62913"/>
                </a:cubicBezTo>
                <a:cubicBezTo>
                  <a:pt x="90615" y="62965"/>
                  <a:pt x="90667" y="63030"/>
                  <a:pt x="90681" y="63108"/>
                </a:cubicBezTo>
                <a:cubicBezTo>
                  <a:pt x="90707" y="63199"/>
                  <a:pt x="90733" y="63251"/>
                  <a:pt x="90655" y="63329"/>
                </a:cubicBezTo>
                <a:cubicBezTo>
                  <a:pt x="90582" y="63402"/>
                  <a:pt x="90460" y="63425"/>
                  <a:pt x="90348" y="63425"/>
                </a:cubicBezTo>
                <a:cubicBezTo>
                  <a:pt x="90319" y="63425"/>
                  <a:pt x="90291" y="63423"/>
                  <a:pt x="90264" y="63421"/>
                </a:cubicBezTo>
                <a:cubicBezTo>
                  <a:pt x="90199" y="63407"/>
                  <a:pt x="90173" y="63368"/>
                  <a:pt x="90134" y="63355"/>
                </a:cubicBezTo>
                <a:cubicBezTo>
                  <a:pt x="90082" y="63342"/>
                  <a:pt x="90056" y="63355"/>
                  <a:pt x="90004" y="63329"/>
                </a:cubicBezTo>
                <a:cubicBezTo>
                  <a:pt x="89939" y="63277"/>
                  <a:pt x="89822" y="63095"/>
                  <a:pt x="89834" y="63017"/>
                </a:cubicBezTo>
                <a:cubicBezTo>
                  <a:pt x="89848" y="62939"/>
                  <a:pt x="89913" y="62952"/>
                  <a:pt x="89965" y="62939"/>
                </a:cubicBezTo>
                <a:cubicBezTo>
                  <a:pt x="90056" y="62926"/>
                  <a:pt x="90134" y="62874"/>
                  <a:pt x="90212" y="62848"/>
                </a:cubicBezTo>
                <a:cubicBezTo>
                  <a:pt x="90316" y="62808"/>
                  <a:pt x="90459" y="62744"/>
                  <a:pt x="90473" y="62614"/>
                </a:cubicBezTo>
                <a:cubicBezTo>
                  <a:pt x="90473" y="62614"/>
                  <a:pt x="90485" y="62614"/>
                  <a:pt x="90499" y="62600"/>
                </a:cubicBezTo>
                <a:lnTo>
                  <a:pt x="90551" y="62548"/>
                </a:lnTo>
                <a:cubicBezTo>
                  <a:pt x="90621" y="62518"/>
                  <a:pt x="90741" y="62471"/>
                  <a:pt x="90845" y="62471"/>
                </a:cubicBezTo>
                <a:close/>
                <a:moveTo>
                  <a:pt x="72982" y="63430"/>
                </a:moveTo>
                <a:cubicBezTo>
                  <a:pt x="72974" y="63431"/>
                  <a:pt x="72966" y="63432"/>
                  <a:pt x="72958" y="63433"/>
                </a:cubicBezTo>
                <a:cubicBezTo>
                  <a:pt x="72966" y="63432"/>
                  <a:pt x="72974" y="63431"/>
                  <a:pt x="72982" y="63430"/>
                </a:cubicBezTo>
                <a:close/>
                <a:moveTo>
                  <a:pt x="126958" y="61807"/>
                </a:moveTo>
                <a:lnTo>
                  <a:pt x="126958" y="61807"/>
                </a:lnTo>
                <a:cubicBezTo>
                  <a:pt x="127192" y="61924"/>
                  <a:pt x="127452" y="62015"/>
                  <a:pt x="127713" y="62080"/>
                </a:cubicBezTo>
                <a:cubicBezTo>
                  <a:pt x="127699" y="62574"/>
                  <a:pt x="127673" y="63030"/>
                  <a:pt x="127661" y="63459"/>
                </a:cubicBezTo>
                <a:cubicBezTo>
                  <a:pt x="127621" y="63056"/>
                  <a:pt x="127491" y="62652"/>
                  <a:pt x="127296" y="62301"/>
                </a:cubicBezTo>
                <a:cubicBezTo>
                  <a:pt x="127192" y="62106"/>
                  <a:pt x="127088" y="61950"/>
                  <a:pt x="126958" y="61807"/>
                </a:cubicBezTo>
                <a:close/>
                <a:moveTo>
                  <a:pt x="75938" y="63410"/>
                </a:moveTo>
                <a:cubicBezTo>
                  <a:pt x="75977" y="63410"/>
                  <a:pt x="76016" y="63414"/>
                  <a:pt x="76055" y="63421"/>
                </a:cubicBezTo>
                <a:cubicBezTo>
                  <a:pt x="76055" y="63447"/>
                  <a:pt x="76042" y="63459"/>
                  <a:pt x="76029" y="63485"/>
                </a:cubicBezTo>
                <a:cubicBezTo>
                  <a:pt x="75964" y="63447"/>
                  <a:pt x="75886" y="63421"/>
                  <a:pt x="75821" y="63421"/>
                </a:cubicBezTo>
                <a:cubicBezTo>
                  <a:pt x="75860" y="63414"/>
                  <a:pt x="75899" y="63410"/>
                  <a:pt x="75938" y="63410"/>
                </a:cubicBezTo>
                <a:close/>
                <a:moveTo>
                  <a:pt x="74702" y="63577"/>
                </a:moveTo>
                <a:cubicBezTo>
                  <a:pt x="74702" y="63589"/>
                  <a:pt x="74702" y="63603"/>
                  <a:pt x="74715" y="63615"/>
                </a:cubicBezTo>
                <a:cubicBezTo>
                  <a:pt x="74715" y="63603"/>
                  <a:pt x="74702" y="63589"/>
                  <a:pt x="74702" y="63577"/>
                </a:cubicBezTo>
                <a:close/>
                <a:moveTo>
                  <a:pt x="75850" y="63545"/>
                </a:moveTo>
                <a:cubicBezTo>
                  <a:pt x="75896" y="63545"/>
                  <a:pt x="75943" y="63551"/>
                  <a:pt x="75990" y="63563"/>
                </a:cubicBezTo>
                <a:cubicBezTo>
                  <a:pt x="75977" y="63589"/>
                  <a:pt x="75977" y="63615"/>
                  <a:pt x="75964" y="63641"/>
                </a:cubicBezTo>
                <a:cubicBezTo>
                  <a:pt x="75889" y="63598"/>
                  <a:pt x="75805" y="63573"/>
                  <a:pt x="75727" y="63573"/>
                </a:cubicBezTo>
                <a:cubicBezTo>
                  <a:pt x="75710" y="63573"/>
                  <a:pt x="75694" y="63574"/>
                  <a:pt x="75677" y="63577"/>
                </a:cubicBezTo>
                <a:cubicBezTo>
                  <a:pt x="75735" y="63555"/>
                  <a:pt x="75792" y="63545"/>
                  <a:pt x="75850" y="63545"/>
                </a:cubicBezTo>
                <a:close/>
                <a:moveTo>
                  <a:pt x="74858" y="63421"/>
                </a:moveTo>
                <a:cubicBezTo>
                  <a:pt x="74793" y="63473"/>
                  <a:pt x="74728" y="63525"/>
                  <a:pt x="74663" y="63589"/>
                </a:cubicBezTo>
                <a:cubicBezTo>
                  <a:pt x="74741" y="63551"/>
                  <a:pt x="74845" y="63511"/>
                  <a:pt x="74923" y="63473"/>
                </a:cubicBezTo>
                <a:lnTo>
                  <a:pt x="74923" y="63473"/>
                </a:lnTo>
                <a:cubicBezTo>
                  <a:pt x="74845" y="63511"/>
                  <a:pt x="74780" y="63563"/>
                  <a:pt x="74715" y="63615"/>
                </a:cubicBezTo>
                <a:lnTo>
                  <a:pt x="74663" y="63667"/>
                </a:lnTo>
                <a:cubicBezTo>
                  <a:pt x="74650" y="63629"/>
                  <a:pt x="74624" y="63589"/>
                  <a:pt x="74598" y="63551"/>
                </a:cubicBezTo>
                <a:cubicBezTo>
                  <a:pt x="74689" y="63499"/>
                  <a:pt x="74780" y="63459"/>
                  <a:pt x="74858" y="63421"/>
                </a:cubicBezTo>
                <a:close/>
                <a:moveTo>
                  <a:pt x="76550" y="63421"/>
                </a:moveTo>
                <a:cubicBezTo>
                  <a:pt x="76680" y="63485"/>
                  <a:pt x="76810" y="63563"/>
                  <a:pt x="76927" y="63655"/>
                </a:cubicBezTo>
                <a:cubicBezTo>
                  <a:pt x="76875" y="63667"/>
                  <a:pt x="76810" y="63693"/>
                  <a:pt x="76758" y="63707"/>
                </a:cubicBezTo>
                <a:cubicBezTo>
                  <a:pt x="76680" y="63615"/>
                  <a:pt x="76576" y="63537"/>
                  <a:pt x="76472" y="63485"/>
                </a:cubicBezTo>
                <a:lnTo>
                  <a:pt x="76472" y="63485"/>
                </a:lnTo>
                <a:cubicBezTo>
                  <a:pt x="76576" y="63537"/>
                  <a:pt x="76692" y="63589"/>
                  <a:pt x="76796" y="63641"/>
                </a:cubicBezTo>
                <a:cubicBezTo>
                  <a:pt x="76732" y="63551"/>
                  <a:pt x="76640" y="63485"/>
                  <a:pt x="76550" y="63421"/>
                </a:cubicBezTo>
                <a:close/>
                <a:moveTo>
                  <a:pt x="75014" y="63577"/>
                </a:moveTo>
                <a:lnTo>
                  <a:pt x="75014" y="63577"/>
                </a:lnTo>
                <a:cubicBezTo>
                  <a:pt x="74936" y="63603"/>
                  <a:pt x="74845" y="63667"/>
                  <a:pt x="74780" y="63733"/>
                </a:cubicBezTo>
                <a:cubicBezTo>
                  <a:pt x="74767" y="63719"/>
                  <a:pt x="74754" y="63693"/>
                  <a:pt x="74741" y="63667"/>
                </a:cubicBezTo>
                <a:cubicBezTo>
                  <a:pt x="74832" y="63629"/>
                  <a:pt x="74923" y="63589"/>
                  <a:pt x="75014" y="63577"/>
                </a:cubicBezTo>
                <a:close/>
                <a:moveTo>
                  <a:pt x="72667" y="63714"/>
                </a:moveTo>
                <a:lnTo>
                  <a:pt x="72667" y="63714"/>
                </a:lnTo>
                <a:cubicBezTo>
                  <a:pt x="72645" y="63731"/>
                  <a:pt x="72625" y="63750"/>
                  <a:pt x="72607" y="63771"/>
                </a:cubicBezTo>
                <a:cubicBezTo>
                  <a:pt x="72626" y="63752"/>
                  <a:pt x="72646" y="63733"/>
                  <a:pt x="72667" y="63714"/>
                </a:cubicBezTo>
                <a:close/>
                <a:moveTo>
                  <a:pt x="76342" y="63603"/>
                </a:moveTo>
                <a:lnTo>
                  <a:pt x="76342" y="63603"/>
                </a:lnTo>
                <a:cubicBezTo>
                  <a:pt x="76458" y="63629"/>
                  <a:pt x="76576" y="63681"/>
                  <a:pt x="76680" y="63745"/>
                </a:cubicBezTo>
                <a:cubicBezTo>
                  <a:pt x="76654" y="63759"/>
                  <a:pt x="76628" y="63771"/>
                  <a:pt x="76588" y="63785"/>
                </a:cubicBezTo>
                <a:cubicBezTo>
                  <a:pt x="76524" y="63707"/>
                  <a:pt x="76432" y="63641"/>
                  <a:pt x="76342" y="63603"/>
                </a:cubicBezTo>
                <a:close/>
                <a:moveTo>
                  <a:pt x="74975" y="63681"/>
                </a:moveTo>
                <a:lnTo>
                  <a:pt x="74975" y="63681"/>
                </a:lnTo>
                <a:cubicBezTo>
                  <a:pt x="74910" y="63719"/>
                  <a:pt x="74858" y="63745"/>
                  <a:pt x="74819" y="63797"/>
                </a:cubicBezTo>
                <a:cubicBezTo>
                  <a:pt x="74806" y="63785"/>
                  <a:pt x="74806" y="63759"/>
                  <a:pt x="74793" y="63745"/>
                </a:cubicBezTo>
                <a:cubicBezTo>
                  <a:pt x="74845" y="63719"/>
                  <a:pt x="74910" y="63693"/>
                  <a:pt x="74975" y="63681"/>
                </a:cubicBezTo>
                <a:close/>
                <a:moveTo>
                  <a:pt x="133334" y="62730"/>
                </a:moveTo>
                <a:lnTo>
                  <a:pt x="133334" y="62730"/>
                </a:lnTo>
                <a:cubicBezTo>
                  <a:pt x="133815" y="63030"/>
                  <a:pt x="134361" y="63225"/>
                  <a:pt x="134921" y="63329"/>
                </a:cubicBezTo>
                <a:cubicBezTo>
                  <a:pt x="134453" y="63394"/>
                  <a:pt x="134010" y="63551"/>
                  <a:pt x="133620" y="63811"/>
                </a:cubicBezTo>
                <a:cubicBezTo>
                  <a:pt x="133581" y="63433"/>
                  <a:pt x="133476" y="63069"/>
                  <a:pt x="133334" y="62730"/>
                </a:cubicBezTo>
                <a:close/>
                <a:moveTo>
                  <a:pt x="75327" y="63459"/>
                </a:moveTo>
                <a:cubicBezTo>
                  <a:pt x="75391" y="63473"/>
                  <a:pt x="75443" y="63473"/>
                  <a:pt x="75509" y="63499"/>
                </a:cubicBezTo>
                <a:cubicBezTo>
                  <a:pt x="75509" y="63603"/>
                  <a:pt x="75509" y="63707"/>
                  <a:pt x="75495" y="63797"/>
                </a:cubicBezTo>
                <a:cubicBezTo>
                  <a:pt x="75469" y="63797"/>
                  <a:pt x="75443" y="63785"/>
                  <a:pt x="75417" y="63771"/>
                </a:cubicBezTo>
                <a:lnTo>
                  <a:pt x="75417" y="63771"/>
                </a:lnTo>
                <a:cubicBezTo>
                  <a:pt x="75443" y="63811"/>
                  <a:pt x="75417" y="63849"/>
                  <a:pt x="75379" y="63875"/>
                </a:cubicBezTo>
                <a:cubicBezTo>
                  <a:pt x="75365" y="63785"/>
                  <a:pt x="75339" y="63693"/>
                  <a:pt x="75301" y="63603"/>
                </a:cubicBezTo>
                <a:cubicBezTo>
                  <a:pt x="75313" y="63551"/>
                  <a:pt x="75313" y="63499"/>
                  <a:pt x="75327" y="63459"/>
                </a:cubicBezTo>
                <a:close/>
                <a:moveTo>
                  <a:pt x="76107" y="63745"/>
                </a:moveTo>
                <a:cubicBezTo>
                  <a:pt x="76237" y="63745"/>
                  <a:pt x="76368" y="63785"/>
                  <a:pt x="76484" y="63849"/>
                </a:cubicBezTo>
                <a:cubicBezTo>
                  <a:pt x="76446" y="63863"/>
                  <a:pt x="76420" y="63889"/>
                  <a:pt x="76394" y="63901"/>
                </a:cubicBezTo>
                <a:cubicBezTo>
                  <a:pt x="76302" y="63823"/>
                  <a:pt x="76211" y="63771"/>
                  <a:pt x="76107" y="63745"/>
                </a:cubicBezTo>
                <a:close/>
                <a:moveTo>
                  <a:pt x="73291" y="63909"/>
                </a:moveTo>
                <a:lnTo>
                  <a:pt x="73291" y="63909"/>
                </a:lnTo>
                <a:cubicBezTo>
                  <a:pt x="73288" y="63911"/>
                  <a:pt x="73286" y="63913"/>
                  <a:pt x="73283" y="63915"/>
                </a:cubicBezTo>
                <a:cubicBezTo>
                  <a:pt x="73286" y="63913"/>
                  <a:pt x="73288" y="63911"/>
                  <a:pt x="73291" y="63909"/>
                </a:cubicBezTo>
                <a:close/>
                <a:moveTo>
                  <a:pt x="75737" y="63615"/>
                </a:moveTo>
                <a:cubicBezTo>
                  <a:pt x="75812" y="63615"/>
                  <a:pt x="75884" y="63629"/>
                  <a:pt x="75951" y="63655"/>
                </a:cubicBezTo>
                <a:cubicBezTo>
                  <a:pt x="75912" y="63771"/>
                  <a:pt x="75873" y="63889"/>
                  <a:pt x="75847" y="64019"/>
                </a:cubicBezTo>
                <a:cubicBezTo>
                  <a:pt x="75821" y="63941"/>
                  <a:pt x="75808" y="63863"/>
                  <a:pt x="75808" y="63785"/>
                </a:cubicBezTo>
                <a:cubicBezTo>
                  <a:pt x="75782" y="63837"/>
                  <a:pt x="75769" y="63901"/>
                  <a:pt x="75756" y="63967"/>
                </a:cubicBezTo>
                <a:cubicBezTo>
                  <a:pt x="75743" y="63941"/>
                  <a:pt x="75717" y="63915"/>
                  <a:pt x="75691" y="63901"/>
                </a:cubicBezTo>
                <a:cubicBezTo>
                  <a:pt x="75677" y="63811"/>
                  <a:pt x="75691" y="63707"/>
                  <a:pt x="75691" y="63641"/>
                </a:cubicBezTo>
                <a:lnTo>
                  <a:pt x="75691" y="63641"/>
                </a:lnTo>
                <a:cubicBezTo>
                  <a:pt x="75665" y="63707"/>
                  <a:pt x="75639" y="63797"/>
                  <a:pt x="75639" y="63875"/>
                </a:cubicBezTo>
                <a:lnTo>
                  <a:pt x="75625" y="63875"/>
                </a:lnTo>
                <a:cubicBezTo>
                  <a:pt x="75613" y="63849"/>
                  <a:pt x="75613" y="63837"/>
                  <a:pt x="75599" y="63811"/>
                </a:cubicBezTo>
                <a:cubicBezTo>
                  <a:pt x="75599" y="63759"/>
                  <a:pt x="75613" y="63693"/>
                  <a:pt x="75613" y="63629"/>
                </a:cubicBezTo>
                <a:cubicBezTo>
                  <a:pt x="75654" y="63619"/>
                  <a:pt x="75696" y="63615"/>
                  <a:pt x="75737" y="63615"/>
                </a:cubicBezTo>
                <a:close/>
                <a:moveTo>
                  <a:pt x="75197" y="63693"/>
                </a:moveTo>
                <a:cubicBezTo>
                  <a:pt x="75066" y="63719"/>
                  <a:pt x="74949" y="63797"/>
                  <a:pt x="74871" y="63915"/>
                </a:cubicBezTo>
                <a:cubicBezTo>
                  <a:pt x="74962" y="63811"/>
                  <a:pt x="75118" y="63733"/>
                  <a:pt x="75261" y="63733"/>
                </a:cubicBezTo>
                <a:cubicBezTo>
                  <a:pt x="75287" y="63785"/>
                  <a:pt x="75301" y="63837"/>
                  <a:pt x="75327" y="63889"/>
                </a:cubicBezTo>
                <a:cubicBezTo>
                  <a:pt x="75287" y="63889"/>
                  <a:pt x="75249" y="63889"/>
                  <a:pt x="75209" y="63915"/>
                </a:cubicBezTo>
                <a:cubicBezTo>
                  <a:pt x="75170" y="63941"/>
                  <a:pt x="75157" y="64019"/>
                  <a:pt x="75209" y="64032"/>
                </a:cubicBezTo>
                <a:cubicBezTo>
                  <a:pt x="75144" y="64032"/>
                  <a:pt x="75092" y="64032"/>
                  <a:pt x="75027" y="64045"/>
                </a:cubicBezTo>
                <a:cubicBezTo>
                  <a:pt x="75079" y="64071"/>
                  <a:pt x="75131" y="64084"/>
                  <a:pt x="75170" y="64110"/>
                </a:cubicBezTo>
                <a:cubicBezTo>
                  <a:pt x="75131" y="64110"/>
                  <a:pt x="75092" y="64123"/>
                  <a:pt x="75066" y="64136"/>
                </a:cubicBezTo>
                <a:cubicBezTo>
                  <a:pt x="75014" y="64084"/>
                  <a:pt x="74949" y="64019"/>
                  <a:pt x="74884" y="63967"/>
                </a:cubicBezTo>
                <a:cubicBezTo>
                  <a:pt x="74884" y="63953"/>
                  <a:pt x="74884" y="63927"/>
                  <a:pt x="74871" y="63915"/>
                </a:cubicBezTo>
                <a:cubicBezTo>
                  <a:pt x="74858" y="63875"/>
                  <a:pt x="74845" y="63837"/>
                  <a:pt x="74832" y="63811"/>
                </a:cubicBezTo>
                <a:cubicBezTo>
                  <a:pt x="74936" y="63733"/>
                  <a:pt x="75066" y="63693"/>
                  <a:pt x="75197" y="63693"/>
                </a:cubicBezTo>
                <a:close/>
                <a:moveTo>
                  <a:pt x="77018" y="63785"/>
                </a:moveTo>
                <a:lnTo>
                  <a:pt x="77018" y="63785"/>
                </a:lnTo>
                <a:cubicBezTo>
                  <a:pt x="77070" y="63901"/>
                  <a:pt x="77135" y="64032"/>
                  <a:pt x="77187" y="64162"/>
                </a:cubicBezTo>
                <a:lnTo>
                  <a:pt x="77096" y="64162"/>
                </a:lnTo>
                <a:cubicBezTo>
                  <a:pt x="77070" y="64032"/>
                  <a:pt x="77044" y="63901"/>
                  <a:pt x="77018" y="63785"/>
                </a:cubicBezTo>
                <a:close/>
                <a:moveTo>
                  <a:pt x="76849" y="63863"/>
                </a:moveTo>
                <a:lnTo>
                  <a:pt x="76940" y="63953"/>
                </a:lnTo>
                <a:cubicBezTo>
                  <a:pt x="76966" y="64019"/>
                  <a:pt x="77005" y="64071"/>
                  <a:pt x="77031" y="64136"/>
                </a:cubicBezTo>
                <a:cubicBezTo>
                  <a:pt x="76953" y="64136"/>
                  <a:pt x="76888" y="64149"/>
                  <a:pt x="76822" y="64175"/>
                </a:cubicBezTo>
                <a:cubicBezTo>
                  <a:pt x="76784" y="64071"/>
                  <a:pt x="76758" y="63967"/>
                  <a:pt x="76706" y="63875"/>
                </a:cubicBezTo>
                <a:lnTo>
                  <a:pt x="76706" y="63875"/>
                </a:lnTo>
                <a:lnTo>
                  <a:pt x="76875" y="64136"/>
                </a:lnTo>
                <a:cubicBezTo>
                  <a:pt x="76849" y="64045"/>
                  <a:pt x="76822" y="63967"/>
                  <a:pt x="76796" y="63875"/>
                </a:cubicBezTo>
                <a:lnTo>
                  <a:pt x="76796" y="63875"/>
                </a:lnTo>
                <a:lnTo>
                  <a:pt x="76901" y="64032"/>
                </a:lnTo>
                <a:cubicBezTo>
                  <a:pt x="76888" y="63967"/>
                  <a:pt x="76862" y="63915"/>
                  <a:pt x="76849" y="63863"/>
                </a:cubicBezTo>
                <a:close/>
                <a:moveTo>
                  <a:pt x="77786" y="64143"/>
                </a:moveTo>
                <a:cubicBezTo>
                  <a:pt x="77790" y="64158"/>
                  <a:pt x="77794" y="64173"/>
                  <a:pt x="77799" y="64188"/>
                </a:cubicBezTo>
                <a:cubicBezTo>
                  <a:pt x="77795" y="64173"/>
                  <a:pt x="77790" y="64158"/>
                  <a:pt x="77786" y="64143"/>
                </a:cubicBezTo>
                <a:close/>
                <a:moveTo>
                  <a:pt x="76576" y="63927"/>
                </a:moveTo>
                <a:lnTo>
                  <a:pt x="76576" y="63927"/>
                </a:lnTo>
                <a:cubicBezTo>
                  <a:pt x="76640" y="64006"/>
                  <a:pt x="76692" y="64084"/>
                  <a:pt x="76744" y="64175"/>
                </a:cubicBezTo>
                <a:cubicBezTo>
                  <a:pt x="76732" y="64188"/>
                  <a:pt x="76706" y="64201"/>
                  <a:pt x="76680" y="64227"/>
                </a:cubicBezTo>
                <a:cubicBezTo>
                  <a:pt x="76640" y="64123"/>
                  <a:pt x="76614" y="64032"/>
                  <a:pt x="76576" y="63927"/>
                </a:cubicBezTo>
                <a:close/>
                <a:moveTo>
                  <a:pt x="77213" y="63849"/>
                </a:moveTo>
                <a:cubicBezTo>
                  <a:pt x="77304" y="63967"/>
                  <a:pt x="77369" y="64097"/>
                  <a:pt x="77409" y="64240"/>
                </a:cubicBezTo>
                <a:cubicBezTo>
                  <a:pt x="77376" y="64233"/>
                  <a:pt x="77346" y="64230"/>
                  <a:pt x="77317" y="64230"/>
                </a:cubicBezTo>
                <a:cubicBezTo>
                  <a:pt x="77288" y="64230"/>
                  <a:pt x="77259" y="64233"/>
                  <a:pt x="77226" y="64240"/>
                </a:cubicBezTo>
                <a:lnTo>
                  <a:pt x="77226" y="64227"/>
                </a:lnTo>
                <a:lnTo>
                  <a:pt x="77383" y="64188"/>
                </a:lnTo>
                <a:cubicBezTo>
                  <a:pt x="77330" y="64175"/>
                  <a:pt x="77278" y="64162"/>
                  <a:pt x="77213" y="64162"/>
                </a:cubicBezTo>
                <a:cubicBezTo>
                  <a:pt x="77200" y="64071"/>
                  <a:pt x="77187" y="63993"/>
                  <a:pt x="77161" y="63901"/>
                </a:cubicBezTo>
                <a:lnTo>
                  <a:pt x="77161" y="63901"/>
                </a:lnTo>
                <a:cubicBezTo>
                  <a:pt x="77200" y="63953"/>
                  <a:pt x="77226" y="64006"/>
                  <a:pt x="77265" y="64058"/>
                </a:cubicBezTo>
                <a:cubicBezTo>
                  <a:pt x="77252" y="63979"/>
                  <a:pt x="77226" y="63915"/>
                  <a:pt x="77213" y="63849"/>
                </a:cubicBezTo>
                <a:close/>
                <a:moveTo>
                  <a:pt x="76016" y="63785"/>
                </a:moveTo>
                <a:cubicBezTo>
                  <a:pt x="76133" y="63797"/>
                  <a:pt x="76263" y="63849"/>
                  <a:pt x="76368" y="63915"/>
                </a:cubicBezTo>
                <a:cubicBezTo>
                  <a:pt x="76224" y="64019"/>
                  <a:pt x="76094" y="64123"/>
                  <a:pt x="75977" y="64253"/>
                </a:cubicBezTo>
                <a:cubicBezTo>
                  <a:pt x="75964" y="64253"/>
                  <a:pt x="75951" y="64240"/>
                  <a:pt x="75938" y="64240"/>
                </a:cubicBezTo>
                <a:cubicBezTo>
                  <a:pt x="75886" y="64201"/>
                  <a:pt x="75899" y="64123"/>
                  <a:pt x="75912" y="64058"/>
                </a:cubicBezTo>
                <a:cubicBezTo>
                  <a:pt x="75938" y="63967"/>
                  <a:pt x="75977" y="63875"/>
                  <a:pt x="76016" y="63785"/>
                </a:cubicBezTo>
                <a:close/>
                <a:moveTo>
                  <a:pt x="73786" y="64310"/>
                </a:moveTo>
                <a:lnTo>
                  <a:pt x="73786" y="64310"/>
                </a:lnTo>
                <a:cubicBezTo>
                  <a:pt x="73783" y="64313"/>
                  <a:pt x="73780" y="64315"/>
                  <a:pt x="73778" y="64318"/>
                </a:cubicBezTo>
                <a:cubicBezTo>
                  <a:pt x="73780" y="64315"/>
                  <a:pt x="73783" y="64313"/>
                  <a:pt x="73786" y="64310"/>
                </a:cubicBezTo>
                <a:close/>
                <a:moveTo>
                  <a:pt x="78011" y="64290"/>
                </a:moveTo>
                <a:lnTo>
                  <a:pt x="78011" y="64290"/>
                </a:lnTo>
                <a:cubicBezTo>
                  <a:pt x="78018" y="64317"/>
                  <a:pt x="78026" y="64343"/>
                  <a:pt x="78033" y="64370"/>
                </a:cubicBezTo>
                <a:cubicBezTo>
                  <a:pt x="78026" y="64343"/>
                  <a:pt x="78019" y="64317"/>
                  <a:pt x="78011" y="64290"/>
                </a:cubicBezTo>
                <a:close/>
                <a:moveTo>
                  <a:pt x="76484" y="63967"/>
                </a:moveTo>
                <a:cubicBezTo>
                  <a:pt x="76550" y="64045"/>
                  <a:pt x="76614" y="64136"/>
                  <a:pt x="76666" y="64227"/>
                </a:cubicBezTo>
                <a:cubicBezTo>
                  <a:pt x="76640" y="64253"/>
                  <a:pt x="76602" y="64279"/>
                  <a:pt x="76562" y="64305"/>
                </a:cubicBezTo>
                <a:cubicBezTo>
                  <a:pt x="76394" y="64331"/>
                  <a:pt x="76224" y="64383"/>
                  <a:pt x="76068" y="64448"/>
                </a:cubicBezTo>
                <a:lnTo>
                  <a:pt x="76068" y="64422"/>
                </a:lnTo>
                <a:cubicBezTo>
                  <a:pt x="76068" y="64396"/>
                  <a:pt x="76055" y="64383"/>
                  <a:pt x="76042" y="64357"/>
                </a:cubicBezTo>
                <a:lnTo>
                  <a:pt x="76068" y="64331"/>
                </a:lnTo>
                <a:cubicBezTo>
                  <a:pt x="76068" y="64305"/>
                  <a:pt x="76055" y="64292"/>
                  <a:pt x="76042" y="64279"/>
                </a:cubicBezTo>
                <a:cubicBezTo>
                  <a:pt x="76146" y="64162"/>
                  <a:pt x="76290" y="64058"/>
                  <a:pt x="76446" y="63979"/>
                </a:cubicBezTo>
                <a:cubicBezTo>
                  <a:pt x="76484" y="64019"/>
                  <a:pt x="76510" y="64058"/>
                  <a:pt x="76536" y="64097"/>
                </a:cubicBezTo>
                <a:cubicBezTo>
                  <a:pt x="76510" y="64058"/>
                  <a:pt x="76484" y="64006"/>
                  <a:pt x="76458" y="63979"/>
                </a:cubicBezTo>
                <a:cubicBezTo>
                  <a:pt x="76458" y="63967"/>
                  <a:pt x="76472" y="63967"/>
                  <a:pt x="76484" y="63967"/>
                </a:cubicBezTo>
                <a:close/>
                <a:moveTo>
                  <a:pt x="126568" y="62275"/>
                </a:moveTo>
                <a:lnTo>
                  <a:pt x="126568" y="62275"/>
                </a:lnTo>
                <a:cubicBezTo>
                  <a:pt x="126866" y="62886"/>
                  <a:pt x="127218" y="63447"/>
                  <a:pt x="127635" y="63979"/>
                </a:cubicBezTo>
                <a:cubicBezTo>
                  <a:pt x="127621" y="64214"/>
                  <a:pt x="127609" y="64448"/>
                  <a:pt x="127595" y="64656"/>
                </a:cubicBezTo>
                <a:cubicBezTo>
                  <a:pt x="127192" y="64409"/>
                  <a:pt x="126918" y="64071"/>
                  <a:pt x="126684" y="63707"/>
                </a:cubicBezTo>
                <a:cubicBezTo>
                  <a:pt x="126736" y="63212"/>
                  <a:pt x="126698" y="62744"/>
                  <a:pt x="126568" y="62275"/>
                </a:cubicBezTo>
                <a:close/>
                <a:moveTo>
                  <a:pt x="76654" y="64644"/>
                </a:moveTo>
                <a:cubicBezTo>
                  <a:pt x="76666" y="64696"/>
                  <a:pt x="76666" y="64760"/>
                  <a:pt x="76666" y="64826"/>
                </a:cubicBezTo>
                <a:lnTo>
                  <a:pt x="76614" y="64826"/>
                </a:lnTo>
                <a:cubicBezTo>
                  <a:pt x="76640" y="64760"/>
                  <a:pt x="76640" y="64708"/>
                  <a:pt x="76654" y="64644"/>
                </a:cubicBezTo>
                <a:close/>
                <a:moveTo>
                  <a:pt x="76536" y="64448"/>
                </a:moveTo>
                <a:lnTo>
                  <a:pt x="76536" y="64448"/>
                </a:lnTo>
                <a:cubicBezTo>
                  <a:pt x="76602" y="64566"/>
                  <a:pt x="76628" y="64696"/>
                  <a:pt x="76602" y="64826"/>
                </a:cubicBezTo>
                <a:cubicBezTo>
                  <a:pt x="76562" y="64826"/>
                  <a:pt x="76524" y="64826"/>
                  <a:pt x="76498" y="64838"/>
                </a:cubicBezTo>
                <a:cubicBezTo>
                  <a:pt x="76550" y="64708"/>
                  <a:pt x="76562" y="64578"/>
                  <a:pt x="76536" y="64448"/>
                </a:cubicBezTo>
                <a:close/>
                <a:moveTo>
                  <a:pt x="76718" y="64552"/>
                </a:moveTo>
                <a:lnTo>
                  <a:pt x="76718" y="64552"/>
                </a:lnTo>
                <a:cubicBezTo>
                  <a:pt x="76744" y="64644"/>
                  <a:pt x="76770" y="64734"/>
                  <a:pt x="76770" y="64838"/>
                </a:cubicBezTo>
                <a:cubicBezTo>
                  <a:pt x="76744" y="64838"/>
                  <a:pt x="76718" y="64826"/>
                  <a:pt x="76680" y="64826"/>
                </a:cubicBezTo>
                <a:cubicBezTo>
                  <a:pt x="76718" y="64748"/>
                  <a:pt x="76732" y="64630"/>
                  <a:pt x="76718" y="64552"/>
                </a:cubicBezTo>
                <a:close/>
                <a:moveTo>
                  <a:pt x="76472" y="64409"/>
                </a:moveTo>
                <a:cubicBezTo>
                  <a:pt x="76524" y="64526"/>
                  <a:pt x="76536" y="64696"/>
                  <a:pt x="76484" y="64838"/>
                </a:cubicBezTo>
                <a:cubicBezTo>
                  <a:pt x="76472" y="64838"/>
                  <a:pt x="76446" y="64852"/>
                  <a:pt x="76432" y="64852"/>
                </a:cubicBezTo>
                <a:cubicBezTo>
                  <a:pt x="76302" y="64800"/>
                  <a:pt x="76159" y="64748"/>
                  <a:pt x="76016" y="64722"/>
                </a:cubicBezTo>
                <a:cubicBezTo>
                  <a:pt x="76003" y="64722"/>
                  <a:pt x="76003" y="64708"/>
                  <a:pt x="76003" y="64696"/>
                </a:cubicBezTo>
                <a:cubicBezTo>
                  <a:pt x="76003" y="64665"/>
                  <a:pt x="76034" y="64635"/>
                  <a:pt x="76061" y="64635"/>
                </a:cubicBezTo>
                <a:cubicBezTo>
                  <a:pt x="76068" y="64635"/>
                  <a:pt x="76075" y="64638"/>
                  <a:pt x="76081" y="64644"/>
                </a:cubicBezTo>
                <a:lnTo>
                  <a:pt x="76055" y="64592"/>
                </a:lnTo>
                <a:cubicBezTo>
                  <a:pt x="76107" y="64566"/>
                  <a:pt x="76159" y="64552"/>
                  <a:pt x="76211" y="64526"/>
                </a:cubicBezTo>
                <a:cubicBezTo>
                  <a:pt x="76172" y="64514"/>
                  <a:pt x="76146" y="64500"/>
                  <a:pt x="76120" y="64487"/>
                </a:cubicBezTo>
                <a:cubicBezTo>
                  <a:pt x="76224" y="64435"/>
                  <a:pt x="76342" y="64409"/>
                  <a:pt x="76472" y="64409"/>
                </a:cubicBezTo>
                <a:close/>
                <a:moveTo>
                  <a:pt x="76849" y="64592"/>
                </a:moveTo>
                <a:cubicBezTo>
                  <a:pt x="76860" y="64658"/>
                  <a:pt x="76871" y="64751"/>
                  <a:pt x="76874" y="64826"/>
                </a:cubicBezTo>
                <a:lnTo>
                  <a:pt x="76874" y="64826"/>
                </a:lnTo>
                <a:cubicBezTo>
                  <a:pt x="76861" y="64826"/>
                  <a:pt x="76848" y="64826"/>
                  <a:pt x="76822" y="64838"/>
                </a:cubicBezTo>
                <a:cubicBezTo>
                  <a:pt x="76836" y="64838"/>
                  <a:pt x="76848" y="64826"/>
                  <a:pt x="76874" y="64826"/>
                </a:cubicBezTo>
                <a:lnTo>
                  <a:pt x="76874" y="64826"/>
                </a:lnTo>
                <a:cubicBezTo>
                  <a:pt x="76874" y="64839"/>
                  <a:pt x="76875" y="64852"/>
                  <a:pt x="76875" y="64864"/>
                </a:cubicBezTo>
                <a:cubicBezTo>
                  <a:pt x="76901" y="64786"/>
                  <a:pt x="76927" y="64696"/>
                  <a:pt x="76927" y="64618"/>
                </a:cubicBezTo>
                <a:cubicBezTo>
                  <a:pt x="76940" y="64708"/>
                  <a:pt x="76940" y="64812"/>
                  <a:pt x="76927" y="64904"/>
                </a:cubicBezTo>
                <a:lnTo>
                  <a:pt x="76810" y="64904"/>
                </a:lnTo>
                <a:cubicBezTo>
                  <a:pt x="76810" y="64878"/>
                  <a:pt x="76822" y="64864"/>
                  <a:pt x="76822" y="64838"/>
                </a:cubicBezTo>
                <a:cubicBezTo>
                  <a:pt x="76849" y="64748"/>
                  <a:pt x="76862" y="64670"/>
                  <a:pt x="76849" y="64592"/>
                </a:cubicBezTo>
                <a:close/>
                <a:moveTo>
                  <a:pt x="76927" y="64942"/>
                </a:moveTo>
                <a:lnTo>
                  <a:pt x="76927" y="64994"/>
                </a:lnTo>
                <a:cubicBezTo>
                  <a:pt x="76875" y="64982"/>
                  <a:pt x="76836" y="64968"/>
                  <a:pt x="76784" y="64956"/>
                </a:cubicBezTo>
                <a:cubicBezTo>
                  <a:pt x="76836" y="64956"/>
                  <a:pt x="76888" y="64942"/>
                  <a:pt x="76927" y="64942"/>
                </a:cubicBezTo>
                <a:close/>
                <a:moveTo>
                  <a:pt x="89891" y="63937"/>
                </a:moveTo>
                <a:cubicBezTo>
                  <a:pt x="89936" y="63937"/>
                  <a:pt x="89981" y="63950"/>
                  <a:pt x="90004" y="63979"/>
                </a:cubicBezTo>
                <a:cubicBezTo>
                  <a:pt x="90069" y="64032"/>
                  <a:pt x="89991" y="64149"/>
                  <a:pt x="90056" y="64214"/>
                </a:cubicBezTo>
                <a:cubicBezTo>
                  <a:pt x="90095" y="64240"/>
                  <a:pt x="90121" y="64240"/>
                  <a:pt x="90147" y="64292"/>
                </a:cubicBezTo>
                <a:cubicBezTo>
                  <a:pt x="90173" y="64331"/>
                  <a:pt x="90173" y="64344"/>
                  <a:pt x="90186" y="64396"/>
                </a:cubicBezTo>
                <a:cubicBezTo>
                  <a:pt x="90186" y="64487"/>
                  <a:pt x="90264" y="64618"/>
                  <a:pt x="90316" y="64696"/>
                </a:cubicBezTo>
                <a:cubicBezTo>
                  <a:pt x="90407" y="64852"/>
                  <a:pt x="90589" y="64916"/>
                  <a:pt x="90759" y="64916"/>
                </a:cubicBezTo>
                <a:cubicBezTo>
                  <a:pt x="90819" y="64916"/>
                  <a:pt x="90892" y="64905"/>
                  <a:pt x="90960" y="64905"/>
                </a:cubicBezTo>
                <a:cubicBezTo>
                  <a:pt x="90994" y="64905"/>
                  <a:pt x="91027" y="64908"/>
                  <a:pt x="91058" y="64916"/>
                </a:cubicBezTo>
                <a:cubicBezTo>
                  <a:pt x="91136" y="64930"/>
                  <a:pt x="91201" y="64994"/>
                  <a:pt x="91279" y="65020"/>
                </a:cubicBezTo>
                <a:cubicBezTo>
                  <a:pt x="90615" y="64982"/>
                  <a:pt x="89952" y="64852"/>
                  <a:pt x="89301" y="64852"/>
                </a:cubicBezTo>
                <a:cubicBezTo>
                  <a:pt x="89301" y="64812"/>
                  <a:pt x="89301" y="64774"/>
                  <a:pt x="89314" y="64748"/>
                </a:cubicBezTo>
                <a:cubicBezTo>
                  <a:pt x="89314" y="64682"/>
                  <a:pt x="89288" y="64604"/>
                  <a:pt x="89340" y="64566"/>
                </a:cubicBezTo>
                <a:cubicBezTo>
                  <a:pt x="89392" y="64514"/>
                  <a:pt x="89484" y="64552"/>
                  <a:pt x="89536" y="64514"/>
                </a:cubicBezTo>
                <a:cubicBezTo>
                  <a:pt x="89614" y="64461"/>
                  <a:pt x="89692" y="64383"/>
                  <a:pt x="89730" y="64305"/>
                </a:cubicBezTo>
                <a:cubicBezTo>
                  <a:pt x="89770" y="64214"/>
                  <a:pt x="89704" y="64071"/>
                  <a:pt x="89756" y="63993"/>
                </a:cubicBezTo>
                <a:cubicBezTo>
                  <a:pt x="89778" y="63957"/>
                  <a:pt x="89835" y="63937"/>
                  <a:pt x="89891" y="63937"/>
                </a:cubicBezTo>
                <a:close/>
                <a:moveTo>
                  <a:pt x="91942" y="64904"/>
                </a:moveTo>
                <a:cubicBezTo>
                  <a:pt x="91968" y="64942"/>
                  <a:pt x="91994" y="64982"/>
                  <a:pt x="92020" y="65008"/>
                </a:cubicBezTo>
                <a:cubicBezTo>
                  <a:pt x="92034" y="65008"/>
                  <a:pt x="92034" y="65008"/>
                  <a:pt x="92034" y="65020"/>
                </a:cubicBezTo>
                <a:cubicBezTo>
                  <a:pt x="91968" y="65020"/>
                  <a:pt x="91904" y="65034"/>
                  <a:pt x="91838" y="65034"/>
                </a:cubicBezTo>
                <a:cubicBezTo>
                  <a:pt x="91838" y="65020"/>
                  <a:pt x="91852" y="65008"/>
                  <a:pt x="91852" y="64994"/>
                </a:cubicBezTo>
                <a:cubicBezTo>
                  <a:pt x="91878" y="64956"/>
                  <a:pt x="91904" y="64916"/>
                  <a:pt x="91942" y="64904"/>
                </a:cubicBezTo>
                <a:close/>
                <a:moveTo>
                  <a:pt x="75040" y="64435"/>
                </a:moveTo>
                <a:cubicBezTo>
                  <a:pt x="75066" y="64487"/>
                  <a:pt x="75105" y="64552"/>
                  <a:pt x="75170" y="64578"/>
                </a:cubicBezTo>
                <a:cubicBezTo>
                  <a:pt x="75066" y="64656"/>
                  <a:pt x="75014" y="64774"/>
                  <a:pt x="75092" y="64930"/>
                </a:cubicBezTo>
                <a:cubicBezTo>
                  <a:pt x="75092" y="64930"/>
                  <a:pt x="75092" y="64942"/>
                  <a:pt x="75105" y="64942"/>
                </a:cubicBezTo>
                <a:cubicBezTo>
                  <a:pt x="75105" y="64956"/>
                  <a:pt x="75118" y="64968"/>
                  <a:pt x="75131" y="64982"/>
                </a:cubicBezTo>
                <a:cubicBezTo>
                  <a:pt x="75079" y="65034"/>
                  <a:pt x="75014" y="65086"/>
                  <a:pt x="74949" y="65125"/>
                </a:cubicBezTo>
                <a:lnTo>
                  <a:pt x="74806" y="65268"/>
                </a:lnTo>
                <a:cubicBezTo>
                  <a:pt x="74689" y="65138"/>
                  <a:pt x="74624" y="64968"/>
                  <a:pt x="74610" y="64786"/>
                </a:cubicBezTo>
                <a:lnTo>
                  <a:pt x="74610" y="64786"/>
                </a:lnTo>
                <a:cubicBezTo>
                  <a:pt x="74636" y="64904"/>
                  <a:pt x="74728" y="65034"/>
                  <a:pt x="74819" y="65112"/>
                </a:cubicBezTo>
                <a:cubicBezTo>
                  <a:pt x="74780" y="65034"/>
                  <a:pt x="74741" y="64942"/>
                  <a:pt x="74728" y="64852"/>
                </a:cubicBezTo>
                <a:lnTo>
                  <a:pt x="74728" y="64852"/>
                </a:lnTo>
                <a:cubicBezTo>
                  <a:pt x="74780" y="64956"/>
                  <a:pt x="74858" y="65060"/>
                  <a:pt x="74949" y="65125"/>
                </a:cubicBezTo>
                <a:cubicBezTo>
                  <a:pt x="74806" y="64982"/>
                  <a:pt x="74741" y="64786"/>
                  <a:pt x="74754" y="64578"/>
                </a:cubicBezTo>
                <a:lnTo>
                  <a:pt x="74754" y="64578"/>
                </a:lnTo>
                <a:cubicBezTo>
                  <a:pt x="74780" y="64760"/>
                  <a:pt x="74897" y="64916"/>
                  <a:pt x="75040" y="65008"/>
                </a:cubicBezTo>
                <a:cubicBezTo>
                  <a:pt x="74897" y="64904"/>
                  <a:pt x="74793" y="64696"/>
                  <a:pt x="74793" y="64514"/>
                </a:cubicBezTo>
                <a:cubicBezTo>
                  <a:pt x="74871" y="64474"/>
                  <a:pt x="74949" y="64448"/>
                  <a:pt x="75040" y="64435"/>
                </a:cubicBezTo>
                <a:close/>
                <a:moveTo>
                  <a:pt x="76784" y="65787"/>
                </a:moveTo>
                <a:lnTo>
                  <a:pt x="76784" y="65789"/>
                </a:lnTo>
                <a:cubicBezTo>
                  <a:pt x="76784" y="65788"/>
                  <a:pt x="76784" y="65787"/>
                  <a:pt x="76784" y="65787"/>
                </a:cubicBezTo>
                <a:close/>
                <a:moveTo>
                  <a:pt x="76649" y="65959"/>
                </a:moveTo>
                <a:cubicBezTo>
                  <a:pt x="76646" y="65967"/>
                  <a:pt x="76643" y="65975"/>
                  <a:pt x="76640" y="65983"/>
                </a:cubicBezTo>
                <a:cubicBezTo>
                  <a:pt x="76643" y="65975"/>
                  <a:pt x="76646" y="65967"/>
                  <a:pt x="76649" y="65959"/>
                </a:cubicBezTo>
                <a:close/>
                <a:moveTo>
                  <a:pt x="179497" y="66347"/>
                </a:moveTo>
                <a:lnTo>
                  <a:pt x="179497" y="66347"/>
                </a:lnTo>
                <a:cubicBezTo>
                  <a:pt x="179537" y="66356"/>
                  <a:pt x="179577" y="66365"/>
                  <a:pt x="179617" y="66374"/>
                </a:cubicBezTo>
                <a:cubicBezTo>
                  <a:pt x="179577" y="66364"/>
                  <a:pt x="179538" y="66355"/>
                  <a:pt x="179497" y="66347"/>
                </a:cubicBezTo>
                <a:close/>
                <a:moveTo>
                  <a:pt x="179110" y="66549"/>
                </a:moveTo>
                <a:cubicBezTo>
                  <a:pt x="179136" y="66556"/>
                  <a:pt x="179162" y="66562"/>
                  <a:pt x="179188" y="66569"/>
                </a:cubicBezTo>
                <a:cubicBezTo>
                  <a:pt x="179162" y="66562"/>
                  <a:pt x="179136" y="66555"/>
                  <a:pt x="179110" y="66549"/>
                </a:cubicBezTo>
                <a:close/>
                <a:moveTo>
                  <a:pt x="83212" y="58658"/>
                </a:moveTo>
                <a:lnTo>
                  <a:pt x="83212" y="58658"/>
                </a:lnTo>
                <a:cubicBezTo>
                  <a:pt x="83368" y="58671"/>
                  <a:pt x="83524" y="58723"/>
                  <a:pt x="83654" y="58788"/>
                </a:cubicBezTo>
                <a:cubicBezTo>
                  <a:pt x="83693" y="58827"/>
                  <a:pt x="83719" y="58866"/>
                  <a:pt x="83745" y="58918"/>
                </a:cubicBezTo>
                <a:cubicBezTo>
                  <a:pt x="83784" y="58970"/>
                  <a:pt x="83771" y="59048"/>
                  <a:pt x="83810" y="59101"/>
                </a:cubicBezTo>
                <a:cubicBezTo>
                  <a:pt x="83849" y="59139"/>
                  <a:pt x="83927" y="59165"/>
                  <a:pt x="83967" y="59205"/>
                </a:cubicBezTo>
                <a:cubicBezTo>
                  <a:pt x="84031" y="59257"/>
                  <a:pt x="84083" y="59321"/>
                  <a:pt x="84123" y="59387"/>
                </a:cubicBezTo>
                <a:cubicBezTo>
                  <a:pt x="84161" y="59451"/>
                  <a:pt x="84213" y="59686"/>
                  <a:pt x="84279" y="59712"/>
                </a:cubicBezTo>
                <a:cubicBezTo>
                  <a:pt x="84295" y="59718"/>
                  <a:pt x="84305" y="59720"/>
                  <a:pt x="84313" y="59720"/>
                </a:cubicBezTo>
                <a:cubicBezTo>
                  <a:pt x="84320" y="59720"/>
                  <a:pt x="84325" y="59718"/>
                  <a:pt x="84329" y="59718"/>
                </a:cubicBezTo>
                <a:cubicBezTo>
                  <a:pt x="84337" y="59718"/>
                  <a:pt x="84343" y="59725"/>
                  <a:pt x="84369" y="59764"/>
                </a:cubicBezTo>
                <a:cubicBezTo>
                  <a:pt x="84418" y="59860"/>
                  <a:pt x="84466" y="59935"/>
                  <a:pt x="84577" y="59935"/>
                </a:cubicBezTo>
                <a:cubicBezTo>
                  <a:pt x="84586" y="59935"/>
                  <a:pt x="84594" y="59934"/>
                  <a:pt x="84604" y="59933"/>
                </a:cubicBezTo>
                <a:cubicBezTo>
                  <a:pt x="84838" y="59907"/>
                  <a:pt x="85060" y="59764"/>
                  <a:pt x="85280" y="59686"/>
                </a:cubicBezTo>
                <a:cubicBezTo>
                  <a:pt x="85450" y="59633"/>
                  <a:pt x="85606" y="59621"/>
                  <a:pt x="85788" y="59607"/>
                </a:cubicBezTo>
                <a:cubicBezTo>
                  <a:pt x="85892" y="59607"/>
                  <a:pt x="85983" y="59555"/>
                  <a:pt x="86087" y="59543"/>
                </a:cubicBezTo>
                <a:cubicBezTo>
                  <a:pt x="86191" y="59543"/>
                  <a:pt x="86257" y="59555"/>
                  <a:pt x="86347" y="59595"/>
                </a:cubicBezTo>
                <a:cubicBezTo>
                  <a:pt x="86439" y="59647"/>
                  <a:pt x="86529" y="59725"/>
                  <a:pt x="86621" y="59738"/>
                </a:cubicBezTo>
                <a:cubicBezTo>
                  <a:pt x="86625" y="59738"/>
                  <a:pt x="86630" y="59738"/>
                  <a:pt x="86634" y="59738"/>
                </a:cubicBezTo>
                <a:cubicBezTo>
                  <a:pt x="86769" y="59738"/>
                  <a:pt x="86847" y="59543"/>
                  <a:pt x="86998" y="59543"/>
                </a:cubicBezTo>
                <a:cubicBezTo>
                  <a:pt x="87050" y="59543"/>
                  <a:pt x="87076" y="59607"/>
                  <a:pt x="87128" y="59607"/>
                </a:cubicBezTo>
                <a:cubicBezTo>
                  <a:pt x="87146" y="59614"/>
                  <a:pt x="87165" y="59615"/>
                  <a:pt x="87183" y="59615"/>
                </a:cubicBezTo>
                <a:cubicBezTo>
                  <a:pt x="87209" y="59615"/>
                  <a:pt x="87234" y="59612"/>
                  <a:pt x="87259" y="59612"/>
                </a:cubicBezTo>
                <a:cubicBezTo>
                  <a:pt x="87294" y="59612"/>
                  <a:pt x="87328" y="59618"/>
                  <a:pt x="87362" y="59647"/>
                </a:cubicBezTo>
                <a:cubicBezTo>
                  <a:pt x="87402" y="59686"/>
                  <a:pt x="87428" y="59725"/>
                  <a:pt x="87466" y="59764"/>
                </a:cubicBezTo>
                <a:cubicBezTo>
                  <a:pt x="87506" y="59790"/>
                  <a:pt x="87544" y="59816"/>
                  <a:pt x="87584" y="59829"/>
                </a:cubicBezTo>
                <a:cubicBezTo>
                  <a:pt x="87648" y="59868"/>
                  <a:pt x="87714" y="59907"/>
                  <a:pt x="87779" y="59933"/>
                </a:cubicBezTo>
                <a:cubicBezTo>
                  <a:pt x="87831" y="59959"/>
                  <a:pt x="87948" y="59972"/>
                  <a:pt x="87961" y="60037"/>
                </a:cubicBezTo>
                <a:cubicBezTo>
                  <a:pt x="87987" y="60076"/>
                  <a:pt x="87974" y="60128"/>
                  <a:pt x="87935" y="60141"/>
                </a:cubicBezTo>
                <a:cubicBezTo>
                  <a:pt x="87931" y="60146"/>
                  <a:pt x="87918" y="60147"/>
                  <a:pt x="87901" y="60147"/>
                </a:cubicBezTo>
                <a:cubicBezTo>
                  <a:pt x="87868" y="60147"/>
                  <a:pt x="87822" y="60141"/>
                  <a:pt x="87805" y="60141"/>
                </a:cubicBezTo>
                <a:cubicBezTo>
                  <a:pt x="87714" y="60141"/>
                  <a:pt x="87622" y="60128"/>
                  <a:pt x="87532" y="60115"/>
                </a:cubicBezTo>
                <a:cubicBezTo>
                  <a:pt x="87498" y="60104"/>
                  <a:pt x="87415" y="60073"/>
                  <a:pt x="87360" y="60073"/>
                </a:cubicBezTo>
                <a:cubicBezTo>
                  <a:pt x="87351" y="60073"/>
                  <a:pt x="87343" y="60074"/>
                  <a:pt x="87336" y="60076"/>
                </a:cubicBezTo>
                <a:cubicBezTo>
                  <a:pt x="87272" y="60089"/>
                  <a:pt x="87284" y="60102"/>
                  <a:pt x="87246" y="60141"/>
                </a:cubicBezTo>
                <a:cubicBezTo>
                  <a:pt x="87194" y="60168"/>
                  <a:pt x="87128" y="60168"/>
                  <a:pt x="87076" y="60206"/>
                </a:cubicBezTo>
                <a:cubicBezTo>
                  <a:pt x="86998" y="60246"/>
                  <a:pt x="86972" y="60272"/>
                  <a:pt x="86868" y="60272"/>
                </a:cubicBezTo>
                <a:cubicBezTo>
                  <a:pt x="86836" y="60272"/>
                  <a:pt x="86730" y="60232"/>
                  <a:pt x="86659" y="60232"/>
                </a:cubicBezTo>
                <a:cubicBezTo>
                  <a:pt x="86615" y="60232"/>
                  <a:pt x="86585" y="60248"/>
                  <a:pt x="86595" y="60298"/>
                </a:cubicBezTo>
                <a:cubicBezTo>
                  <a:pt x="86607" y="60350"/>
                  <a:pt x="86777" y="60454"/>
                  <a:pt x="86829" y="60480"/>
                </a:cubicBezTo>
                <a:cubicBezTo>
                  <a:pt x="86852" y="60487"/>
                  <a:pt x="86867" y="60491"/>
                  <a:pt x="86879" y="60491"/>
                </a:cubicBezTo>
                <a:cubicBezTo>
                  <a:pt x="86906" y="60491"/>
                  <a:pt x="86913" y="60472"/>
                  <a:pt x="86959" y="60454"/>
                </a:cubicBezTo>
                <a:cubicBezTo>
                  <a:pt x="86985" y="60506"/>
                  <a:pt x="87024" y="60518"/>
                  <a:pt x="87037" y="60558"/>
                </a:cubicBezTo>
                <a:cubicBezTo>
                  <a:pt x="87076" y="60622"/>
                  <a:pt x="87050" y="60674"/>
                  <a:pt x="87128" y="60727"/>
                </a:cubicBezTo>
                <a:cubicBezTo>
                  <a:pt x="87194" y="60779"/>
                  <a:pt x="87284" y="60779"/>
                  <a:pt x="87350" y="60831"/>
                </a:cubicBezTo>
                <a:cubicBezTo>
                  <a:pt x="87492" y="60922"/>
                  <a:pt x="87662" y="60961"/>
                  <a:pt x="87753" y="61104"/>
                </a:cubicBezTo>
                <a:cubicBezTo>
                  <a:pt x="87792" y="61156"/>
                  <a:pt x="87805" y="61247"/>
                  <a:pt x="87870" y="61273"/>
                </a:cubicBezTo>
                <a:cubicBezTo>
                  <a:pt x="87878" y="61276"/>
                  <a:pt x="87888" y="61277"/>
                  <a:pt x="87898" y="61277"/>
                </a:cubicBezTo>
                <a:cubicBezTo>
                  <a:pt x="87939" y="61277"/>
                  <a:pt x="87995" y="61261"/>
                  <a:pt x="88026" y="61261"/>
                </a:cubicBezTo>
                <a:cubicBezTo>
                  <a:pt x="88156" y="61261"/>
                  <a:pt x="88287" y="61247"/>
                  <a:pt x="88417" y="61234"/>
                </a:cubicBezTo>
                <a:cubicBezTo>
                  <a:pt x="88475" y="61234"/>
                  <a:pt x="88556" y="61221"/>
                  <a:pt x="88636" y="61221"/>
                </a:cubicBezTo>
                <a:cubicBezTo>
                  <a:pt x="88715" y="61221"/>
                  <a:pt x="88793" y="61234"/>
                  <a:pt x="88846" y="61287"/>
                </a:cubicBezTo>
                <a:cubicBezTo>
                  <a:pt x="88859" y="61313"/>
                  <a:pt x="88872" y="61325"/>
                  <a:pt x="88885" y="61351"/>
                </a:cubicBezTo>
                <a:cubicBezTo>
                  <a:pt x="88898" y="61365"/>
                  <a:pt x="88911" y="61377"/>
                  <a:pt x="88937" y="61377"/>
                </a:cubicBezTo>
                <a:cubicBezTo>
                  <a:pt x="88963" y="61403"/>
                  <a:pt x="88976" y="61417"/>
                  <a:pt x="88950" y="61455"/>
                </a:cubicBezTo>
                <a:cubicBezTo>
                  <a:pt x="88944" y="61464"/>
                  <a:pt x="88923" y="61468"/>
                  <a:pt x="88895" y="61468"/>
                </a:cubicBezTo>
                <a:cubicBezTo>
                  <a:pt x="88800" y="61468"/>
                  <a:pt x="88622" y="61429"/>
                  <a:pt x="88611" y="61429"/>
                </a:cubicBezTo>
                <a:cubicBezTo>
                  <a:pt x="88533" y="61403"/>
                  <a:pt x="88443" y="61377"/>
                  <a:pt x="88377" y="61339"/>
                </a:cubicBezTo>
                <a:cubicBezTo>
                  <a:pt x="88339" y="61325"/>
                  <a:pt x="88299" y="61313"/>
                  <a:pt x="88247" y="61299"/>
                </a:cubicBezTo>
                <a:cubicBezTo>
                  <a:pt x="88169" y="61313"/>
                  <a:pt x="88091" y="61469"/>
                  <a:pt x="88065" y="61533"/>
                </a:cubicBezTo>
                <a:cubicBezTo>
                  <a:pt x="88092" y="61545"/>
                  <a:pt x="88122" y="61549"/>
                  <a:pt x="88152" y="61549"/>
                </a:cubicBezTo>
                <a:cubicBezTo>
                  <a:pt x="88202" y="61549"/>
                  <a:pt x="88255" y="61539"/>
                  <a:pt x="88307" y="61539"/>
                </a:cubicBezTo>
                <a:cubicBezTo>
                  <a:pt x="88331" y="61539"/>
                  <a:pt x="88354" y="61541"/>
                  <a:pt x="88377" y="61547"/>
                </a:cubicBezTo>
                <a:cubicBezTo>
                  <a:pt x="88345" y="61579"/>
                  <a:pt x="88297" y="61581"/>
                  <a:pt x="88250" y="61581"/>
                </a:cubicBezTo>
                <a:cubicBezTo>
                  <a:pt x="88243" y="61581"/>
                  <a:pt x="88236" y="61581"/>
                  <a:pt x="88230" y="61581"/>
                </a:cubicBezTo>
                <a:cubicBezTo>
                  <a:pt x="88208" y="61581"/>
                  <a:pt x="88188" y="61582"/>
                  <a:pt x="88169" y="61585"/>
                </a:cubicBezTo>
                <a:cubicBezTo>
                  <a:pt x="88039" y="61585"/>
                  <a:pt x="87909" y="61611"/>
                  <a:pt x="87766" y="61611"/>
                </a:cubicBezTo>
                <a:cubicBezTo>
                  <a:pt x="87558" y="61611"/>
                  <a:pt x="87414" y="61533"/>
                  <a:pt x="87220" y="61495"/>
                </a:cubicBezTo>
                <a:cubicBezTo>
                  <a:pt x="87160" y="61481"/>
                  <a:pt x="87096" y="61478"/>
                  <a:pt x="87031" y="61478"/>
                </a:cubicBezTo>
                <a:cubicBezTo>
                  <a:pt x="86969" y="61478"/>
                  <a:pt x="86905" y="61481"/>
                  <a:pt x="86842" y="61481"/>
                </a:cubicBezTo>
                <a:cubicBezTo>
                  <a:pt x="86751" y="61481"/>
                  <a:pt x="86660" y="61455"/>
                  <a:pt x="86569" y="61455"/>
                </a:cubicBezTo>
                <a:cubicBezTo>
                  <a:pt x="86561" y="61454"/>
                  <a:pt x="86553" y="61453"/>
                  <a:pt x="86546" y="61453"/>
                </a:cubicBezTo>
                <a:cubicBezTo>
                  <a:pt x="86485" y="61453"/>
                  <a:pt x="86459" y="61496"/>
                  <a:pt x="86413" y="61507"/>
                </a:cubicBezTo>
                <a:cubicBezTo>
                  <a:pt x="86380" y="61514"/>
                  <a:pt x="86347" y="61517"/>
                  <a:pt x="86315" y="61517"/>
                </a:cubicBezTo>
                <a:cubicBezTo>
                  <a:pt x="86282" y="61517"/>
                  <a:pt x="86250" y="61514"/>
                  <a:pt x="86217" y="61507"/>
                </a:cubicBezTo>
                <a:cubicBezTo>
                  <a:pt x="86153" y="61507"/>
                  <a:pt x="86087" y="61547"/>
                  <a:pt x="86022" y="61547"/>
                </a:cubicBezTo>
                <a:cubicBezTo>
                  <a:pt x="86002" y="61547"/>
                  <a:pt x="85987" y="61546"/>
                  <a:pt x="85973" y="61546"/>
                </a:cubicBezTo>
                <a:cubicBezTo>
                  <a:pt x="85936" y="61546"/>
                  <a:pt x="85921" y="61553"/>
                  <a:pt x="85892" y="61611"/>
                </a:cubicBezTo>
                <a:cubicBezTo>
                  <a:pt x="85879" y="61663"/>
                  <a:pt x="85879" y="61715"/>
                  <a:pt x="85853" y="61767"/>
                </a:cubicBezTo>
                <a:cubicBezTo>
                  <a:pt x="85840" y="61807"/>
                  <a:pt x="85762" y="62015"/>
                  <a:pt x="85814" y="62067"/>
                </a:cubicBezTo>
                <a:cubicBezTo>
                  <a:pt x="85827" y="62080"/>
                  <a:pt x="85859" y="62083"/>
                  <a:pt x="85890" y="62083"/>
                </a:cubicBezTo>
                <a:cubicBezTo>
                  <a:pt x="85924" y="62083"/>
                  <a:pt x="85957" y="62080"/>
                  <a:pt x="85970" y="62080"/>
                </a:cubicBezTo>
                <a:cubicBezTo>
                  <a:pt x="86075" y="62080"/>
                  <a:pt x="86165" y="62093"/>
                  <a:pt x="86257" y="62145"/>
                </a:cubicBezTo>
                <a:cubicBezTo>
                  <a:pt x="86321" y="62171"/>
                  <a:pt x="86413" y="62210"/>
                  <a:pt x="86439" y="62275"/>
                </a:cubicBezTo>
                <a:cubicBezTo>
                  <a:pt x="86465" y="62340"/>
                  <a:pt x="86425" y="62380"/>
                  <a:pt x="86399" y="62418"/>
                </a:cubicBezTo>
                <a:cubicBezTo>
                  <a:pt x="86373" y="62444"/>
                  <a:pt x="86347" y="62522"/>
                  <a:pt x="86321" y="62536"/>
                </a:cubicBezTo>
                <a:cubicBezTo>
                  <a:pt x="86307" y="62546"/>
                  <a:pt x="86290" y="62550"/>
                  <a:pt x="86272" y="62550"/>
                </a:cubicBezTo>
                <a:cubicBezTo>
                  <a:pt x="86223" y="62550"/>
                  <a:pt x="86165" y="62522"/>
                  <a:pt x="86127" y="62522"/>
                </a:cubicBezTo>
                <a:cubicBezTo>
                  <a:pt x="86075" y="62510"/>
                  <a:pt x="86022" y="62510"/>
                  <a:pt x="85970" y="62510"/>
                </a:cubicBezTo>
                <a:cubicBezTo>
                  <a:pt x="85879" y="62510"/>
                  <a:pt x="85814" y="62470"/>
                  <a:pt x="85723" y="62458"/>
                </a:cubicBezTo>
                <a:cubicBezTo>
                  <a:pt x="85712" y="62456"/>
                  <a:pt x="85702" y="62455"/>
                  <a:pt x="85691" y="62455"/>
                </a:cubicBezTo>
                <a:cubicBezTo>
                  <a:pt x="85565" y="62455"/>
                  <a:pt x="85472" y="62596"/>
                  <a:pt x="85424" y="62704"/>
                </a:cubicBezTo>
                <a:cubicBezTo>
                  <a:pt x="85384" y="62782"/>
                  <a:pt x="85372" y="62874"/>
                  <a:pt x="85306" y="62939"/>
                </a:cubicBezTo>
                <a:cubicBezTo>
                  <a:pt x="85216" y="63056"/>
                  <a:pt x="85190" y="63147"/>
                  <a:pt x="85164" y="63290"/>
                </a:cubicBezTo>
                <a:cubicBezTo>
                  <a:pt x="85138" y="63368"/>
                  <a:pt x="85112" y="63394"/>
                  <a:pt x="85072" y="63447"/>
                </a:cubicBezTo>
                <a:cubicBezTo>
                  <a:pt x="85034" y="63485"/>
                  <a:pt x="85008" y="63563"/>
                  <a:pt x="84955" y="63589"/>
                </a:cubicBezTo>
                <a:cubicBezTo>
                  <a:pt x="84877" y="63641"/>
                  <a:pt x="84799" y="63577"/>
                  <a:pt x="84734" y="63667"/>
                </a:cubicBezTo>
                <a:cubicBezTo>
                  <a:pt x="84643" y="63771"/>
                  <a:pt x="84630" y="63875"/>
                  <a:pt x="84630" y="64006"/>
                </a:cubicBezTo>
                <a:cubicBezTo>
                  <a:pt x="84630" y="64123"/>
                  <a:pt x="84669" y="64175"/>
                  <a:pt x="84721" y="64253"/>
                </a:cubicBezTo>
                <a:cubicBezTo>
                  <a:pt x="84747" y="64292"/>
                  <a:pt x="84773" y="64357"/>
                  <a:pt x="84799" y="64383"/>
                </a:cubicBezTo>
                <a:cubicBezTo>
                  <a:pt x="84838" y="64409"/>
                  <a:pt x="84864" y="64422"/>
                  <a:pt x="84890" y="64461"/>
                </a:cubicBezTo>
                <a:cubicBezTo>
                  <a:pt x="84942" y="64514"/>
                  <a:pt x="85124" y="64696"/>
                  <a:pt x="85008" y="64760"/>
                </a:cubicBezTo>
                <a:cubicBezTo>
                  <a:pt x="84955" y="64786"/>
                  <a:pt x="84942" y="64748"/>
                  <a:pt x="84916" y="64826"/>
                </a:cubicBezTo>
                <a:cubicBezTo>
                  <a:pt x="84890" y="64852"/>
                  <a:pt x="84916" y="64852"/>
                  <a:pt x="84877" y="64878"/>
                </a:cubicBezTo>
                <a:cubicBezTo>
                  <a:pt x="84871" y="64884"/>
                  <a:pt x="84858" y="64884"/>
                  <a:pt x="84845" y="64884"/>
                </a:cubicBezTo>
                <a:cubicBezTo>
                  <a:pt x="84832" y="64884"/>
                  <a:pt x="84819" y="64884"/>
                  <a:pt x="84812" y="64890"/>
                </a:cubicBezTo>
                <a:cubicBezTo>
                  <a:pt x="84786" y="64904"/>
                  <a:pt x="84760" y="64994"/>
                  <a:pt x="84747" y="65020"/>
                </a:cubicBezTo>
                <a:cubicBezTo>
                  <a:pt x="84721" y="65060"/>
                  <a:pt x="84682" y="65112"/>
                  <a:pt x="84695" y="65164"/>
                </a:cubicBezTo>
                <a:cubicBezTo>
                  <a:pt x="84708" y="65242"/>
                  <a:pt x="84721" y="65229"/>
                  <a:pt x="84721" y="65320"/>
                </a:cubicBezTo>
                <a:cubicBezTo>
                  <a:pt x="84721" y="65398"/>
                  <a:pt x="84747" y="65463"/>
                  <a:pt x="84825" y="65502"/>
                </a:cubicBezTo>
                <a:cubicBezTo>
                  <a:pt x="84877" y="65528"/>
                  <a:pt x="84929" y="65515"/>
                  <a:pt x="84981" y="65554"/>
                </a:cubicBezTo>
                <a:cubicBezTo>
                  <a:pt x="85086" y="65645"/>
                  <a:pt x="85098" y="65827"/>
                  <a:pt x="85216" y="65905"/>
                </a:cubicBezTo>
                <a:cubicBezTo>
                  <a:pt x="85242" y="65931"/>
                  <a:pt x="85280" y="65931"/>
                  <a:pt x="85306" y="65945"/>
                </a:cubicBezTo>
                <a:cubicBezTo>
                  <a:pt x="85332" y="65945"/>
                  <a:pt x="85358" y="65957"/>
                  <a:pt x="85384" y="65971"/>
                </a:cubicBezTo>
                <a:cubicBezTo>
                  <a:pt x="85086" y="66101"/>
                  <a:pt x="84773" y="66257"/>
                  <a:pt x="84447" y="66335"/>
                </a:cubicBezTo>
                <a:cubicBezTo>
                  <a:pt x="83941" y="66465"/>
                  <a:pt x="83394" y="66608"/>
                  <a:pt x="82860" y="66700"/>
                </a:cubicBezTo>
                <a:cubicBezTo>
                  <a:pt x="82667" y="66728"/>
                  <a:pt x="82469" y="66737"/>
                  <a:pt x="82270" y="66737"/>
                </a:cubicBezTo>
                <a:cubicBezTo>
                  <a:pt x="82108" y="66737"/>
                  <a:pt x="81944" y="66731"/>
                  <a:pt x="81781" y="66726"/>
                </a:cubicBezTo>
                <a:lnTo>
                  <a:pt x="81807" y="66647"/>
                </a:lnTo>
                <a:cubicBezTo>
                  <a:pt x="81819" y="64916"/>
                  <a:pt x="81781" y="63186"/>
                  <a:pt x="81676" y="61443"/>
                </a:cubicBezTo>
                <a:lnTo>
                  <a:pt x="81676" y="61443"/>
                </a:lnTo>
                <a:cubicBezTo>
                  <a:pt x="81702" y="61521"/>
                  <a:pt x="81729" y="61585"/>
                  <a:pt x="81755" y="61651"/>
                </a:cubicBezTo>
                <a:cubicBezTo>
                  <a:pt x="81767" y="61547"/>
                  <a:pt x="81767" y="61455"/>
                  <a:pt x="81755" y="61365"/>
                </a:cubicBezTo>
                <a:lnTo>
                  <a:pt x="81755" y="61365"/>
                </a:lnTo>
                <a:cubicBezTo>
                  <a:pt x="81819" y="61443"/>
                  <a:pt x="81859" y="61559"/>
                  <a:pt x="81845" y="61677"/>
                </a:cubicBezTo>
                <a:cubicBezTo>
                  <a:pt x="81963" y="61495"/>
                  <a:pt x="81989" y="61273"/>
                  <a:pt x="81897" y="61078"/>
                </a:cubicBezTo>
                <a:lnTo>
                  <a:pt x="81897" y="61078"/>
                </a:lnTo>
                <a:cubicBezTo>
                  <a:pt x="82079" y="61104"/>
                  <a:pt x="82197" y="61169"/>
                  <a:pt x="82197" y="61169"/>
                </a:cubicBezTo>
                <a:cubicBezTo>
                  <a:pt x="82288" y="61417"/>
                  <a:pt x="82392" y="62106"/>
                  <a:pt x="82340" y="62354"/>
                </a:cubicBezTo>
                <a:cubicBezTo>
                  <a:pt x="82444" y="62145"/>
                  <a:pt x="82457" y="61898"/>
                  <a:pt x="82392" y="61677"/>
                </a:cubicBezTo>
                <a:lnTo>
                  <a:pt x="82392" y="61677"/>
                </a:lnTo>
                <a:cubicBezTo>
                  <a:pt x="82470" y="61781"/>
                  <a:pt x="82496" y="61911"/>
                  <a:pt x="82496" y="62041"/>
                </a:cubicBezTo>
                <a:cubicBezTo>
                  <a:pt x="82509" y="61911"/>
                  <a:pt x="82509" y="61781"/>
                  <a:pt x="82509" y="61637"/>
                </a:cubicBezTo>
                <a:cubicBezTo>
                  <a:pt x="82587" y="61859"/>
                  <a:pt x="82600" y="62106"/>
                  <a:pt x="82535" y="62327"/>
                </a:cubicBezTo>
                <a:cubicBezTo>
                  <a:pt x="82587" y="62158"/>
                  <a:pt x="82626" y="61989"/>
                  <a:pt x="82652" y="61820"/>
                </a:cubicBezTo>
                <a:cubicBezTo>
                  <a:pt x="82678" y="61911"/>
                  <a:pt x="82678" y="62015"/>
                  <a:pt x="82678" y="62106"/>
                </a:cubicBezTo>
                <a:cubicBezTo>
                  <a:pt x="82691" y="62015"/>
                  <a:pt x="82704" y="61911"/>
                  <a:pt x="82717" y="61820"/>
                </a:cubicBezTo>
                <a:cubicBezTo>
                  <a:pt x="82782" y="62015"/>
                  <a:pt x="82808" y="62236"/>
                  <a:pt x="82756" y="62444"/>
                </a:cubicBezTo>
                <a:cubicBezTo>
                  <a:pt x="82834" y="62354"/>
                  <a:pt x="82860" y="62249"/>
                  <a:pt x="82874" y="62132"/>
                </a:cubicBezTo>
                <a:lnTo>
                  <a:pt x="82874" y="62132"/>
                </a:lnTo>
                <a:cubicBezTo>
                  <a:pt x="82900" y="62275"/>
                  <a:pt x="82886" y="62418"/>
                  <a:pt x="82834" y="62562"/>
                </a:cubicBezTo>
                <a:cubicBezTo>
                  <a:pt x="82912" y="62458"/>
                  <a:pt x="82952" y="62327"/>
                  <a:pt x="82964" y="62197"/>
                </a:cubicBezTo>
                <a:lnTo>
                  <a:pt x="82964" y="62432"/>
                </a:lnTo>
                <a:cubicBezTo>
                  <a:pt x="82990" y="62327"/>
                  <a:pt x="83016" y="62223"/>
                  <a:pt x="83016" y="62119"/>
                </a:cubicBezTo>
                <a:cubicBezTo>
                  <a:pt x="83082" y="62354"/>
                  <a:pt x="83094" y="62600"/>
                  <a:pt x="83120" y="62848"/>
                </a:cubicBezTo>
                <a:cubicBezTo>
                  <a:pt x="83134" y="62718"/>
                  <a:pt x="83146" y="62600"/>
                  <a:pt x="83160" y="62470"/>
                </a:cubicBezTo>
                <a:cubicBezTo>
                  <a:pt x="83198" y="62640"/>
                  <a:pt x="83212" y="62822"/>
                  <a:pt x="83198" y="62991"/>
                </a:cubicBezTo>
                <a:cubicBezTo>
                  <a:pt x="83224" y="62834"/>
                  <a:pt x="83250" y="62666"/>
                  <a:pt x="83276" y="62510"/>
                </a:cubicBezTo>
                <a:cubicBezTo>
                  <a:pt x="83276" y="62744"/>
                  <a:pt x="83290" y="62978"/>
                  <a:pt x="83302" y="63212"/>
                </a:cubicBezTo>
                <a:lnTo>
                  <a:pt x="83381" y="62600"/>
                </a:lnTo>
                <a:cubicBezTo>
                  <a:pt x="83420" y="62770"/>
                  <a:pt x="83446" y="62952"/>
                  <a:pt x="83459" y="63134"/>
                </a:cubicBezTo>
                <a:cubicBezTo>
                  <a:pt x="83485" y="62978"/>
                  <a:pt x="83498" y="62834"/>
                  <a:pt x="83524" y="62678"/>
                </a:cubicBezTo>
                <a:cubicBezTo>
                  <a:pt x="83628" y="62874"/>
                  <a:pt x="83693" y="63082"/>
                  <a:pt x="83706" y="63290"/>
                </a:cubicBezTo>
                <a:cubicBezTo>
                  <a:pt x="83719" y="63121"/>
                  <a:pt x="83732" y="62952"/>
                  <a:pt x="83745" y="62796"/>
                </a:cubicBezTo>
                <a:cubicBezTo>
                  <a:pt x="83810" y="63056"/>
                  <a:pt x="83849" y="63329"/>
                  <a:pt x="83849" y="63603"/>
                </a:cubicBezTo>
                <a:cubicBezTo>
                  <a:pt x="83901" y="63290"/>
                  <a:pt x="83901" y="62978"/>
                  <a:pt x="83849" y="62666"/>
                </a:cubicBezTo>
                <a:lnTo>
                  <a:pt x="83849" y="62666"/>
                </a:lnTo>
                <a:cubicBezTo>
                  <a:pt x="83888" y="62718"/>
                  <a:pt x="83927" y="62756"/>
                  <a:pt x="83967" y="62796"/>
                </a:cubicBezTo>
                <a:lnTo>
                  <a:pt x="83875" y="62444"/>
                </a:lnTo>
                <a:lnTo>
                  <a:pt x="83953" y="62444"/>
                </a:lnTo>
                <a:cubicBezTo>
                  <a:pt x="83927" y="62444"/>
                  <a:pt x="83810" y="62249"/>
                  <a:pt x="83771" y="62210"/>
                </a:cubicBezTo>
                <a:cubicBezTo>
                  <a:pt x="83706" y="62132"/>
                  <a:pt x="83628" y="62054"/>
                  <a:pt x="83550" y="61976"/>
                </a:cubicBezTo>
                <a:cubicBezTo>
                  <a:pt x="83407" y="61846"/>
                  <a:pt x="83250" y="61703"/>
                  <a:pt x="83068" y="61611"/>
                </a:cubicBezTo>
                <a:lnTo>
                  <a:pt x="83068" y="61611"/>
                </a:lnTo>
                <a:cubicBezTo>
                  <a:pt x="83172" y="61663"/>
                  <a:pt x="83276" y="61703"/>
                  <a:pt x="83381" y="61755"/>
                </a:cubicBezTo>
                <a:cubicBezTo>
                  <a:pt x="83212" y="61599"/>
                  <a:pt x="83030" y="61469"/>
                  <a:pt x="82822" y="61377"/>
                </a:cubicBezTo>
                <a:lnTo>
                  <a:pt x="82822" y="61377"/>
                </a:lnTo>
                <a:cubicBezTo>
                  <a:pt x="82978" y="61443"/>
                  <a:pt x="83134" y="61495"/>
                  <a:pt x="83290" y="61547"/>
                </a:cubicBezTo>
                <a:cubicBezTo>
                  <a:pt x="83146" y="61429"/>
                  <a:pt x="82990" y="61351"/>
                  <a:pt x="82834" y="61287"/>
                </a:cubicBezTo>
                <a:cubicBezTo>
                  <a:pt x="82834" y="61261"/>
                  <a:pt x="82848" y="61247"/>
                  <a:pt x="82848" y="61221"/>
                </a:cubicBezTo>
                <a:cubicBezTo>
                  <a:pt x="82874" y="61208"/>
                  <a:pt x="82900" y="61208"/>
                  <a:pt x="82926" y="61195"/>
                </a:cubicBezTo>
                <a:lnTo>
                  <a:pt x="82860" y="61195"/>
                </a:lnTo>
                <a:cubicBezTo>
                  <a:pt x="82886" y="61078"/>
                  <a:pt x="82912" y="60961"/>
                  <a:pt x="82900" y="60857"/>
                </a:cubicBezTo>
                <a:lnTo>
                  <a:pt x="82900" y="60857"/>
                </a:lnTo>
                <a:cubicBezTo>
                  <a:pt x="82938" y="60987"/>
                  <a:pt x="82964" y="61143"/>
                  <a:pt x="82938" y="61287"/>
                </a:cubicBezTo>
                <a:cubicBezTo>
                  <a:pt x="82990" y="61143"/>
                  <a:pt x="83004" y="61000"/>
                  <a:pt x="82978" y="60857"/>
                </a:cubicBezTo>
                <a:lnTo>
                  <a:pt x="82978" y="60857"/>
                </a:lnTo>
                <a:cubicBezTo>
                  <a:pt x="83016" y="60948"/>
                  <a:pt x="83042" y="61000"/>
                  <a:pt x="83068" y="61091"/>
                </a:cubicBezTo>
                <a:cubicBezTo>
                  <a:pt x="83068" y="61013"/>
                  <a:pt x="83068" y="60935"/>
                  <a:pt x="83082" y="60857"/>
                </a:cubicBezTo>
                <a:cubicBezTo>
                  <a:pt x="83108" y="60974"/>
                  <a:pt x="83134" y="61117"/>
                  <a:pt x="83160" y="61234"/>
                </a:cubicBezTo>
                <a:cubicBezTo>
                  <a:pt x="83186" y="61130"/>
                  <a:pt x="83186" y="61026"/>
                  <a:pt x="83172" y="60922"/>
                </a:cubicBezTo>
                <a:lnTo>
                  <a:pt x="83172" y="60922"/>
                </a:lnTo>
                <a:cubicBezTo>
                  <a:pt x="83212" y="61000"/>
                  <a:pt x="83250" y="61091"/>
                  <a:pt x="83264" y="61182"/>
                </a:cubicBezTo>
                <a:lnTo>
                  <a:pt x="83250" y="60870"/>
                </a:lnTo>
                <a:lnTo>
                  <a:pt x="83250" y="60870"/>
                </a:lnTo>
                <a:cubicBezTo>
                  <a:pt x="83328" y="61000"/>
                  <a:pt x="83381" y="61143"/>
                  <a:pt x="83394" y="61299"/>
                </a:cubicBezTo>
                <a:cubicBezTo>
                  <a:pt x="83394" y="61169"/>
                  <a:pt x="83407" y="61026"/>
                  <a:pt x="83420" y="60896"/>
                </a:cubicBezTo>
                <a:cubicBezTo>
                  <a:pt x="83472" y="61000"/>
                  <a:pt x="83511" y="61104"/>
                  <a:pt x="83524" y="61221"/>
                </a:cubicBezTo>
                <a:cubicBezTo>
                  <a:pt x="83537" y="61143"/>
                  <a:pt x="83537" y="61065"/>
                  <a:pt x="83524" y="60987"/>
                </a:cubicBezTo>
                <a:lnTo>
                  <a:pt x="83524" y="60987"/>
                </a:lnTo>
                <a:cubicBezTo>
                  <a:pt x="83576" y="61039"/>
                  <a:pt x="83602" y="61117"/>
                  <a:pt x="83602" y="61195"/>
                </a:cubicBezTo>
                <a:cubicBezTo>
                  <a:pt x="83615" y="61117"/>
                  <a:pt x="83602" y="61039"/>
                  <a:pt x="83602" y="60974"/>
                </a:cubicBezTo>
                <a:lnTo>
                  <a:pt x="83602" y="60974"/>
                </a:lnTo>
                <a:cubicBezTo>
                  <a:pt x="83706" y="61065"/>
                  <a:pt x="83745" y="61261"/>
                  <a:pt x="83797" y="61391"/>
                </a:cubicBezTo>
                <a:lnTo>
                  <a:pt x="83719" y="61117"/>
                </a:lnTo>
                <a:lnTo>
                  <a:pt x="83719" y="61117"/>
                </a:lnTo>
                <a:cubicBezTo>
                  <a:pt x="83771" y="61208"/>
                  <a:pt x="83810" y="61299"/>
                  <a:pt x="83862" y="61391"/>
                </a:cubicBezTo>
                <a:cubicBezTo>
                  <a:pt x="83836" y="61273"/>
                  <a:pt x="83797" y="61169"/>
                  <a:pt x="83771" y="61052"/>
                </a:cubicBezTo>
                <a:lnTo>
                  <a:pt x="83771" y="61052"/>
                </a:lnTo>
                <a:cubicBezTo>
                  <a:pt x="83862" y="61195"/>
                  <a:pt x="83941" y="61351"/>
                  <a:pt x="83993" y="61507"/>
                </a:cubicBezTo>
                <a:cubicBezTo>
                  <a:pt x="83979" y="61377"/>
                  <a:pt x="83953" y="61234"/>
                  <a:pt x="83941" y="61104"/>
                </a:cubicBezTo>
                <a:lnTo>
                  <a:pt x="83941" y="61104"/>
                </a:lnTo>
                <a:cubicBezTo>
                  <a:pt x="84005" y="61208"/>
                  <a:pt x="84071" y="61299"/>
                  <a:pt x="84135" y="61403"/>
                </a:cubicBezTo>
                <a:cubicBezTo>
                  <a:pt x="84135" y="61287"/>
                  <a:pt x="84123" y="61182"/>
                  <a:pt x="84123" y="61065"/>
                </a:cubicBezTo>
                <a:lnTo>
                  <a:pt x="84123" y="61065"/>
                </a:lnTo>
                <a:cubicBezTo>
                  <a:pt x="84265" y="61208"/>
                  <a:pt x="84369" y="61403"/>
                  <a:pt x="84409" y="61599"/>
                </a:cubicBezTo>
                <a:cubicBezTo>
                  <a:pt x="84421" y="61495"/>
                  <a:pt x="84421" y="61403"/>
                  <a:pt x="84435" y="61299"/>
                </a:cubicBezTo>
                <a:cubicBezTo>
                  <a:pt x="84474" y="61377"/>
                  <a:pt x="84526" y="61469"/>
                  <a:pt x="84565" y="61559"/>
                </a:cubicBezTo>
                <a:cubicBezTo>
                  <a:pt x="84565" y="61325"/>
                  <a:pt x="84461" y="61091"/>
                  <a:pt x="84291" y="60935"/>
                </a:cubicBezTo>
                <a:lnTo>
                  <a:pt x="84291" y="60935"/>
                </a:lnTo>
                <a:cubicBezTo>
                  <a:pt x="84343" y="60948"/>
                  <a:pt x="84383" y="60974"/>
                  <a:pt x="84435" y="60987"/>
                </a:cubicBezTo>
                <a:cubicBezTo>
                  <a:pt x="84317" y="60883"/>
                  <a:pt x="84175" y="60792"/>
                  <a:pt x="84019" y="60740"/>
                </a:cubicBezTo>
                <a:cubicBezTo>
                  <a:pt x="83953" y="60714"/>
                  <a:pt x="83875" y="60688"/>
                  <a:pt x="83797" y="60674"/>
                </a:cubicBezTo>
                <a:cubicBezTo>
                  <a:pt x="83764" y="60674"/>
                  <a:pt x="83731" y="60678"/>
                  <a:pt x="83699" y="60678"/>
                </a:cubicBezTo>
                <a:cubicBezTo>
                  <a:pt x="83669" y="60678"/>
                  <a:pt x="83640" y="60675"/>
                  <a:pt x="83615" y="60662"/>
                </a:cubicBezTo>
                <a:cubicBezTo>
                  <a:pt x="83654" y="60648"/>
                  <a:pt x="83706" y="60622"/>
                  <a:pt x="83745" y="60622"/>
                </a:cubicBezTo>
                <a:cubicBezTo>
                  <a:pt x="83615" y="60596"/>
                  <a:pt x="83485" y="60584"/>
                  <a:pt x="83354" y="60558"/>
                </a:cubicBezTo>
                <a:lnTo>
                  <a:pt x="83602" y="60558"/>
                </a:lnTo>
                <a:cubicBezTo>
                  <a:pt x="83511" y="60532"/>
                  <a:pt x="83433" y="60506"/>
                  <a:pt x="83328" y="60492"/>
                </a:cubicBezTo>
                <a:cubicBezTo>
                  <a:pt x="83296" y="60486"/>
                  <a:pt x="83264" y="60483"/>
                  <a:pt x="83233" y="60483"/>
                </a:cubicBezTo>
                <a:cubicBezTo>
                  <a:pt x="83202" y="60483"/>
                  <a:pt x="83172" y="60486"/>
                  <a:pt x="83146" y="60492"/>
                </a:cubicBezTo>
                <a:lnTo>
                  <a:pt x="83134" y="60480"/>
                </a:lnTo>
                <a:lnTo>
                  <a:pt x="83302" y="60440"/>
                </a:lnTo>
                <a:cubicBezTo>
                  <a:pt x="83250" y="60428"/>
                  <a:pt x="83186" y="60414"/>
                  <a:pt x="83120" y="60414"/>
                </a:cubicBezTo>
                <a:cubicBezTo>
                  <a:pt x="83108" y="60324"/>
                  <a:pt x="83094" y="60232"/>
                  <a:pt x="83068" y="60141"/>
                </a:cubicBezTo>
                <a:lnTo>
                  <a:pt x="83068" y="60141"/>
                </a:lnTo>
                <a:cubicBezTo>
                  <a:pt x="83108" y="60194"/>
                  <a:pt x="83146" y="60246"/>
                  <a:pt x="83172" y="60298"/>
                </a:cubicBezTo>
                <a:cubicBezTo>
                  <a:pt x="83160" y="60220"/>
                  <a:pt x="83146" y="60154"/>
                  <a:pt x="83120" y="60089"/>
                </a:cubicBezTo>
                <a:lnTo>
                  <a:pt x="83120" y="60089"/>
                </a:lnTo>
                <a:cubicBezTo>
                  <a:pt x="83212" y="60206"/>
                  <a:pt x="83276" y="60350"/>
                  <a:pt x="83328" y="60492"/>
                </a:cubicBezTo>
                <a:cubicBezTo>
                  <a:pt x="83302" y="60350"/>
                  <a:pt x="83276" y="60194"/>
                  <a:pt x="83250" y="60037"/>
                </a:cubicBezTo>
                <a:lnTo>
                  <a:pt x="83250" y="60037"/>
                </a:lnTo>
                <a:cubicBezTo>
                  <a:pt x="83328" y="60154"/>
                  <a:pt x="83394" y="60284"/>
                  <a:pt x="83420" y="60428"/>
                </a:cubicBezTo>
                <a:cubicBezTo>
                  <a:pt x="83407" y="60324"/>
                  <a:pt x="83394" y="60220"/>
                  <a:pt x="83368" y="60115"/>
                </a:cubicBezTo>
                <a:lnTo>
                  <a:pt x="83368" y="60115"/>
                </a:lnTo>
                <a:cubicBezTo>
                  <a:pt x="83407" y="60168"/>
                  <a:pt x="83433" y="60220"/>
                  <a:pt x="83472" y="60258"/>
                </a:cubicBezTo>
                <a:lnTo>
                  <a:pt x="83407" y="59946"/>
                </a:lnTo>
                <a:lnTo>
                  <a:pt x="83407" y="59946"/>
                </a:lnTo>
                <a:cubicBezTo>
                  <a:pt x="83485" y="60063"/>
                  <a:pt x="83563" y="60194"/>
                  <a:pt x="83602" y="60324"/>
                </a:cubicBezTo>
                <a:cubicBezTo>
                  <a:pt x="83576" y="60220"/>
                  <a:pt x="83563" y="60128"/>
                  <a:pt x="83537" y="60024"/>
                </a:cubicBezTo>
                <a:lnTo>
                  <a:pt x="83537" y="60024"/>
                </a:lnTo>
                <a:cubicBezTo>
                  <a:pt x="83613" y="60122"/>
                  <a:pt x="83670" y="60237"/>
                  <a:pt x="83710" y="60363"/>
                </a:cubicBezTo>
                <a:lnTo>
                  <a:pt x="83710" y="60363"/>
                </a:lnTo>
                <a:cubicBezTo>
                  <a:pt x="83682" y="60258"/>
                  <a:pt x="83662" y="60154"/>
                  <a:pt x="83641" y="60050"/>
                </a:cubicBezTo>
                <a:lnTo>
                  <a:pt x="83641" y="60050"/>
                </a:lnTo>
                <a:cubicBezTo>
                  <a:pt x="83693" y="60141"/>
                  <a:pt x="83745" y="60246"/>
                  <a:pt x="83810" y="60336"/>
                </a:cubicBezTo>
                <a:lnTo>
                  <a:pt x="83706" y="60011"/>
                </a:lnTo>
                <a:lnTo>
                  <a:pt x="83706" y="60011"/>
                </a:lnTo>
                <a:cubicBezTo>
                  <a:pt x="83828" y="60181"/>
                  <a:pt x="83915" y="60385"/>
                  <a:pt x="83968" y="60591"/>
                </a:cubicBezTo>
                <a:lnTo>
                  <a:pt x="83968" y="60591"/>
                </a:lnTo>
                <a:cubicBezTo>
                  <a:pt x="83921" y="60400"/>
                  <a:pt x="83885" y="60218"/>
                  <a:pt x="83836" y="60037"/>
                </a:cubicBezTo>
                <a:lnTo>
                  <a:pt x="83836" y="60037"/>
                </a:lnTo>
                <a:lnTo>
                  <a:pt x="84057" y="60324"/>
                </a:lnTo>
                <a:cubicBezTo>
                  <a:pt x="84019" y="60232"/>
                  <a:pt x="83979" y="60141"/>
                  <a:pt x="83941" y="60037"/>
                </a:cubicBezTo>
                <a:lnTo>
                  <a:pt x="83941" y="60037"/>
                </a:lnTo>
                <a:lnTo>
                  <a:pt x="84097" y="60206"/>
                </a:lnTo>
                <a:cubicBezTo>
                  <a:pt x="84071" y="60115"/>
                  <a:pt x="84031" y="60011"/>
                  <a:pt x="83979" y="59933"/>
                </a:cubicBezTo>
                <a:lnTo>
                  <a:pt x="83979" y="59933"/>
                </a:lnTo>
                <a:cubicBezTo>
                  <a:pt x="84057" y="59985"/>
                  <a:pt x="84123" y="60037"/>
                  <a:pt x="84187" y="60102"/>
                </a:cubicBezTo>
                <a:lnTo>
                  <a:pt x="84201" y="60050"/>
                </a:lnTo>
                <a:cubicBezTo>
                  <a:pt x="84187" y="60037"/>
                  <a:pt x="84175" y="60011"/>
                  <a:pt x="84175" y="59998"/>
                </a:cubicBezTo>
                <a:lnTo>
                  <a:pt x="84175" y="59998"/>
                </a:lnTo>
                <a:cubicBezTo>
                  <a:pt x="84187" y="60011"/>
                  <a:pt x="84201" y="60024"/>
                  <a:pt x="84213" y="60024"/>
                </a:cubicBezTo>
                <a:lnTo>
                  <a:pt x="84253" y="59907"/>
                </a:lnTo>
                <a:cubicBezTo>
                  <a:pt x="84006" y="59820"/>
                  <a:pt x="83745" y="59776"/>
                  <a:pt x="83485" y="59776"/>
                </a:cubicBezTo>
                <a:cubicBezTo>
                  <a:pt x="83318" y="59776"/>
                  <a:pt x="83152" y="59794"/>
                  <a:pt x="82990" y="59829"/>
                </a:cubicBezTo>
                <a:cubicBezTo>
                  <a:pt x="82952" y="59842"/>
                  <a:pt x="82900" y="59855"/>
                  <a:pt x="82860" y="59868"/>
                </a:cubicBezTo>
                <a:cubicBezTo>
                  <a:pt x="82743" y="59725"/>
                  <a:pt x="82600" y="59607"/>
                  <a:pt x="82457" y="59529"/>
                </a:cubicBezTo>
                <a:lnTo>
                  <a:pt x="82457" y="59529"/>
                </a:lnTo>
                <a:cubicBezTo>
                  <a:pt x="82639" y="59569"/>
                  <a:pt x="82808" y="59647"/>
                  <a:pt x="82938" y="59777"/>
                </a:cubicBezTo>
                <a:cubicBezTo>
                  <a:pt x="82834" y="59633"/>
                  <a:pt x="82678" y="59517"/>
                  <a:pt x="82509" y="59451"/>
                </a:cubicBezTo>
                <a:lnTo>
                  <a:pt x="82509" y="59451"/>
                </a:lnTo>
                <a:cubicBezTo>
                  <a:pt x="82626" y="59465"/>
                  <a:pt x="82717" y="59477"/>
                  <a:pt x="82822" y="59517"/>
                </a:cubicBezTo>
                <a:cubicBezTo>
                  <a:pt x="82743" y="59451"/>
                  <a:pt x="82652" y="59399"/>
                  <a:pt x="82574" y="59335"/>
                </a:cubicBezTo>
                <a:lnTo>
                  <a:pt x="82574" y="59335"/>
                </a:lnTo>
                <a:cubicBezTo>
                  <a:pt x="82717" y="59387"/>
                  <a:pt x="82900" y="59451"/>
                  <a:pt x="83042" y="59503"/>
                </a:cubicBezTo>
                <a:cubicBezTo>
                  <a:pt x="82952" y="59413"/>
                  <a:pt x="82834" y="59335"/>
                  <a:pt x="82704" y="59283"/>
                </a:cubicBezTo>
                <a:cubicBezTo>
                  <a:pt x="82822" y="59283"/>
                  <a:pt x="82938" y="59309"/>
                  <a:pt x="83042" y="59347"/>
                </a:cubicBezTo>
                <a:cubicBezTo>
                  <a:pt x="82938" y="59283"/>
                  <a:pt x="82822" y="59217"/>
                  <a:pt x="82704" y="59153"/>
                </a:cubicBezTo>
                <a:cubicBezTo>
                  <a:pt x="82900" y="59153"/>
                  <a:pt x="83094" y="59205"/>
                  <a:pt x="83264" y="59283"/>
                </a:cubicBezTo>
                <a:cubicBezTo>
                  <a:pt x="83120" y="59191"/>
                  <a:pt x="82990" y="59087"/>
                  <a:pt x="82848" y="58983"/>
                </a:cubicBezTo>
                <a:lnTo>
                  <a:pt x="82848" y="58983"/>
                </a:lnTo>
                <a:cubicBezTo>
                  <a:pt x="82990" y="58996"/>
                  <a:pt x="83134" y="59022"/>
                  <a:pt x="83264" y="59087"/>
                </a:cubicBezTo>
                <a:cubicBezTo>
                  <a:pt x="83186" y="59022"/>
                  <a:pt x="83094" y="58970"/>
                  <a:pt x="83004" y="58931"/>
                </a:cubicBezTo>
                <a:cubicBezTo>
                  <a:pt x="83032" y="58924"/>
                  <a:pt x="83059" y="58921"/>
                  <a:pt x="83087" y="58921"/>
                </a:cubicBezTo>
                <a:cubicBezTo>
                  <a:pt x="83162" y="58921"/>
                  <a:pt x="83233" y="58945"/>
                  <a:pt x="83290" y="58983"/>
                </a:cubicBezTo>
                <a:cubicBezTo>
                  <a:pt x="83212" y="58918"/>
                  <a:pt x="83120" y="58879"/>
                  <a:pt x="83030" y="58840"/>
                </a:cubicBezTo>
                <a:cubicBezTo>
                  <a:pt x="83075" y="58833"/>
                  <a:pt x="83119" y="58830"/>
                  <a:pt x="83163" y="58830"/>
                </a:cubicBezTo>
                <a:cubicBezTo>
                  <a:pt x="83282" y="58830"/>
                  <a:pt x="83396" y="58854"/>
                  <a:pt x="83511" y="58892"/>
                </a:cubicBezTo>
                <a:cubicBezTo>
                  <a:pt x="83407" y="58814"/>
                  <a:pt x="83290" y="58749"/>
                  <a:pt x="83172" y="58697"/>
                </a:cubicBezTo>
                <a:lnTo>
                  <a:pt x="83172" y="58697"/>
                </a:lnTo>
                <a:cubicBezTo>
                  <a:pt x="83276" y="58710"/>
                  <a:pt x="83368" y="58736"/>
                  <a:pt x="83472" y="58775"/>
                </a:cubicBezTo>
                <a:cubicBezTo>
                  <a:pt x="83381" y="58736"/>
                  <a:pt x="83302" y="58697"/>
                  <a:pt x="83212" y="58658"/>
                </a:cubicBezTo>
                <a:close/>
                <a:moveTo>
                  <a:pt x="178584" y="66917"/>
                </a:moveTo>
                <a:cubicBezTo>
                  <a:pt x="178699" y="66917"/>
                  <a:pt x="178813" y="66929"/>
                  <a:pt x="178928" y="66960"/>
                </a:cubicBezTo>
                <a:cubicBezTo>
                  <a:pt x="178902" y="66998"/>
                  <a:pt x="178862" y="67038"/>
                  <a:pt x="178824" y="67076"/>
                </a:cubicBezTo>
                <a:cubicBezTo>
                  <a:pt x="178667" y="67024"/>
                  <a:pt x="178498" y="66986"/>
                  <a:pt x="178342" y="66934"/>
                </a:cubicBezTo>
                <a:cubicBezTo>
                  <a:pt x="178423" y="66923"/>
                  <a:pt x="178504" y="66917"/>
                  <a:pt x="178584" y="66917"/>
                </a:cubicBezTo>
                <a:close/>
                <a:moveTo>
                  <a:pt x="178592" y="67101"/>
                </a:moveTo>
                <a:cubicBezTo>
                  <a:pt x="178662" y="67101"/>
                  <a:pt x="178731" y="67105"/>
                  <a:pt x="178798" y="67116"/>
                </a:cubicBezTo>
                <a:cubicBezTo>
                  <a:pt x="178746" y="67180"/>
                  <a:pt x="178706" y="67246"/>
                  <a:pt x="178667" y="67324"/>
                </a:cubicBezTo>
                <a:cubicBezTo>
                  <a:pt x="178654" y="67324"/>
                  <a:pt x="178641" y="67324"/>
                  <a:pt x="178628" y="67311"/>
                </a:cubicBezTo>
                <a:cubicBezTo>
                  <a:pt x="178641" y="67272"/>
                  <a:pt x="178654" y="67220"/>
                  <a:pt x="178667" y="67168"/>
                </a:cubicBezTo>
                <a:lnTo>
                  <a:pt x="178667" y="67168"/>
                </a:lnTo>
                <a:cubicBezTo>
                  <a:pt x="178641" y="67206"/>
                  <a:pt x="178602" y="67246"/>
                  <a:pt x="178563" y="67298"/>
                </a:cubicBezTo>
                <a:cubicBezTo>
                  <a:pt x="178485" y="67272"/>
                  <a:pt x="178420" y="67246"/>
                  <a:pt x="178342" y="67232"/>
                </a:cubicBezTo>
                <a:lnTo>
                  <a:pt x="178615" y="67194"/>
                </a:lnTo>
                <a:lnTo>
                  <a:pt x="178303" y="67116"/>
                </a:lnTo>
                <a:cubicBezTo>
                  <a:pt x="178400" y="67108"/>
                  <a:pt x="178497" y="67101"/>
                  <a:pt x="178592" y="67101"/>
                </a:cubicBezTo>
                <a:close/>
                <a:moveTo>
                  <a:pt x="178069" y="67350"/>
                </a:moveTo>
                <a:cubicBezTo>
                  <a:pt x="178212" y="67350"/>
                  <a:pt x="178368" y="67363"/>
                  <a:pt x="178524" y="67363"/>
                </a:cubicBezTo>
                <a:cubicBezTo>
                  <a:pt x="178498" y="67402"/>
                  <a:pt x="178485" y="67428"/>
                  <a:pt x="178459" y="67467"/>
                </a:cubicBezTo>
                <a:lnTo>
                  <a:pt x="178069" y="67350"/>
                </a:lnTo>
                <a:close/>
                <a:moveTo>
                  <a:pt x="177223" y="67415"/>
                </a:moveTo>
                <a:cubicBezTo>
                  <a:pt x="177106" y="67454"/>
                  <a:pt x="176988" y="67493"/>
                  <a:pt x="176884" y="67519"/>
                </a:cubicBezTo>
                <a:cubicBezTo>
                  <a:pt x="177014" y="67519"/>
                  <a:pt x="177119" y="67545"/>
                  <a:pt x="177249" y="67571"/>
                </a:cubicBezTo>
                <a:cubicBezTo>
                  <a:pt x="177106" y="67584"/>
                  <a:pt x="176962" y="67623"/>
                  <a:pt x="176820" y="67675"/>
                </a:cubicBezTo>
                <a:cubicBezTo>
                  <a:pt x="176768" y="67597"/>
                  <a:pt x="176716" y="67519"/>
                  <a:pt x="176664" y="67428"/>
                </a:cubicBezTo>
                <a:cubicBezTo>
                  <a:pt x="176832" y="67428"/>
                  <a:pt x="177054" y="67415"/>
                  <a:pt x="177223" y="67415"/>
                </a:cubicBezTo>
                <a:close/>
                <a:moveTo>
                  <a:pt x="178303" y="67688"/>
                </a:moveTo>
                <a:lnTo>
                  <a:pt x="178303" y="67688"/>
                </a:lnTo>
                <a:cubicBezTo>
                  <a:pt x="178290" y="67714"/>
                  <a:pt x="178277" y="67740"/>
                  <a:pt x="178277" y="67767"/>
                </a:cubicBezTo>
                <a:lnTo>
                  <a:pt x="178043" y="67727"/>
                </a:lnTo>
                <a:cubicBezTo>
                  <a:pt x="178121" y="67714"/>
                  <a:pt x="178212" y="67701"/>
                  <a:pt x="178303" y="67688"/>
                </a:cubicBezTo>
                <a:close/>
                <a:moveTo>
                  <a:pt x="178407" y="67571"/>
                </a:moveTo>
                <a:lnTo>
                  <a:pt x="178407" y="67571"/>
                </a:lnTo>
                <a:cubicBezTo>
                  <a:pt x="178381" y="67649"/>
                  <a:pt x="178355" y="67714"/>
                  <a:pt x="178329" y="67779"/>
                </a:cubicBezTo>
                <a:cubicBezTo>
                  <a:pt x="178342" y="67714"/>
                  <a:pt x="178355" y="67649"/>
                  <a:pt x="178355" y="67584"/>
                </a:cubicBezTo>
                <a:lnTo>
                  <a:pt x="178355" y="67584"/>
                </a:lnTo>
                <a:cubicBezTo>
                  <a:pt x="178329" y="67610"/>
                  <a:pt x="178316" y="67649"/>
                  <a:pt x="178303" y="67688"/>
                </a:cubicBezTo>
                <a:cubicBezTo>
                  <a:pt x="178199" y="67662"/>
                  <a:pt x="178095" y="67649"/>
                  <a:pt x="177991" y="67623"/>
                </a:cubicBezTo>
                <a:lnTo>
                  <a:pt x="177991" y="67610"/>
                </a:lnTo>
                <a:cubicBezTo>
                  <a:pt x="178121" y="67597"/>
                  <a:pt x="178264" y="67584"/>
                  <a:pt x="178407" y="67571"/>
                </a:cubicBezTo>
                <a:close/>
                <a:moveTo>
                  <a:pt x="177166" y="67670"/>
                </a:moveTo>
                <a:cubicBezTo>
                  <a:pt x="177206" y="67670"/>
                  <a:pt x="177247" y="67672"/>
                  <a:pt x="177288" y="67675"/>
                </a:cubicBezTo>
                <a:cubicBezTo>
                  <a:pt x="177158" y="67701"/>
                  <a:pt x="177028" y="67740"/>
                  <a:pt x="176898" y="67805"/>
                </a:cubicBezTo>
                <a:cubicBezTo>
                  <a:pt x="176884" y="67767"/>
                  <a:pt x="176858" y="67740"/>
                  <a:pt x="176846" y="67701"/>
                </a:cubicBezTo>
                <a:cubicBezTo>
                  <a:pt x="176950" y="67682"/>
                  <a:pt x="177056" y="67670"/>
                  <a:pt x="177166" y="67670"/>
                </a:cubicBezTo>
                <a:close/>
                <a:moveTo>
                  <a:pt x="178264" y="67819"/>
                </a:moveTo>
                <a:cubicBezTo>
                  <a:pt x="178264" y="67831"/>
                  <a:pt x="178251" y="67845"/>
                  <a:pt x="178251" y="67871"/>
                </a:cubicBezTo>
                <a:cubicBezTo>
                  <a:pt x="178159" y="67857"/>
                  <a:pt x="178055" y="67845"/>
                  <a:pt x="177965" y="67831"/>
                </a:cubicBezTo>
                <a:cubicBezTo>
                  <a:pt x="178069" y="67831"/>
                  <a:pt x="178159" y="67819"/>
                  <a:pt x="178264" y="67819"/>
                </a:cubicBezTo>
                <a:close/>
                <a:moveTo>
                  <a:pt x="177275" y="67805"/>
                </a:moveTo>
                <a:lnTo>
                  <a:pt x="177275" y="67805"/>
                </a:lnTo>
                <a:cubicBezTo>
                  <a:pt x="177171" y="67831"/>
                  <a:pt x="177066" y="67871"/>
                  <a:pt x="176976" y="67923"/>
                </a:cubicBezTo>
                <a:cubicBezTo>
                  <a:pt x="176962" y="67909"/>
                  <a:pt x="176950" y="67883"/>
                  <a:pt x="176936" y="67871"/>
                </a:cubicBezTo>
                <a:cubicBezTo>
                  <a:pt x="177040" y="67831"/>
                  <a:pt x="177158" y="67819"/>
                  <a:pt x="177275" y="67805"/>
                </a:cubicBezTo>
                <a:close/>
                <a:moveTo>
                  <a:pt x="177340" y="67897"/>
                </a:moveTo>
                <a:cubicBezTo>
                  <a:pt x="177223" y="67923"/>
                  <a:pt x="177119" y="67961"/>
                  <a:pt x="177014" y="68013"/>
                </a:cubicBezTo>
                <a:cubicBezTo>
                  <a:pt x="177002" y="67987"/>
                  <a:pt x="176988" y="67975"/>
                  <a:pt x="176988" y="67949"/>
                </a:cubicBezTo>
                <a:cubicBezTo>
                  <a:pt x="177092" y="67935"/>
                  <a:pt x="177236" y="67909"/>
                  <a:pt x="177340" y="67897"/>
                </a:cubicBezTo>
                <a:close/>
                <a:moveTo>
                  <a:pt x="178173" y="68027"/>
                </a:moveTo>
                <a:cubicBezTo>
                  <a:pt x="178185" y="68039"/>
                  <a:pt x="178199" y="68065"/>
                  <a:pt x="178199" y="68091"/>
                </a:cubicBezTo>
                <a:cubicBezTo>
                  <a:pt x="178121" y="68091"/>
                  <a:pt x="178029" y="68079"/>
                  <a:pt x="177951" y="68065"/>
                </a:cubicBezTo>
                <a:cubicBezTo>
                  <a:pt x="178029" y="68039"/>
                  <a:pt x="178107" y="68039"/>
                  <a:pt x="178173" y="68027"/>
                </a:cubicBezTo>
                <a:close/>
                <a:moveTo>
                  <a:pt x="177285" y="68083"/>
                </a:moveTo>
                <a:cubicBezTo>
                  <a:pt x="177338" y="68083"/>
                  <a:pt x="177391" y="68086"/>
                  <a:pt x="177444" y="68091"/>
                </a:cubicBezTo>
                <a:cubicBezTo>
                  <a:pt x="177340" y="68105"/>
                  <a:pt x="177210" y="68143"/>
                  <a:pt x="177106" y="68195"/>
                </a:cubicBezTo>
                <a:cubicBezTo>
                  <a:pt x="177092" y="68169"/>
                  <a:pt x="177080" y="68131"/>
                  <a:pt x="177066" y="68105"/>
                </a:cubicBezTo>
                <a:cubicBezTo>
                  <a:pt x="177136" y="68089"/>
                  <a:pt x="177210" y="68083"/>
                  <a:pt x="177285" y="68083"/>
                </a:cubicBezTo>
                <a:close/>
                <a:moveTo>
                  <a:pt x="182407" y="68194"/>
                </a:moveTo>
                <a:cubicBezTo>
                  <a:pt x="182414" y="68194"/>
                  <a:pt x="182420" y="68195"/>
                  <a:pt x="182427" y="68195"/>
                </a:cubicBezTo>
                <a:cubicBezTo>
                  <a:pt x="182420" y="68195"/>
                  <a:pt x="182413" y="68194"/>
                  <a:pt x="182407" y="68194"/>
                </a:cubicBezTo>
                <a:close/>
                <a:moveTo>
                  <a:pt x="177327" y="68235"/>
                </a:moveTo>
                <a:cubicBezTo>
                  <a:pt x="177262" y="68247"/>
                  <a:pt x="177210" y="68273"/>
                  <a:pt x="177145" y="68299"/>
                </a:cubicBezTo>
                <a:cubicBezTo>
                  <a:pt x="177145" y="68273"/>
                  <a:pt x="177132" y="68261"/>
                  <a:pt x="177132" y="68247"/>
                </a:cubicBezTo>
                <a:cubicBezTo>
                  <a:pt x="177197" y="68235"/>
                  <a:pt x="177262" y="68235"/>
                  <a:pt x="177327" y="68235"/>
                </a:cubicBezTo>
                <a:close/>
                <a:moveTo>
                  <a:pt x="179174" y="68339"/>
                </a:moveTo>
                <a:cubicBezTo>
                  <a:pt x="179174" y="68352"/>
                  <a:pt x="179162" y="68378"/>
                  <a:pt x="179162" y="68404"/>
                </a:cubicBezTo>
                <a:cubicBezTo>
                  <a:pt x="179174" y="68378"/>
                  <a:pt x="179174" y="68365"/>
                  <a:pt x="179174" y="68339"/>
                </a:cubicBezTo>
                <a:close/>
                <a:moveTo>
                  <a:pt x="177394" y="68298"/>
                </a:moveTo>
                <a:cubicBezTo>
                  <a:pt x="177483" y="68298"/>
                  <a:pt x="177574" y="68311"/>
                  <a:pt x="177665" y="68339"/>
                </a:cubicBezTo>
                <a:cubicBezTo>
                  <a:pt x="177648" y="68338"/>
                  <a:pt x="177632" y="68337"/>
                  <a:pt x="177615" y="68337"/>
                </a:cubicBezTo>
                <a:cubicBezTo>
                  <a:pt x="177476" y="68337"/>
                  <a:pt x="177339" y="68386"/>
                  <a:pt x="177223" y="68456"/>
                </a:cubicBezTo>
                <a:cubicBezTo>
                  <a:pt x="177197" y="68404"/>
                  <a:pt x="177184" y="68365"/>
                  <a:pt x="177171" y="68325"/>
                </a:cubicBezTo>
                <a:cubicBezTo>
                  <a:pt x="177243" y="68308"/>
                  <a:pt x="177318" y="68298"/>
                  <a:pt x="177394" y="68298"/>
                </a:cubicBezTo>
                <a:close/>
                <a:moveTo>
                  <a:pt x="178928" y="68105"/>
                </a:moveTo>
                <a:lnTo>
                  <a:pt x="178928" y="68105"/>
                </a:lnTo>
                <a:cubicBezTo>
                  <a:pt x="179070" y="68157"/>
                  <a:pt x="179200" y="68221"/>
                  <a:pt x="179331" y="68313"/>
                </a:cubicBezTo>
                <a:cubicBezTo>
                  <a:pt x="179305" y="68365"/>
                  <a:pt x="179266" y="68417"/>
                  <a:pt x="179240" y="68469"/>
                </a:cubicBezTo>
                <a:cubicBezTo>
                  <a:pt x="179214" y="68456"/>
                  <a:pt x="179188" y="68430"/>
                  <a:pt x="179162" y="68404"/>
                </a:cubicBezTo>
                <a:cubicBezTo>
                  <a:pt x="179058" y="68313"/>
                  <a:pt x="178954" y="68235"/>
                  <a:pt x="178836" y="68183"/>
                </a:cubicBezTo>
                <a:lnTo>
                  <a:pt x="178836" y="68183"/>
                </a:lnTo>
                <a:cubicBezTo>
                  <a:pt x="178954" y="68235"/>
                  <a:pt x="179110" y="68299"/>
                  <a:pt x="179240" y="68352"/>
                </a:cubicBezTo>
                <a:cubicBezTo>
                  <a:pt x="179148" y="68261"/>
                  <a:pt x="179044" y="68169"/>
                  <a:pt x="178928" y="68105"/>
                </a:cubicBezTo>
                <a:close/>
                <a:moveTo>
                  <a:pt x="179370" y="68339"/>
                </a:moveTo>
                <a:cubicBezTo>
                  <a:pt x="179396" y="68352"/>
                  <a:pt x="179422" y="68365"/>
                  <a:pt x="179448" y="68391"/>
                </a:cubicBezTo>
                <a:cubicBezTo>
                  <a:pt x="179396" y="68443"/>
                  <a:pt x="179344" y="68495"/>
                  <a:pt x="179305" y="68547"/>
                </a:cubicBezTo>
                <a:cubicBezTo>
                  <a:pt x="179292" y="68547"/>
                  <a:pt x="179292" y="68534"/>
                  <a:pt x="179292" y="68534"/>
                </a:cubicBezTo>
                <a:cubicBezTo>
                  <a:pt x="179331" y="68469"/>
                  <a:pt x="179357" y="68404"/>
                  <a:pt x="179370" y="68339"/>
                </a:cubicBezTo>
                <a:close/>
                <a:moveTo>
                  <a:pt x="176299" y="68105"/>
                </a:moveTo>
                <a:lnTo>
                  <a:pt x="176299" y="68105"/>
                </a:lnTo>
                <a:cubicBezTo>
                  <a:pt x="176156" y="68209"/>
                  <a:pt x="176026" y="68313"/>
                  <a:pt x="175921" y="68456"/>
                </a:cubicBezTo>
                <a:cubicBezTo>
                  <a:pt x="176065" y="68378"/>
                  <a:pt x="176260" y="68273"/>
                  <a:pt x="176416" y="68209"/>
                </a:cubicBezTo>
                <a:lnTo>
                  <a:pt x="176416" y="68209"/>
                </a:lnTo>
                <a:cubicBezTo>
                  <a:pt x="176260" y="68287"/>
                  <a:pt x="176104" y="68417"/>
                  <a:pt x="175973" y="68560"/>
                </a:cubicBezTo>
                <a:cubicBezTo>
                  <a:pt x="175883" y="68521"/>
                  <a:pt x="175791" y="68495"/>
                  <a:pt x="175701" y="68469"/>
                </a:cubicBezTo>
                <a:cubicBezTo>
                  <a:pt x="175895" y="68325"/>
                  <a:pt x="176091" y="68195"/>
                  <a:pt x="176299" y="68105"/>
                </a:cubicBezTo>
                <a:close/>
                <a:moveTo>
                  <a:pt x="178680" y="68352"/>
                </a:moveTo>
                <a:cubicBezTo>
                  <a:pt x="178836" y="68365"/>
                  <a:pt x="178980" y="68417"/>
                  <a:pt x="179110" y="68482"/>
                </a:cubicBezTo>
                <a:cubicBezTo>
                  <a:pt x="179096" y="68521"/>
                  <a:pt x="179070" y="68560"/>
                  <a:pt x="179044" y="68586"/>
                </a:cubicBezTo>
                <a:cubicBezTo>
                  <a:pt x="178954" y="68482"/>
                  <a:pt x="178810" y="68391"/>
                  <a:pt x="178680" y="68352"/>
                </a:cubicBezTo>
                <a:close/>
                <a:moveTo>
                  <a:pt x="182427" y="68602"/>
                </a:moveTo>
                <a:cubicBezTo>
                  <a:pt x="182436" y="68609"/>
                  <a:pt x="182445" y="68617"/>
                  <a:pt x="182453" y="68625"/>
                </a:cubicBezTo>
                <a:cubicBezTo>
                  <a:pt x="182445" y="68617"/>
                  <a:pt x="182436" y="68609"/>
                  <a:pt x="182427" y="68602"/>
                </a:cubicBezTo>
                <a:close/>
                <a:moveTo>
                  <a:pt x="176624" y="68404"/>
                </a:moveTo>
                <a:cubicBezTo>
                  <a:pt x="176481" y="68456"/>
                  <a:pt x="176351" y="68560"/>
                  <a:pt x="176234" y="68677"/>
                </a:cubicBezTo>
                <a:cubicBezTo>
                  <a:pt x="176182" y="68651"/>
                  <a:pt x="176143" y="68625"/>
                  <a:pt x="176091" y="68612"/>
                </a:cubicBezTo>
                <a:cubicBezTo>
                  <a:pt x="176260" y="68508"/>
                  <a:pt x="176442" y="68430"/>
                  <a:pt x="176624" y="68404"/>
                </a:cubicBezTo>
                <a:close/>
                <a:moveTo>
                  <a:pt x="178758" y="68508"/>
                </a:moveTo>
                <a:lnTo>
                  <a:pt x="178758" y="68508"/>
                </a:lnTo>
                <a:cubicBezTo>
                  <a:pt x="178850" y="68534"/>
                  <a:pt x="178954" y="68560"/>
                  <a:pt x="179032" y="68612"/>
                </a:cubicBezTo>
                <a:cubicBezTo>
                  <a:pt x="179018" y="68638"/>
                  <a:pt x="179006" y="68651"/>
                  <a:pt x="178992" y="68677"/>
                </a:cubicBezTo>
                <a:cubicBezTo>
                  <a:pt x="178928" y="68612"/>
                  <a:pt x="178850" y="68560"/>
                  <a:pt x="178758" y="68508"/>
                </a:cubicBezTo>
                <a:close/>
                <a:moveTo>
                  <a:pt x="176534" y="68612"/>
                </a:moveTo>
                <a:cubicBezTo>
                  <a:pt x="176481" y="68651"/>
                  <a:pt x="176416" y="68690"/>
                  <a:pt x="176364" y="68742"/>
                </a:cubicBezTo>
                <a:cubicBezTo>
                  <a:pt x="176338" y="68729"/>
                  <a:pt x="176312" y="68716"/>
                  <a:pt x="176299" y="68703"/>
                </a:cubicBezTo>
                <a:cubicBezTo>
                  <a:pt x="176377" y="68664"/>
                  <a:pt x="176455" y="68638"/>
                  <a:pt x="176534" y="68612"/>
                </a:cubicBezTo>
                <a:close/>
                <a:moveTo>
                  <a:pt x="178212" y="68157"/>
                </a:moveTo>
                <a:cubicBezTo>
                  <a:pt x="178212" y="68221"/>
                  <a:pt x="178225" y="68299"/>
                  <a:pt x="178238" y="68378"/>
                </a:cubicBezTo>
                <a:cubicBezTo>
                  <a:pt x="178199" y="68521"/>
                  <a:pt x="178159" y="68651"/>
                  <a:pt x="178121" y="68794"/>
                </a:cubicBezTo>
                <a:cubicBezTo>
                  <a:pt x="178069" y="68768"/>
                  <a:pt x="178029" y="68703"/>
                  <a:pt x="178069" y="68651"/>
                </a:cubicBezTo>
                <a:lnTo>
                  <a:pt x="178069" y="68651"/>
                </a:lnTo>
                <a:cubicBezTo>
                  <a:pt x="178029" y="68664"/>
                  <a:pt x="177991" y="68677"/>
                  <a:pt x="177951" y="68703"/>
                </a:cubicBezTo>
                <a:cubicBezTo>
                  <a:pt x="177925" y="68534"/>
                  <a:pt x="177913" y="68378"/>
                  <a:pt x="177925" y="68221"/>
                </a:cubicBezTo>
                <a:cubicBezTo>
                  <a:pt x="178017" y="68195"/>
                  <a:pt x="178107" y="68169"/>
                  <a:pt x="178212" y="68157"/>
                </a:cubicBezTo>
                <a:close/>
                <a:moveTo>
                  <a:pt x="176988" y="68612"/>
                </a:moveTo>
                <a:cubicBezTo>
                  <a:pt x="176832" y="68651"/>
                  <a:pt x="176676" y="68742"/>
                  <a:pt x="176560" y="68860"/>
                </a:cubicBezTo>
                <a:cubicBezTo>
                  <a:pt x="176507" y="68833"/>
                  <a:pt x="176455" y="68807"/>
                  <a:pt x="176416" y="68768"/>
                </a:cubicBezTo>
                <a:cubicBezTo>
                  <a:pt x="176586" y="68677"/>
                  <a:pt x="176780" y="68612"/>
                  <a:pt x="176988" y="68612"/>
                </a:cubicBezTo>
                <a:close/>
                <a:moveTo>
                  <a:pt x="177587" y="68398"/>
                </a:moveTo>
                <a:cubicBezTo>
                  <a:pt x="177645" y="68398"/>
                  <a:pt x="177702" y="68404"/>
                  <a:pt x="177757" y="68417"/>
                </a:cubicBezTo>
                <a:cubicBezTo>
                  <a:pt x="177769" y="68521"/>
                  <a:pt x="177783" y="68625"/>
                  <a:pt x="177783" y="68716"/>
                </a:cubicBezTo>
                <a:cubicBezTo>
                  <a:pt x="177769" y="68742"/>
                  <a:pt x="177757" y="68768"/>
                  <a:pt x="177743" y="68807"/>
                </a:cubicBezTo>
                <a:lnTo>
                  <a:pt x="177731" y="68807"/>
                </a:lnTo>
                <a:cubicBezTo>
                  <a:pt x="177717" y="68690"/>
                  <a:pt x="177691" y="68560"/>
                  <a:pt x="177627" y="68443"/>
                </a:cubicBezTo>
                <a:lnTo>
                  <a:pt x="177627" y="68443"/>
                </a:lnTo>
                <a:cubicBezTo>
                  <a:pt x="177639" y="68547"/>
                  <a:pt x="177665" y="68716"/>
                  <a:pt x="177639" y="68860"/>
                </a:cubicBezTo>
                <a:cubicBezTo>
                  <a:pt x="177600" y="68886"/>
                  <a:pt x="177574" y="68912"/>
                  <a:pt x="177535" y="68938"/>
                </a:cubicBezTo>
                <a:cubicBezTo>
                  <a:pt x="177522" y="68846"/>
                  <a:pt x="177496" y="68755"/>
                  <a:pt x="177457" y="68664"/>
                </a:cubicBezTo>
                <a:cubicBezTo>
                  <a:pt x="177457" y="68794"/>
                  <a:pt x="177431" y="68912"/>
                  <a:pt x="177405" y="69028"/>
                </a:cubicBezTo>
                <a:cubicBezTo>
                  <a:pt x="177353" y="68846"/>
                  <a:pt x="177301" y="68651"/>
                  <a:pt x="177223" y="68469"/>
                </a:cubicBezTo>
                <a:cubicBezTo>
                  <a:pt x="177338" y="68425"/>
                  <a:pt x="177464" y="68398"/>
                  <a:pt x="177587" y="68398"/>
                </a:cubicBezTo>
                <a:close/>
                <a:moveTo>
                  <a:pt x="178407" y="68521"/>
                </a:moveTo>
                <a:cubicBezTo>
                  <a:pt x="178615" y="68521"/>
                  <a:pt x="178824" y="68586"/>
                  <a:pt x="178980" y="68703"/>
                </a:cubicBezTo>
                <a:cubicBezTo>
                  <a:pt x="178954" y="68755"/>
                  <a:pt x="178928" y="68807"/>
                  <a:pt x="178914" y="68860"/>
                </a:cubicBezTo>
                <a:cubicBezTo>
                  <a:pt x="178902" y="68898"/>
                  <a:pt x="178902" y="68924"/>
                  <a:pt x="178902" y="68964"/>
                </a:cubicBezTo>
                <a:cubicBezTo>
                  <a:pt x="178798" y="69042"/>
                  <a:pt x="178706" y="69120"/>
                  <a:pt x="178615" y="69224"/>
                </a:cubicBezTo>
                <a:cubicBezTo>
                  <a:pt x="178563" y="69184"/>
                  <a:pt x="178511" y="69172"/>
                  <a:pt x="178446" y="69172"/>
                </a:cubicBezTo>
                <a:cubicBezTo>
                  <a:pt x="178524" y="69132"/>
                  <a:pt x="178589" y="69106"/>
                  <a:pt x="178667" y="69068"/>
                </a:cubicBezTo>
                <a:cubicBezTo>
                  <a:pt x="178576" y="69054"/>
                  <a:pt x="178485" y="69054"/>
                  <a:pt x="178394" y="69042"/>
                </a:cubicBezTo>
                <a:cubicBezTo>
                  <a:pt x="178472" y="69028"/>
                  <a:pt x="178459" y="68898"/>
                  <a:pt x="178381" y="68860"/>
                </a:cubicBezTo>
                <a:cubicBezTo>
                  <a:pt x="178342" y="68833"/>
                  <a:pt x="178277" y="68833"/>
                  <a:pt x="178212" y="68833"/>
                </a:cubicBezTo>
                <a:cubicBezTo>
                  <a:pt x="178238" y="68742"/>
                  <a:pt x="178277" y="68664"/>
                  <a:pt x="178303" y="68586"/>
                </a:cubicBezTo>
                <a:cubicBezTo>
                  <a:pt x="178524" y="68586"/>
                  <a:pt x="178772" y="68703"/>
                  <a:pt x="178914" y="68860"/>
                </a:cubicBezTo>
                <a:cubicBezTo>
                  <a:pt x="178798" y="68690"/>
                  <a:pt x="178615" y="68560"/>
                  <a:pt x="178407" y="68521"/>
                </a:cubicBezTo>
                <a:close/>
                <a:moveTo>
                  <a:pt x="175571" y="68664"/>
                </a:moveTo>
                <a:cubicBezTo>
                  <a:pt x="175545" y="68872"/>
                  <a:pt x="175505" y="69068"/>
                  <a:pt x="175467" y="69262"/>
                </a:cubicBezTo>
                <a:lnTo>
                  <a:pt x="175297" y="69262"/>
                </a:lnTo>
                <a:cubicBezTo>
                  <a:pt x="175388" y="69068"/>
                  <a:pt x="175479" y="68872"/>
                  <a:pt x="175571" y="68664"/>
                </a:cubicBezTo>
                <a:close/>
                <a:moveTo>
                  <a:pt x="175843" y="68794"/>
                </a:moveTo>
                <a:cubicBezTo>
                  <a:pt x="175817" y="68886"/>
                  <a:pt x="175791" y="68964"/>
                  <a:pt x="175765" y="69054"/>
                </a:cubicBezTo>
                <a:lnTo>
                  <a:pt x="175921" y="68820"/>
                </a:lnTo>
                <a:lnTo>
                  <a:pt x="175921" y="68820"/>
                </a:lnTo>
                <a:cubicBezTo>
                  <a:pt x="175883" y="68964"/>
                  <a:pt x="175843" y="69094"/>
                  <a:pt x="175805" y="69224"/>
                </a:cubicBezTo>
                <a:cubicBezTo>
                  <a:pt x="175883" y="69080"/>
                  <a:pt x="175973" y="68950"/>
                  <a:pt x="176052" y="68807"/>
                </a:cubicBezTo>
                <a:lnTo>
                  <a:pt x="176052" y="68807"/>
                </a:lnTo>
                <a:cubicBezTo>
                  <a:pt x="175987" y="68964"/>
                  <a:pt x="175935" y="69120"/>
                  <a:pt x="175883" y="69288"/>
                </a:cubicBezTo>
                <a:cubicBezTo>
                  <a:pt x="175779" y="69236"/>
                  <a:pt x="175661" y="69210"/>
                  <a:pt x="175557" y="69210"/>
                </a:cubicBezTo>
                <a:cubicBezTo>
                  <a:pt x="175597" y="69120"/>
                  <a:pt x="175649" y="69028"/>
                  <a:pt x="175701" y="68938"/>
                </a:cubicBezTo>
                <a:lnTo>
                  <a:pt x="175843" y="68794"/>
                </a:lnTo>
                <a:close/>
                <a:moveTo>
                  <a:pt x="175258" y="68781"/>
                </a:moveTo>
                <a:cubicBezTo>
                  <a:pt x="175245" y="68886"/>
                  <a:pt x="175219" y="68990"/>
                  <a:pt x="175193" y="69094"/>
                </a:cubicBezTo>
                <a:lnTo>
                  <a:pt x="175349" y="68860"/>
                </a:lnTo>
                <a:lnTo>
                  <a:pt x="175349" y="68860"/>
                </a:lnTo>
                <a:cubicBezTo>
                  <a:pt x="175323" y="68990"/>
                  <a:pt x="175297" y="69132"/>
                  <a:pt x="175271" y="69262"/>
                </a:cubicBezTo>
                <a:lnTo>
                  <a:pt x="175000" y="69302"/>
                </a:lnTo>
                <a:lnTo>
                  <a:pt x="175000" y="69302"/>
                </a:lnTo>
                <a:cubicBezTo>
                  <a:pt x="175063" y="69115"/>
                  <a:pt x="175146" y="68938"/>
                  <a:pt x="175258" y="68781"/>
                </a:cubicBezTo>
                <a:close/>
                <a:moveTo>
                  <a:pt x="174394" y="69181"/>
                </a:moveTo>
                <a:lnTo>
                  <a:pt x="174394" y="69181"/>
                </a:lnTo>
                <a:cubicBezTo>
                  <a:pt x="174381" y="69221"/>
                  <a:pt x="174370" y="69261"/>
                  <a:pt x="174360" y="69302"/>
                </a:cubicBezTo>
                <a:cubicBezTo>
                  <a:pt x="174371" y="69262"/>
                  <a:pt x="174383" y="69222"/>
                  <a:pt x="174394" y="69181"/>
                </a:cubicBezTo>
                <a:close/>
                <a:moveTo>
                  <a:pt x="175545" y="69224"/>
                </a:moveTo>
                <a:cubicBezTo>
                  <a:pt x="175635" y="69262"/>
                  <a:pt x="175765" y="69288"/>
                  <a:pt x="175857" y="69340"/>
                </a:cubicBezTo>
                <a:cubicBezTo>
                  <a:pt x="175753" y="69302"/>
                  <a:pt x="175649" y="69276"/>
                  <a:pt x="175531" y="69262"/>
                </a:cubicBezTo>
                <a:cubicBezTo>
                  <a:pt x="175531" y="69250"/>
                  <a:pt x="175545" y="69236"/>
                  <a:pt x="175545" y="69224"/>
                </a:cubicBezTo>
                <a:close/>
                <a:moveTo>
                  <a:pt x="176260" y="68912"/>
                </a:moveTo>
                <a:cubicBezTo>
                  <a:pt x="176208" y="69054"/>
                  <a:pt x="176156" y="69210"/>
                  <a:pt x="176104" y="69354"/>
                </a:cubicBezTo>
                <a:cubicBezTo>
                  <a:pt x="176065" y="69328"/>
                  <a:pt x="176026" y="69302"/>
                  <a:pt x="175999" y="69276"/>
                </a:cubicBezTo>
                <a:cubicBezTo>
                  <a:pt x="176078" y="69146"/>
                  <a:pt x="176169" y="69016"/>
                  <a:pt x="176260" y="68912"/>
                </a:cubicBezTo>
                <a:close/>
                <a:moveTo>
                  <a:pt x="175000" y="69303"/>
                </a:moveTo>
                <a:lnTo>
                  <a:pt x="175000" y="69303"/>
                </a:lnTo>
                <a:cubicBezTo>
                  <a:pt x="175090" y="69328"/>
                  <a:pt x="175167" y="69341"/>
                  <a:pt x="175245" y="69366"/>
                </a:cubicBezTo>
                <a:lnTo>
                  <a:pt x="175245" y="69380"/>
                </a:lnTo>
                <a:cubicBezTo>
                  <a:pt x="175154" y="69380"/>
                  <a:pt x="175063" y="69380"/>
                  <a:pt x="174972" y="69392"/>
                </a:cubicBezTo>
                <a:cubicBezTo>
                  <a:pt x="174981" y="69362"/>
                  <a:pt x="174990" y="69332"/>
                  <a:pt x="175000" y="69303"/>
                </a:cubicBezTo>
                <a:close/>
                <a:moveTo>
                  <a:pt x="177132" y="68677"/>
                </a:moveTo>
                <a:cubicBezTo>
                  <a:pt x="177210" y="68820"/>
                  <a:pt x="177262" y="68950"/>
                  <a:pt x="177301" y="69106"/>
                </a:cubicBezTo>
                <a:cubicBezTo>
                  <a:pt x="177327" y="69198"/>
                  <a:pt x="177327" y="69314"/>
                  <a:pt x="177249" y="69380"/>
                </a:cubicBezTo>
                <a:cubicBezTo>
                  <a:pt x="177236" y="69392"/>
                  <a:pt x="177223" y="69392"/>
                  <a:pt x="177197" y="69406"/>
                </a:cubicBezTo>
                <a:cubicBezTo>
                  <a:pt x="177014" y="69210"/>
                  <a:pt x="176806" y="69028"/>
                  <a:pt x="176586" y="68886"/>
                </a:cubicBezTo>
                <a:cubicBezTo>
                  <a:pt x="176742" y="68768"/>
                  <a:pt x="176950" y="68690"/>
                  <a:pt x="177132" y="68677"/>
                </a:cubicBezTo>
                <a:close/>
                <a:moveTo>
                  <a:pt x="179760" y="69588"/>
                </a:moveTo>
                <a:lnTo>
                  <a:pt x="179760" y="69588"/>
                </a:lnTo>
                <a:cubicBezTo>
                  <a:pt x="179758" y="69590"/>
                  <a:pt x="179756" y="69591"/>
                  <a:pt x="179753" y="69593"/>
                </a:cubicBezTo>
                <a:lnTo>
                  <a:pt x="179753" y="69593"/>
                </a:lnTo>
                <a:cubicBezTo>
                  <a:pt x="179756" y="69591"/>
                  <a:pt x="179758" y="69590"/>
                  <a:pt x="179760" y="69588"/>
                </a:cubicBezTo>
                <a:close/>
                <a:moveTo>
                  <a:pt x="174031" y="69462"/>
                </a:moveTo>
                <a:cubicBezTo>
                  <a:pt x="174018" y="69508"/>
                  <a:pt x="174006" y="69554"/>
                  <a:pt x="173996" y="69601"/>
                </a:cubicBezTo>
                <a:cubicBezTo>
                  <a:pt x="174008" y="69554"/>
                  <a:pt x="174020" y="69508"/>
                  <a:pt x="174031" y="69462"/>
                </a:cubicBezTo>
                <a:close/>
                <a:moveTo>
                  <a:pt x="176416" y="68950"/>
                </a:moveTo>
                <a:cubicBezTo>
                  <a:pt x="176429" y="68950"/>
                  <a:pt x="176442" y="68964"/>
                  <a:pt x="176455" y="68964"/>
                </a:cubicBezTo>
                <a:cubicBezTo>
                  <a:pt x="176403" y="69028"/>
                  <a:pt x="176351" y="69094"/>
                  <a:pt x="176312" y="69158"/>
                </a:cubicBezTo>
                <a:cubicBezTo>
                  <a:pt x="176364" y="69094"/>
                  <a:pt x="176403" y="69028"/>
                  <a:pt x="176468" y="68976"/>
                </a:cubicBezTo>
                <a:cubicBezTo>
                  <a:pt x="176702" y="69094"/>
                  <a:pt x="176924" y="69250"/>
                  <a:pt x="177106" y="69445"/>
                </a:cubicBezTo>
                <a:cubicBezTo>
                  <a:pt x="177080" y="69458"/>
                  <a:pt x="177054" y="69484"/>
                  <a:pt x="177054" y="69510"/>
                </a:cubicBezTo>
                <a:cubicBezTo>
                  <a:pt x="177066" y="69523"/>
                  <a:pt x="177080" y="69549"/>
                  <a:pt x="177092" y="69562"/>
                </a:cubicBezTo>
                <a:cubicBezTo>
                  <a:pt x="177080" y="69588"/>
                  <a:pt x="177066" y="69627"/>
                  <a:pt x="177054" y="69666"/>
                </a:cubicBezTo>
                <a:lnTo>
                  <a:pt x="177054" y="69692"/>
                </a:lnTo>
                <a:cubicBezTo>
                  <a:pt x="176806" y="69601"/>
                  <a:pt x="176546" y="69523"/>
                  <a:pt x="176273" y="69484"/>
                </a:cubicBezTo>
                <a:lnTo>
                  <a:pt x="176117" y="69366"/>
                </a:lnTo>
                <a:cubicBezTo>
                  <a:pt x="176195" y="69210"/>
                  <a:pt x="176299" y="69068"/>
                  <a:pt x="176416" y="68950"/>
                </a:cubicBezTo>
                <a:close/>
                <a:moveTo>
                  <a:pt x="132409" y="62496"/>
                </a:moveTo>
                <a:lnTo>
                  <a:pt x="132409" y="62496"/>
                </a:lnTo>
                <a:cubicBezTo>
                  <a:pt x="132683" y="63030"/>
                  <a:pt x="132982" y="63537"/>
                  <a:pt x="133334" y="64019"/>
                </a:cubicBezTo>
                <a:cubicBezTo>
                  <a:pt x="133178" y="64149"/>
                  <a:pt x="133034" y="64292"/>
                  <a:pt x="132904" y="64461"/>
                </a:cubicBezTo>
                <a:cubicBezTo>
                  <a:pt x="132935" y="64463"/>
                  <a:pt x="132965" y="64464"/>
                  <a:pt x="132996" y="64464"/>
                </a:cubicBezTo>
                <a:cubicBezTo>
                  <a:pt x="133203" y="64464"/>
                  <a:pt x="133415" y="64430"/>
                  <a:pt x="133607" y="64396"/>
                </a:cubicBezTo>
                <a:cubicBezTo>
                  <a:pt x="133620" y="64396"/>
                  <a:pt x="133620" y="64409"/>
                  <a:pt x="133620" y="64409"/>
                </a:cubicBezTo>
                <a:lnTo>
                  <a:pt x="133620" y="64396"/>
                </a:lnTo>
                <a:cubicBezTo>
                  <a:pt x="133919" y="64331"/>
                  <a:pt x="134219" y="64227"/>
                  <a:pt x="134491" y="64084"/>
                </a:cubicBezTo>
                <a:lnTo>
                  <a:pt x="134491" y="64084"/>
                </a:lnTo>
                <a:cubicBezTo>
                  <a:pt x="134037" y="64552"/>
                  <a:pt x="133698" y="65125"/>
                  <a:pt x="133529" y="65749"/>
                </a:cubicBezTo>
                <a:cubicBezTo>
                  <a:pt x="133815" y="65567"/>
                  <a:pt x="134089" y="65385"/>
                  <a:pt x="134349" y="65177"/>
                </a:cubicBezTo>
                <a:lnTo>
                  <a:pt x="134349" y="65177"/>
                </a:lnTo>
                <a:cubicBezTo>
                  <a:pt x="134141" y="65593"/>
                  <a:pt x="134023" y="66061"/>
                  <a:pt x="133997" y="66530"/>
                </a:cubicBezTo>
                <a:cubicBezTo>
                  <a:pt x="134479" y="66166"/>
                  <a:pt x="134830" y="65749"/>
                  <a:pt x="135090" y="65203"/>
                </a:cubicBezTo>
                <a:lnTo>
                  <a:pt x="135208" y="64968"/>
                </a:lnTo>
                <a:lnTo>
                  <a:pt x="135208" y="64968"/>
                </a:lnTo>
                <a:cubicBezTo>
                  <a:pt x="135051" y="65502"/>
                  <a:pt x="134947" y="66035"/>
                  <a:pt x="134869" y="66595"/>
                </a:cubicBezTo>
                <a:cubicBezTo>
                  <a:pt x="135246" y="66205"/>
                  <a:pt x="135532" y="65763"/>
                  <a:pt x="135702" y="65268"/>
                </a:cubicBezTo>
                <a:lnTo>
                  <a:pt x="135702" y="65268"/>
                </a:lnTo>
                <a:cubicBezTo>
                  <a:pt x="135689" y="67206"/>
                  <a:pt x="135598" y="69080"/>
                  <a:pt x="135546" y="70031"/>
                </a:cubicBezTo>
                <a:cubicBezTo>
                  <a:pt x="135350" y="69900"/>
                  <a:pt x="135142" y="69770"/>
                  <a:pt x="134947" y="69614"/>
                </a:cubicBezTo>
                <a:cubicBezTo>
                  <a:pt x="133867" y="68781"/>
                  <a:pt x="133178" y="67819"/>
                  <a:pt x="132241" y="66868"/>
                </a:cubicBezTo>
                <a:cubicBezTo>
                  <a:pt x="132175" y="66804"/>
                  <a:pt x="132097" y="66738"/>
                  <a:pt x="132019" y="66673"/>
                </a:cubicBezTo>
                <a:cubicBezTo>
                  <a:pt x="132033" y="65893"/>
                  <a:pt x="132033" y="65020"/>
                  <a:pt x="132033" y="64409"/>
                </a:cubicBezTo>
                <a:cubicBezTo>
                  <a:pt x="132019" y="63849"/>
                  <a:pt x="132045" y="63355"/>
                  <a:pt x="132071" y="62965"/>
                </a:cubicBezTo>
                <a:cubicBezTo>
                  <a:pt x="132175" y="63511"/>
                  <a:pt x="132305" y="64058"/>
                  <a:pt x="132449" y="64604"/>
                </a:cubicBezTo>
                <a:cubicBezTo>
                  <a:pt x="132618" y="63875"/>
                  <a:pt x="132592" y="63173"/>
                  <a:pt x="132409" y="62496"/>
                </a:cubicBezTo>
                <a:close/>
                <a:moveTo>
                  <a:pt x="175805" y="70291"/>
                </a:moveTo>
                <a:lnTo>
                  <a:pt x="175805" y="70291"/>
                </a:lnTo>
                <a:cubicBezTo>
                  <a:pt x="175814" y="70295"/>
                  <a:pt x="175823" y="70298"/>
                  <a:pt x="175832" y="70300"/>
                </a:cubicBezTo>
                <a:lnTo>
                  <a:pt x="175832" y="70300"/>
                </a:lnTo>
                <a:lnTo>
                  <a:pt x="175805" y="70291"/>
                </a:lnTo>
                <a:close/>
                <a:moveTo>
                  <a:pt x="176052" y="69861"/>
                </a:moveTo>
                <a:cubicBezTo>
                  <a:pt x="176026" y="70005"/>
                  <a:pt x="176052" y="70161"/>
                  <a:pt x="176091" y="70303"/>
                </a:cubicBezTo>
                <a:lnTo>
                  <a:pt x="175973" y="70303"/>
                </a:lnTo>
                <a:cubicBezTo>
                  <a:pt x="175973" y="70161"/>
                  <a:pt x="175987" y="70005"/>
                  <a:pt x="176052" y="69861"/>
                </a:cubicBezTo>
                <a:close/>
                <a:moveTo>
                  <a:pt x="176156" y="70005"/>
                </a:moveTo>
                <a:cubicBezTo>
                  <a:pt x="176156" y="70109"/>
                  <a:pt x="176169" y="70199"/>
                  <a:pt x="176195" y="70291"/>
                </a:cubicBezTo>
                <a:cubicBezTo>
                  <a:pt x="176169" y="70303"/>
                  <a:pt x="176143" y="70303"/>
                  <a:pt x="176117" y="70303"/>
                </a:cubicBezTo>
                <a:cubicBezTo>
                  <a:pt x="176117" y="70199"/>
                  <a:pt x="176130" y="70095"/>
                  <a:pt x="176156" y="70005"/>
                </a:cubicBezTo>
                <a:close/>
                <a:moveTo>
                  <a:pt x="176338" y="69705"/>
                </a:moveTo>
                <a:cubicBezTo>
                  <a:pt x="176273" y="69900"/>
                  <a:pt x="176312" y="70121"/>
                  <a:pt x="176390" y="70303"/>
                </a:cubicBezTo>
                <a:cubicBezTo>
                  <a:pt x="176338" y="70291"/>
                  <a:pt x="176286" y="70291"/>
                  <a:pt x="176221" y="70291"/>
                </a:cubicBezTo>
                <a:cubicBezTo>
                  <a:pt x="176195" y="70095"/>
                  <a:pt x="176234" y="69887"/>
                  <a:pt x="176338" y="69705"/>
                </a:cubicBezTo>
                <a:close/>
                <a:moveTo>
                  <a:pt x="176429" y="69640"/>
                </a:moveTo>
                <a:cubicBezTo>
                  <a:pt x="176624" y="69653"/>
                  <a:pt x="176806" y="69692"/>
                  <a:pt x="176976" y="69757"/>
                </a:cubicBezTo>
                <a:cubicBezTo>
                  <a:pt x="176936" y="69783"/>
                  <a:pt x="176884" y="69809"/>
                  <a:pt x="176846" y="69835"/>
                </a:cubicBezTo>
                <a:lnTo>
                  <a:pt x="177092" y="69913"/>
                </a:lnTo>
                <a:cubicBezTo>
                  <a:pt x="177066" y="69953"/>
                  <a:pt x="177054" y="69979"/>
                  <a:pt x="177028" y="70005"/>
                </a:cubicBezTo>
                <a:cubicBezTo>
                  <a:pt x="177038" y="70000"/>
                  <a:pt x="177047" y="69998"/>
                  <a:pt x="177057" y="69998"/>
                </a:cubicBezTo>
                <a:cubicBezTo>
                  <a:pt x="177102" y="69998"/>
                  <a:pt x="177147" y="70040"/>
                  <a:pt x="177158" y="70083"/>
                </a:cubicBezTo>
                <a:cubicBezTo>
                  <a:pt x="177158" y="70109"/>
                  <a:pt x="177158" y="70121"/>
                  <a:pt x="177145" y="70135"/>
                </a:cubicBezTo>
                <a:cubicBezTo>
                  <a:pt x="176924" y="70173"/>
                  <a:pt x="176702" y="70239"/>
                  <a:pt x="176481" y="70343"/>
                </a:cubicBezTo>
                <a:cubicBezTo>
                  <a:pt x="176468" y="70329"/>
                  <a:pt x="176429" y="70317"/>
                  <a:pt x="176403" y="70303"/>
                </a:cubicBezTo>
                <a:cubicBezTo>
                  <a:pt x="176325" y="70109"/>
                  <a:pt x="176338" y="69835"/>
                  <a:pt x="176429" y="69640"/>
                </a:cubicBezTo>
                <a:close/>
                <a:moveTo>
                  <a:pt x="175831" y="69926"/>
                </a:moveTo>
                <a:cubicBezTo>
                  <a:pt x="175831" y="70043"/>
                  <a:pt x="175843" y="70187"/>
                  <a:pt x="175883" y="70303"/>
                </a:cubicBezTo>
                <a:cubicBezTo>
                  <a:pt x="175866" y="70303"/>
                  <a:pt x="175849" y="70303"/>
                  <a:pt x="175832" y="70300"/>
                </a:cubicBezTo>
                <a:lnTo>
                  <a:pt x="175832" y="70300"/>
                </a:lnTo>
                <a:lnTo>
                  <a:pt x="175883" y="70317"/>
                </a:lnTo>
                <a:cubicBezTo>
                  <a:pt x="175883" y="70355"/>
                  <a:pt x="175895" y="70381"/>
                  <a:pt x="175909" y="70407"/>
                </a:cubicBezTo>
                <a:lnTo>
                  <a:pt x="175713" y="70421"/>
                </a:lnTo>
                <a:cubicBezTo>
                  <a:pt x="175701" y="70265"/>
                  <a:pt x="175701" y="70121"/>
                  <a:pt x="175727" y="69965"/>
                </a:cubicBezTo>
                <a:cubicBezTo>
                  <a:pt x="175727" y="70095"/>
                  <a:pt x="175753" y="70225"/>
                  <a:pt x="175791" y="70355"/>
                </a:cubicBezTo>
                <a:cubicBezTo>
                  <a:pt x="175805" y="70225"/>
                  <a:pt x="175817" y="70057"/>
                  <a:pt x="175831" y="69926"/>
                </a:cubicBezTo>
                <a:close/>
                <a:moveTo>
                  <a:pt x="175713" y="70473"/>
                </a:moveTo>
                <a:lnTo>
                  <a:pt x="175713" y="70473"/>
                </a:lnTo>
                <a:cubicBezTo>
                  <a:pt x="175768" y="70482"/>
                  <a:pt x="175817" y="70491"/>
                  <a:pt x="175868" y="70491"/>
                </a:cubicBezTo>
                <a:cubicBezTo>
                  <a:pt x="175890" y="70491"/>
                  <a:pt x="175912" y="70489"/>
                  <a:pt x="175935" y="70485"/>
                </a:cubicBezTo>
                <a:lnTo>
                  <a:pt x="175935" y="70499"/>
                </a:lnTo>
                <a:cubicBezTo>
                  <a:pt x="175869" y="70525"/>
                  <a:pt x="175791" y="70538"/>
                  <a:pt x="175727" y="70564"/>
                </a:cubicBezTo>
                <a:cubicBezTo>
                  <a:pt x="175727" y="70538"/>
                  <a:pt x="175727" y="70499"/>
                  <a:pt x="175713" y="70473"/>
                </a:cubicBezTo>
                <a:close/>
                <a:moveTo>
                  <a:pt x="178667" y="69679"/>
                </a:moveTo>
                <a:cubicBezTo>
                  <a:pt x="178784" y="69705"/>
                  <a:pt x="178914" y="69744"/>
                  <a:pt x="179032" y="69796"/>
                </a:cubicBezTo>
                <a:cubicBezTo>
                  <a:pt x="179032" y="70083"/>
                  <a:pt x="178888" y="70407"/>
                  <a:pt x="178654" y="70577"/>
                </a:cubicBezTo>
                <a:cubicBezTo>
                  <a:pt x="178888" y="70421"/>
                  <a:pt x="179058" y="70173"/>
                  <a:pt x="179110" y="69913"/>
                </a:cubicBezTo>
                <a:lnTo>
                  <a:pt x="179110" y="69913"/>
                </a:lnTo>
                <a:cubicBezTo>
                  <a:pt x="179136" y="70225"/>
                  <a:pt x="179018" y="70538"/>
                  <a:pt x="178798" y="70759"/>
                </a:cubicBezTo>
                <a:cubicBezTo>
                  <a:pt x="178940" y="70642"/>
                  <a:pt x="179058" y="70499"/>
                  <a:pt x="179148" y="70329"/>
                </a:cubicBezTo>
                <a:lnTo>
                  <a:pt x="179148" y="70329"/>
                </a:lnTo>
                <a:cubicBezTo>
                  <a:pt x="179122" y="70459"/>
                  <a:pt x="179070" y="70603"/>
                  <a:pt x="178992" y="70720"/>
                </a:cubicBezTo>
                <a:cubicBezTo>
                  <a:pt x="179136" y="70603"/>
                  <a:pt x="179279" y="70407"/>
                  <a:pt x="179331" y="70225"/>
                </a:cubicBezTo>
                <a:lnTo>
                  <a:pt x="179331" y="70225"/>
                </a:lnTo>
                <a:cubicBezTo>
                  <a:pt x="179305" y="70499"/>
                  <a:pt x="179200" y="70759"/>
                  <a:pt x="179032" y="70980"/>
                </a:cubicBezTo>
                <a:cubicBezTo>
                  <a:pt x="178954" y="70902"/>
                  <a:pt x="178876" y="70837"/>
                  <a:pt x="178798" y="70759"/>
                </a:cubicBezTo>
                <a:cubicBezTo>
                  <a:pt x="178706" y="70681"/>
                  <a:pt x="178602" y="70616"/>
                  <a:pt x="178511" y="70538"/>
                </a:cubicBezTo>
                <a:cubicBezTo>
                  <a:pt x="178524" y="70512"/>
                  <a:pt x="178550" y="70499"/>
                  <a:pt x="178563" y="70473"/>
                </a:cubicBezTo>
                <a:cubicBezTo>
                  <a:pt x="178563" y="70459"/>
                  <a:pt x="178576" y="70447"/>
                  <a:pt x="178576" y="70447"/>
                </a:cubicBezTo>
                <a:cubicBezTo>
                  <a:pt x="178706" y="70213"/>
                  <a:pt x="178615" y="70017"/>
                  <a:pt x="178446" y="69913"/>
                </a:cubicBezTo>
                <a:cubicBezTo>
                  <a:pt x="178550" y="69848"/>
                  <a:pt x="178615" y="69770"/>
                  <a:pt x="178667" y="69679"/>
                </a:cubicBezTo>
                <a:close/>
                <a:moveTo>
                  <a:pt x="181381" y="72307"/>
                </a:moveTo>
                <a:lnTo>
                  <a:pt x="181381" y="72307"/>
                </a:lnTo>
                <a:cubicBezTo>
                  <a:pt x="181374" y="72321"/>
                  <a:pt x="181367" y="72334"/>
                  <a:pt x="181360" y="72347"/>
                </a:cubicBezTo>
                <a:cubicBezTo>
                  <a:pt x="181367" y="72334"/>
                  <a:pt x="181374" y="72321"/>
                  <a:pt x="181381" y="72307"/>
                </a:cubicBezTo>
                <a:close/>
                <a:moveTo>
                  <a:pt x="179459" y="73876"/>
                </a:moveTo>
                <a:cubicBezTo>
                  <a:pt x="179446" y="73882"/>
                  <a:pt x="179434" y="73889"/>
                  <a:pt x="179422" y="73895"/>
                </a:cubicBezTo>
                <a:cubicBezTo>
                  <a:pt x="179434" y="73889"/>
                  <a:pt x="179447" y="73883"/>
                  <a:pt x="179459" y="73876"/>
                </a:cubicBezTo>
                <a:close/>
                <a:moveTo>
                  <a:pt x="155890" y="83559"/>
                </a:moveTo>
                <a:cubicBezTo>
                  <a:pt x="155937" y="83559"/>
                  <a:pt x="155968" y="83583"/>
                  <a:pt x="156001" y="83615"/>
                </a:cubicBezTo>
                <a:cubicBezTo>
                  <a:pt x="156027" y="83641"/>
                  <a:pt x="156039" y="83654"/>
                  <a:pt x="156079" y="83654"/>
                </a:cubicBezTo>
                <a:cubicBezTo>
                  <a:pt x="156092" y="83649"/>
                  <a:pt x="156100" y="83648"/>
                  <a:pt x="156107" y="83648"/>
                </a:cubicBezTo>
                <a:cubicBezTo>
                  <a:pt x="156122" y="83648"/>
                  <a:pt x="156130" y="83654"/>
                  <a:pt x="156157" y="83654"/>
                </a:cubicBezTo>
                <a:cubicBezTo>
                  <a:pt x="156176" y="83661"/>
                  <a:pt x="156195" y="83663"/>
                  <a:pt x="156209" y="83663"/>
                </a:cubicBezTo>
                <a:cubicBezTo>
                  <a:pt x="156224" y="83663"/>
                  <a:pt x="156234" y="83661"/>
                  <a:pt x="156237" y="83661"/>
                </a:cubicBezTo>
                <a:cubicBezTo>
                  <a:pt x="156241" y="83661"/>
                  <a:pt x="156234" y="83665"/>
                  <a:pt x="156209" y="83680"/>
                </a:cubicBezTo>
                <a:cubicBezTo>
                  <a:pt x="156235" y="83706"/>
                  <a:pt x="156261" y="83719"/>
                  <a:pt x="156299" y="83732"/>
                </a:cubicBezTo>
                <a:cubicBezTo>
                  <a:pt x="156313" y="83735"/>
                  <a:pt x="156329" y="83736"/>
                  <a:pt x="156347" y="83736"/>
                </a:cubicBezTo>
                <a:cubicBezTo>
                  <a:pt x="156363" y="83736"/>
                  <a:pt x="156381" y="83735"/>
                  <a:pt x="156399" y="83735"/>
                </a:cubicBezTo>
                <a:cubicBezTo>
                  <a:pt x="156436" y="83735"/>
                  <a:pt x="156475" y="83738"/>
                  <a:pt x="156508" y="83758"/>
                </a:cubicBezTo>
                <a:cubicBezTo>
                  <a:pt x="156521" y="83771"/>
                  <a:pt x="156547" y="83810"/>
                  <a:pt x="156573" y="83823"/>
                </a:cubicBezTo>
                <a:cubicBezTo>
                  <a:pt x="156586" y="83823"/>
                  <a:pt x="156599" y="83810"/>
                  <a:pt x="156599" y="83810"/>
                </a:cubicBezTo>
                <a:cubicBezTo>
                  <a:pt x="156638" y="83797"/>
                  <a:pt x="156664" y="83784"/>
                  <a:pt x="156703" y="83784"/>
                </a:cubicBezTo>
                <a:cubicBezTo>
                  <a:pt x="156768" y="83784"/>
                  <a:pt x="156807" y="83784"/>
                  <a:pt x="156846" y="83862"/>
                </a:cubicBezTo>
                <a:cubicBezTo>
                  <a:pt x="156859" y="83901"/>
                  <a:pt x="156872" y="83927"/>
                  <a:pt x="156833" y="83966"/>
                </a:cubicBezTo>
                <a:cubicBezTo>
                  <a:pt x="156807" y="84005"/>
                  <a:pt x="156729" y="84044"/>
                  <a:pt x="156664" y="84057"/>
                </a:cubicBezTo>
                <a:cubicBezTo>
                  <a:pt x="156644" y="84064"/>
                  <a:pt x="156622" y="84064"/>
                  <a:pt x="156599" y="84064"/>
                </a:cubicBezTo>
                <a:cubicBezTo>
                  <a:pt x="156576" y="84064"/>
                  <a:pt x="156553" y="84064"/>
                  <a:pt x="156534" y="84070"/>
                </a:cubicBezTo>
                <a:cubicBezTo>
                  <a:pt x="156521" y="84084"/>
                  <a:pt x="156521" y="84096"/>
                  <a:pt x="156508" y="84110"/>
                </a:cubicBezTo>
                <a:cubicBezTo>
                  <a:pt x="156404" y="84057"/>
                  <a:pt x="156299" y="83992"/>
                  <a:pt x="156183" y="83953"/>
                </a:cubicBezTo>
                <a:cubicBezTo>
                  <a:pt x="156065" y="83901"/>
                  <a:pt x="155935" y="83849"/>
                  <a:pt x="155805" y="83797"/>
                </a:cubicBezTo>
                <a:lnTo>
                  <a:pt x="155792" y="83797"/>
                </a:lnTo>
                <a:cubicBezTo>
                  <a:pt x="155740" y="83745"/>
                  <a:pt x="155675" y="83680"/>
                  <a:pt x="155714" y="83628"/>
                </a:cubicBezTo>
                <a:cubicBezTo>
                  <a:pt x="155740" y="83589"/>
                  <a:pt x="155805" y="83563"/>
                  <a:pt x="155857" y="83563"/>
                </a:cubicBezTo>
                <a:cubicBezTo>
                  <a:pt x="155869" y="83561"/>
                  <a:pt x="155880" y="83559"/>
                  <a:pt x="155890" y="83559"/>
                </a:cubicBezTo>
                <a:close/>
                <a:moveTo>
                  <a:pt x="155688" y="84057"/>
                </a:moveTo>
                <a:lnTo>
                  <a:pt x="155701" y="84070"/>
                </a:lnTo>
                <a:cubicBezTo>
                  <a:pt x="155766" y="84084"/>
                  <a:pt x="155818" y="84084"/>
                  <a:pt x="155871" y="84096"/>
                </a:cubicBezTo>
                <a:cubicBezTo>
                  <a:pt x="155987" y="84110"/>
                  <a:pt x="156091" y="84174"/>
                  <a:pt x="156209" y="84226"/>
                </a:cubicBezTo>
                <a:cubicBezTo>
                  <a:pt x="156273" y="84252"/>
                  <a:pt x="156339" y="84266"/>
                  <a:pt x="156404" y="84292"/>
                </a:cubicBezTo>
                <a:cubicBezTo>
                  <a:pt x="156377" y="84318"/>
                  <a:pt x="156391" y="84370"/>
                  <a:pt x="156365" y="84396"/>
                </a:cubicBezTo>
                <a:cubicBezTo>
                  <a:pt x="156351" y="84422"/>
                  <a:pt x="156313" y="84422"/>
                  <a:pt x="156287" y="84422"/>
                </a:cubicBezTo>
                <a:cubicBezTo>
                  <a:pt x="156221" y="84448"/>
                  <a:pt x="156143" y="84474"/>
                  <a:pt x="156079" y="84500"/>
                </a:cubicBezTo>
                <a:cubicBezTo>
                  <a:pt x="156057" y="84511"/>
                  <a:pt x="156037" y="84515"/>
                  <a:pt x="156018" y="84515"/>
                </a:cubicBezTo>
                <a:cubicBezTo>
                  <a:pt x="155991" y="84515"/>
                  <a:pt x="155965" y="84507"/>
                  <a:pt x="155935" y="84500"/>
                </a:cubicBezTo>
                <a:cubicBezTo>
                  <a:pt x="155923" y="84497"/>
                  <a:pt x="155913" y="84496"/>
                  <a:pt x="155903" y="84496"/>
                </a:cubicBezTo>
                <a:cubicBezTo>
                  <a:pt x="155860" y="84496"/>
                  <a:pt x="155835" y="84520"/>
                  <a:pt x="155792" y="84552"/>
                </a:cubicBezTo>
                <a:cubicBezTo>
                  <a:pt x="155753" y="84578"/>
                  <a:pt x="155753" y="84564"/>
                  <a:pt x="155701" y="84578"/>
                </a:cubicBezTo>
                <a:cubicBezTo>
                  <a:pt x="155675" y="84578"/>
                  <a:pt x="155662" y="84604"/>
                  <a:pt x="155623" y="84616"/>
                </a:cubicBezTo>
                <a:cubicBezTo>
                  <a:pt x="155610" y="84623"/>
                  <a:pt x="155597" y="84623"/>
                  <a:pt x="155584" y="84623"/>
                </a:cubicBezTo>
                <a:cubicBezTo>
                  <a:pt x="155571" y="84623"/>
                  <a:pt x="155558" y="84623"/>
                  <a:pt x="155545" y="84630"/>
                </a:cubicBezTo>
                <a:cubicBezTo>
                  <a:pt x="155506" y="84656"/>
                  <a:pt x="155519" y="84734"/>
                  <a:pt x="155480" y="84760"/>
                </a:cubicBezTo>
                <a:cubicBezTo>
                  <a:pt x="155459" y="84774"/>
                  <a:pt x="155440" y="84779"/>
                  <a:pt x="155425" y="84779"/>
                </a:cubicBezTo>
                <a:cubicBezTo>
                  <a:pt x="155365" y="84779"/>
                  <a:pt x="155342" y="84697"/>
                  <a:pt x="155311" y="84656"/>
                </a:cubicBezTo>
                <a:cubicBezTo>
                  <a:pt x="155272" y="84616"/>
                  <a:pt x="155246" y="84564"/>
                  <a:pt x="155284" y="84526"/>
                </a:cubicBezTo>
                <a:cubicBezTo>
                  <a:pt x="155324" y="84486"/>
                  <a:pt x="155363" y="84500"/>
                  <a:pt x="155402" y="84486"/>
                </a:cubicBezTo>
                <a:cubicBezTo>
                  <a:pt x="155428" y="84486"/>
                  <a:pt x="155493" y="84486"/>
                  <a:pt x="155506" y="84460"/>
                </a:cubicBezTo>
                <a:cubicBezTo>
                  <a:pt x="155532" y="84448"/>
                  <a:pt x="155532" y="84382"/>
                  <a:pt x="155532" y="84344"/>
                </a:cubicBezTo>
                <a:cubicBezTo>
                  <a:pt x="155532" y="84330"/>
                  <a:pt x="155532" y="84292"/>
                  <a:pt x="155558" y="84278"/>
                </a:cubicBezTo>
                <a:cubicBezTo>
                  <a:pt x="155571" y="84266"/>
                  <a:pt x="155597" y="84266"/>
                  <a:pt x="155610" y="84252"/>
                </a:cubicBezTo>
                <a:cubicBezTo>
                  <a:pt x="155649" y="84214"/>
                  <a:pt x="155662" y="84136"/>
                  <a:pt x="155675" y="84084"/>
                </a:cubicBezTo>
                <a:cubicBezTo>
                  <a:pt x="155675" y="84084"/>
                  <a:pt x="155675" y="84070"/>
                  <a:pt x="155688" y="84057"/>
                </a:cubicBezTo>
                <a:close/>
                <a:moveTo>
                  <a:pt x="157470" y="84747"/>
                </a:moveTo>
                <a:cubicBezTo>
                  <a:pt x="157497" y="84864"/>
                  <a:pt x="157523" y="84981"/>
                  <a:pt x="157523" y="85111"/>
                </a:cubicBezTo>
                <a:cubicBezTo>
                  <a:pt x="157536" y="85177"/>
                  <a:pt x="157536" y="85241"/>
                  <a:pt x="157536" y="85307"/>
                </a:cubicBezTo>
                <a:cubicBezTo>
                  <a:pt x="157523" y="85293"/>
                  <a:pt x="157510" y="85293"/>
                  <a:pt x="157484" y="85281"/>
                </a:cubicBezTo>
                <a:cubicBezTo>
                  <a:pt x="157458" y="85255"/>
                  <a:pt x="157418" y="85241"/>
                  <a:pt x="157380" y="85215"/>
                </a:cubicBezTo>
                <a:cubicBezTo>
                  <a:pt x="157328" y="85189"/>
                  <a:pt x="157276" y="85137"/>
                  <a:pt x="157236" y="85085"/>
                </a:cubicBezTo>
                <a:cubicBezTo>
                  <a:pt x="157224" y="85059"/>
                  <a:pt x="157210" y="85046"/>
                  <a:pt x="157224" y="85020"/>
                </a:cubicBezTo>
                <a:cubicBezTo>
                  <a:pt x="157224" y="84981"/>
                  <a:pt x="157236" y="84903"/>
                  <a:pt x="157262" y="84877"/>
                </a:cubicBezTo>
                <a:cubicBezTo>
                  <a:pt x="157302" y="84838"/>
                  <a:pt x="157366" y="84812"/>
                  <a:pt x="157418" y="84786"/>
                </a:cubicBezTo>
                <a:cubicBezTo>
                  <a:pt x="157444" y="84773"/>
                  <a:pt x="157458" y="84760"/>
                  <a:pt x="157470" y="84747"/>
                </a:cubicBezTo>
                <a:close/>
                <a:moveTo>
                  <a:pt x="159618" y="82243"/>
                </a:moveTo>
                <a:cubicBezTo>
                  <a:pt x="159622" y="82243"/>
                  <a:pt x="159626" y="82244"/>
                  <a:pt x="159630" y="82248"/>
                </a:cubicBezTo>
                <a:cubicBezTo>
                  <a:pt x="159656" y="82262"/>
                  <a:pt x="159683" y="82352"/>
                  <a:pt x="159644" y="82378"/>
                </a:cubicBezTo>
                <a:cubicBezTo>
                  <a:pt x="159670" y="82378"/>
                  <a:pt x="159683" y="82366"/>
                  <a:pt x="159709" y="82352"/>
                </a:cubicBezTo>
                <a:cubicBezTo>
                  <a:pt x="159761" y="82340"/>
                  <a:pt x="159787" y="82326"/>
                  <a:pt x="159826" y="82288"/>
                </a:cubicBezTo>
                <a:cubicBezTo>
                  <a:pt x="159854" y="82269"/>
                  <a:pt x="159871" y="82262"/>
                  <a:pt x="159884" y="82262"/>
                </a:cubicBezTo>
                <a:cubicBezTo>
                  <a:pt x="159906" y="82262"/>
                  <a:pt x="159919" y="82284"/>
                  <a:pt x="159969" y="82300"/>
                </a:cubicBezTo>
                <a:cubicBezTo>
                  <a:pt x="159995" y="82314"/>
                  <a:pt x="160047" y="82326"/>
                  <a:pt x="160073" y="82352"/>
                </a:cubicBezTo>
                <a:cubicBezTo>
                  <a:pt x="160099" y="82378"/>
                  <a:pt x="160086" y="82378"/>
                  <a:pt x="160112" y="82378"/>
                </a:cubicBezTo>
                <a:cubicBezTo>
                  <a:pt x="160121" y="82383"/>
                  <a:pt x="160130" y="82384"/>
                  <a:pt x="160138" y="82384"/>
                </a:cubicBezTo>
                <a:cubicBezTo>
                  <a:pt x="160154" y="82384"/>
                  <a:pt x="160169" y="82378"/>
                  <a:pt x="160177" y="82378"/>
                </a:cubicBezTo>
                <a:cubicBezTo>
                  <a:pt x="160164" y="82404"/>
                  <a:pt x="160164" y="82418"/>
                  <a:pt x="160151" y="82444"/>
                </a:cubicBezTo>
                <a:cubicBezTo>
                  <a:pt x="160125" y="82509"/>
                  <a:pt x="160138" y="82561"/>
                  <a:pt x="160125" y="82626"/>
                </a:cubicBezTo>
                <a:cubicBezTo>
                  <a:pt x="160112" y="82691"/>
                  <a:pt x="160073" y="82756"/>
                  <a:pt x="160060" y="82808"/>
                </a:cubicBezTo>
                <a:cubicBezTo>
                  <a:pt x="160047" y="82834"/>
                  <a:pt x="160047" y="82860"/>
                  <a:pt x="160034" y="82886"/>
                </a:cubicBezTo>
                <a:cubicBezTo>
                  <a:pt x="160021" y="82925"/>
                  <a:pt x="159995" y="82951"/>
                  <a:pt x="159982" y="82977"/>
                </a:cubicBezTo>
                <a:cubicBezTo>
                  <a:pt x="159956" y="83029"/>
                  <a:pt x="159943" y="83069"/>
                  <a:pt x="159930" y="83121"/>
                </a:cubicBezTo>
                <a:cubicBezTo>
                  <a:pt x="159904" y="83159"/>
                  <a:pt x="159891" y="83211"/>
                  <a:pt x="159878" y="83251"/>
                </a:cubicBezTo>
                <a:cubicBezTo>
                  <a:pt x="159865" y="83315"/>
                  <a:pt x="159865" y="83367"/>
                  <a:pt x="159839" y="83419"/>
                </a:cubicBezTo>
                <a:cubicBezTo>
                  <a:pt x="159826" y="83459"/>
                  <a:pt x="159826" y="83497"/>
                  <a:pt x="159813" y="83550"/>
                </a:cubicBezTo>
                <a:lnTo>
                  <a:pt x="159774" y="83745"/>
                </a:lnTo>
                <a:cubicBezTo>
                  <a:pt x="159761" y="83797"/>
                  <a:pt x="159735" y="83823"/>
                  <a:pt x="159722" y="83862"/>
                </a:cubicBezTo>
                <a:cubicBezTo>
                  <a:pt x="159696" y="83914"/>
                  <a:pt x="159683" y="83966"/>
                  <a:pt x="159656" y="84018"/>
                </a:cubicBezTo>
                <a:lnTo>
                  <a:pt x="159618" y="84057"/>
                </a:lnTo>
                <a:cubicBezTo>
                  <a:pt x="159604" y="84084"/>
                  <a:pt x="159604" y="84110"/>
                  <a:pt x="159592" y="84136"/>
                </a:cubicBezTo>
                <a:cubicBezTo>
                  <a:pt x="159566" y="84200"/>
                  <a:pt x="159514" y="84252"/>
                  <a:pt x="159488" y="84318"/>
                </a:cubicBezTo>
                <a:cubicBezTo>
                  <a:pt x="159448" y="84396"/>
                  <a:pt x="159410" y="84460"/>
                  <a:pt x="159344" y="84512"/>
                </a:cubicBezTo>
                <a:cubicBezTo>
                  <a:pt x="159306" y="84552"/>
                  <a:pt x="159254" y="84590"/>
                  <a:pt x="159214" y="84630"/>
                </a:cubicBezTo>
                <a:cubicBezTo>
                  <a:pt x="159162" y="84682"/>
                  <a:pt x="159136" y="84747"/>
                  <a:pt x="159098" y="84799"/>
                </a:cubicBezTo>
                <a:cubicBezTo>
                  <a:pt x="159045" y="84864"/>
                  <a:pt x="159006" y="84942"/>
                  <a:pt x="158954" y="85007"/>
                </a:cubicBezTo>
                <a:cubicBezTo>
                  <a:pt x="158889" y="85085"/>
                  <a:pt x="158811" y="85150"/>
                  <a:pt x="158759" y="85241"/>
                </a:cubicBezTo>
                <a:cubicBezTo>
                  <a:pt x="158707" y="85319"/>
                  <a:pt x="158668" y="85411"/>
                  <a:pt x="158616" y="85489"/>
                </a:cubicBezTo>
                <a:lnTo>
                  <a:pt x="158616" y="85501"/>
                </a:lnTo>
                <a:cubicBezTo>
                  <a:pt x="158616" y="85501"/>
                  <a:pt x="158603" y="85501"/>
                  <a:pt x="158603" y="85515"/>
                </a:cubicBezTo>
                <a:cubicBezTo>
                  <a:pt x="158590" y="85527"/>
                  <a:pt x="158563" y="85553"/>
                  <a:pt x="158537" y="85567"/>
                </a:cubicBezTo>
                <a:cubicBezTo>
                  <a:pt x="158529" y="85571"/>
                  <a:pt x="158519" y="85572"/>
                  <a:pt x="158508" y="85572"/>
                </a:cubicBezTo>
                <a:cubicBezTo>
                  <a:pt x="158487" y="85572"/>
                  <a:pt x="158464" y="85567"/>
                  <a:pt x="158447" y="85567"/>
                </a:cubicBezTo>
                <a:cubicBezTo>
                  <a:pt x="158381" y="85567"/>
                  <a:pt x="158317" y="85605"/>
                  <a:pt x="158239" y="85619"/>
                </a:cubicBezTo>
                <a:cubicBezTo>
                  <a:pt x="158212" y="85619"/>
                  <a:pt x="158186" y="85613"/>
                  <a:pt x="158160" y="85613"/>
                </a:cubicBezTo>
                <a:cubicBezTo>
                  <a:pt x="158147" y="85613"/>
                  <a:pt x="158134" y="85614"/>
                  <a:pt x="158121" y="85619"/>
                </a:cubicBezTo>
                <a:cubicBezTo>
                  <a:pt x="158083" y="85631"/>
                  <a:pt x="158069" y="85671"/>
                  <a:pt x="158031" y="85683"/>
                </a:cubicBezTo>
                <a:lnTo>
                  <a:pt x="158031" y="85605"/>
                </a:lnTo>
                <a:cubicBezTo>
                  <a:pt x="158017" y="85475"/>
                  <a:pt x="157991" y="85345"/>
                  <a:pt x="157978" y="85203"/>
                </a:cubicBezTo>
                <a:cubicBezTo>
                  <a:pt x="157965" y="85098"/>
                  <a:pt x="157965" y="84981"/>
                  <a:pt x="157939" y="84864"/>
                </a:cubicBezTo>
                <a:cubicBezTo>
                  <a:pt x="157926" y="84760"/>
                  <a:pt x="157887" y="84682"/>
                  <a:pt x="157848" y="84578"/>
                </a:cubicBezTo>
                <a:cubicBezTo>
                  <a:pt x="157835" y="84500"/>
                  <a:pt x="157796" y="84422"/>
                  <a:pt x="157770" y="84344"/>
                </a:cubicBezTo>
                <a:cubicBezTo>
                  <a:pt x="157809" y="84344"/>
                  <a:pt x="157835" y="84344"/>
                  <a:pt x="157874" y="84318"/>
                </a:cubicBezTo>
                <a:cubicBezTo>
                  <a:pt x="157913" y="84292"/>
                  <a:pt x="157939" y="84252"/>
                  <a:pt x="157978" y="84252"/>
                </a:cubicBezTo>
                <a:cubicBezTo>
                  <a:pt x="158017" y="84252"/>
                  <a:pt x="158057" y="84304"/>
                  <a:pt x="158083" y="84330"/>
                </a:cubicBezTo>
                <a:cubicBezTo>
                  <a:pt x="158102" y="84360"/>
                  <a:pt x="158129" y="84374"/>
                  <a:pt x="158158" y="84374"/>
                </a:cubicBezTo>
                <a:cubicBezTo>
                  <a:pt x="158167" y="84374"/>
                  <a:pt x="158177" y="84373"/>
                  <a:pt x="158187" y="84370"/>
                </a:cubicBezTo>
                <a:cubicBezTo>
                  <a:pt x="158225" y="84356"/>
                  <a:pt x="158291" y="84318"/>
                  <a:pt x="158317" y="84304"/>
                </a:cubicBezTo>
                <a:cubicBezTo>
                  <a:pt x="158381" y="84252"/>
                  <a:pt x="158381" y="84162"/>
                  <a:pt x="158433" y="84110"/>
                </a:cubicBezTo>
                <a:cubicBezTo>
                  <a:pt x="158454" y="84088"/>
                  <a:pt x="158510" y="84050"/>
                  <a:pt x="158557" y="84050"/>
                </a:cubicBezTo>
                <a:cubicBezTo>
                  <a:pt x="158569" y="84050"/>
                  <a:pt x="158580" y="84053"/>
                  <a:pt x="158590" y="84057"/>
                </a:cubicBezTo>
                <a:cubicBezTo>
                  <a:pt x="158642" y="84096"/>
                  <a:pt x="158629" y="84174"/>
                  <a:pt x="158616" y="84226"/>
                </a:cubicBezTo>
                <a:cubicBezTo>
                  <a:pt x="158603" y="84266"/>
                  <a:pt x="158577" y="84292"/>
                  <a:pt x="158563" y="84318"/>
                </a:cubicBezTo>
                <a:cubicBezTo>
                  <a:pt x="158525" y="84370"/>
                  <a:pt x="158525" y="84382"/>
                  <a:pt x="158563" y="84434"/>
                </a:cubicBezTo>
                <a:cubicBezTo>
                  <a:pt x="158603" y="84434"/>
                  <a:pt x="158629" y="84422"/>
                  <a:pt x="158668" y="84422"/>
                </a:cubicBezTo>
                <a:cubicBezTo>
                  <a:pt x="158681" y="84408"/>
                  <a:pt x="158694" y="84408"/>
                  <a:pt x="158707" y="84408"/>
                </a:cubicBezTo>
                <a:cubicBezTo>
                  <a:pt x="158728" y="84408"/>
                  <a:pt x="158740" y="84425"/>
                  <a:pt x="158758" y="84425"/>
                </a:cubicBezTo>
                <a:cubicBezTo>
                  <a:pt x="158762" y="84425"/>
                  <a:pt x="158767" y="84424"/>
                  <a:pt x="158772" y="84422"/>
                </a:cubicBezTo>
                <a:cubicBezTo>
                  <a:pt x="158772" y="84382"/>
                  <a:pt x="158798" y="84370"/>
                  <a:pt x="158824" y="84330"/>
                </a:cubicBezTo>
                <a:cubicBezTo>
                  <a:pt x="158837" y="84304"/>
                  <a:pt x="158837" y="84266"/>
                  <a:pt x="158837" y="84226"/>
                </a:cubicBezTo>
                <a:cubicBezTo>
                  <a:pt x="158837" y="84188"/>
                  <a:pt x="158798" y="84136"/>
                  <a:pt x="158837" y="84122"/>
                </a:cubicBezTo>
                <a:cubicBezTo>
                  <a:pt x="158837" y="84122"/>
                  <a:pt x="158876" y="84110"/>
                  <a:pt x="158889" y="84110"/>
                </a:cubicBezTo>
                <a:cubicBezTo>
                  <a:pt x="158928" y="84110"/>
                  <a:pt x="158954" y="84122"/>
                  <a:pt x="158980" y="84162"/>
                </a:cubicBezTo>
                <a:cubicBezTo>
                  <a:pt x="158993" y="84214"/>
                  <a:pt x="158980" y="84266"/>
                  <a:pt x="158980" y="84318"/>
                </a:cubicBezTo>
                <a:cubicBezTo>
                  <a:pt x="158980" y="84330"/>
                  <a:pt x="158980" y="84344"/>
                  <a:pt x="159006" y="84356"/>
                </a:cubicBezTo>
                <a:cubicBezTo>
                  <a:pt x="159013" y="84363"/>
                  <a:pt x="159019" y="84363"/>
                  <a:pt x="159026" y="84363"/>
                </a:cubicBezTo>
                <a:cubicBezTo>
                  <a:pt x="159032" y="84363"/>
                  <a:pt x="159039" y="84363"/>
                  <a:pt x="159045" y="84370"/>
                </a:cubicBezTo>
                <a:cubicBezTo>
                  <a:pt x="159058" y="84370"/>
                  <a:pt x="159071" y="84408"/>
                  <a:pt x="159084" y="84422"/>
                </a:cubicBezTo>
                <a:cubicBezTo>
                  <a:pt x="159110" y="84448"/>
                  <a:pt x="159098" y="84448"/>
                  <a:pt x="159136" y="84448"/>
                </a:cubicBezTo>
                <a:cubicBezTo>
                  <a:pt x="159149" y="84454"/>
                  <a:pt x="159156" y="84454"/>
                  <a:pt x="159162" y="84454"/>
                </a:cubicBezTo>
                <a:cubicBezTo>
                  <a:pt x="159169" y="84454"/>
                  <a:pt x="159175" y="84454"/>
                  <a:pt x="159188" y="84460"/>
                </a:cubicBezTo>
                <a:cubicBezTo>
                  <a:pt x="159202" y="84474"/>
                  <a:pt x="159202" y="84486"/>
                  <a:pt x="159228" y="84486"/>
                </a:cubicBezTo>
                <a:cubicBezTo>
                  <a:pt x="159280" y="84486"/>
                  <a:pt x="159280" y="84448"/>
                  <a:pt x="159280" y="84408"/>
                </a:cubicBezTo>
                <a:cubicBezTo>
                  <a:pt x="159292" y="84370"/>
                  <a:pt x="159306" y="84330"/>
                  <a:pt x="159306" y="84292"/>
                </a:cubicBezTo>
                <a:cubicBezTo>
                  <a:pt x="159292" y="84252"/>
                  <a:pt x="159292" y="84266"/>
                  <a:pt x="159266" y="84240"/>
                </a:cubicBezTo>
                <a:cubicBezTo>
                  <a:pt x="159254" y="84240"/>
                  <a:pt x="159240" y="84240"/>
                  <a:pt x="159228" y="84226"/>
                </a:cubicBezTo>
                <a:cubicBezTo>
                  <a:pt x="159214" y="84200"/>
                  <a:pt x="159188" y="84122"/>
                  <a:pt x="159188" y="84096"/>
                </a:cubicBezTo>
                <a:cubicBezTo>
                  <a:pt x="159188" y="84044"/>
                  <a:pt x="159228" y="84018"/>
                  <a:pt x="159280" y="84018"/>
                </a:cubicBezTo>
                <a:cubicBezTo>
                  <a:pt x="159332" y="84018"/>
                  <a:pt x="159358" y="84018"/>
                  <a:pt x="159358" y="84070"/>
                </a:cubicBezTo>
                <a:cubicBezTo>
                  <a:pt x="159370" y="84136"/>
                  <a:pt x="159358" y="84148"/>
                  <a:pt x="159422" y="84148"/>
                </a:cubicBezTo>
                <a:lnTo>
                  <a:pt x="159578" y="84148"/>
                </a:lnTo>
                <a:cubicBezTo>
                  <a:pt x="159618" y="84136"/>
                  <a:pt x="159578" y="84031"/>
                  <a:pt x="159566" y="84005"/>
                </a:cubicBezTo>
                <a:cubicBezTo>
                  <a:pt x="159578" y="84005"/>
                  <a:pt x="159604" y="83992"/>
                  <a:pt x="159618" y="83979"/>
                </a:cubicBezTo>
                <a:cubicBezTo>
                  <a:pt x="159656" y="83940"/>
                  <a:pt x="159618" y="83927"/>
                  <a:pt x="159592" y="83888"/>
                </a:cubicBezTo>
                <a:cubicBezTo>
                  <a:pt x="159540" y="83849"/>
                  <a:pt x="159526" y="83771"/>
                  <a:pt x="159552" y="83706"/>
                </a:cubicBezTo>
                <a:cubicBezTo>
                  <a:pt x="159566" y="83680"/>
                  <a:pt x="159592" y="83667"/>
                  <a:pt x="159552" y="83641"/>
                </a:cubicBezTo>
                <a:cubicBezTo>
                  <a:pt x="159540" y="83615"/>
                  <a:pt x="159500" y="83615"/>
                  <a:pt x="159488" y="83602"/>
                </a:cubicBezTo>
                <a:cubicBezTo>
                  <a:pt x="159481" y="83600"/>
                  <a:pt x="159474" y="83600"/>
                  <a:pt x="159467" y="83600"/>
                </a:cubicBezTo>
                <a:cubicBezTo>
                  <a:pt x="159396" y="83600"/>
                  <a:pt x="159326" y="83655"/>
                  <a:pt x="159266" y="83667"/>
                </a:cubicBezTo>
                <a:cubicBezTo>
                  <a:pt x="159228" y="83667"/>
                  <a:pt x="159214" y="83654"/>
                  <a:pt x="159188" y="83641"/>
                </a:cubicBezTo>
                <a:cubicBezTo>
                  <a:pt x="159150" y="83628"/>
                  <a:pt x="159150" y="83641"/>
                  <a:pt x="159150" y="83602"/>
                </a:cubicBezTo>
                <a:cubicBezTo>
                  <a:pt x="159150" y="83563"/>
                  <a:pt x="159150" y="83550"/>
                  <a:pt x="159136" y="83523"/>
                </a:cubicBezTo>
                <a:cubicBezTo>
                  <a:pt x="159121" y="83508"/>
                  <a:pt x="159106" y="83502"/>
                  <a:pt x="159088" y="83502"/>
                </a:cubicBezTo>
                <a:cubicBezTo>
                  <a:pt x="159076" y="83502"/>
                  <a:pt x="159062" y="83505"/>
                  <a:pt x="159045" y="83511"/>
                </a:cubicBezTo>
                <a:cubicBezTo>
                  <a:pt x="159028" y="83511"/>
                  <a:pt x="159011" y="83517"/>
                  <a:pt x="158993" y="83517"/>
                </a:cubicBezTo>
                <a:cubicBezTo>
                  <a:pt x="158985" y="83517"/>
                  <a:pt x="158976" y="83515"/>
                  <a:pt x="158967" y="83511"/>
                </a:cubicBezTo>
                <a:lnTo>
                  <a:pt x="158941" y="83485"/>
                </a:lnTo>
                <a:cubicBezTo>
                  <a:pt x="158941" y="83485"/>
                  <a:pt x="158928" y="83485"/>
                  <a:pt x="158915" y="83471"/>
                </a:cubicBezTo>
                <a:cubicBezTo>
                  <a:pt x="158877" y="83446"/>
                  <a:pt x="158864" y="83276"/>
                  <a:pt x="158817" y="83276"/>
                </a:cubicBezTo>
                <a:cubicBezTo>
                  <a:pt x="158815" y="83276"/>
                  <a:pt x="158813" y="83276"/>
                  <a:pt x="158811" y="83277"/>
                </a:cubicBezTo>
                <a:cubicBezTo>
                  <a:pt x="158798" y="83225"/>
                  <a:pt x="158772" y="83173"/>
                  <a:pt x="158798" y="83133"/>
                </a:cubicBezTo>
                <a:cubicBezTo>
                  <a:pt x="158824" y="83081"/>
                  <a:pt x="158889" y="83055"/>
                  <a:pt x="158954" y="83043"/>
                </a:cubicBezTo>
                <a:lnTo>
                  <a:pt x="158954" y="82925"/>
                </a:lnTo>
                <a:cubicBezTo>
                  <a:pt x="158954" y="82899"/>
                  <a:pt x="158915" y="82821"/>
                  <a:pt x="158941" y="82795"/>
                </a:cubicBezTo>
                <a:cubicBezTo>
                  <a:pt x="158946" y="82786"/>
                  <a:pt x="158963" y="82783"/>
                  <a:pt x="158985" y="82783"/>
                </a:cubicBezTo>
                <a:cubicBezTo>
                  <a:pt x="159029" y="82783"/>
                  <a:pt x="159093" y="82795"/>
                  <a:pt x="159110" y="82795"/>
                </a:cubicBezTo>
                <a:cubicBezTo>
                  <a:pt x="159133" y="82795"/>
                  <a:pt x="159155" y="82803"/>
                  <a:pt x="159173" y="82803"/>
                </a:cubicBezTo>
                <a:cubicBezTo>
                  <a:pt x="159186" y="82803"/>
                  <a:pt x="159196" y="82799"/>
                  <a:pt x="159202" y="82782"/>
                </a:cubicBezTo>
                <a:cubicBezTo>
                  <a:pt x="159240" y="82730"/>
                  <a:pt x="159228" y="82665"/>
                  <a:pt x="159240" y="82600"/>
                </a:cubicBezTo>
                <a:cubicBezTo>
                  <a:pt x="159240" y="82587"/>
                  <a:pt x="159254" y="82548"/>
                  <a:pt x="159266" y="82535"/>
                </a:cubicBezTo>
                <a:cubicBezTo>
                  <a:pt x="159286" y="82522"/>
                  <a:pt x="159308" y="82519"/>
                  <a:pt x="159330" y="82519"/>
                </a:cubicBezTo>
                <a:cubicBezTo>
                  <a:pt x="159353" y="82519"/>
                  <a:pt x="159377" y="82522"/>
                  <a:pt x="159396" y="82522"/>
                </a:cubicBezTo>
                <a:cubicBezTo>
                  <a:pt x="159396" y="82496"/>
                  <a:pt x="159384" y="82483"/>
                  <a:pt x="159370" y="82456"/>
                </a:cubicBezTo>
                <a:cubicBezTo>
                  <a:pt x="159358" y="82430"/>
                  <a:pt x="159344" y="82392"/>
                  <a:pt x="159332" y="82366"/>
                </a:cubicBezTo>
                <a:cubicBezTo>
                  <a:pt x="159318" y="82288"/>
                  <a:pt x="159462" y="82274"/>
                  <a:pt x="159514" y="82274"/>
                </a:cubicBezTo>
                <a:lnTo>
                  <a:pt x="159552" y="82274"/>
                </a:lnTo>
                <a:cubicBezTo>
                  <a:pt x="159566" y="82262"/>
                  <a:pt x="159578" y="82262"/>
                  <a:pt x="159592" y="82248"/>
                </a:cubicBezTo>
                <a:cubicBezTo>
                  <a:pt x="159600" y="82248"/>
                  <a:pt x="159609" y="82243"/>
                  <a:pt x="159618" y="82243"/>
                </a:cubicBezTo>
                <a:close/>
                <a:moveTo>
                  <a:pt x="155181" y="85825"/>
                </a:moveTo>
                <a:cubicBezTo>
                  <a:pt x="155218" y="85825"/>
                  <a:pt x="155254" y="85830"/>
                  <a:pt x="155284" y="85853"/>
                </a:cubicBezTo>
                <a:cubicBezTo>
                  <a:pt x="155311" y="85866"/>
                  <a:pt x="155324" y="85905"/>
                  <a:pt x="155337" y="85918"/>
                </a:cubicBezTo>
                <a:cubicBezTo>
                  <a:pt x="155350" y="85931"/>
                  <a:pt x="155363" y="85931"/>
                  <a:pt x="155376" y="85944"/>
                </a:cubicBezTo>
                <a:cubicBezTo>
                  <a:pt x="155389" y="85970"/>
                  <a:pt x="155402" y="85996"/>
                  <a:pt x="155428" y="86009"/>
                </a:cubicBezTo>
                <a:cubicBezTo>
                  <a:pt x="155442" y="86019"/>
                  <a:pt x="155458" y="86021"/>
                  <a:pt x="155475" y="86021"/>
                </a:cubicBezTo>
                <a:cubicBezTo>
                  <a:pt x="155493" y="86021"/>
                  <a:pt x="155513" y="86018"/>
                  <a:pt x="155531" y="86018"/>
                </a:cubicBezTo>
                <a:cubicBezTo>
                  <a:pt x="155540" y="86018"/>
                  <a:pt x="155550" y="86019"/>
                  <a:pt x="155558" y="86022"/>
                </a:cubicBezTo>
                <a:cubicBezTo>
                  <a:pt x="155571" y="86022"/>
                  <a:pt x="155584" y="86022"/>
                  <a:pt x="155584" y="86035"/>
                </a:cubicBezTo>
                <a:cubicBezTo>
                  <a:pt x="155597" y="86061"/>
                  <a:pt x="155558" y="86126"/>
                  <a:pt x="155545" y="86126"/>
                </a:cubicBezTo>
                <a:cubicBezTo>
                  <a:pt x="155506" y="86191"/>
                  <a:pt x="155428" y="86230"/>
                  <a:pt x="155350" y="86230"/>
                </a:cubicBezTo>
                <a:cubicBezTo>
                  <a:pt x="155337" y="86237"/>
                  <a:pt x="155321" y="86240"/>
                  <a:pt x="155304" y="86240"/>
                </a:cubicBezTo>
                <a:cubicBezTo>
                  <a:pt x="155288" y="86240"/>
                  <a:pt x="155271" y="86237"/>
                  <a:pt x="155258" y="86230"/>
                </a:cubicBezTo>
                <a:cubicBezTo>
                  <a:pt x="155232" y="86230"/>
                  <a:pt x="155220" y="86204"/>
                  <a:pt x="155180" y="86204"/>
                </a:cubicBezTo>
                <a:cubicBezTo>
                  <a:pt x="155154" y="86204"/>
                  <a:pt x="155128" y="86217"/>
                  <a:pt x="155102" y="86230"/>
                </a:cubicBezTo>
                <a:cubicBezTo>
                  <a:pt x="155064" y="86256"/>
                  <a:pt x="155038" y="86282"/>
                  <a:pt x="155012" y="86296"/>
                </a:cubicBezTo>
                <a:cubicBezTo>
                  <a:pt x="154972" y="86308"/>
                  <a:pt x="154946" y="86308"/>
                  <a:pt x="154908" y="86308"/>
                </a:cubicBezTo>
                <a:cubicBezTo>
                  <a:pt x="154894" y="86322"/>
                  <a:pt x="154882" y="86334"/>
                  <a:pt x="154856" y="86348"/>
                </a:cubicBezTo>
                <a:cubicBezTo>
                  <a:pt x="154837" y="86357"/>
                  <a:pt x="154820" y="86360"/>
                  <a:pt x="154804" y="86360"/>
                </a:cubicBezTo>
                <a:cubicBezTo>
                  <a:pt x="154758" y="86360"/>
                  <a:pt x="154718" y="86332"/>
                  <a:pt x="154668" y="86332"/>
                </a:cubicBezTo>
                <a:cubicBezTo>
                  <a:pt x="154661" y="86332"/>
                  <a:pt x="154655" y="86333"/>
                  <a:pt x="154647" y="86334"/>
                </a:cubicBezTo>
                <a:cubicBezTo>
                  <a:pt x="154641" y="86335"/>
                  <a:pt x="154636" y="86336"/>
                  <a:pt x="154630" y="86336"/>
                </a:cubicBezTo>
                <a:cubicBezTo>
                  <a:pt x="154560" y="86336"/>
                  <a:pt x="154503" y="86264"/>
                  <a:pt x="154491" y="86191"/>
                </a:cubicBezTo>
                <a:cubicBezTo>
                  <a:pt x="154491" y="86126"/>
                  <a:pt x="154556" y="86100"/>
                  <a:pt x="154608" y="86074"/>
                </a:cubicBezTo>
                <a:cubicBezTo>
                  <a:pt x="154660" y="86035"/>
                  <a:pt x="154699" y="85996"/>
                  <a:pt x="154752" y="85996"/>
                </a:cubicBezTo>
                <a:cubicBezTo>
                  <a:pt x="154790" y="85983"/>
                  <a:pt x="154830" y="85983"/>
                  <a:pt x="154856" y="85983"/>
                </a:cubicBezTo>
                <a:lnTo>
                  <a:pt x="154920" y="85983"/>
                </a:lnTo>
                <a:lnTo>
                  <a:pt x="154920" y="85931"/>
                </a:lnTo>
                <a:cubicBezTo>
                  <a:pt x="154934" y="85931"/>
                  <a:pt x="154934" y="85931"/>
                  <a:pt x="154934" y="85918"/>
                </a:cubicBezTo>
                <a:lnTo>
                  <a:pt x="154934" y="85892"/>
                </a:lnTo>
                <a:cubicBezTo>
                  <a:pt x="154946" y="85866"/>
                  <a:pt x="154946" y="85866"/>
                  <a:pt x="154972" y="85853"/>
                </a:cubicBezTo>
                <a:cubicBezTo>
                  <a:pt x="154998" y="85840"/>
                  <a:pt x="155038" y="85827"/>
                  <a:pt x="155102" y="85827"/>
                </a:cubicBezTo>
                <a:cubicBezTo>
                  <a:pt x="155129" y="85827"/>
                  <a:pt x="155155" y="85825"/>
                  <a:pt x="155181" y="85825"/>
                </a:cubicBezTo>
                <a:close/>
                <a:moveTo>
                  <a:pt x="155386" y="86867"/>
                </a:moveTo>
                <a:cubicBezTo>
                  <a:pt x="155400" y="86867"/>
                  <a:pt x="155415" y="86868"/>
                  <a:pt x="155428" y="86868"/>
                </a:cubicBezTo>
                <a:cubicBezTo>
                  <a:pt x="155493" y="86868"/>
                  <a:pt x="155493" y="86894"/>
                  <a:pt x="155519" y="86933"/>
                </a:cubicBezTo>
                <a:cubicBezTo>
                  <a:pt x="155545" y="86972"/>
                  <a:pt x="155571" y="86985"/>
                  <a:pt x="155610" y="87011"/>
                </a:cubicBezTo>
                <a:cubicBezTo>
                  <a:pt x="155633" y="87022"/>
                  <a:pt x="155665" y="87053"/>
                  <a:pt x="155698" y="87053"/>
                </a:cubicBezTo>
                <a:cubicBezTo>
                  <a:pt x="155704" y="87053"/>
                  <a:pt x="155709" y="87052"/>
                  <a:pt x="155714" y="87050"/>
                </a:cubicBezTo>
                <a:cubicBezTo>
                  <a:pt x="155740" y="87141"/>
                  <a:pt x="155766" y="87232"/>
                  <a:pt x="155792" y="87310"/>
                </a:cubicBezTo>
                <a:cubicBezTo>
                  <a:pt x="155871" y="87467"/>
                  <a:pt x="155909" y="87635"/>
                  <a:pt x="155987" y="87805"/>
                </a:cubicBezTo>
                <a:cubicBezTo>
                  <a:pt x="156001" y="87831"/>
                  <a:pt x="156027" y="87857"/>
                  <a:pt x="156039" y="87896"/>
                </a:cubicBezTo>
                <a:cubicBezTo>
                  <a:pt x="155688" y="87675"/>
                  <a:pt x="155324" y="87453"/>
                  <a:pt x="154972" y="87219"/>
                </a:cubicBezTo>
                <a:cubicBezTo>
                  <a:pt x="154992" y="87219"/>
                  <a:pt x="155014" y="87216"/>
                  <a:pt x="155036" y="87216"/>
                </a:cubicBezTo>
                <a:cubicBezTo>
                  <a:pt x="155059" y="87216"/>
                  <a:pt x="155083" y="87219"/>
                  <a:pt x="155102" y="87232"/>
                </a:cubicBezTo>
                <a:cubicBezTo>
                  <a:pt x="155102" y="87193"/>
                  <a:pt x="155116" y="87154"/>
                  <a:pt x="155128" y="87128"/>
                </a:cubicBezTo>
                <a:cubicBezTo>
                  <a:pt x="155168" y="87076"/>
                  <a:pt x="155232" y="87089"/>
                  <a:pt x="155272" y="87037"/>
                </a:cubicBezTo>
                <a:cubicBezTo>
                  <a:pt x="155298" y="86998"/>
                  <a:pt x="155284" y="86972"/>
                  <a:pt x="155298" y="86933"/>
                </a:cubicBezTo>
                <a:cubicBezTo>
                  <a:pt x="155307" y="86875"/>
                  <a:pt x="155346" y="86867"/>
                  <a:pt x="155386" y="86867"/>
                </a:cubicBezTo>
                <a:close/>
                <a:moveTo>
                  <a:pt x="162415" y="78995"/>
                </a:moveTo>
                <a:lnTo>
                  <a:pt x="162415" y="78995"/>
                </a:lnTo>
                <a:cubicBezTo>
                  <a:pt x="162168" y="79946"/>
                  <a:pt x="162129" y="80947"/>
                  <a:pt x="162363" y="81962"/>
                </a:cubicBezTo>
                <a:cubicBezTo>
                  <a:pt x="162585" y="81207"/>
                  <a:pt x="162753" y="80427"/>
                  <a:pt x="162909" y="79659"/>
                </a:cubicBezTo>
                <a:cubicBezTo>
                  <a:pt x="162936" y="80192"/>
                  <a:pt x="162975" y="80895"/>
                  <a:pt x="162962" y="81689"/>
                </a:cubicBezTo>
                <a:cubicBezTo>
                  <a:pt x="162949" y="83003"/>
                  <a:pt x="162975" y="85137"/>
                  <a:pt x="162988" y="86400"/>
                </a:cubicBezTo>
                <a:cubicBezTo>
                  <a:pt x="162909" y="86400"/>
                  <a:pt x="162845" y="86386"/>
                  <a:pt x="162767" y="86386"/>
                </a:cubicBezTo>
                <a:cubicBezTo>
                  <a:pt x="162611" y="86386"/>
                  <a:pt x="162460" y="86392"/>
                  <a:pt x="162308" y="86392"/>
                </a:cubicBezTo>
                <a:cubicBezTo>
                  <a:pt x="162231" y="86392"/>
                  <a:pt x="162155" y="86391"/>
                  <a:pt x="162077" y="86386"/>
                </a:cubicBezTo>
                <a:cubicBezTo>
                  <a:pt x="162050" y="86385"/>
                  <a:pt x="162025" y="86385"/>
                  <a:pt x="162001" y="86385"/>
                </a:cubicBezTo>
                <a:cubicBezTo>
                  <a:pt x="161650" y="86385"/>
                  <a:pt x="161568" y="86478"/>
                  <a:pt x="161362" y="86868"/>
                </a:cubicBezTo>
                <a:cubicBezTo>
                  <a:pt x="161153" y="87245"/>
                  <a:pt x="161036" y="87349"/>
                  <a:pt x="160619" y="87453"/>
                </a:cubicBezTo>
                <a:cubicBezTo>
                  <a:pt x="160347" y="87531"/>
                  <a:pt x="160034" y="87557"/>
                  <a:pt x="159839" y="87753"/>
                </a:cubicBezTo>
                <a:cubicBezTo>
                  <a:pt x="159709" y="87883"/>
                  <a:pt x="159656" y="88026"/>
                  <a:pt x="159462" y="88091"/>
                </a:cubicBezTo>
                <a:cubicBezTo>
                  <a:pt x="159407" y="88109"/>
                  <a:pt x="159354" y="88115"/>
                  <a:pt x="159303" y="88115"/>
                </a:cubicBezTo>
                <a:cubicBezTo>
                  <a:pt x="159204" y="88115"/>
                  <a:pt x="159109" y="88094"/>
                  <a:pt x="159010" y="88094"/>
                </a:cubicBezTo>
                <a:cubicBezTo>
                  <a:pt x="158974" y="88094"/>
                  <a:pt x="158939" y="88096"/>
                  <a:pt x="158902" y="88104"/>
                </a:cubicBezTo>
                <a:cubicBezTo>
                  <a:pt x="158837" y="88117"/>
                  <a:pt x="158785" y="88143"/>
                  <a:pt x="158733" y="88169"/>
                </a:cubicBezTo>
                <a:cubicBezTo>
                  <a:pt x="158720" y="88156"/>
                  <a:pt x="158720" y="88130"/>
                  <a:pt x="158707" y="88104"/>
                </a:cubicBezTo>
                <a:cubicBezTo>
                  <a:pt x="158681" y="88052"/>
                  <a:pt x="158655" y="88013"/>
                  <a:pt x="158616" y="87961"/>
                </a:cubicBezTo>
                <a:cubicBezTo>
                  <a:pt x="158603" y="87935"/>
                  <a:pt x="158590" y="87896"/>
                  <a:pt x="158577" y="87869"/>
                </a:cubicBezTo>
                <a:cubicBezTo>
                  <a:pt x="158551" y="87817"/>
                  <a:pt x="158525" y="87779"/>
                  <a:pt x="158499" y="87739"/>
                </a:cubicBezTo>
                <a:cubicBezTo>
                  <a:pt x="158473" y="87701"/>
                  <a:pt x="158459" y="87661"/>
                  <a:pt x="158433" y="87609"/>
                </a:cubicBezTo>
                <a:lnTo>
                  <a:pt x="158433" y="87609"/>
                </a:lnTo>
                <a:lnTo>
                  <a:pt x="158473" y="87765"/>
                </a:lnTo>
                <a:cubicBezTo>
                  <a:pt x="158499" y="87831"/>
                  <a:pt x="158485" y="87909"/>
                  <a:pt x="158499" y="87987"/>
                </a:cubicBezTo>
                <a:cubicBezTo>
                  <a:pt x="158511" y="88065"/>
                  <a:pt x="158551" y="88143"/>
                  <a:pt x="158577" y="88221"/>
                </a:cubicBezTo>
                <a:cubicBezTo>
                  <a:pt x="158590" y="88234"/>
                  <a:pt x="158603" y="88247"/>
                  <a:pt x="158616" y="88273"/>
                </a:cubicBezTo>
                <a:cubicBezTo>
                  <a:pt x="158459" y="88430"/>
                  <a:pt x="158355" y="88690"/>
                  <a:pt x="158277" y="88924"/>
                </a:cubicBezTo>
                <a:cubicBezTo>
                  <a:pt x="158277" y="88650"/>
                  <a:pt x="158225" y="88377"/>
                  <a:pt x="158225" y="88104"/>
                </a:cubicBezTo>
                <a:cubicBezTo>
                  <a:pt x="158225" y="87922"/>
                  <a:pt x="158225" y="87753"/>
                  <a:pt x="158251" y="87571"/>
                </a:cubicBezTo>
                <a:cubicBezTo>
                  <a:pt x="158265" y="87493"/>
                  <a:pt x="158265" y="87415"/>
                  <a:pt x="158303" y="87349"/>
                </a:cubicBezTo>
                <a:cubicBezTo>
                  <a:pt x="158317" y="87284"/>
                  <a:pt x="158355" y="87219"/>
                  <a:pt x="158381" y="87154"/>
                </a:cubicBezTo>
                <a:cubicBezTo>
                  <a:pt x="158381" y="87141"/>
                  <a:pt x="158395" y="87128"/>
                  <a:pt x="158395" y="87115"/>
                </a:cubicBezTo>
                <a:cubicBezTo>
                  <a:pt x="158407" y="87115"/>
                  <a:pt x="158407" y="87128"/>
                  <a:pt x="158421" y="87128"/>
                </a:cubicBezTo>
                <a:cubicBezTo>
                  <a:pt x="158459" y="87128"/>
                  <a:pt x="158485" y="87128"/>
                  <a:pt x="158511" y="87115"/>
                </a:cubicBezTo>
                <a:cubicBezTo>
                  <a:pt x="158577" y="87089"/>
                  <a:pt x="158629" y="87076"/>
                  <a:pt x="158681" y="87076"/>
                </a:cubicBezTo>
                <a:cubicBezTo>
                  <a:pt x="158733" y="87089"/>
                  <a:pt x="158746" y="87102"/>
                  <a:pt x="158785" y="87128"/>
                </a:cubicBezTo>
                <a:cubicBezTo>
                  <a:pt x="158812" y="87140"/>
                  <a:pt x="158837" y="87145"/>
                  <a:pt x="158861" y="87145"/>
                </a:cubicBezTo>
                <a:cubicBezTo>
                  <a:pt x="158943" y="87145"/>
                  <a:pt x="159011" y="87087"/>
                  <a:pt x="159071" y="87037"/>
                </a:cubicBezTo>
                <a:cubicBezTo>
                  <a:pt x="159110" y="87011"/>
                  <a:pt x="159150" y="86998"/>
                  <a:pt x="159188" y="86985"/>
                </a:cubicBezTo>
                <a:cubicBezTo>
                  <a:pt x="159232" y="86985"/>
                  <a:pt x="159275" y="86991"/>
                  <a:pt x="159318" y="86991"/>
                </a:cubicBezTo>
                <a:cubicBezTo>
                  <a:pt x="159340" y="86991"/>
                  <a:pt x="159362" y="86989"/>
                  <a:pt x="159384" y="86985"/>
                </a:cubicBezTo>
                <a:cubicBezTo>
                  <a:pt x="159448" y="86985"/>
                  <a:pt x="159500" y="86972"/>
                  <a:pt x="159552" y="86972"/>
                </a:cubicBezTo>
                <a:cubicBezTo>
                  <a:pt x="159572" y="86972"/>
                  <a:pt x="159597" y="86975"/>
                  <a:pt x="159623" y="86975"/>
                </a:cubicBezTo>
                <a:cubicBezTo>
                  <a:pt x="159649" y="86975"/>
                  <a:pt x="159676" y="86972"/>
                  <a:pt x="159696" y="86959"/>
                </a:cubicBezTo>
                <a:cubicBezTo>
                  <a:pt x="159722" y="86933"/>
                  <a:pt x="159709" y="86855"/>
                  <a:pt x="159696" y="86816"/>
                </a:cubicBezTo>
                <a:cubicBezTo>
                  <a:pt x="159688" y="86767"/>
                  <a:pt x="159659" y="86754"/>
                  <a:pt x="159624" y="86754"/>
                </a:cubicBezTo>
                <a:cubicBezTo>
                  <a:pt x="159602" y="86754"/>
                  <a:pt x="159577" y="86759"/>
                  <a:pt x="159552" y="86764"/>
                </a:cubicBezTo>
                <a:cubicBezTo>
                  <a:pt x="159514" y="86776"/>
                  <a:pt x="159474" y="86776"/>
                  <a:pt x="159436" y="86776"/>
                </a:cubicBezTo>
                <a:cubicBezTo>
                  <a:pt x="159396" y="86776"/>
                  <a:pt x="159370" y="86764"/>
                  <a:pt x="159332" y="86738"/>
                </a:cubicBezTo>
                <a:cubicBezTo>
                  <a:pt x="159318" y="86738"/>
                  <a:pt x="159292" y="86738"/>
                  <a:pt x="159266" y="86724"/>
                </a:cubicBezTo>
                <a:cubicBezTo>
                  <a:pt x="159228" y="86712"/>
                  <a:pt x="159214" y="86686"/>
                  <a:pt x="159188" y="86660"/>
                </a:cubicBezTo>
                <a:cubicBezTo>
                  <a:pt x="159167" y="86639"/>
                  <a:pt x="159145" y="86633"/>
                  <a:pt x="159122" y="86633"/>
                </a:cubicBezTo>
                <a:cubicBezTo>
                  <a:pt x="159090" y="86633"/>
                  <a:pt x="159056" y="86645"/>
                  <a:pt x="159024" y="86645"/>
                </a:cubicBezTo>
                <a:cubicBezTo>
                  <a:pt x="159009" y="86645"/>
                  <a:pt x="158994" y="86642"/>
                  <a:pt x="158980" y="86634"/>
                </a:cubicBezTo>
                <a:cubicBezTo>
                  <a:pt x="158941" y="86608"/>
                  <a:pt x="158941" y="86542"/>
                  <a:pt x="158902" y="86530"/>
                </a:cubicBezTo>
                <a:cubicBezTo>
                  <a:pt x="158898" y="86525"/>
                  <a:pt x="158895" y="86524"/>
                  <a:pt x="158893" y="86524"/>
                </a:cubicBezTo>
                <a:cubicBezTo>
                  <a:pt x="158888" y="86524"/>
                  <a:pt x="158885" y="86530"/>
                  <a:pt x="158876" y="86530"/>
                </a:cubicBezTo>
                <a:cubicBezTo>
                  <a:pt x="158850" y="86516"/>
                  <a:pt x="158850" y="86516"/>
                  <a:pt x="158824" y="86490"/>
                </a:cubicBezTo>
                <a:cubicBezTo>
                  <a:pt x="158772" y="86438"/>
                  <a:pt x="158785" y="86374"/>
                  <a:pt x="158746" y="86322"/>
                </a:cubicBezTo>
                <a:cubicBezTo>
                  <a:pt x="158720" y="86282"/>
                  <a:pt x="158720" y="86244"/>
                  <a:pt x="158694" y="86204"/>
                </a:cubicBezTo>
                <a:cubicBezTo>
                  <a:pt x="158707" y="86178"/>
                  <a:pt x="158707" y="86165"/>
                  <a:pt x="158707" y="86152"/>
                </a:cubicBezTo>
                <a:cubicBezTo>
                  <a:pt x="158746" y="86048"/>
                  <a:pt x="158772" y="85944"/>
                  <a:pt x="158837" y="85866"/>
                </a:cubicBezTo>
                <a:lnTo>
                  <a:pt x="158876" y="85788"/>
                </a:lnTo>
                <a:lnTo>
                  <a:pt x="158993" y="85827"/>
                </a:lnTo>
                <a:cubicBezTo>
                  <a:pt x="158998" y="85830"/>
                  <a:pt x="159003" y="85831"/>
                  <a:pt x="159009" y="85831"/>
                </a:cubicBezTo>
                <a:cubicBezTo>
                  <a:pt x="159030" y="85831"/>
                  <a:pt x="159050" y="85814"/>
                  <a:pt x="159071" y="85814"/>
                </a:cubicBezTo>
                <a:cubicBezTo>
                  <a:pt x="159124" y="85814"/>
                  <a:pt x="159136" y="85840"/>
                  <a:pt x="159176" y="85853"/>
                </a:cubicBezTo>
                <a:cubicBezTo>
                  <a:pt x="159202" y="85879"/>
                  <a:pt x="159254" y="85879"/>
                  <a:pt x="159292" y="85892"/>
                </a:cubicBezTo>
                <a:cubicBezTo>
                  <a:pt x="159334" y="85903"/>
                  <a:pt x="159401" y="85921"/>
                  <a:pt x="159453" y="85921"/>
                </a:cubicBezTo>
                <a:cubicBezTo>
                  <a:pt x="159466" y="85921"/>
                  <a:pt x="159478" y="85920"/>
                  <a:pt x="159488" y="85918"/>
                </a:cubicBezTo>
                <a:cubicBezTo>
                  <a:pt x="159552" y="85892"/>
                  <a:pt x="159592" y="85840"/>
                  <a:pt x="159644" y="85814"/>
                </a:cubicBezTo>
                <a:cubicBezTo>
                  <a:pt x="159659" y="85806"/>
                  <a:pt x="159673" y="85803"/>
                  <a:pt x="159687" y="85803"/>
                </a:cubicBezTo>
                <a:cubicBezTo>
                  <a:pt x="159720" y="85803"/>
                  <a:pt x="159750" y="85821"/>
                  <a:pt x="159787" y="85840"/>
                </a:cubicBezTo>
                <a:cubicBezTo>
                  <a:pt x="159804" y="85840"/>
                  <a:pt x="159821" y="85846"/>
                  <a:pt x="159835" y="85846"/>
                </a:cubicBezTo>
                <a:cubicBezTo>
                  <a:pt x="159842" y="85846"/>
                  <a:pt x="159848" y="85844"/>
                  <a:pt x="159852" y="85840"/>
                </a:cubicBezTo>
                <a:cubicBezTo>
                  <a:pt x="159878" y="85840"/>
                  <a:pt x="159878" y="85827"/>
                  <a:pt x="159891" y="85814"/>
                </a:cubicBezTo>
                <a:cubicBezTo>
                  <a:pt x="159917" y="85801"/>
                  <a:pt x="159917" y="85801"/>
                  <a:pt x="159943" y="85801"/>
                </a:cubicBezTo>
                <a:lnTo>
                  <a:pt x="160008" y="85801"/>
                </a:lnTo>
                <a:cubicBezTo>
                  <a:pt x="160060" y="85788"/>
                  <a:pt x="160086" y="85762"/>
                  <a:pt x="160125" y="85749"/>
                </a:cubicBezTo>
                <a:lnTo>
                  <a:pt x="160295" y="85749"/>
                </a:lnTo>
                <a:cubicBezTo>
                  <a:pt x="160312" y="85749"/>
                  <a:pt x="160329" y="85755"/>
                  <a:pt x="160343" y="85755"/>
                </a:cubicBezTo>
                <a:cubicBezTo>
                  <a:pt x="160349" y="85755"/>
                  <a:pt x="160355" y="85753"/>
                  <a:pt x="160359" y="85749"/>
                </a:cubicBezTo>
                <a:cubicBezTo>
                  <a:pt x="160373" y="85749"/>
                  <a:pt x="160373" y="85736"/>
                  <a:pt x="160385" y="85736"/>
                </a:cubicBezTo>
                <a:cubicBezTo>
                  <a:pt x="160396" y="85730"/>
                  <a:pt x="160405" y="85728"/>
                  <a:pt x="160414" y="85728"/>
                </a:cubicBezTo>
                <a:cubicBezTo>
                  <a:pt x="160449" y="85728"/>
                  <a:pt x="160474" y="85762"/>
                  <a:pt x="160515" y="85762"/>
                </a:cubicBezTo>
                <a:cubicBezTo>
                  <a:pt x="160524" y="85764"/>
                  <a:pt x="160532" y="85766"/>
                  <a:pt x="160539" y="85766"/>
                </a:cubicBezTo>
                <a:cubicBezTo>
                  <a:pt x="160599" y="85766"/>
                  <a:pt x="160625" y="85679"/>
                  <a:pt x="160671" y="85645"/>
                </a:cubicBezTo>
                <a:cubicBezTo>
                  <a:pt x="160685" y="85631"/>
                  <a:pt x="160711" y="85631"/>
                  <a:pt x="160723" y="85619"/>
                </a:cubicBezTo>
                <a:cubicBezTo>
                  <a:pt x="160737" y="85605"/>
                  <a:pt x="160737" y="85579"/>
                  <a:pt x="160737" y="85553"/>
                </a:cubicBezTo>
                <a:cubicBezTo>
                  <a:pt x="160723" y="85489"/>
                  <a:pt x="160645" y="85489"/>
                  <a:pt x="160593" y="85463"/>
                </a:cubicBezTo>
                <a:cubicBezTo>
                  <a:pt x="160529" y="85437"/>
                  <a:pt x="160489" y="85319"/>
                  <a:pt x="160541" y="85267"/>
                </a:cubicBezTo>
                <a:cubicBezTo>
                  <a:pt x="160567" y="85229"/>
                  <a:pt x="160619" y="85203"/>
                  <a:pt x="160659" y="85189"/>
                </a:cubicBezTo>
                <a:cubicBezTo>
                  <a:pt x="160672" y="85183"/>
                  <a:pt x="160695" y="85183"/>
                  <a:pt x="160716" y="85183"/>
                </a:cubicBezTo>
                <a:cubicBezTo>
                  <a:pt x="160737" y="85183"/>
                  <a:pt x="160756" y="85183"/>
                  <a:pt x="160763" y="85177"/>
                </a:cubicBezTo>
                <a:cubicBezTo>
                  <a:pt x="160776" y="85163"/>
                  <a:pt x="160789" y="85124"/>
                  <a:pt x="160789" y="85111"/>
                </a:cubicBezTo>
                <a:cubicBezTo>
                  <a:pt x="160802" y="85072"/>
                  <a:pt x="160828" y="85046"/>
                  <a:pt x="160841" y="85033"/>
                </a:cubicBezTo>
                <a:cubicBezTo>
                  <a:pt x="160867" y="84994"/>
                  <a:pt x="160880" y="84968"/>
                  <a:pt x="160906" y="84942"/>
                </a:cubicBezTo>
                <a:cubicBezTo>
                  <a:pt x="160932" y="84903"/>
                  <a:pt x="160945" y="84903"/>
                  <a:pt x="160919" y="84851"/>
                </a:cubicBezTo>
                <a:cubicBezTo>
                  <a:pt x="160867" y="84786"/>
                  <a:pt x="160802" y="84734"/>
                  <a:pt x="160711" y="84734"/>
                </a:cubicBezTo>
                <a:cubicBezTo>
                  <a:pt x="160671" y="84747"/>
                  <a:pt x="160645" y="84773"/>
                  <a:pt x="160607" y="84786"/>
                </a:cubicBezTo>
                <a:cubicBezTo>
                  <a:pt x="160588" y="84790"/>
                  <a:pt x="160567" y="84791"/>
                  <a:pt x="160545" y="84791"/>
                </a:cubicBezTo>
                <a:cubicBezTo>
                  <a:pt x="160492" y="84791"/>
                  <a:pt x="160436" y="84782"/>
                  <a:pt x="160399" y="84773"/>
                </a:cubicBezTo>
                <a:cubicBezTo>
                  <a:pt x="160362" y="84754"/>
                  <a:pt x="160331" y="84736"/>
                  <a:pt x="160294" y="84736"/>
                </a:cubicBezTo>
                <a:cubicBezTo>
                  <a:pt x="160278" y="84736"/>
                  <a:pt x="160261" y="84739"/>
                  <a:pt x="160243" y="84747"/>
                </a:cubicBezTo>
                <a:cubicBezTo>
                  <a:pt x="160191" y="84760"/>
                  <a:pt x="160191" y="84786"/>
                  <a:pt x="160125" y="84786"/>
                </a:cubicBezTo>
                <a:cubicBezTo>
                  <a:pt x="160070" y="84786"/>
                  <a:pt x="160005" y="84757"/>
                  <a:pt x="159938" y="84757"/>
                </a:cubicBezTo>
                <a:cubicBezTo>
                  <a:pt x="159927" y="84757"/>
                  <a:pt x="159916" y="84758"/>
                  <a:pt x="159904" y="84760"/>
                </a:cubicBezTo>
                <a:cubicBezTo>
                  <a:pt x="159891" y="84773"/>
                  <a:pt x="159878" y="84773"/>
                  <a:pt x="159852" y="84786"/>
                </a:cubicBezTo>
                <a:lnTo>
                  <a:pt x="159787" y="84786"/>
                </a:lnTo>
                <a:cubicBezTo>
                  <a:pt x="159722" y="84799"/>
                  <a:pt x="159683" y="84864"/>
                  <a:pt x="159618" y="84890"/>
                </a:cubicBezTo>
                <a:cubicBezTo>
                  <a:pt x="159552" y="84916"/>
                  <a:pt x="159526" y="84916"/>
                  <a:pt x="159474" y="84968"/>
                </a:cubicBezTo>
                <a:cubicBezTo>
                  <a:pt x="159422" y="85007"/>
                  <a:pt x="159396" y="85020"/>
                  <a:pt x="159332" y="85033"/>
                </a:cubicBezTo>
                <a:cubicBezTo>
                  <a:pt x="159292" y="85033"/>
                  <a:pt x="159254" y="85046"/>
                  <a:pt x="159214" y="85059"/>
                </a:cubicBezTo>
                <a:cubicBezTo>
                  <a:pt x="159228" y="85046"/>
                  <a:pt x="159228" y="85020"/>
                  <a:pt x="159240" y="84994"/>
                </a:cubicBezTo>
                <a:cubicBezTo>
                  <a:pt x="159306" y="84864"/>
                  <a:pt x="159396" y="84747"/>
                  <a:pt x="159488" y="84630"/>
                </a:cubicBezTo>
                <a:cubicBezTo>
                  <a:pt x="159540" y="84564"/>
                  <a:pt x="159604" y="84512"/>
                  <a:pt x="159644" y="84434"/>
                </a:cubicBezTo>
                <a:cubicBezTo>
                  <a:pt x="159670" y="84356"/>
                  <a:pt x="159696" y="84278"/>
                  <a:pt x="159722" y="84214"/>
                </a:cubicBezTo>
                <a:cubicBezTo>
                  <a:pt x="159748" y="84136"/>
                  <a:pt x="159774" y="84070"/>
                  <a:pt x="159787" y="83992"/>
                </a:cubicBezTo>
                <a:cubicBezTo>
                  <a:pt x="159813" y="83914"/>
                  <a:pt x="159813" y="83823"/>
                  <a:pt x="159839" y="83745"/>
                </a:cubicBezTo>
                <a:cubicBezTo>
                  <a:pt x="159852" y="83667"/>
                  <a:pt x="159891" y="83576"/>
                  <a:pt x="159917" y="83497"/>
                </a:cubicBezTo>
                <a:cubicBezTo>
                  <a:pt x="159943" y="83433"/>
                  <a:pt x="159982" y="83367"/>
                  <a:pt x="159995" y="83289"/>
                </a:cubicBezTo>
                <a:cubicBezTo>
                  <a:pt x="160008" y="83211"/>
                  <a:pt x="160021" y="83133"/>
                  <a:pt x="160047" y="83055"/>
                </a:cubicBezTo>
                <a:cubicBezTo>
                  <a:pt x="160060" y="83003"/>
                  <a:pt x="160086" y="82951"/>
                  <a:pt x="160112" y="82899"/>
                </a:cubicBezTo>
                <a:cubicBezTo>
                  <a:pt x="160177" y="82795"/>
                  <a:pt x="160229" y="82678"/>
                  <a:pt x="160281" y="82561"/>
                </a:cubicBezTo>
                <a:cubicBezTo>
                  <a:pt x="160295" y="82496"/>
                  <a:pt x="160321" y="82418"/>
                  <a:pt x="160347" y="82352"/>
                </a:cubicBezTo>
                <a:lnTo>
                  <a:pt x="160347" y="82326"/>
                </a:lnTo>
                <a:cubicBezTo>
                  <a:pt x="160359" y="82340"/>
                  <a:pt x="160359" y="82340"/>
                  <a:pt x="160359" y="82352"/>
                </a:cubicBezTo>
                <a:cubicBezTo>
                  <a:pt x="160373" y="82366"/>
                  <a:pt x="160385" y="82366"/>
                  <a:pt x="160399" y="82378"/>
                </a:cubicBezTo>
                <a:cubicBezTo>
                  <a:pt x="160428" y="82409"/>
                  <a:pt x="160443" y="82439"/>
                  <a:pt x="160473" y="82439"/>
                </a:cubicBezTo>
                <a:cubicBezTo>
                  <a:pt x="160481" y="82439"/>
                  <a:pt x="160491" y="82436"/>
                  <a:pt x="160503" y="82430"/>
                </a:cubicBezTo>
                <a:cubicBezTo>
                  <a:pt x="160541" y="82404"/>
                  <a:pt x="160555" y="82366"/>
                  <a:pt x="160607" y="82340"/>
                </a:cubicBezTo>
                <a:cubicBezTo>
                  <a:pt x="160637" y="82332"/>
                  <a:pt x="160662" y="82325"/>
                  <a:pt x="160688" y="82325"/>
                </a:cubicBezTo>
                <a:cubicBezTo>
                  <a:pt x="160708" y="82325"/>
                  <a:pt x="160727" y="82329"/>
                  <a:pt x="160750" y="82340"/>
                </a:cubicBezTo>
                <a:cubicBezTo>
                  <a:pt x="160789" y="82352"/>
                  <a:pt x="160854" y="82404"/>
                  <a:pt x="160867" y="82456"/>
                </a:cubicBezTo>
                <a:cubicBezTo>
                  <a:pt x="160880" y="82483"/>
                  <a:pt x="160867" y="82483"/>
                  <a:pt x="160841" y="82509"/>
                </a:cubicBezTo>
                <a:cubicBezTo>
                  <a:pt x="160815" y="82522"/>
                  <a:pt x="160776" y="82561"/>
                  <a:pt x="160802" y="82587"/>
                </a:cubicBezTo>
                <a:cubicBezTo>
                  <a:pt x="160812" y="82591"/>
                  <a:pt x="160824" y="82593"/>
                  <a:pt x="160836" y="82593"/>
                </a:cubicBezTo>
                <a:cubicBezTo>
                  <a:pt x="160896" y="82593"/>
                  <a:pt x="160969" y="82546"/>
                  <a:pt x="161023" y="82535"/>
                </a:cubicBezTo>
                <a:cubicBezTo>
                  <a:pt x="161033" y="82533"/>
                  <a:pt x="161044" y="82532"/>
                  <a:pt x="161054" y="82532"/>
                </a:cubicBezTo>
                <a:cubicBezTo>
                  <a:pt x="161082" y="82532"/>
                  <a:pt x="161111" y="82537"/>
                  <a:pt x="161138" y="82537"/>
                </a:cubicBezTo>
                <a:cubicBezTo>
                  <a:pt x="161168" y="82537"/>
                  <a:pt x="161195" y="82531"/>
                  <a:pt x="161218" y="82509"/>
                </a:cubicBezTo>
                <a:cubicBezTo>
                  <a:pt x="161244" y="82470"/>
                  <a:pt x="161244" y="82430"/>
                  <a:pt x="161270" y="82378"/>
                </a:cubicBezTo>
                <a:cubicBezTo>
                  <a:pt x="161284" y="82378"/>
                  <a:pt x="161284" y="82378"/>
                  <a:pt x="161296" y="82366"/>
                </a:cubicBezTo>
                <a:cubicBezTo>
                  <a:pt x="161296" y="82352"/>
                  <a:pt x="161310" y="82340"/>
                  <a:pt x="161310" y="82326"/>
                </a:cubicBezTo>
                <a:cubicBezTo>
                  <a:pt x="161310" y="82288"/>
                  <a:pt x="161322" y="82262"/>
                  <a:pt x="161322" y="82222"/>
                </a:cubicBezTo>
                <a:cubicBezTo>
                  <a:pt x="161336" y="82184"/>
                  <a:pt x="161348" y="82158"/>
                  <a:pt x="161348" y="82118"/>
                </a:cubicBezTo>
                <a:cubicBezTo>
                  <a:pt x="161348" y="82118"/>
                  <a:pt x="161348" y="82106"/>
                  <a:pt x="161336" y="82092"/>
                </a:cubicBezTo>
                <a:cubicBezTo>
                  <a:pt x="161322" y="82040"/>
                  <a:pt x="161336" y="81988"/>
                  <a:pt x="161322" y="81950"/>
                </a:cubicBezTo>
                <a:cubicBezTo>
                  <a:pt x="161310" y="81871"/>
                  <a:pt x="161192" y="81845"/>
                  <a:pt x="161153" y="81767"/>
                </a:cubicBezTo>
                <a:cubicBezTo>
                  <a:pt x="161140" y="81728"/>
                  <a:pt x="161140" y="81715"/>
                  <a:pt x="161101" y="81702"/>
                </a:cubicBezTo>
                <a:cubicBezTo>
                  <a:pt x="161067" y="81702"/>
                  <a:pt x="161037" y="81708"/>
                  <a:pt x="161011" y="81708"/>
                </a:cubicBezTo>
                <a:cubicBezTo>
                  <a:pt x="160997" y="81708"/>
                  <a:pt x="160984" y="81706"/>
                  <a:pt x="160971" y="81702"/>
                </a:cubicBezTo>
                <a:cubicBezTo>
                  <a:pt x="160945" y="81689"/>
                  <a:pt x="160932" y="81689"/>
                  <a:pt x="160906" y="81689"/>
                </a:cubicBezTo>
                <a:cubicBezTo>
                  <a:pt x="160906" y="81676"/>
                  <a:pt x="160893" y="81676"/>
                  <a:pt x="160880" y="81676"/>
                </a:cubicBezTo>
                <a:lnTo>
                  <a:pt x="160841" y="81676"/>
                </a:lnTo>
                <a:cubicBezTo>
                  <a:pt x="160828" y="81624"/>
                  <a:pt x="160841" y="81572"/>
                  <a:pt x="160841" y="81520"/>
                </a:cubicBezTo>
                <a:cubicBezTo>
                  <a:pt x="161440" y="80739"/>
                  <a:pt x="161973" y="79880"/>
                  <a:pt x="162415" y="78995"/>
                </a:cubicBezTo>
                <a:close/>
                <a:moveTo>
                  <a:pt x="157225" y="86112"/>
                </a:moveTo>
                <a:cubicBezTo>
                  <a:pt x="157282" y="86112"/>
                  <a:pt x="157315" y="86181"/>
                  <a:pt x="157328" y="86217"/>
                </a:cubicBezTo>
                <a:cubicBezTo>
                  <a:pt x="157380" y="86308"/>
                  <a:pt x="157380" y="86386"/>
                  <a:pt x="157380" y="86478"/>
                </a:cubicBezTo>
                <a:cubicBezTo>
                  <a:pt x="157380" y="86530"/>
                  <a:pt x="157366" y="86556"/>
                  <a:pt x="157380" y="86594"/>
                </a:cubicBezTo>
                <a:lnTo>
                  <a:pt x="157418" y="86672"/>
                </a:lnTo>
                <a:cubicBezTo>
                  <a:pt x="157418" y="86686"/>
                  <a:pt x="157432" y="86698"/>
                  <a:pt x="157444" y="86724"/>
                </a:cubicBezTo>
                <a:cubicBezTo>
                  <a:pt x="157470" y="86790"/>
                  <a:pt x="157510" y="86907"/>
                  <a:pt x="157418" y="86933"/>
                </a:cubicBezTo>
                <a:cubicBezTo>
                  <a:pt x="157366" y="86959"/>
                  <a:pt x="157288" y="86946"/>
                  <a:pt x="157276" y="86998"/>
                </a:cubicBezTo>
                <a:cubicBezTo>
                  <a:pt x="157276" y="87037"/>
                  <a:pt x="157288" y="87063"/>
                  <a:pt x="157276" y="87089"/>
                </a:cubicBezTo>
                <a:cubicBezTo>
                  <a:pt x="157262" y="87115"/>
                  <a:pt x="157236" y="87115"/>
                  <a:pt x="157236" y="87128"/>
                </a:cubicBezTo>
                <a:cubicBezTo>
                  <a:pt x="157224" y="87141"/>
                  <a:pt x="157236" y="87154"/>
                  <a:pt x="157224" y="87167"/>
                </a:cubicBezTo>
                <a:cubicBezTo>
                  <a:pt x="157224" y="87206"/>
                  <a:pt x="157210" y="87219"/>
                  <a:pt x="157198" y="87245"/>
                </a:cubicBezTo>
                <a:cubicBezTo>
                  <a:pt x="157172" y="87284"/>
                  <a:pt x="157158" y="87310"/>
                  <a:pt x="157146" y="87349"/>
                </a:cubicBezTo>
                <a:cubicBezTo>
                  <a:pt x="157120" y="87401"/>
                  <a:pt x="157120" y="87479"/>
                  <a:pt x="157120" y="87531"/>
                </a:cubicBezTo>
                <a:cubicBezTo>
                  <a:pt x="157132" y="87571"/>
                  <a:pt x="157146" y="87623"/>
                  <a:pt x="157172" y="87623"/>
                </a:cubicBezTo>
                <a:cubicBezTo>
                  <a:pt x="157185" y="87627"/>
                  <a:pt x="157199" y="87628"/>
                  <a:pt x="157214" y="87628"/>
                </a:cubicBezTo>
                <a:cubicBezTo>
                  <a:pt x="157244" y="87628"/>
                  <a:pt x="157275" y="87623"/>
                  <a:pt x="157302" y="87623"/>
                </a:cubicBezTo>
                <a:cubicBezTo>
                  <a:pt x="157288" y="87623"/>
                  <a:pt x="157250" y="87649"/>
                  <a:pt x="157250" y="87675"/>
                </a:cubicBezTo>
                <a:cubicBezTo>
                  <a:pt x="157253" y="87676"/>
                  <a:pt x="157257" y="87676"/>
                  <a:pt x="157260" y="87676"/>
                </a:cubicBezTo>
                <a:cubicBezTo>
                  <a:pt x="157310" y="87676"/>
                  <a:pt x="157368" y="87595"/>
                  <a:pt x="157392" y="87571"/>
                </a:cubicBezTo>
                <a:cubicBezTo>
                  <a:pt x="157418" y="87545"/>
                  <a:pt x="157432" y="87505"/>
                  <a:pt x="157470" y="87493"/>
                </a:cubicBezTo>
                <a:cubicBezTo>
                  <a:pt x="157476" y="87491"/>
                  <a:pt x="157483" y="87490"/>
                  <a:pt x="157489" y="87490"/>
                </a:cubicBezTo>
                <a:cubicBezTo>
                  <a:pt x="157519" y="87490"/>
                  <a:pt x="157553" y="87508"/>
                  <a:pt x="157582" y="87508"/>
                </a:cubicBezTo>
                <a:cubicBezTo>
                  <a:pt x="157589" y="87508"/>
                  <a:pt x="157595" y="87507"/>
                  <a:pt x="157601" y="87505"/>
                </a:cubicBezTo>
                <a:cubicBezTo>
                  <a:pt x="157640" y="87493"/>
                  <a:pt x="157653" y="87467"/>
                  <a:pt x="157653" y="87427"/>
                </a:cubicBezTo>
                <a:cubicBezTo>
                  <a:pt x="157679" y="87375"/>
                  <a:pt x="157679" y="87310"/>
                  <a:pt x="157705" y="87245"/>
                </a:cubicBezTo>
                <a:cubicBezTo>
                  <a:pt x="157718" y="87219"/>
                  <a:pt x="157718" y="87219"/>
                  <a:pt x="157757" y="87219"/>
                </a:cubicBezTo>
                <a:lnTo>
                  <a:pt x="157770" y="87219"/>
                </a:lnTo>
                <a:lnTo>
                  <a:pt x="157770" y="87271"/>
                </a:lnTo>
                <a:cubicBezTo>
                  <a:pt x="157770" y="87349"/>
                  <a:pt x="157783" y="87415"/>
                  <a:pt x="157783" y="87493"/>
                </a:cubicBezTo>
                <a:cubicBezTo>
                  <a:pt x="157796" y="87609"/>
                  <a:pt x="157796" y="87739"/>
                  <a:pt x="157796" y="87869"/>
                </a:cubicBezTo>
                <a:cubicBezTo>
                  <a:pt x="157796" y="88104"/>
                  <a:pt x="157770" y="88351"/>
                  <a:pt x="157796" y="88586"/>
                </a:cubicBezTo>
                <a:cubicBezTo>
                  <a:pt x="157809" y="88716"/>
                  <a:pt x="157809" y="88846"/>
                  <a:pt x="157835" y="88976"/>
                </a:cubicBezTo>
                <a:cubicBezTo>
                  <a:pt x="157848" y="89028"/>
                  <a:pt x="157861" y="89080"/>
                  <a:pt x="157861" y="89132"/>
                </a:cubicBezTo>
                <a:lnTo>
                  <a:pt x="157861" y="89210"/>
                </a:lnTo>
                <a:cubicBezTo>
                  <a:pt x="157653" y="89028"/>
                  <a:pt x="157444" y="88846"/>
                  <a:pt x="157224" y="88676"/>
                </a:cubicBezTo>
                <a:cubicBezTo>
                  <a:pt x="157080" y="88586"/>
                  <a:pt x="156938" y="88482"/>
                  <a:pt x="156781" y="88377"/>
                </a:cubicBezTo>
                <a:cubicBezTo>
                  <a:pt x="156690" y="88234"/>
                  <a:pt x="156586" y="88104"/>
                  <a:pt x="156482" y="87974"/>
                </a:cubicBezTo>
                <a:cubicBezTo>
                  <a:pt x="156417" y="87896"/>
                  <a:pt x="156365" y="87831"/>
                  <a:pt x="156325" y="87753"/>
                </a:cubicBezTo>
                <a:cubicBezTo>
                  <a:pt x="156287" y="87701"/>
                  <a:pt x="156247" y="87649"/>
                  <a:pt x="156221" y="87597"/>
                </a:cubicBezTo>
                <a:cubicBezTo>
                  <a:pt x="156209" y="87545"/>
                  <a:pt x="156195" y="87505"/>
                  <a:pt x="156169" y="87453"/>
                </a:cubicBezTo>
                <a:cubicBezTo>
                  <a:pt x="156131" y="87363"/>
                  <a:pt x="156079" y="87258"/>
                  <a:pt x="156027" y="87154"/>
                </a:cubicBezTo>
                <a:lnTo>
                  <a:pt x="156039" y="87154"/>
                </a:lnTo>
                <a:cubicBezTo>
                  <a:pt x="156065" y="87115"/>
                  <a:pt x="156065" y="87076"/>
                  <a:pt x="156091" y="87037"/>
                </a:cubicBezTo>
                <a:cubicBezTo>
                  <a:pt x="156105" y="86998"/>
                  <a:pt x="156157" y="86998"/>
                  <a:pt x="156183" y="86985"/>
                </a:cubicBezTo>
                <a:cubicBezTo>
                  <a:pt x="156221" y="86985"/>
                  <a:pt x="156261" y="86998"/>
                  <a:pt x="156313" y="87011"/>
                </a:cubicBezTo>
                <a:cubicBezTo>
                  <a:pt x="156351" y="87011"/>
                  <a:pt x="156351" y="86985"/>
                  <a:pt x="156351" y="86933"/>
                </a:cubicBezTo>
                <a:cubicBezTo>
                  <a:pt x="156351" y="86881"/>
                  <a:pt x="156351" y="86868"/>
                  <a:pt x="156325" y="86829"/>
                </a:cubicBezTo>
                <a:cubicBezTo>
                  <a:pt x="156313" y="86802"/>
                  <a:pt x="156299" y="86776"/>
                  <a:pt x="156313" y="86750"/>
                </a:cubicBezTo>
                <a:cubicBezTo>
                  <a:pt x="156325" y="86712"/>
                  <a:pt x="156351" y="86724"/>
                  <a:pt x="156391" y="86698"/>
                </a:cubicBezTo>
                <a:cubicBezTo>
                  <a:pt x="156417" y="86672"/>
                  <a:pt x="156404" y="86634"/>
                  <a:pt x="156404" y="86594"/>
                </a:cubicBezTo>
                <a:cubicBezTo>
                  <a:pt x="156404" y="86568"/>
                  <a:pt x="156391" y="86504"/>
                  <a:pt x="156417" y="86478"/>
                </a:cubicBezTo>
                <a:cubicBezTo>
                  <a:pt x="156443" y="86438"/>
                  <a:pt x="156521" y="86438"/>
                  <a:pt x="156573" y="86426"/>
                </a:cubicBezTo>
                <a:cubicBezTo>
                  <a:pt x="156612" y="86412"/>
                  <a:pt x="156664" y="86412"/>
                  <a:pt x="156690" y="86374"/>
                </a:cubicBezTo>
                <a:cubicBezTo>
                  <a:pt x="156716" y="86334"/>
                  <a:pt x="156703" y="86282"/>
                  <a:pt x="156755" y="86244"/>
                </a:cubicBezTo>
                <a:cubicBezTo>
                  <a:pt x="156794" y="86230"/>
                  <a:pt x="156859" y="86230"/>
                  <a:pt x="156898" y="86204"/>
                </a:cubicBezTo>
                <a:cubicBezTo>
                  <a:pt x="156950" y="86178"/>
                  <a:pt x="156976" y="86139"/>
                  <a:pt x="157028" y="86126"/>
                </a:cubicBezTo>
                <a:cubicBezTo>
                  <a:pt x="157054" y="86126"/>
                  <a:pt x="157086" y="86132"/>
                  <a:pt x="157116" y="86132"/>
                </a:cubicBezTo>
                <a:cubicBezTo>
                  <a:pt x="157131" y="86132"/>
                  <a:pt x="157145" y="86130"/>
                  <a:pt x="157158" y="86126"/>
                </a:cubicBezTo>
                <a:cubicBezTo>
                  <a:pt x="157184" y="86126"/>
                  <a:pt x="157198" y="86113"/>
                  <a:pt x="157210" y="86113"/>
                </a:cubicBezTo>
                <a:cubicBezTo>
                  <a:pt x="157215" y="86112"/>
                  <a:pt x="157220" y="86112"/>
                  <a:pt x="157225" y="86112"/>
                </a:cubicBezTo>
                <a:close/>
                <a:moveTo>
                  <a:pt x="3657" y="0"/>
                </a:moveTo>
                <a:cubicBezTo>
                  <a:pt x="3045" y="1262"/>
                  <a:pt x="2694" y="2823"/>
                  <a:pt x="2967" y="4202"/>
                </a:cubicBezTo>
                <a:cubicBezTo>
                  <a:pt x="3045" y="4593"/>
                  <a:pt x="3110" y="4983"/>
                  <a:pt x="3201" y="5348"/>
                </a:cubicBezTo>
                <a:cubicBezTo>
                  <a:pt x="2304" y="4489"/>
                  <a:pt x="1197" y="3852"/>
                  <a:pt x="0" y="3500"/>
                </a:cubicBezTo>
                <a:lnTo>
                  <a:pt x="0" y="4905"/>
                </a:lnTo>
                <a:cubicBezTo>
                  <a:pt x="364" y="5296"/>
                  <a:pt x="742" y="5660"/>
                  <a:pt x="1185" y="6012"/>
                </a:cubicBezTo>
                <a:cubicBezTo>
                  <a:pt x="1353" y="6154"/>
                  <a:pt x="1535" y="6272"/>
                  <a:pt x="1718" y="6389"/>
                </a:cubicBezTo>
                <a:cubicBezTo>
                  <a:pt x="1202" y="6307"/>
                  <a:pt x="686" y="6257"/>
                  <a:pt x="170" y="6257"/>
                </a:cubicBezTo>
                <a:cubicBezTo>
                  <a:pt x="113" y="6257"/>
                  <a:pt x="57" y="6257"/>
                  <a:pt x="0" y="6258"/>
                </a:cubicBezTo>
                <a:lnTo>
                  <a:pt x="0" y="7638"/>
                </a:lnTo>
                <a:cubicBezTo>
                  <a:pt x="234" y="7677"/>
                  <a:pt x="468" y="7703"/>
                  <a:pt x="716" y="7716"/>
                </a:cubicBezTo>
                <a:cubicBezTo>
                  <a:pt x="468" y="7872"/>
                  <a:pt x="234" y="8042"/>
                  <a:pt x="0" y="8210"/>
                </a:cubicBezTo>
                <a:lnTo>
                  <a:pt x="0" y="9824"/>
                </a:lnTo>
                <a:cubicBezTo>
                  <a:pt x="442" y="9668"/>
                  <a:pt x="859" y="9485"/>
                  <a:pt x="1275" y="9277"/>
                </a:cubicBezTo>
                <a:lnTo>
                  <a:pt x="1275" y="9277"/>
                </a:lnTo>
                <a:cubicBezTo>
                  <a:pt x="872" y="9720"/>
                  <a:pt x="520" y="10214"/>
                  <a:pt x="222" y="10787"/>
                </a:cubicBezTo>
                <a:cubicBezTo>
                  <a:pt x="144" y="10943"/>
                  <a:pt x="78" y="11086"/>
                  <a:pt x="0" y="11229"/>
                </a:cubicBezTo>
                <a:lnTo>
                  <a:pt x="0" y="14820"/>
                </a:lnTo>
                <a:cubicBezTo>
                  <a:pt x="924" y="13533"/>
                  <a:pt x="1731" y="12166"/>
                  <a:pt x="2434" y="10748"/>
                </a:cubicBezTo>
                <a:lnTo>
                  <a:pt x="2434" y="10748"/>
                </a:lnTo>
                <a:cubicBezTo>
                  <a:pt x="1952" y="12608"/>
                  <a:pt x="1887" y="14548"/>
                  <a:pt x="2330" y="16538"/>
                </a:cubicBezTo>
                <a:cubicBezTo>
                  <a:pt x="2746" y="15054"/>
                  <a:pt x="3097" y="13545"/>
                  <a:pt x="3383" y="12036"/>
                </a:cubicBezTo>
                <a:cubicBezTo>
                  <a:pt x="3461" y="13090"/>
                  <a:pt x="3513" y="14443"/>
                  <a:pt x="3501" y="16005"/>
                </a:cubicBezTo>
                <a:cubicBezTo>
                  <a:pt x="3487" y="17657"/>
                  <a:pt x="3501" y="19987"/>
                  <a:pt x="3513" y="22081"/>
                </a:cubicBezTo>
                <a:cubicBezTo>
                  <a:pt x="3357" y="22081"/>
                  <a:pt x="3214" y="22081"/>
                  <a:pt x="3071" y="22055"/>
                </a:cubicBezTo>
                <a:cubicBezTo>
                  <a:pt x="2264" y="21964"/>
                  <a:pt x="1535" y="21691"/>
                  <a:pt x="755" y="21496"/>
                </a:cubicBezTo>
                <a:cubicBezTo>
                  <a:pt x="508" y="21430"/>
                  <a:pt x="248" y="21392"/>
                  <a:pt x="0" y="21352"/>
                </a:cubicBezTo>
                <a:lnTo>
                  <a:pt x="0" y="102677"/>
                </a:lnTo>
                <a:lnTo>
                  <a:pt x="219187" y="102677"/>
                </a:lnTo>
                <a:lnTo>
                  <a:pt x="219187" y="44540"/>
                </a:lnTo>
                <a:cubicBezTo>
                  <a:pt x="219109" y="44475"/>
                  <a:pt x="218991" y="44397"/>
                  <a:pt x="218887" y="44371"/>
                </a:cubicBezTo>
                <a:cubicBezTo>
                  <a:pt x="218913" y="44357"/>
                  <a:pt x="218952" y="44357"/>
                  <a:pt x="218991" y="44357"/>
                </a:cubicBezTo>
                <a:cubicBezTo>
                  <a:pt x="219026" y="44357"/>
                  <a:pt x="219066" y="44363"/>
                  <a:pt x="219105" y="44363"/>
                </a:cubicBezTo>
                <a:cubicBezTo>
                  <a:pt x="219124" y="44363"/>
                  <a:pt x="219143" y="44362"/>
                  <a:pt x="219161" y="44357"/>
                </a:cubicBezTo>
                <a:lnTo>
                  <a:pt x="219187" y="44357"/>
                </a:lnTo>
                <a:lnTo>
                  <a:pt x="219187" y="43733"/>
                </a:lnTo>
                <a:cubicBezTo>
                  <a:pt x="219161" y="43746"/>
                  <a:pt x="219135" y="43746"/>
                  <a:pt x="219109" y="43746"/>
                </a:cubicBezTo>
                <a:cubicBezTo>
                  <a:pt x="219066" y="43751"/>
                  <a:pt x="219022" y="43754"/>
                  <a:pt x="218977" y="43754"/>
                </a:cubicBezTo>
                <a:cubicBezTo>
                  <a:pt x="218898" y="43754"/>
                  <a:pt x="218819" y="43745"/>
                  <a:pt x="218744" y="43720"/>
                </a:cubicBezTo>
                <a:cubicBezTo>
                  <a:pt x="218712" y="43704"/>
                  <a:pt x="218683" y="43697"/>
                  <a:pt x="218656" y="43697"/>
                </a:cubicBezTo>
                <a:cubicBezTo>
                  <a:pt x="218618" y="43697"/>
                  <a:pt x="218581" y="43710"/>
                  <a:pt x="218536" y="43733"/>
                </a:cubicBezTo>
                <a:cubicBezTo>
                  <a:pt x="218484" y="43746"/>
                  <a:pt x="218432" y="43746"/>
                  <a:pt x="218380" y="43772"/>
                </a:cubicBezTo>
                <a:cubicBezTo>
                  <a:pt x="218354" y="43798"/>
                  <a:pt x="218340" y="43837"/>
                  <a:pt x="218302" y="43877"/>
                </a:cubicBezTo>
                <a:cubicBezTo>
                  <a:pt x="218276" y="43889"/>
                  <a:pt x="218250" y="43915"/>
                  <a:pt x="218224" y="43929"/>
                </a:cubicBezTo>
                <a:cubicBezTo>
                  <a:pt x="218172" y="43955"/>
                  <a:pt x="218132" y="43967"/>
                  <a:pt x="218080" y="43981"/>
                </a:cubicBezTo>
                <a:lnTo>
                  <a:pt x="218080" y="43967"/>
                </a:lnTo>
                <a:cubicBezTo>
                  <a:pt x="218073" y="43965"/>
                  <a:pt x="218065" y="43964"/>
                  <a:pt x="218058" y="43964"/>
                </a:cubicBezTo>
                <a:cubicBezTo>
                  <a:pt x="218026" y="43964"/>
                  <a:pt x="217995" y="43981"/>
                  <a:pt x="217964" y="43981"/>
                </a:cubicBezTo>
                <a:cubicBezTo>
                  <a:pt x="217924" y="43981"/>
                  <a:pt x="217872" y="43967"/>
                  <a:pt x="217820" y="43967"/>
                </a:cubicBezTo>
                <a:cubicBezTo>
                  <a:pt x="217820" y="43967"/>
                  <a:pt x="217820" y="43955"/>
                  <a:pt x="217833" y="43955"/>
                </a:cubicBezTo>
                <a:cubicBezTo>
                  <a:pt x="217846" y="43929"/>
                  <a:pt x="217885" y="43929"/>
                  <a:pt x="217898" y="43929"/>
                </a:cubicBezTo>
                <a:cubicBezTo>
                  <a:pt x="217990" y="43889"/>
                  <a:pt x="218042" y="43824"/>
                  <a:pt x="218132" y="43811"/>
                </a:cubicBezTo>
                <a:cubicBezTo>
                  <a:pt x="218198" y="43785"/>
                  <a:pt x="218276" y="43772"/>
                  <a:pt x="218328" y="43720"/>
                </a:cubicBezTo>
                <a:cubicBezTo>
                  <a:pt x="218380" y="43668"/>
                  <a:pt x="218354" y="43616"/>
                  <a:pt x="218328" y="43551"/>
                </a:cubicBezTo>
                <a:cubicBezTo>
                  <a:pt x="218302" y="43499"/>
                  <a:pt x="218262" y="43486"/>
                  <a:pt x="218210" y="43460"/>
                </a:cubicBezTo>
                <a:cubicBezTo>
                  <a:pt x="218146" y="43421"/>
                  <a:pt x="218080" y="43382"/>
                  <a:pt x="218016" y="43330"/>
                </a:cubicBezTo>
                <a:cubicBezTo>
                  <a:pt x="217924" y="43238"/>
                  <a:pt x="217859" y="43174"/>
                  <a:pt x="217716" y="43148"/>
                </a:cubicBezTo>
                <a:cubicBezTo>
                  <a:pt x="217612" y="43122"/>
                  <a:pt x="217495" y="43108"/>
                  <a:pt x="217377" y="43096"/>
                </a:cubicBezTo>
                <a:cubicBezTo>
                  <a:pt x="217299" y="43070"/>
                  <a:pt x="217195" y="43056"/>
                  <a:pt x="217105" y="43056"/>
                </a:cubicBezTo>
                <a:cubicBezTo>
                  <a:pt x="217078" y="43056"/>
                  <a:pt x="217052" y="43062"/>
                  <a:pt x="217030" y="43062"/>
                </a:cubicBezTo>
                <a:cubicBezTo>
                  <a:pt x="217019" y="43062"/>
                  <a:pt x="217009" y="43061"/>
                  <a:pt x="217001" y="43056"/>
                </a:cubicBezTo>
                <a:cubicBezTo>
                  <a:pt x="216949" y="43030"/>
                  <a:pt x="216923" y="42978"/>
                  <a:pt x="216883" y="42940"/>
                </a:cubicBezTo>
                <a:cubicBezTo>
                  <a:pt x="216766" y="42862"/>
                  <a:pt x="216662" y="42888"/>
                  <a:pt x="216545" y="42848"/>
                </a:cubicBezTo>
                <a:cubicBezTo>
                  <a:pt x="216428" y="42836"/>
                  <a:pt x="216324" y="42796"/>
                  <a:pt x="216194" y="42770"/>
                </a:cubicBezTo>
                <a:cubicBezTo>
                  <a:pt x="216154" y="42770"/>
                  <a:pt x="216102" y="42757"/>
                  <a:pt x="216050" y="42757"/>
                </a:cubicBezTo>
                <a:cubicBezTo>
                  <a:pt x="216037" y="42751"/>
                  <a:pt x="216028" y="42751"/>
                  <a:pt x="216018" y="42751"/>
                </a:cubicBezTo>
                <a:cubicBezTo>
                  <a:pt x="216008" y="42751"/>
                  <a:pt x="215999" y="42751"/>
                  <a:pt x="215986" y="42744"/>
                </a:cubicBezTo>
                <a:lnTo>
                  <a:pt x="215986" y="42731"/>
                </a:lnTo>
                <a:cubicBezTo>
                  <a:pt x="215972" y="42679"/>
                  <a:pt x="215946" y="42666"/>
                  <a:pt x="215908" y="42666"/>
                </a:cubicBezTo>
                <a:cubicBezTo>
                  <a:pt x="215888" y="42647"/>
                  <a:pt x="215884" y="42644"/>
                  <a:pt x="215881" y="42644"/>
                </a:cubicBezTo>
                <a:cubicBezTo>
                  <a:pt x="215880" y="42644"/>
                  <a:pt x="215878" y="42644"/>
                  <a:pt x="215875" y="42644"/>
                </a:cubicBezTo>
                <a:cubicBezTo>
                  <a:pt x="215871" y="42644"/>
                  <a:pt x="215866" y="42643"/>
                  <a:pt x="215856" y="42640"/>
                </a:cubicBezTo>
                <a:cubicBezTo>
                  <a:pt x="215868" y="42614"/>
                  <a:pt x="215868" y="42588"/>
                  <a:pt x="215894" y="42562"/>
                </a:cubicBezTo>
                <a:cubicBezTo>
                  <a:pt x="215908" y="42510"/>
                  <a:pt x="215934" y="42458"/>
                  <a:pt x="215946" y="42406"/>
                </a:cubicBezTo>
                <a:cubicBezTo>
                  <a:pt x="215960" y="42419"/>
                  <a:pt x="215986" y="42432"/>
                  <a:pt x="215998" y="42445"/>
                </a:cubicBezTo>
                <a:cubicBezTo>
                  <a:pt x="216102" y="42497"/>
                  <a:pt x="216180" y="42588"/>
                  <a:pt x="216310" y="42601"/>
                </a:cubicBezTo>
                <a:cubicBezTo>
                  <a:pt x="216363" y="42608"/>
                  <a:pt x="216415" y="42608"/>
                  <a:pt x="216467" y="42608"/>
                </a:cubicBezTo>
                <a:cubicBezTo>
                  <a:pt x="216519" y="42608"/>
                  <a:pt x="216571" y="42608"/>
                  <a:pt x="216623" y="42614"/>
                </a:cubicBezTo>
                <a:cubicBezTo>
                  <a:pt x="216735" y="42636"/>
                  <a:pt x="216837" y="42669"/>
                  <a:pt x="216955" y="42669"/>
                </a:cubicBezTo>
                <a:cubicBezTo>
                  <a:pt x="216974" y="42669"/>
                  <a:pt x="216993" y="42668"/>
                  <a:pt x="217013" y="42666"/>
                </a:cubicBezTo>
                <a:cubicBezTo>
                  <a:pt x="217131" y="42653"/>
                  <a:pt x="217235" y="42601"/>
                  <a:pt x="217351" y="42601"/>
                </a:cubicBezTo>
                <a:cubicBezTo>
                  <a:pt x="217469" y="42614"/>
                  <a:pt x="217560" y="42692"/>
                  <a:pt x="217677" y="42692"/>
                </a:cubicBezTo>
                <a:cubicBezTo>
                  <a:pt x="217742" y="42692"/>
                  <a:pt x="217794" y="42666"/>
                  <a:pt x="217859" y="42666"/>
                </a:cubicBezTo>
                <a:lnTo>
                  <a:pt x="218184" y="42666"/>
                </a:lnTo>
                <a:cubicBezTo>
                  <a:pt x="218224" y="42666"/>
                  <a:pt x="218276" y="42666"/>
                  <a:pt x="218340" y="42679"/>
                </a:cubicBezTo>
                <a:cubicBezTo>
                  <a:pt x="218354" y="42679"/>
                  <a:pt x="218366" y="42692"/>
                  <a:pt x="218380" y="42692"/>
                </a:cubicBezTo>
                <a:cubicBezTo>
                  <a:pt x="218418" y="42718"/>
                  <a:pt x="218432" y="42770"/>
                  <a:pt x="218470" y="42796"/>
                </a:cubicBezTo>
                <a:cubicBezTo>
                  <a:pt x="218483" y="42803"/>
                  <a:pt x="218496" y="42803"/>
                  <a:pt x="218509" y="42803"/>
                </a:cubicBezTo>
                <a:cubicBezTo>
                  <a:pt x="218523" y="42803"/>
                  <a:pt x="218536" y="42803"/>
                  <a:pt x="218549" y="42810"/>
                </a:cubicBezTo>
                <a:cubicBezTo>
                  <a:pt x="218614" y="42822"/>
                  <a:pt x="218653" y="42862"/>
                  <a:pt x="218705" y="42888"/>
                </a:cubicBezTo>
                <a:cubicBezTo>
                  <a:pt x="218809" y="42940"/>
                  <a:pt x="218939" y="42978"/>
                  <a:pt x="219057" y="43030"/>
                </a:cubicBezTo>
                <a:cubicBezTo>
                  <a:pt x="219095" y="43044"/>
                  <a:pt x="219147" y="43056"/>
                  <a:pt x="219187" y="43082"/>
                </a:cubicBezTo>
                <a:lnTo>
                  <a:pt x="219187" y="30760"/>
                </a:lnTo>
                <a:cubicBezTo>
                  <a:pt x="219173" y="30760"/>
                  <a:pt x="219147" y="30760"/>
                  <a:pt x="219135" y="30773"/>
                </a:cubicBezTo>
                <a:cubicBezTo>
                  <a:pt x="219069" y="30812"/>
                  <a:pt x="219043" y="30943"/>
                  <a:pt x="219030" y="31007"/>
                </a:cubicBezTo>
                <a:cubicBezTo>
                  <a:pt x="219017" y="31047"/>
                  <a:pt x="219043" y="31085"/>
                  <a:pt x="219004" y="31111"/>
                </a:cubicBezTo>
                <a:cubicBezTo>
                  <a:pt x="218996" y="31116"/>
                  <a:pt x="218988" y="31117"/>
                  <a:pt x="218981" y="31117"/>
                </a:cubicBezTo>
                <a:cubicBezTo>
                  <a:pt x="218943" y="31117"/>
                  <a:pt x="218920" y="31071"/>
                  <a:pt x="218887" y="31059"/>
                </a:cubicBezTo>
                <a:cubicBezTo>
                  <a:pt x="218848" y="31047"/>
                  <a:pt x="218835" y="31059"/>
                  <a:pt x="218796" y="31033"/>
                </a:cubicBezTo>
                <a:cubicBezTo>
                  <a:pt x="218757" y="31021"/>
                  <a:pt x="218744" y="30981"/>
                  <a:pt x="218718" y="30955"/>
                </a:cubicBezTo>
                <a:cubicBezTo>
                  <a:pt x="218679" y="30903"/>
                  <a:pt x="218653" y="30865"/>
                  <a:pt x="218588" y="30865"/>
                </a:cubicBezTo>
                <a:cubicBezTo>
                  <a:pt x="218549" y="30877"/>
                  <a:pt x="218523" y="30903"/>
                  <a:pt x="218496" y="30917"/>
                </a:cubicBezTo>
                <a:cubicBezTo>
                  <a:pt x="218473" y="30921"/>
                  <a:pt x="218444" y="30924"/>
                  <a:pt x="218415" y="30924"/>
                </a:cubicBezTo>
                <a:cubicBezTo>
                  <a:pt x="218363" y="30924"/>
                  <a:pt x="218309" y="30915"/>
                  <a:pt x="218276" y="30891"/>
                </a:cubicBezTo>
                <a:cubicBezTo>
                  <a:pt x="218242" y="30868"/>
                  <a:pt x="218228" y="30836"/>
                  <a:pt x="218183" y="30836"/>
                </a:cubicBezTo>
                <a:cubicBezTo>
                  <a:pt x="218175" y="30836"/>
                  <a:pt x="218167" y="30837"/>
                  <a:pt x="218158" y="30839"/>
                </a:cubicBezTo>
                <a:cubicBezTo>
                  <a:pt x="218106" y="30839"/>
                  <a:pt x="218120" y="30839"/>
                  <a:pt x="218106" y="30891"/>
                </a:cubicBezTo>
                <a:cubicBezTo>
                  <a:pt x="218094" y="30969"/>
                  <a:pt x="218106" y="31047"/>
                  <a:pt x="218132" y="31125"/>
                </a:cubicBezTo>
                <a:cubicBezTo>
                  <a:pt x="218158" y="31241"/>
                  <a:pt x="218146" y="31345"/>
                  <a:pt x="218224" y="31450"/>
                </a:cubicBezTo>
                <a:cubicBezTo>
                  <a:pt x="218250" y="31476"/>
                  <a:pt x="218288" y="31502"/>
                  <a:pt x="218276" y="31554"/>
                </a:cubicBezTo>
                <a:cubicBezTo>
                  <a:pt x="218236" y="31554"/>
                  <a:pt x="218198" y="31528"/>
                  <a:pt x="218158" y="31528"/>
                </a:cubicBezTo>
                <a:lnTo>
                  <a:pt x="218080" y="31528"/>
                </a:lnTo>
                <a:cubicBezTo>
                  <a:pt x="218028" y="31528"/>
                  <a:pt x="217976" y="31515"/>
                  <a:pt x="217937" y="31476"/>
                </a:cubicBezTo>
                <a:cubicBezTo>
                  <a:pt x="217898" y="31450"/>
                  <a:pt x="217885" y="31385"/>
                  <a:pt x="217833" y="31359"/>
                </a:cubicBezTo>
                <a:cubicBezTo>
                  <a:pt x="217825" y="31356"/>
                  <a:pt x="217816" y="31355"/>
                  <a:pt x="217806" y="31355"/>
                </a:cubicBezTo>
                <a:cubicBezTo>
                  <a:pt x="217780" y="31355"/>
                  <a:pt x="217751" y="31363"/>
                  <a:pt x="217722" y="31363"/>
                </a:cubicBezTo>
                <a:cubicBezTo>
                  <a:pt x="217711" y="31363"/>
                  <a:pt x="217700" y="31362"/>
                  <a:pt x="217690" y="31359"/>
                </a:cubicBezTo>
                <a:cubicBezTo>
                  <a:pt x="217638" y="31345"/>
                  <a:pt x="217599" y="31345"/>
                  <a:pt x="217547" y="31333"/>
                </a:cubicBezTo>
                <a:cubicBezTo>
                  <a:pt x="217482" y="31333"/>
                  <a:pt x="217469" y="31281"/>
                  <a:pt x="217417" y="31229"/>
                </a:cubicBezTo>
                <a:cubicBezTo>
                  <a:pt x="217370" y="31182"/>
                  <a:pt x="217324" y="31135"/>
                  <a:pt x="217267" y="31135"/>
                </a:cubicBezTo>
                <a:cubicBezTo>
                  <a:pt x="217261" y="31135"/>
                  <a:pt x="217254" y="31136"/>
                  <a:pt x="217247" y="31137"/>
                </a:cubicBezTo>
                <a:cubicBezTo>
                  <a:pt x="217169" y="31151"/>
                  <a:pt x="217183" y="31203"/>
                  <a:pt x="217195" y="31267"/>
                </a:cubicBezTo>
                <a:cubicBezTo>
                  <a:pt x="217195" y="31319"/>
                  <a:pt x="217195" y="31359"/>
                  <a:pt x="217169" y="31398"/>
                </a:cubicBezTo>
                <a:cubicBezTo>
                  <a:pt x="217117" y="31450"/>
                  <a:pt x="217065" y="31463"/>
                  <a:pt x="217053" y="31541"/>
                </a:cubicBezTo>
                <a:cubicBezTo>
                  <a:pt x="217039" y="31593"/>
                  <a:pt x="217039" y="31710"/>
                  <a:pt x="217079" y="31762"/>
                </a:cubicBezTo>
                <a:cubicBezTo>
                  <a:pt x="217117" y="31801"/>
                  <a:pt x="217143" y="31801"/>
                  <a:pt x="217169" y="31853"/>
                </a:cubicBezTo>
                <a:cubicBezTo>
                  <a:pt x="217209" y="31932"/>
                  <a:pt x="217235" y="31970"/>
                  <a:pt x="217313" y="32010"/>
                </a:cubicBezTo>
                <a:cubicBezTo>
                  <a:pt x="217351" y="32022"/>
                  <a:pt x="217391" y="32022"/>
                  <a:pt x="217443" y="32036"/>
                </a:cubicBezTo>
                <a:cubicBezTo>
                  <a:pt x="217482" y="32048"/>
                  <a:pt x="217534" y="32074"/>
                  <a:pt x="217573" y="32088"/>
                </a:cubicBezTo>
                <a:cubicBezTo>
                  <a:pt x="217651" y="32114"/>
                  <a:pt x="217729" y="32088"/>
                  <a:pt x="217742" y="32166"/>
                </a:cubicBezTo>
                <a:cubicBezTo>
                  <a:pt x="217755" y="32230"/>
                  <a:pt x="217729" y="32282"/>
                  <a:pt x="217703" y="32322"/>
                </a:cubicBezTo>
                <a:cubicBezTo>
                  <a:pt x="217669" y="32367"/>
                  <a:pt x="217655" y="32402"/>
                  <a:pt x="217608" y="32402"/>
                </a:cubicBezTo>
                <a:cubicBezTo>
                  <a:pt x="217602" y="32402"/>
                  <a:pt x="217594" y="32402"/>
                  <a:pt x="217586" y="32400"/>
                </a:cubicBezTo>
                <a:cubicBezTo>
                  <a:pt x="217495" y="32386"/>
                  <a:pt x="217469" y="32282"/>
                  <a:pt x="217403" y="32270"/>
                </a:cubicBezTo>
                <a:cubicBezTo>
                  <a:pt x="217396" y="32267"/>
                  <a:pt x="217389" y="32266"/>
                  <a:pt x="217382" y="32266"/>
                </a:cubicBezTo>
                <a:cubicBezTo>
                  <a:pt x="217358" y="32266"/>
                  <a:pt x="217341" y="32282"/>
                  <a:pt x="217299" y="32282"/>
                </a:cubicBezTo>
                <a:cubicBezTo>
                  <a:pt x="217292" y="32284"/>
                  <a:pt x="217285" y="32285"/>
                  <a:pt x="217278" y="32285"/>
                </a:cubicBezTo>
                <a:cubicBezTo>
                  <a:pt x="217223" y="32285"/>
                  <a:pt x="217177" y="32239"/>
                  <a:pt x="217131" y="32204"/>
                </a:cubicBezTo>
                <a:cubicBezTo>
                  <a:pt x="217111" y="32184"/>
                  <a:pt x="217068" y="32135"/>
                  <a:pt x="217032" y="32135"/>
                </a:cubicBezTo>
                <a:cubicBezTo>
                  <a:pt x="217021" y="32135"/>
                  <a:pt x="217010" y="32140"/>
                  <a:pt x="217001" y="32152"/>
                </a:cubicBezTo>
                <a:cubicBezTo>
                  <a:pt x="216975" y="32178"/>
                  <a:pt x="217001" y="32244"/>
                  <a:pt x="217027" y="32256"/>
                </a:cubicBezTo>
                <a:cubicBezTo>
                  <a:pt x="217037" y="32260"/>
                  <a:pt x="217046" y="32261"/>
                  <a:pt x="217055" y="32261"/>
                </a:cubicBezTo>
                <a:cubicBezTo>
                  <a:pt x="217063" y="32261"/>
                  <a:pt x="217071" y="32260"/>
                  <a:pt x="217078" y="32260"/>
                </a:cubicBezTo>
                <a:cubicBezTo>
                  <a:pt x="217095" y="32260"/>
                  <a:pt x="217111" y="32263"/>
                  <a:pt x="217131" y="32282"/>
                </a:cubicBezTo>
                <a:cubicBezTo>
                  <a:pt x="217157" y="32308"/>
                  <a:pt x="217143" y="32348"/>
                  <a:pt x="217183" y="32360"/>
                </a:cubicBezTo>
                <a:cubicBezTo>
                  <a:pt x="217191" y="32365"/>
                  <a:pt x="217202" y="32366"/>
                  <a:pt x="217212" y="32366"/>
                </a:cubicBezTo>
                <a:cubicBezTo>
                  <a:pt x="217232" y="32366"/>
                  <a:pt x="217252" y="32360"/>
                  <a:pt x="217261" y="32360"/>
                </a:cubicBezTo>
                <a:cubicBezTo>
                  <a:pt x="217313" y="32374"/>
                  <a:pt x="217339" y="32400"/>
                  <a:pt x="217377" y="32426"/>
                </a:cubicBezTo>
                <a:cubicBezTo>
                  <a:pt x="217430" y="32452"/>
                  <a:pt x="217482" y="32452"/>
                  <a:pt x="217534" y="32478"/>
                </a:cubicBezTo>
                <a:cubicBezTo>
                  <a:pt x="217560" y="32478"/>
                  <a:pt x="217664" y="32504"/>
                  <a:pt x="217664" y="32530"/>
                </a:cubicBezTo>
                <a:cubicBezTo>
                  <a:pt x="217672" y="32588"/>
                  <a:pt x="217591" y="32598"/>
                  <a:pt x="217521" y="32598"/>
                </a:cubicBezTo>
                <a:cubicBezTo>
                  <a:pt x="217481" y="32598"/>
                  <a:pt x="217444" y="32595"/>
                  <a:pt x="217430" y="32595"/>
                </a:cubicBezTo>
                <a:cubicBezTo>
                  <a:pt x="217377" y="32595"/>
                  <a:pt x="217325" y="32595"/>
                  <a:pt x="217273" y="32582"/>
                </a:cubicBezTo>
                <a:cubicBezTo>
                  <a:pt x="217221" y="32556"/>
                  <a:pt x="217209" y="32530"/>
                  <a:pt x="217157" y="32504"/>
                </a:cubicBezTo>
                <a:cubicBezTo>
                  <a:pt x="217131" y="32484"/>
                  <a:pt x="217111" y="32481"/>
                  <a:pt x="217092" y="32481"/>
                </a:cubicBezTo>
                <a:cubicBezTo>
                  <a:pt x="217082" y="32481"/>
                  <a:pt x="217071" y="32482"/>
                  <a:pt x="217060" y="32482"/>
                </a:cubicBezTo>
                <a:cubicBezTo>
                  <a:pt x="217050" y="32482"/>
                  <a:pt x="217039" y="32481"/>
                  <a:pt x="217027" y="32478"/>
                </a:cubicBezTo>
                <a:cubicBezTo>
                  <a:pt x="216975" y="32452"/>
                  <a:pt x="216961" y="32400"/>
                  <a:pt x="216935" y="32360"/>
                </a:cubicBezTo>
                <a:cubicBezTo>
                  <a:pt x="216897" y="32322"/>
                  <a:pt x="216883" y="32334"/>
                  <a:pt x="216844" y="32308"/>
                </a:cubicBezTo>
                <a:cubicBezTo>
                  <a:pt x="216831" y="32296"/>
                  <a:pt x="216818" y="32282"/>
                  <a:pt x="216805" y="32256"/>
                </a:cubicBezTo>
                <a:cubicBezTo>
                  <a:pt x="216779" y="32244"/>
                  <a:pt x="216727" y="32166"/>
                  <a:pt x="216701" y="32166"/>
                </a:cubicBezTo>
                <a:cubicBezTo>
                  <a:pt x="216662" y="32166"/>
                  <a:pt x="216636" y="32218"/>
                  <a:pt x="216610" y="32230"/>
                </a:cubicBezTo>
                <a:cubicBezTo>
                  <a:pt x="216571" y="32244"/>
                  <a:pt x="216545" y="32218"/>
                  <a:pt x="216519" y="32270"/>
                </a:cubicBezTo>
                <a:cubicBezTo>
                  <a:pt x="216494" y="32343"/>
                  <a:pt x="216584" y="32507"/>
                  <a:pt x="216479" y="32507"/>
                </a:cubicBezTo>
                <a:cubicBezTo>
                  <a:pt x="216472" y="32507"/>
                  <a:pt x="216464" y="32506"/>
                  <a:pt x="216454" y="32504"/>
                </a:cubicBezTo>
                <a:cubicBezTo>
                  <a:pt x="216424" y="32494"/>
                  <a:pt x="216387" y="32469"/>
                  <a:pt x="216354" y="32469"/>
                </a:cubicBezTo>
                <a:cubicBezTo>
                  <a:pt x="216343" y="32469"/>
                  <a:pt x="216333" y="32472"/>
                  <a:pt x="216324" y="32478"/>
                </a:cubicBezTo>
                <a:cubicBezTo>
                  <a:pt x="216284" y="32504"/>
                  <a:pt x="216298" y="32621"/>
                  <a:pt x="216298" y="32660"/>
                </a:cubicBezTo>
                <a:cubicBezTo>
                  <a:pt x="216310" y="32738"/>
                  <a:pt x="216324" y="32790"/>
                  <a:pt x="216389" y="32829"/>
                </a:cubicBezTo>
                <a:cubicBezTo>
                  <a:pt x="216415" y="32855"/>
                  <a:pt x="216454" y="32881"/>
                  <a:pt x="216467" y="32920"/>
                </a:cubicBezTo>
                <a:cubicBezTo>
                  <a:pt x="216480" y="32959"/>
                  <a:pt x="216467" y="32985"/>
                  <a:pt x="216480" y="33011"/>
                </a:cubicBezTo>
                <a:cubicBezTo>
                  <a:pt x="216519" y="33063"/>
                  <a:pt x="216584" y="33089"/>
                  <a:pt x="216623" y="33115"/>
                </a:cubicBezTo>
                <a:cubicBezTo>
                  <a:pt x="216701" y="33167"/>
                  <a:pt x="216792" y="33181"/>
                  <a:pt x="216883" y="33207"/>
                </a:cubicBezTo>
                <a:cubicBezTo>
                  <a:pt x="216961" y="33233"/>
                  <a:pt x="216987" y="33285"/>
                  <a:pt x="217039" y="33349"/>
                </a:cubicBezTo>
                <a:cubicBezTo>
                  <a:pt x="217065" y="33389"/>
                  <a:pt x="217117" y="33467"/>
                  <a:pt x="217157" y="33493"/>
                </a:cubicBezTo>
                <a:cubicBezTo>
                  <a:pt x="217195" y="33519"/>
                  <a:pt x="217247" y="33505"/>
                  <a:pt x="217299" y="33531"/>
                </a:cubicBezTo>
                <a:cubicBezTo>
                  <a:pt x="217351" y="33545"/>
                  <a:pt x="217430" y="33610"/>
                  <a:pt x="217456" y="33662"/>
                </a:cubicBezTo>
                <a:cubicBezTo>
                  <a:pt x="217482" y="33714"/>
                  <a:pt x="217482" y="33818"/>
                  <a:pt x="217508" y="33883"/>
                </a:cubicBezTo>
                <a:cubicBezTo>
                  <a:pt x="217547" y="34013"/>
                  <a:pt x="217612" y="34065"/>
                  <a:pt x="217716" y="34144"/>
                </a:cubicBezTo>
                <a:cubicBezTo>
                  <a:pt x="217756" y="34183"/>
                  <a:pt x="217786" y="34198"/>
                  <a:pt x="217824" y="34198"/>
                </a:cubicBezTo>
                <a:cubicBezTo>
                  <a:pt x="217848" y="34198"/>
                  <a:pt x="217876" y="34192"/>
                  <a:pt x="217911" y="34182"/>
                </a:cubicBezTo>
                <a:cubicBezTo>
                  <a:pt x="217970" y="34171"/>
                  <a:pt x="218029" y="34116"/>
                  <a:pt x="218088" y="34116"/>
                </a:cubicBezTo>
                <a:cubicBezTo>
                  <a:pt x="218094" y="34116"/>
                  <a:pt x="218100" y="34116"/>
                  <a:pt x="218106" y="34118"/>
                </a:cubicBezTo>
                <a:cubicBezTo>
                  <a:pt x="218184" y="34130"/>
                  <a:pt x="218184" y="34182"/>
                  <a:pt x="218198" y="34248"/>
                </a:cubicBezTo>
                <a:cubicBezTo>
                  <a:pt x="218236" y="34338"/>
                  <a:pt x="218328" y="34378"/>
                  <a:pt x="218418" y="34416"/>
                </a:cubicBezTo>
                <a:cubicBezTo>
                  <a:pt x="218470" y="34442"/>
                  <a:pt x="218640" y="34442"/>
                  <a:pt x="218640" y="34534"/>
                </a:cubicBezTo>
                <a:cubicBezTo>
                  <a:pt x="218640" y="34586"/>
                  <a:pt x="218588" y="34638"/>
                  <a:pt x="218549" y="34664"/>
                </a:cubicBezTo>
                <a:cubicBezTo>
                  <a:pt x="218523" y="34677"/>
                  <a:pt x="218498" y="34682"/>
                  <a:pt x="218474" y="34682"/>
                </a:cubicBezTo>
                <a:cubicBezTo>
                  <a:pt x="218376" y="34682"/>
                  <a:pt x="218289" y="34596"/>
                  <a:pt x="218184" y="34586"/>
                </a:cubicBezTo>
                <a:cubicBezTo>
                  <a:pt x="218106" y="34586"/>
                  <a:pt x="218028" y="34560"/>
                  <a:pt x="217937" y="34560"/>
                </a:cubicBezTo>
                <a:cubicBezTo>
                  <a:pt x="217846" y="34560"/>
                  <a:pt x="217781" y="34624"/>
                  <a:pt x="217690" y="34638"/>
                </a:cubicBezTo>
                <a:cubicBezTo>
                  <a:pt x="217670" y="34644"/>
                  <a:pt x="217651" y="34647"/>
                  <a:pt x="217631" y="34647"/>
                </a:cubicBezTo>
                <a:cubicBezTo>
                  <a:pt x="217612" y="34647"/>
                  <a:pt x="217592" y="34644"/>
                  <a:pt x="217573" y="34638"/>
                </a:cubicBezTo>
                <a:cubicBezTo>
                  <a:pt x="217527" y="34631"/>
                  <a:pt x="217495" y="34628"/>
                  <a:pt x="217462" y="34628"/>
                </a:cubicBezTo>
                <a:cubicBezTo>
                  <a:pt x="217430" y="34628"/>
                  <a:pt x="217397" y="34631"/>
                  <a:pt x="217351" y="34638"/>
                </a:cubicBezTo>
                <a:cubicBezTo>
                  <a:pt x="217312" y="34651"/>
                  <a:pt x="217277" y="34651"/>
                  <a:pt x="217241" y="34651"/>
                </a:cubicBezTo>
                <a:cubicBezTo>
                  <a:pt x="217205" y="34651"/>
                  <a:pt x="217170" y="34651"/>
                  <a:pt x="217131" y="34664"/>
                </a:cubicBezTo>
                <a:cubicBezTo>
                  <a:pt x="217079" y="34690"/>
                  <a:pt x="217027" y="34729"/>
                  <a:pt x="216961" y="34729"/>
                </a:cubicBezTo>
                <a:cubicBezTo>
                  <a:pt x="216954" y="34731"/>
                  <a:pt x="216946" y="34732"/>
                  <a:pt x="216938" y="34732"/>
                </a:cubicBezTo>
                <a:cubicBezTo>
                  <a:pt x="216907" y="34732"/>
                  <a:pt x="216875" y="34713"/>
                  <a:pt x="216844" y="34703"/>
                </a:cubicBezTo>
                <a:cubicBezTo>
                  <a:pt x="216792" y="34703"/>
                  <a:pt x="216714" y="34729"/>
                  <a:pt x="216662" y="34729"/>
                </a:cubicBezTo>
                <a:cubicBezTo>
                  <a:pt x="216628" y="34729"/>
                  <a:pt x="216581" y="34735"/>
                  <a:pt x="216539" y="34735"/>
                </a:cubicBezTo>
                <a:cubicBezTo>
                  <a:pt x="216518" y="34735"/>
                  <a:pt x="216498" y="34733"/>
                  <a:pt x="216480" y="34729"/>
                </a:cubicBezTo>
                <a:cubicBezTo>
                  <a:pt x="216428" y="34729"/>
                  <a:pt x="216389" y="34703"/>
                  <a:pt x="216324" y="34703"/>
                </a:cubicBezTo>
                <a:lnTo>
                  <a:pt x="215960" y="34703"/>
                </a:lnTo>
                <a:cubicBezTo>
                  <a:pt x="215942" y="34703"/>
                  <a:pt x="215913" y="34709"/>
                  <a:pt x="215884" y="34709"/>
                </a:cubicBezTo>
                <a:cubicBezTo>
                  <a:pt x="215870" y="34709"/>
                  <a:pt x="215855" y="34707"/>
                  <a:pt x="215842" y="34703"/>
                </a:cubicBezTo>
                <a:cubicBezTo>
                  <a:pt x="215816" y="34690"/>
                  <a:pt x="215804" y="34677"/>
                  <a:pt x="215778" y="34651"/>
                </a:cubicBezTo>
                <a:cubicBezTo>
                  <a:pt x="215778" y="34560"/>
                  <a:pt x="215764" y="34468"/>
                  <a:pt x="215712" y="34456"/>
                </a:cubicBezTo>
                <a:cubicBezTo>
                  <a:pt x="215647" y="34442"/>
                  <a:pt x="215660" y="34468"/>
                  <a:pt x="215608" y="34416"/>
                </a:cubicBezTo>
                <a:cubicBezTo>
                  <a:pt x="215595" y="34390"/>
                  <a:pt x="215582" y="34378"/>
                  <a:pt x="215569" y="34352"/>
                </a:cubicBezTo>
                <a:cubicBezTo>
                  <a:pt x="215504" y="34274"/>
                  <a:pt x="215517" y="34208"/>
                  <a:pt x="215517" y="34118"/>
                </a:cubicBezTo>
                <a:cubicBezTo>
                  <a:pt x="215517" y="34078"/>
                  <a:pt x="215517" y="33935"/>
                  <a:pt x="215465" y="33922"/>
                </a:cubicBezTo>
                <a:cubicBezTo>
                  <a:pt x="215426" y="33922"/>
                  <a:pt x="215361" y="34013"/>
                  <a:pt x="215335" y="34039"/>
                </a:cubicBezTo>
                <a:cubicBezTo>
                  <a:pt x="215257" y="34130"/>
                  <a:pt x="215231" y="34222"/>
                  <a:pt x="215217" y="34326"/>
                </a:cubicBezTo>
                <a:cubicBezTo>
                  <a:pt x="215205" y="34300"/>
                  <a:pt x="215179" y="34286"/>
                  <a:pt x="215165" y="34260"/>
                </a:cubicBezTo>
                <a:cubicBezTo>
                  <a:pt x="215127" y="34234"/>
                  <a:pt x="215101" y="34208"/>
                  <a:pt x="215061" y="34182"/>
                </a:cubicBezTo>
                <a:cubicBezTo>
                  <a:pt x="215061" y="34156"/>
                  <a:pt x="215049" y="34118"/>
                  <a:pt x="215035" y="34092"/>
                </a:cubicBezTo>
                <a:cubicBezTo>
                  <a:pt x="215009" y="34026"/>
                  <a:pt x="214957" y="33974"/>
                  <a:pt x="214905" y="33922"/>
                </a:cubicBezTo>
                <a:cubicBezTo>
                  <a:pt x="214884" y="33879"/>
                  <a:pt x="214853" y="33808"/>
                  <a:pt x="214799" y="33808"/>
                </a:cubicBezTo>
                <a:cubicBezTo>
                  <a:pt x="214788" y="33808"/>
                  <a:pt x="214776" y="33811"/>
                  <a:pt x="214763" y="33818"/>
                </a:cubicBezTo>
                <a:cubicBezTo>
                  <a:pt x="214697" y="33844"/>
                  <a:pt x="214763" y="33961"/>
                  <a:pt x="214711" y="34013"/>
                </a:cubicBezTo>
                <a:cubicBezTo>
                  <a:pt x="214685" y="34039"/>
                  <a:pt x="214658" y="34026"/>
                  <a:pt x="214645" y="34039"/>
                </a:cubicBezTo>
                <a:lnTo>
                  <a:pt x="214632" y="34039"/>
                </a:lnTo>
                <a:cubicBezTo>
                  <a:pt x="214632" y="34042"/>
                  <a:pt x="214631" y="34043"/>
                  <a:pt x="214630" y="34043"/>
                </a:cubicBezTo>
                <a:cubicBezTo>
                  <a:pt x="214625" y="34043"/>
                  <a:pt x="214615" y="34035"/>
                  <a:pt x="214610" y="34035"/>
                </a:cubicBezTo>
                <a:cubicBezTo>
                  <a:pt x="214608" y="34035"/>
                  <a:pt x="214606" y="34037"/>
                  <a:pt x="214606" y="34039"/>
                </a:cubicBezTo>
                <a:cubicBezTo>
                  <a:pt x="214596" y="33967"/>
                  <a:pt x="214511" y="33927"/>
                  <a:pt x="214445" y="33927"/>
                </a:cubicBezTo>
                <a:cubicBezTo>
                  <a:pt x="214428" y="33927"/>
                  <a:pt x="214411" y="33930"/>
                  <a:pt x="214398" y="33935"/>
                </a:cubicBezTo>
                <a:cubicBezTo>
                  <a:pt x="214346" y="33948"/>
                  <a:pt x="214320" y="33987"/>
                  <a:pt x="214268" y="33987"/>
                </a:cubicBezTo>
                <a:lnTo>
                  <a:pt x="214150" y="33948"/>
                </a:lnTo>
                <a:cubicBezTo>
                  <a:pt x="214128" y="33948"/>
                  <a:pt x="214086" y="33919"/>
                  <a:pt x="214051" y="33919"/>
                </a:cubicBezTo>
                <a:cubicBezTo>
                  <a:pt x="214045" y="33919"/>
                  <a:pt x="214039" y="33920"/>
                  <a:pt x="214034" y="33922"/>
                </a:cubicBezTo>
                <a:cubicBezTo>
                  <a:pt x="213956" y="33961"/>
                  <a:pt x="213994" y="34260"/>
                  <a:pt x="213994" y="34338"/>
                </a:cubicBezTo>
                <a:cubicBezTo>
                  <a:pt x="213994" y="34430"/>
                  <a:pt x="213956" y="34572"/>
                  <a:pt x="214060" y="34598"/>
                </a:cubicBezTo>
                <a:cubicBezTo>
                  <a:pt x="214071" y="34601"/>
                  <a:pt x="214083" y="34602"/>
                  <a:pt x="214096" y="34602"/>
                </a:cubicBezTo>
                <a:cubicBezTo>
                  <a:pt x="214129" y="34602"/>
                  <a:pt x="214165" y="34595"/>
                  <a:pt x="214202" y="34595"/>
                </a:cubicBezTo>
                <a:cubicBezTo>
                  <a:pt x="214215" y="34595"/>
                  <a:pt x="214229" y="34596"/>
                  <a:pt x="214242" y="34598"/>
                </a:cubicBezTo>
                <a:cubicBezTo>
                  <a:pt x="214255" y="34677"/>
                  <a:pt x="214203" y="34781"/>
                  <a:pt x="214216" y="34872"/>
                </a:cubicBezTo>
                <a:lnTo>
                  <a:pt x="214216" y="34898"/>
                </a:lnTo>
                <a:cubicBezTo>
                  <a:pt x="214212" y="34900"/>
                  <a:pt x="214208" y="34900"/>
                  <a:pt x="214204" y="34900"/>
                </a:cubicBezTo>
                <a:cubicBezTo>
                  <a:pt x="214174" y="34900"/>
                  <a:pt x="214160" y="34857"/>
                  <a:pt x="214124" y="34846"/>
                </a:cubicBezTo>
                <a:cubicBezTo>
                  <a:pt x="214105" y="34839"/>
                  <a:pt x="214092" y="34839"/>
                  <a:pt x="214079" y="34839"/>
                </a:cubicBezTo>
                <a:cubicBezTo>
                  <a:pt x="214066" y="34839"/>
                  <a:pt x="214053" y="34839"/>
                  <a:pt x="214034" y="34833"/>
                </a:cubicBezTo>
                <a:cubicBezTo>
                  <a:pt x="213994" y="34807"/>
                  <a:pt x="213982" y="34781"/>
                  <a:pt x="213956" y="34742"/>
                </a:cubicBezTo>
                <a:cubicBezTo>
                  <a:pt x="213916" y="34690"/>
                  <a:pt x="213890" y="34651"/>
                  <a:pt x="213826" y="34651"/>
                </a:cubicBezTo>
                <a:cubicBezTo>
                  <a:pt x="213786" y="34664"/>
                  <a:pt x="213760" y="34690"/>
                  <a:pt x="213734" y="34703"/>
                </a:cubicBezTo>
                <a:cubicBezTo>
                  <a:pt x="213710" y="34708"/>
                  <a:pt x="213681" y="34711"/>
                  <a:pt x="213651" y="34711"/>
                </a:cubicBezTo>
                <a:cubicBezTo>
                  <a:pt x="213600" y="34711"/>
                  <a:pt x="213546" y="34701"/>
                  <a:pt x="213513" y="34677"/>
                </a:cubicBezTo>
                <a:cubicBezTo>
                  <a:pt x="213479" y="34654"/>
                  <a:pt x="213465" y="34622"/>
                  <a:pt x="213419" y="34622"/>
                </a:cubicBezTo>
                <a:cubicBezTo>
                  <a:pt x="213412" y="34622"/>
                  <a:pt x="213405" y="34623"/>
                  <a:pt x="213396" y="34624"/>
                </a:cubicBezTo>
                <a:cubicBezTo>
                  <a:pt x="213344" y="34624"/>
                  <a:pt x="213357" y="34624"/>
                  <a:pt x="213344" y="34677"/>
                </a:cubicBezTo>
                <a:cubicBezTo>
                  <a:pt x="213331" y="34755"/>
                  <a:pt x="213344" y="34833"/>
                  <a:pt x="213370" y="34911"/>
                </a:cubicBezTo>
                <a:cubicBezTo>
                  <a:pt x="213396" y="35028"/>
                  <a:pt x="213383" y="35132"/>
                  <a:pt x="213461" y="35237"/>
                </a:cubicBezTo>
                <a:cubicBezTo>
                  <a:pt x="213487" y="35275"/>
                  <a:pt x="213526" y="35289"/>
                  <a:pt x="213513" y="35341"/>
                </a:cubicBezTo>
                <a:cubicBezTo>
                  <a:pt x="213474" y="35341"/>
                  <a:pt x="213435" y="35315"/>
                  <a:pt x="213396" y="35315"/>
                </a:cubicBezTo>
                <a:lnTo>
                  <a:pt x="213318" y="35315"/>
                </a:lnTo>
                <a:cubicBezTo>
                  <a:pt x="213266" y="35315"/>
                  <a:pt x="213214" y="35301"/>
                  <a:pt x="213175" y="35263"/>
                </a:cubicBezTo>
                <a:cubicBezTo>
                  <a:pt x="213136" y="35237"/>
                  <a:pt x="213123" y="35171"/>
                  <a:pt x="213071" y="35145"/>
                </a:cubicBezTo>
                <a:cubicBezTo>
                  <a:pt x="213063" y="35142"/>
                  <a:pt x="213054" y="35141"/>
                  <a:pt x="213045" y="35141"/>
                </a:cubicBezTo>
                <a:cubicBezTo>
                  <a:pt x="213020" y="35141"/>
                  <a:pt x="212991" y="35149"/>
                  <a:pt x="212961" y="35149"/>
                </a:cubicBezTo>
                <a:cubicBezTo>
                  <a:pt x="212950" y="35149"/>
                  <a:pt x="212939" y="35148"/>
                  <a:pt x="212927" y="35145"/>
                </a:cubicBezTo>
                <a:cubicBezTo>
                  <a:pt x="212875" y="35132"/>
                  <a:pt x="212837" y="35132"/>
                  <a:pt x="212785" y="35119"/>
                </a:cubicBezTo>
                <a:cubicBezTo>
                  <a:pt x="212719" y="35119"/>
                  <a:pt x="212707" y="35067"/>
                  <a:pt x="212655" y="35015"/>
                </a:cubicBezTo>
                <a:cubicBezTo>
                  <a:pt x="212608" y="34968"/>
                  <a:pt x="212562" y="34922"/>
                  <a:pt x="212506" y="34922"/>
                </a:cubicBezTo>
                <a:cubicBezTo>
                  <a:pt x="212499" y="34922"/>
                  <a:pt x="212492" y="34923"/>
                  <a:pt x="212485" y="34924"/>
                </a:cubicBezTo>
                <a:cubicBezTo>
                  <a:pt x="212407" y="34937"/>
                  <a:pt x="212420" y="34989"/>
                  <a:pt x="212433" y="35054"/>
                </a:cubicBezTo>
                <a:cubicBezTo>
                  <a:pt x="212433" y="35106"/>
                  <a:pt x="212433" y="35145"/>
                  <a:pt x="212407" y="35185"/>
                </a:cubicBezTo>
                <a:cubicBezTo>
                  <a:pt x="212355" y="35237"/>
                  <a:pt x="212303" y="35249"/>
                  <a:pt x="212290" y="35327"/>
                </a:cubicBezTo>
                <a:cubicBezTo>
                  <a:pt x="212277" y="35379"/>
                  <a:pt x="212277" y="35497"/>
                  <a:pt x="212316" y="35549"/>
                </a:cubicBezTo>
                <a:cubicBezTo>
                  <a:pt x="212355" y="35587"/>
                  <a:pt x="212381" y="35587"/>
                  <a:pt x="212407" y="35639"/>
                </a:cubicBezTo>
                <a:cubicBezTo>
                  <a:pt x="212446" y="35717"/>
                  <a:pt x="212472" y="35757"/>
                  <a:pt x="212551" y="35796"/>
                </a:cubicBezTo>
                <a:cubicBezTo>
                  <a:pt x="212589" y="35809"/>
                  <a:pt x="212629" y="35809"/>
                  <a:pt x="212681" y="35822"/>
                </a:cubicBezTo>
                <a:cubicBezTo>
                  <a:pt x="212719" y="35835"/>
                  <a:pt x="212771" y="35861"/>
                  <a:pt x="212811" y="35874"/>
                </a:cubicBezTo>
                <a:cubicBezTo>
                  <a:pt x="212889" y="35900"/>
                  <a:pt x="212967" y="35874"/>
                  <a:pt x="212979" y="35952"/>
                </a:cubicBezTo>
                <a:cubicBezTo>
                  <a:pt x="212993" y="36017"/>
                  <a:pt x="212967" y="36069"/>
                  <a:pt x="212941" y="36108"/>
                </a:cubicBezTo>
                <a:cubicBezTo>
                  <a:pt x="212907" y="36153"/>
                  <a:pt x="212893" y="36189"/>
                  <a:pt x="212847" y="36189"/>
                </a:cubicBezTo>
                <a:cubicBezTo>
                  <a:pt x="212840" y="36189"/>
                  <a:pt x="212832" y="36188"/>
                  <a:pt x="212823" y="36186"/>
                </a:cubicBezTo>
                <a:cubicBezTo>
                  <a:pt x="212733" y="36173"/>
                  <a:pt x="212707" y="36069"/>
                  <a:pt x="212641" y="36056"/>
                </a:cubicBezTo>
                <a:cubicBezTo>
                  <a:pt x="212634" y="36053"/>
                  <a:pt x="212627" y="36052"/>
                  <a:pt x="212621" y="36052"/>
                </a:cubicBezTo>
                <a:cubicBezTo>
                  <a:pt x="212596" y="36052"/>
                  <a:pt x="212579" y="36069"/>
                  <a:pt x="212537" y="36069"/>
                </a:cubicBezTo>
                <a:cubicBezTo>
                  <a:pt x="212530" y="36071"/>
                  <a:pt x="212524" y="36071"/>
                  <a:pt x="212517" y="36071"/>
                </a:cubicBezTo>
                <a:cubicBezTo>
                  <a:pt x="212462" y="36071"/>
                  <a:pt x="212415" y="36026"/>
                  <a:pt x="212368" y="35991"/>
                </a:cubicBezTo>
                <a:cubicBezTo>
                  <a:pt x="212349" y="35971"/>
                  <a:pt x="212306" y="35922"/>
                  <a:pt x="212270" y="35922"/>
                </a:cubicBezTo>
                <a:cubicBezTo>
                  <a:pt x="212258" y="35922"/>
                  <a:pt x="212248" y="35927"/>
                  <a:pt x="212238" y="35939"/>
                </a:cubicBezTo>
                <a:cubicBezTo>
                  <a:pt x="212212" y="35965"/>
                  <a:pt x="212238" y="36030"/>
                  <a:pt x="212264" y="36043"/>
                </a:cubicBezTo>
                <a:cubicBezTo>
                  <a:pt x="212274" y="36046"/>
                  <a:pt x="212282" y="36047"/>
                  <a:pt x="212290" y="36047"/>
                </a:cubicBezTo>
                <a:cubicBezTo>
                  <a:pt x="212299" y="36047"/>
                  <a:pt x="212307" y="36046"/>
                  <a:pt x="212316" y="36046"/>
                </a:cubicBezTo>
                <a:cubicBezTo>
                  <a:pt x="212332" y="36046"/>
                  <a:pt x="212349" y="36050"/>
                  <a:pt x="212368" y="36069"/>
                </a:cubicBezTo>
                <a:cubicBezTo>
                  <a:pt x="212394" y="36095"/>
                  <a:pt x="212381" y="36134"/>
                  <a:pt x="212420" y="36147"/>
                </a:cubicBezTo>
                <a:cubicBezTo>
                  <a:pt x="212429" y="36152"/>
                  <a:pt x="212439" y="36153"/>
                  <a:pt x="212449" y="36153"/>
                </a:cubicBezTo>
                <a:cubicBezTo>
                  <a:pt x="212469" y="36153"/>
                  <a:pt x="212489" y="36147"/>
                  <a:pt x="212499" y="36147"/>
                </a:cubicBezTo>
                <a:cubicBezTo>
                  <a:pt x="212551" y="36160"/>
                  <a:pt x="212577" y="36186"/>
                  <a:pt x="212615" y="36212"/>
                </a:cubicBezTo>
                <a:cubicBezTo>
                  <a:pt x="212667" y="36238"/>
                  <a:pt x="212719" y="36238"/>
                  <a:pt x="212771" y="36264"/>
                </a:cubicBezTo>
                <a:cubicBezTo>
                  <a:pt x="212797" y="36264"/>
                  <a:pt x="212901" y="36290"/>
                  <a:pt x="212901" y="36316"/>
                </a:cubicBezTo>
                <a:cubicBezTo>
                  <a:pt x="212910" y="36374"/>
                  <a:pt x="212828" y="36385"/>
                  <a:pt x="212758" y="36385"/>
                </a:cubicBezTo>
                <a:cubicBezTo>
                  <a:pt x="212718" y="36385"/>
                  <a:pt x="212681" y="36382"/>
                  <a:pt x="212667" y="36382"/>
                </a:cubicBezTo>
                <a:cubicBezTo>
                  <a:pt x="212615" y="36382"/>
                  <a:pt x="212563" y="36382"/>
                  <a:pt x="212511" y="36368"/>
                </a:cubicBezTo>
                <a:cubicBezTo>
                  <a:pt x="212459" y="36342"/>
                  <a:pt x="212446" y="36316"/>
                  <a:pt x="212394" y="36290"/>
                </a:cubicBezTo>
                <a:cubicBezTo>
                  <a:pt x="212368" y="36271"/>
                  <a:pt x="212349" y="36268"/>
                  <a:pt x="212329" y="36268"/>
                </a:cubicBezTo>
                <a:cubicBezTo>
                  <a:pt x="212320" y="36268"/>
                  <a:pt x="212311" y="36268"/>
                  <a:pt x="212301" y="36268"/>
                </a:cubicBezTo>
                <a:cubicBezTo>
                  <a:pt x="212290" y="36268"/>
                  <a:pt x="212278" y="36268"/>
                  <a:pt x="212264" y="36264"/>
                </a:cubicBezTo>
                <a:cubicBezTo>
                  <a:pt x="212212" y="36238"/>
                  <a:pt x="212199" y="36186"/>
                  <a:pt x="212173" y="36147"/>
                </a:cubicBezTo>
                <a:cubicBezTo>
                  <a:pt x="212134" y="36108"/>
                  <a:pt x="212121" y="36121"/>
                  <a:pt x="212082" y="36095"/>
                </a:cubicBezTo>
                <a:lnTo>
                  <a:pt x="212043" y="36056"/>
                </a:lnTo>
                <a:cubicBezTo>
                  <a:pt x="212017" y="36030"/>
                  <a:pt x="211964" y="35952"/>
                  <a:pt x="211938" y="35952"/>
                </a:cubicBezTo>
                <a:cubicBezTo>
                  <a:pt x="211900" y="35952"/>
                  <a:pt x="211874" y="36004"/>
                  <a:pt x="211848" y="36017"/>
                </a:cubicBezTo>
                <a:cubicBezTo>
                  <a:pt x="211837" y="36021"/>
                  <a:pt x="211826" y="36021"/>
                  <a:pt x="211817" y="36021"/>
                </a:cubicBezTo>
                <a:cubicBezTo>
                  <a:pt x="211814" y="36021"/>
                  <a:pt x="211811" y="36021"/>
                  <a:pt x="211808" y="36021"/>
                </a:cubicBezTo>
                <a:cubicBezTo>
                  <a:pt x="211789" y="36021"/>
                  <a:pt x="211773" y="36023"/>
                  <a:pt x="211756" y="36056"/>
                </a:cubicBezTo>
                <a:cubicBezTo>
                  <a:pt x="211732" y="36129"/>
                  <a:pt x="211821" y="36293"/>
                  <a:pt x="211717" y="36293"/>
                </a:cubicBezTo>
                <a:cubicBezTo>
                  <a:pt x="211709" y="36293"/>
                  <a:pt x="211701" y="36292"/>
                  <a:pt x="211692" y="36290"/>
                </a:cubicBezTo>
                <a:cubicBezTo>
                  <a:pt x="211660" y="36290"/>
                  <a:pt x="211620" y="36257"/>
                  <a:pt x="211586" y="36257"/>
                </a:cubicBezTo>
                <a:cubicBezTo>
                  <a:pt x="211578" y="36257"/>
                  <a:pt x="211569" y="36259"/>
                  <a:pt x="211562" y="36264"/>
                </a:cubicBezTo>
                <a:cubicBezTo>
                  <a:pt x="211522" y="36290"/>
                  <a:pt x="211536" y="36408"/>
                  <a:pt x="211536" y="36446"/>
                </a:cubicBezTo>
                <a:cubicBezTo>
                  <a:pt x="211548" y="36524"/>
                  <a:pt x="211562" y="36576"/>
                  <a:pt x="211626" y="36616"/>
                </a:cubicBezTo>
                <a:cubicBezTo>
                  <a:pt x="211652" y="36642"/>
                  <a:pt x="211692" y="36668"/>
                  <a:pt x="211704" y="36706"/>
                </a:cubicBezTo>
                <a:cubicBezTo>
                  <a:pt x="211718" y="36746"/>
                  <a:pt x="211704" y="36772"/>
                  <a:pt x="211718" y="36798"/>
                </a:cubicBezTo>
                <a:cubicBezTo>
                  <a:pt x="211756" y="36850"/>
                  <a:pt x="211822" y="36876"/>
                  <a:pt x="211860" y="36902"/>
                </a:cubicBezTo>
                <a:cubicBezTo>
                  <a:pt x="211938" y="36954"/>
                  <a:pt x="212030" y="36967"/>
                  <a:pt x="212121" y="36993"/>
                </a:cubicBezTo>
                <a:cubicBezTo>
                  <a:pt x="212199" y="37019"/>
                  <a:pt x="212225" y="37071"/>
                  <a:pt x="212277" y="37136"/>
                </a:cubicBezTo>
                <a:cubicBezTo>
                  <a:pt x="212303" y="37175"/>
                  <a:pt x="212355" y="37253"/>
                  <a:pt x="212394" y="37279"/>
                </a:cubicBezTo>
                <a:cubicBezTo>
                  <a:pt x="212433" y="37305"/>
                  <a:pt x="212485" y="37292"/>
                  <a:pt x="212537" y="37318"/>
                </a:cubicBezTo>
                <a:cubicBezTo>
                  <a:pt x="212589" y="37331"/>
                  <a:pt x="212667" y="37397"/>
                  <a:pt x="212693" y="37449"/>
                </a:cubicBezTo>
                <a:cubicBezTo>
                  <a:pt x="212719" y="37501"/>
                  <a:pt x="212719" y="37605"/>
                  <a:pt x="212745" y="37669"/>
                </a:cubicBezTo>
                <a:cubicBezTo>
                  <a:pt x="212785" y="37799"/>
                  <a:pt x="212849" y="37851"/>
                  <a:pt x="212953" y="37930"/>
                </a:cubicBezTo>
                <a:cubicBezTo>
                  <a:pt x="212994" y="37970"/>
                  <a:pt x="213024" y="37985"/>
                  <a:pt x="213062" y="37985"/>
                </a:cubicBezTo>
                <a:cubicBezTo>
                  <a:pt x="213086" y="37985"/>
                  <a:pt x="213114" y="37979"/>
                  <a:pt x="213149" y="37969"/>
                </a:cubicBezTo>
                <a:cubicBezTo>
                  <a:pt x="213208" y="37957"/>
                  <a:pt x="213268" y="37902"/>
                  <a:pt x="213327" y="37902"/>
                </a:cubicBezTo>
                <a:cubicBezTo>
                  <a:pt x="213332" y="37902"/>
                  <a:pt x="213338" y="37902"/>
                  <a:pt x="213344" y="37904"/>
                </a:cubicBezTo>
                <a:cubicBezTo>
                  <a:pt x="213422" y="37917"/>
                  <a:pt x="213422" y="37969"/>
                  <a:pt x="213435" y="38034"/>
                </a:cubicBezTo>
                <a:cubicBezTo>
                  <a:pt x="213474" y="38125"/>
                  <a:pt x="213565" y="38164"/>
                  <a:pt x="213656" y="38203"/>
                </a:cubicBezTo>
                <a:cubicBezTo>
                  <a:pt x="213722" y="38229"/>
                  <a:pt x="213878" y="38229"/>
                  <a:pt x="213878" y="38320"/>
                </a:cubicBezTo>
                <a:cubicBezTo>
                  <a:pt x="213878" y="38372"/>
                  <a:pt x="213826" y="38424"/>
                  <a:pt x="213786" y="38450"/>
                </a:cubicBezTo>
                <a:cubicBezTo>
                  <a:pt x="213760" y="38463"/>
                  <a:pt x="213735" y="38468"/>
                  <a:pt x="213710" y="38468"/>
                </a:cubicBezTo>
                <a:cubicBezTo>
                  <a:pt x="213613" y="38468"/>
                  <a:pt x="213526" y="38385"/>
                  <a:pt x="213422" y="38385"/>
                </a:cubicBezTo>
                <a:cubicBezTo>
                  <a:pt x="213344" y="38372"/>
                  <a:pt x="213266" y="38346"/>
                  <a:pt x="213175" y="38346"/>
                </a:cubicBezTo>
                <a:cubicBezTo>
                  <a:pt x="213084" y="38346"/>
                  <a:pt x="213019" y="38411"/>
                  <a:pt x="212927" y="38424"/>
                </a:cubicBezTo>
                <a:cubicBezTo>
                  <a:pt x="212908" y="38431"/>
                  <a:pt x="212889" y="38434"/>
                  <a:pt x="212869" y="38434"/>
                </a:cubicBezTo>
                <a:cubicBezTo>
                  <a:pt x="212850" y="38434"/>
                  <a:pt x="212830" y="38431"/>
                  <a:pt x="212811" y="38424"/>
                </a:cubicBezTo>
                <a:cubicBezTo>
                  <a:pt x="212765" y="38418"/>
                  <a:pt x="212732" y="38415"/>
                  <a:pt x="212700" y="38415"/>
                </a:cubicBezTo>
                <a:cubicBezTo>
                  <a:pt x="212667" y="38415"/>
                  <a:pt x="212635" y="38418"/>
                  <a:pt x="212589" y="38424"/>
                </a:cubicBezTo>
                <a:cubicBezTo>
                  <a:pt x="212550" y="38437"/>
                  <a:pt x="212514" y="38437"/>
                  <a:pt x="212479" y="38437"/>
                </a:cubicBezTo>
                <a:cubicBezTo>
                  <a:pt x="212443" y="38437"/>
                  <a:pt x="212407" y="38437"/>
                  <a:pt x="212368" y="38450"/>
                </a:cubicBezTo>
                <a:cubicBezTo>
                  <a:pt x="212316" y="38476"/>
                  <a:pt x="212264" y="38516"/>
                  <a:pt x="212199" y="38516"/>
                </a:cubicBezTo>
                <a:cubicBezTo>
                  <a:pt x="212192" y="38518"/>
                  <a:pt x="212185" y="38519"/>
                  <a:pt x="212178" y="38519"/>
                </a:cubicBezTo>
                <a:cubicBezTo>
                  <a:pt x="212150" y="38519"/>
                  <a:pt x="212125" y="38500"/>
                  <a:pt x="212082" y="38490"/>
                </a:cubicBezTo>
                <a:cubicBezTo>
                  <a:pt x="212030" y="38490"/>
                  <a:pt x="211952" y="38516"/>
                  <a:pt x="211900" y="38516"/>
                </a:cubicBezTo>
                <a:cubicBezTo>
                  <a:pt x="211865" y="38516"/>
                  <a:pt x="211819" y="38521"/>
                  <a:pt x="211777" y="38521"/>
                </a:cubicBezTo>
                <a:cubicBezTo>
                  <a:pt x="211755" y="38521"/>
                  <a:pt x="211735" y="38520"/>
                  <a:pt x="211718" y="38516"/>
                </a:cubicBezTo>
                <a:cubicBezTo>
                  <a:pt x="211666" y="38516"/>
                  <a:pt x="211626" y="38490"/>
                  <a:pt x="211562" y="38490"/>
                </a:cubicBezTo>
                <a:lnTo>
                  <a:pt x="211197" y="38490"/>
                </a:lnTo>
                <a:cubicBezTo>
                  <a:pt x="211180" y="38490"/>
                  <a:pt x="211151" y="38495"/>
                  <a:pt x="211122" y="38495"/>
                </a:cubicBezTo>
                <a:cubicBezTo>
                  <a:pt x="211107" y="38495"/>
                  <a:pt x="211093" y="38494"/>
                  <a:pt x="211080" y="38490"/>
                </a:cubicBezTo>
                <a:cubicBezTo>
                  <a:pt x="211041" y="38476"/>
                  <a:pt x="211028" y="38438"/>
                  <a:pt x="210989" y="38424"/>
                </a:cubicBezTo>
                <a:cubicBezTo>
                  <a:pt x="210963" y="38411"/>
                  <a:pt x="210937" y="38411"/>
                  <a:pt x="210898" y="38411"/>
                </a:cubicBezTo>
                <a:cubicBezTo>
                  <a:pt x="210845" y="38398"/>
                  <a:pt x="210793" y="38372"/>
                  <a:pt x="210755" y="38359"/>
                </a:cubicBezTo>
                <a:cubicBezTo>
                  <a:pt x="210729" y="38333"/>
                  <a:pt x="210703" y="38307"/>
                  <a:pt x="210677" y="38294"/>
                </a:cubicBezTo>
                <a:cubicBezTo>
                  <a:pt x="210651" y="38281"/>
                  <a:pt x="210611" y="38268"/>
                  <a:pt x="210585" y="38255"/>
                </a:cubicBezTo>
                <a:cubicBezTo>
                  <a:pt x="210521" y="38203"/>
                  <a:pt x="210469" y="38112"/>
                  <a:pt x="210403" y="38047"/>
                </a:cubicBezTo>
                <a:cubicBezTo>
                  <a:pt x="210351" y="37995"/>
                  <a:pt x="210273" y="37956"/>
                  <a:pt x="210221" y="37904"/>
                </a:cubicBezTo>
                <a:cubicBezTo>
                  <a:pt x="210156" y="37865"/>
                  <a:pt x="210091" y="37851"/>
                  <a:pt x="210013" y="37851"/>
                </a:cubicBezTo>
                <a:cubicBezTo>
                  <a:pt x="209961" y="37851"/>
                  <a:pt x="209922" y="37825"/>
                  <a:pt x="209870" y="37825"/>
                </a:cubicBezTo>
                <a:cubicBezTo>
                  <a:pt x="209870" y="37828"/>
                  <a:pt x="209869" y="37829"/>
                  <a:pt x="209867" y="37829"/>
                </a:cubicBezTo>
                <a:cubicBezTo>
                  <a:pt x="209862" y="37829"/>
                  <a:pt x="209852" y="37822"/>
                  <a:pt x="209847" y="37822"/>
                </a:cubicBezTo>
                <a:cubicBezTo>
                  <a:pt x="209845" y="37822"/>
                  <a:pt x="209844" y="37823"/>
                  <a:pt x="209844" y="37825"/>
                </a:cubicBezTo>
                <a:cubicBezTo>
                  <a:pt x="209833" y="37753"/>
                  <a:pt x="209748" y="37713"/>
                  <a:pt x="209682" y="37713"/>
                </a:cubicBezTo>
                <a:cubicBezTo>
                  <a:pt x="209665" y="37713"/>
                  <a:pt x="209649" y="37716"/>
                  <a:pt x="209636" y="37721"/>
                </a:cubicBezTo>
                <a:cubicBezTo>
                  <a:pt x="209584" y="37747"/>
                  <a:pt x="209558" y="37773"/>
                  <a:pt x="209506" y="37773"/>
                </a:cubicBezTo>
                <a:lnTo>
                  <a:pt x="209388" y="37735"/>
                </a:lnTo>
                <a:cubicBezTo>
                  <a:pt x="209366" y="37735"/>
                  <a:pt x="209325" y="37706"/>
                  <a:pt x="209289" y="37706"/>
                </a:cubicBezTo>
                <a:cubicBezTo>
                  <a:pt x="209283" y="37706"/>
                  <a:pt x="209277" y="37707"/>
                  <a:pt x="209272" y="37709"/>
                </a:cubicBezTo>
                <a:cubicBezTo>
                  <a:pt x="209193" y="37747"/>
                  <a:pt x="209232" y="38047"/>
                  <a:pt x="209232" y="38125"/>
                </a:cubicBezTo>
                <a:cubicBezTo>
                  <a:pt x="209232" y="38216"/>
                  <a:pt x="209193" y="38359"/>
                  <a:pt x="209298" y="38385"/>
                </a:cubicBezTo>
                <a:cubicBezTo>
                  <a:pt x="209308" y="38388"/>
                  <a:pt x="209319" y="38389"/>
                  <a:pt x="209331" y="38389"/>
                </a:cubicBezTo>
                <a:cubicBezTo>
                  <a:pt x="209364" y="38389"/>
                  <a:pt x="209400" y="38381"/>
                  <a:pt x="209437" y="38381"/>
                </a:cubicBezTo>
                <a:cubicBezTo>
                  <a:pt x="209451" y="38381"/>
                  <a:pt x="209465" y="38383"/>
                  <a:pt x="209480" y="38385"/>
                </a:cubicBezTo>
                <a:cubicBezTo>
                  <a:pt x="209492" y="38464"/>
                  <a:pt x="209440" y="38568"/>
                  <a:pt x="209454" y="38658"/>
                </a:cubicBezTo>
                <a:cubicBezTo>
                  <a:pt x="209454" y="38710"/>
                  <a:pt x="209466" y="38762"/>
                  <a:pt x="209506" y="38802"/>
                </a:cubicBezTo>
                <a:cubicBezTo>
                  <a:pt x="209532" y="38828"/>
                  <a:pt x="209596" y="38854"/>
                  <a:pt x="209636" y="38866"/>
                </a:cubicBezTo>
                <a:cubicBezTo>
                  <a:pt x="209726" y="38906"/>
                  <a:pt x="209792" y="38958"/>
                  <a:pt x="209870" y="39010"/>
                </a:cubicBezTo>
                <a:cubicBezTo>
                  <a:pt x="209961" y="39062"/>
                  <a:pt x="210000" y="39075"/>
                  <a:pt x="210104" y="39075"/>
                </a:cubicBezTo>
                <a:cubicBezTo>
                  <a:pt x="210195" y="39075"/>
                  <a:pt x="210247" y="39114"/>
                  <a:pt x="210339" y="39127"/>
                </a:cubicBezTo>
                <a:cubicBezTo>
                  <a:pt x="210357" y="39127"/>
                  <a:pt x="210379" y="39124"/>
                  <a:pt x="210400" y="39124"/>
                </a:cubicBezTo>
                <a:cubicBezTo>
                  <a:pt x="210422" y="39124"/>
                  <a:pt x="210442" y="39127"/>
                  <a:pt x="210455" y="39140"/>
                </a:cubicBezTo>
                <a:cubicBezTo>
                  <a:pt x="210469" y="39179"/>
                  <a:pt x="210443" y="39231"/>
                  <a:pt x="210455" y="39270"/>
                </a:cubicBezTo>
                <a:cubicBezTo>
                  <a:pt x="210507" y="39348"/>
                  <a:pt x="210741" y="39296"/>
                  <a:pt x="210767" y="39374"/>
                </a:cubicBezTo>
                <a:cubicBezTo>
                  <a:pt x="210767" y="39439"/>
                  <a:pt x="210625" y="39569"/>
                  <a:pt x="210585" y="39595"/>
                </a:cubicBezTo>
                <a:cubicBezTo>
                  <a:pt x="210573" y="39609"/>
                  <a:pt x="210547" y="39609"/>
                  <a:pt x="210533" y="39621"/>
                </a:cubicBezTo>
                <a:lnTo>
                  <a:pt x="210495" y="39661"/>
                </a:lnTo>
                <a:cubicBezTo>
                  <a:pt x="210474" y="39676"/>
                  <a:pt x="210454" y="39679"/>
                  <a:pt x="210434" y="39679"/>
                </a:cubicBezTo>
                <a:cubicBezTo>
                  <a:pt x="210418" y="39679"/>
                  <a:pt x="210402" y="39677"/>
                  <a:pt x="210386" y="39677"/>
                </a:cubicBezTo>
                <a:cubicBezTo>
                  <a:pt x="210370" y="39677"/>
                  <a:pt x="210354" y="39679"/>
                  <a:pt x="210339" y="39687"/>
                </a:cubicBezTo>
                <a:cubicBezTo>
                  <a:pt x="210286" y="39713"/>
                  <a:pt x="210312" y="39791"/>
                  <a:pt x="210286" y="39829"/>
                </a:cubicBezTo>
                <a:cubicBezTo>
                  <a:pt x="210260" y="39869"/>
                  <a:pt x="210221" y="39869"/>
                  <a:pt x="210182" y="39895"/>
                </a:cubicBezTo>
                <a:cubicBezTo>
                  <a:pt x="210091" y="39921"/>
                  <a:pt x="210065" y="40025"/>
                  <a:pt x="209987" y="40077"/>
                </a:cubicBezTo>
                <a:cubicBezTo>
                  <a:pt x="209948" y="40116"/>
                  <a:pt x="209935" y="40116"/>
                  <a:pt x="209909" y="40168"/>
                </a:cubicBezTo>
                <a:cubicBezTo>
                  <a:pt x="209896" y="40207"/>
                  <a:pt x="209870" y="40272"/>
                  <a:pt x="209870" y="40298"/>
                </a:cubicBezTo>
                <a:cubicBezTo>
                  <a:pt x="209844" y="40428"/>
                  <a:pt x="210052" y="40467"/>
                  <a:pt x="210091" y="40571"/>
                </a:cubicBezTo>
                <a:cubicBezTo>
                  <a:pt x="210130" y="40676"/>
                  <a:pt x="209974" y="40702"/>
                  <a:pt x="209974" y="40792"/>
                </a:cubicBezTo>
                <a:cubicBezTo>
                  <a:pt x="209987" y="40832"/>
                  <a:pt x="210026" y="40844"/>
                  <a:pt x="210039" y="40870"/>
                </a:cubicBezTo>
                <a:cubicBezTo>
                  <a:pt x="210065" y="40922"/>
                  <a:pt x="210052" y="40948"/>
                  <a:pt x="210065" y="41000"/>
                </a:cubicBezTo>
                <a:cubicBezTo>
                  <a:pt x="210078" y="41118"/>
                  <a:pt x="210169" y="41118"/>
                  <a:pt x="210247" y="41170"/>
                </a:cubicBezTo>
                <a:lnTo>
                  <a:pt x="210247" y="41339"/>
                </a:lnTo>
                <a:cubicBezTo>
                  <a:pt x="210247" y="41417"/>
                  <a:pt x="210260" y="41482"/>
                  <a:pt x="210286" y="41547"/>
                </a:cubicBezTo>
                <a:cubicBezTo>
                  <a:pt x="210299" y="41599"/>
                  <a:pt x="210339" y="41664"/>
                  <a:pt x="210312" y="41703"/>
                </a:cubicBezTo>
                <a:cubicBezTo>
                  <a:pt x="210234" y="41703"/>
                  <a:pt x="210234" y="41729"/>
                  <a:pt x="210208" y="41795"/>
                </a:cubicBezTo>
                <a:cubicBezTo>
                  <a:pt x="210208" y="41821"/>
                  <a:pt x="210208" y="41899"/>
                  <a:pt x="210169" y="41925"/>
                </a:cubicBezTo>
                <a:cubicBezTo>
                  <a:pt x="210164" y="41927"/>
                  <a:pt x="210159" y="41928"/>
                  <a:pt x="210154" y="41928"/>
                </a:cubicBezTo>
                <a:cubicBezTo>
                  <a:pt x="210133" y="41928"/>
                  <a:pt x="210112" y="41909"/>
                  <a:pt x="210091" y="41899"/>
                </a:cubicBezTo>
                <a:cubicBezTo>
                  <a:pt x="210087" y="41898"/>
                  <a:pt x="210083" y="41898"/>
                  <a:pt x="210079" y="41898"/>
                </a:cubicBezTo>
                <a:cubicBezTo>
                  <a:pt x="209953" y="41898"/>
                  <a:pt x="210025" y="42110"/>
                  <a:pt x="210000" y="42197"/>
                </a:cubicBezTo>
                <a:cubicBezTo>
                  <a:pt x="209982" y="42203"/>
                  <a:pt x="209965" y="42205"/>
                  <a:pt x="209948" y="42205"/>
                </a:cubicBezTo>
                <a:cubicBezTo>
                  <a:pt x="209882" y="42205"/>
                  <a:pt x="209826" y="42171"/>
                  <a:pt x="209752" y="42171"/>
                </a:cubicBezTo>
                <a:cubicBezTo>
                  <a:pt x="209714" y="42171"/>
                  <a:pt x="209674" y="42171"/>
                  <a:pt x="209636" y="42145"/>
                </a:cubicBezTo>
                <a:cubicBezTo>
                  <a:pt x="209584" y="42119"/>
                  <a:pt x="209570" y="42041"/>
                  <a:pt x="209506" y="42029"/>
                </a:cubicBezTo>
                <a:cubicBezTo>
                  <a:pt x="209494" y="42023"/>
                  <a:pt x="209480" y="42020"/>
                  <a:pt x="209466" y="42020"/>
                </a:cubicBezTo>
                <a:cubicBezTo>
                  <a:pt x="209419" y="42020"/>
                  <a:pt x="209366" y="42047"/>
                  <a:pt x="209336" y="42067"/>
                </a:cubicBezTo>
                <a:cubicBezTo>
                  <a:pt x="209300" y="42085"/>
                  <a:pt x="209283" y="42093"/>
                  <a:pt x="209271" y="42093"/>
                </a:cubicBezTo>
                <a:cubicBezTo>
                  <a:pt x="209249" y="42093"/>
                  <a:pt x="209248" y="42067"/>
                  <a:pt x="209180" y="42041"/>
                </a:cubicBezTo>
                <a:cubicBezTo>
                  <a:pt x="209161" y="42033"/>
                  <a:pt x="209142" y="42030"/>
                  <a:pt x="209123" y="42030"/>
                </a:cubicBezTo>
                <a:cubicBezTo>
                  <a:pt x="209048" y="42030"/>
                  <a:pt x="208972" y="42083"/>
                  <a:pt x="208920" y="42145"/>
                </a:cubicBezTo>
                <a:cubicBezTo>
                  <a:pt x="208890" y="42176"/>
                  <a:pt x="208875" y="42206"/>
                  <a:pt x="208840" y="42206"/>
                </a:cubicBezTo>
                <a:cubicBezTo>
                  <a:pt x="208830" y="42206"/>
                  <a:pt x="208818" y="42203"/>
                  <a:pt x="208803" y="42197"/>
                </a:cubicBezTo>
                <a:cubicBezTo>
                  <a:pt x="208764" y="42185"/>
                  <a:pt x="208725" y="42145"/>
                  <a:pt x="208699" y="42133"/>
                </a:cubicBezTo>
                <a:cubicBezTo>
                  <a:pt x="208619" y="42102"/>
                  <a:pt x="208546" y="42034"/>
                  <a:pt x="208475" y="42034"/>
                </a:cubicBezTo>
                <a:cubicBezTo>
                  <a:pt x="208454" y="42034"/>
                  <a:pt x="208434" y="42040"/>
                  <a:pt x="208413" y="42055"/>
                </a:cubicBezTo>
                <a:cubicBezTo>
                  <a:pt x="208347" y="42093"/>
                  <a:pt x="208347" y="42223"/>
                  <a:pt x="208269" y="42237"/>
                </a:cubicBezTo>
                <a:cubicBezTo>
                  <a:pt x="208263" y="42238"/>
                  <a:pt x="208258" y="42239"/>
                  <a:pt x="208253" y="42239"/>
                </a:cubicBezTo>
                <a:cubicBezTo>
                  <a:pt x="208217" y="42239"/>
                  <a:pt x="208204" y="42211"/>
                  <a:pt x="208170" y="42211"/>
                </a:cubicBezTo>
                <a:cubicBezTo>
                  <a:pt x="208159" y="42211"/>
                  <a:pt x="208145" y="42214"/>
                  <a:pt x="208126" y="42223"/>
                </a:cubicBezTo>
                <a:cubicBezTo>
                  <a:pt x="208074" y="42250"/>
                  <a:pt x="208074" y="42302"/>
                  <a:pt x="208009" y="42315"/>
                </a:cubicBezTo>
                <a:cubicBezTo>
                  <a:pt x="207892" y="42341"/>
                  <a:pt x="207814" y="42341"/>
                  <a:pt x="207749" y="42458"/>
                </a:cubicBezTo>
                <a:cubicBezTo>
                  <a:pt x="207723" y="42497"/>
                  <a:pt x="207710" y="42536"/>
                  <a:pt x="207684" y="42575"/>
                </a:cubicBezTo>
                <a:cubicBezTo>
                  <a:pt x="207658" y="42614"/>
                  <a:pt x="207592" y="42640"/>
                  <a:pt x="207566" y="42679"/>
                </a:cubicBezTo>
                <a:cubicBezTo>
                  <a:pt x="207502" y="42770"/>
                  <a:pt x="207606" y="42940"/>
                  <a:pt x="207632" y="43030"/>
                </a:cubicBezTo>
                <a:cubicBezTo>
                  <a:pt x="207658" y="43108"/>
                  <a:pt x="207632" y="43212"/>
                  <a:pt x="207684" y="43290"/>
                </a:cubicBezTo>
                <a:cubicBezTo>
                  <a:pt x="207710" y="43343"/>
                  <a:pt x="207723" y="43356"/>
                  <a:pt x="207749" y="43434"/>
                </a:cubicBezTo>
                <a:cubicBezTo>
                  <a:pt x="207801" y="43616"/>
                  <a:pt x="207840" y="43824"/>
                  <a:pt x="207853" y="44019"/>
                </a:cubicBezTo>
                <a:cubicBezTo>
                  <a:pt x="207853" y="44071"/>
                  <a:pt x="207866" y="44201"/>
                  <a:pt x="207840" y="44253"/>
                </a:cubicBezTo>
                <a:cubicBezTo>
                  <a:pt x="207819" y="44302"/>
                  <a:pt x="207791" y="44317"/>
                  <a:pt x="207760" y="44317"/>
                </a:cubicBezTo>
                <a:cubicBezTo>
                  <a:pt x="207732" y="44317"/>
                  <a:pt x="207701" y="44305"/>
                  <a:pt x="207671" y="44293"/>
                </a:cubicBezTo>
                <a:cubicBezTo>
                  <a:pt x="207645" y="44267"/>
                  <a:pt x="207619" y="44253"/>
                  <a:pt x="207592" y="44253"/>
                </a:cubicBezTo>
                <a:lnTo>
                  <a:pt x="207488" y="44253"/>
                </a:lnTo>
                <a:cubicBezTo>
                  <a:pt x="207450" y="44241"/>
                  <a:pt x="207450" y="44215"/>
                  <a:pt x="207424" y="44189"/>
                </a:cubicBezTo>
                <a:cubicBezTo>
                  <a:pt x="207414" y="44185"/>
                  <a:pt x="207405" y="44183"/>
                  <a:pt x="207397" y="44183"/>
                </a:cubicBezTo>
                <a:cubicBezTo>
                  <a:pt x="207358" y="44183"/>
                  <a:pt x="207334" y="44220"/>
                  <a:pt x="207302" y="44220"/>
                </a:cubicBezTo>
                <a:cubicBezTo>
                  <a:pt x="207295" y="44220"/>
                  <a:pt x="207288" y="44219"/>
                  <a:pt x="207280" y="44215"/>
                </a:cubicBezTo>
                <a:cubicBezTo>
                  <a:pt x="207221" y="44202"/>
                  <a:pt x="207248" y="44148"/>
                  <a:pt x="207194" y="44148"/>
                </a:cubicBezTo>
                <a:cubicBezTo>
                  <a:pt x="207189" y="44148"/>
                  <a:pt x="207183" y="44148"/>
                  <a:pt x="207176" y="44149"/>
                </a:cubicBezTo>
                <a:cubicBezTo>
                  <a:pt x="207124" y="44149"/>
                  <a:pt x="207112" y="44201"/>
                  <a:pt x="207072" y="44227"/>
                </a:cubicBezTo>
                <a:cubicBezTo>
                  <a:pt x="207060" y="44149"/>
                  <a:pt x="207112" y="43993"/>
                  <a:pt x="207072" y="43929"/>
                </a:cubicBezTo>
                <a:cubicBezTo>
                  <a:pt x="207046" y="43889"/>
                  <a:pt x="207007" y="43903"/>
                  <a:pt x="206968" y="43863"/>
                </a:cubicBezTo>
                <a:cubicBezTo>
                  <a:pt x="206929" y="43824"/>
                  <a:pt x="206955" y="43720"/>
                  <a:pt x="206890" y="43694"/>
                </a:cubicBezTo>
                <a:cubicBezTo>
                  <a:pt x="206885" y="43693"/>
                  <a:pt x="206880" y="43692"/>
                  <a:pt x="206875" y="43692"/>
                </a:cubicBezTo>
                <a:cubicBezTo>
                  <a:pt x="206799" y="43692"/>
                  <a:pt x="206704" y="43866"/>
                  <a:pt x="206643" y="43915"/>
                </a:cubicBezTo>
                <a:cubicBezTo>
                  <a:pt x="206552" y="43877"/>
                  <a:pt x="206565" y="43642"/>
                  <a:pt x="206578" y="43564"/>
                </a:cubicBezTo>
                <a:cubicBezTo>
                  <a:pt x="206591" y="43512"/>
                  <a:pt x="206643" y="43434"/>
                  <a:pt x="206643" y="43382"/>
                </a:cubicBezTo>
                <a:lnTo>
                  <a:pt x="206643" y="43382"/>
                </a:lnTo>
                <a:cubicBezTo>
                  <a:pt x="206617" y="43395"/>
                  <a:pt x="206604" y="43408"/>
                  <a:pt x="206578" y="43408"/>
                </a:cubicBezTo>
                <a:cubicBezTo>
                  <a:pt x="206539" y="43278"/>
                  <a:pt x="206617" y="43186"/>
                  <a:pt x="206708" y="43134"/>
                </a:cubicBezTo>
                <a:cubicBezTo>
                  <a:pt x="206825" y="43070"/>
                  <a:pt x="206877" y="43056"/>
                  <a:pt x="206994" y="43056"/>
                </a:cubicBezTo>
                <a:cubicBezTo>
                  <a:pt x="207060" y="43056"/>
                  <a:pt x="207124" y="43030"/>
                  <a:pt x="207164" y="42978"/>
                </a:cubicBezTo>
                <a:cubicBezTo>
                  <a:pt x="207202" y="42926"/>
                  <a:pt x="207202" y="42822"/>
                  <a:pt x="207190" y="42770"/>
                </a:cubicBezTo>
                <a:cubicBezTo>
                  <a:pt x="207190" y="42744"/>
                  <a:pt x="207190" y="42666"/>
                  <a:pt x="207164" y="42640"/>
                </a:cubicBezTo>
                <a:cubicBezTo>
                  <a:pt x="207150" y="42614"/>
                  <a:pt x="207112" y="42601"/>
                  <a:pt x="207086" y="42575"/>
                </a:cubicBezTo>
                <a:cubicBezTo>
                  <a:pt x="207060" y="42523"/>
                  <a:pt x="207072" y="42471"/>
                  <a:pt x="207033" y="42406"/>
                </a:cubicBezTo>
                <a:cubicBezTo>
                  <a:pt x="207000" y="42363"/>
                  <a:pt x="206971" y="42347"/>
                  <a:pt x="206945" y="42347"/>
                </a:cubicBezTo>
                <a:cubicBezTo>
                  <a:pt x="206867" y="42347"/>
                  <a:pt x="206808" y="42484"/>
                  <a:pt x="206721" y="42484"/>
                </a:cubicBezTo>
                <a:cubicBezTo>
                  <a:pt x="206708" y="42406"/>
                  <a:pt x="206682" y="42367"/>
                  <a:pt x="206604" y="42341"/>
                </a:cubicBezTo>
                <a:cubicBezTo>
                  <a:pt x="206588" y="42335"/>
                  <a:pt x="206578" y="42333"/>
                  <a:pt x="206571" y="42333"/>
                </a:cubicBezTo>
                <a:cubicBezTo>
                  <a:pt x="206560" y="42333"/>
                  <a:pt x="206555" y="42336"/>
                  <a:pt x="206548" y="42336"/>
                </a:cubicBezTo>
                <a:cubicBezTo>
                  <a:pt x="206539" y="42336"/>
                  <a:pt x="206528" y="42330"/>
                  <a:pt x="206499" y="42302"/>
                </a:cubicBezTo>
                <a:cubicBezTo>
                  <a:pt x="206447" y="42263"/>
                  <a:pt x="206421" y="42185"/>
                  <a:pt x="206357" y="42159"/>
                </a:cubicBezTo>
                <a:cubicBezTo>
                  <a:pt x="206336" y="42146"/>
                  <a:pt x="206317" y="42141"/>
                  <a:pt x="206300" y="42141"/>
                </a:cubicBezTo>
                <a:cubicBezTo>
                  <a:pt x="206230" y="42141"/>
                  <a:pt x="206180" y="42226"/>
                  <a:pt x="206097" y="42237"/>
                </a:cubicBezTo>
                <a:cubicBezTo>
                  <a:pt x="206088" y="42241"/>
                  <a:pt x="206078" y="42243"/>
                  <a:pt x="206067" y="42243"/>
                </a:cubicBezTo>
                <a:cubicBezTo>
                  <a:pt x="206046" y="42243"/>
                  <a:pt x="206022" y="42237"/>
                  <a:pt x="206005" y="42237"/>
                </a:cubicBezTo>
                <a:cubicBezTo>
                  <a:pt x="205967" y="42250"/>
                  <a:pt x="205940" y="42276"/>
                  <a:pt x="205901" y="42276"/>
                </a:cubicBezTo>
                <a:cubicBezTo>
                  <a:pt x="205836" y="42276"/>
                  <a:pt x="205810" y="42223"/>
                  <a:pt x="205758" y="42197"/>
                </a:cubicBezTo>
                <a:cubicBezTo>
                  <a:pt x="205751" y="42195"/>
                  <a:pt x="205743" y="42194"/>
                  <a:pt x="205735" y="42194"/>
                </a:cubicBezTo>
                <a:cubicBezTo>
                  <a:pt x="205704" y="42194"/>
                  <a:pt x="205673" y="42211"/>
                  <a:pt x="205641" y="42211"/>
                </a:cubicBezTo>
                <a:cubicBezTo>
                  <a:pt x="205602" y="42197"/>
                  <a:pt x="205576" y="42185"/>
                  <a:pt x="205550" y="42171"/>
                </a:cubicBezTo>
                <a:cubicBezTo>
                  <a:pt x="205534" y="42168"/>
                  <a:pt x="205518" y="42168"/>
                  <a:pt x="205501" y="42168"/>
                </a:cubicBezTo>
                <a:cubicBezTo>
                  <a:pt x="205483" y="42168"/>
                  <a:pt x="205465" y="42169"/>
                  <a:pt x="205447" y="42169"/>
                </a:cubicBezTo>
                <a:cubicBezTo>
                  <a:pt x="205413" y="42169"/>
                  <a:pt x="205380" y="42165"/>
                  <a:pt x="205354" y="42145"/>
                </a:cubicBezTo>
                <a:cubicBezTo>
                  <a:pt x="205264" y="42081"/>
                  <a:pt x="205316" y="41925"/>
                  <a:pt x="205224" y="41847"/>
                </a:cubicBezTo>
                <a:cubicBezTo>
                  <a:pt x="205146" y="41885"/>
                  <a:pt x="205146" y="42185"/>
                  <a:pt x="205120" y="42276"/>
                </a:cubicBezTo>
                <a:cubicBezTo>
                  <a:pt x="205130" y="42176"/>
                  <a:pt x="205101" y="42095"/>
                  <a:pt x="205038" y="42095"/>
                </a:cubicBezTo>
                <a:cubicBezTo>
                  <a:pt x="205011" y="42095"/>
                  <a:pt x="204977" y="42110"/>
                  <a:pt x="204938" y="42145"/>
                </a:cubicBezTo>
                <a:cubicBezTo>
                  <a:pt x="204926" y="42171"/>
                  <a:pt x="204900" y="42211"/>
                  <a:pt x="204874" y="42237"/>
                </a:cubicBezTo>
                <a:cubicBezTo>
                  <a:pt x="204847" y="42237"/>
                  <a:pt x="204821" y="42237"/>
                  <a:pt x="204808" y="42250"/>
                </a:cubicBezTo>
                <a:cubicBezTo>
                  <a:pt x="204756" y="42263"/>
                  <a:pt x="204743" y="42328"/>
                  <a:pt x="204691" y="42341"/>
                </a:cubicBezTo>
                <a:cubicBezTo>
                  <a:pt x="204683" y="42344"/>
                  <a:pt x="204673" y="42345"/>
                  <a:pt x="204664" y="42345"/>
                </a:cubicBezTo>
                <a:cubicBezTo>
                  <a:pt x="204646" y="42345"/>
                  <a:pt x="204627" y="42341"/>
                  <a:pt x="204608" y="42341"/>
                </a:cubicBezTo>
                <a:cubicBezTo>
                  <a:pt x="204591" y="42341"/>
                  <a:pt x="204575" y="42344"/>
                  <a:pt x="204561" y="42354"/>
                </a:cubicBezTo>
                <a:cubicBezTo>
                  <a:pt x="204522" y="42380"/>
                  <a:pt x="204522" y="42445"/>
                  <a:pt x="204509" y="42484"/>
                </a:cubicBezTo>
                <a:cubicBezTo>
                  <a:pt x="204483" y="42549"/>
                  <a:pt x="204431" y="42666"/>
                  <a:pt x="204353" y="42692"/>
                </a:cubicBezTo>
                <a:cubicBezTo>
                  <a:pt x="204340" y="42699"/>
                  <a:pt x="204320" y="42699"/>
                  <a:pt x="204299" y="42699"/>
                </a:cubicBezTo>
                <a:cubicBezTo>
                  <a:pt x="204278" y="42699"/>
                  <a:pt x="204255" y="42699"/>
                  <a:pt x="204235" y="42705"/>
                </a:cubicBezTo>
                <a:cubicBezTo>
                  <a:pt x="204171" y="42705"/>
                  <a:pt x="204157" y="42718"/>
                  <a:pt x="204105" y="42744"/>
                </a:cubicBezTo>
                <a:cubicBezTo>
                  <a:pt x="204053" y="42784"/>
                  <a:pt x="204001" y="42784"/>
                  <a:pt x="203949" y="42836"/>
                </a:cubicBezTo>
                <a:lnTo>
                  <a:pt x="203911" y="42914"/>
                </a:lnTo>
                <a:lnTo>
                  <a:pt x="203819" y="42914"/>
                </a:lnTo>
                <a:cubicBezTo>
                  <a:pt x="203807" y="42940"/>
                  <a:pt x="203793" y="42966"/>
                  <a:pt x="203781" y="42978"/>
                </a:cubicBezTo>
                <a:cubicBezTo>
                  <a:pt x="203767" y="42985"/>
                  <a:pt x="203745" y="42988"/>
                  <a:pt x="203720" y="42988"/>
                </a:cubicBezTo>
                <a:cubicBezTo>
                  <a:pt x="203696" y="42988"/>
                  <a:pt x="203670" y="42985"/>
                  <a:pt x="203650" y="42978"/>
                </a:cubicBezTo>
                <a:cubicBezTo>
                  <a:pt x="203520" y="42966"/>
                  <a:pt x="203468" y="42862"/>
                  <a:pt x="203351" y="42810"/>
                </a:cubicBezTo>
                <a:cubicBezTo>
                  <a:pt x="203246" y="42926"/>
                  <a:pt x="203325" y="43134"/>
                  <a:pt x="203116" y="43160"/>
                </a:cubicBezTo>
                <a:cubicBezTo>
                  <a:pt x="203102" y="43163"/>
                  <a:pt x="203086" y="43163"/>
                  <a:pt x="203071" y="43163"/>
                </a:cubicBezTo>
                <a:cubicBezTo>
                  <a:pt x="203032" y="43163"/>
                  <a:pt x="202992" y="43159"/>
                  <a:pt x="202951" y="43159"/>
                </a:cubicBezTo>
                <a:cubicBezTo>
                  <a:pt x="202907" y="43159"/>
                  <a:pt x="202862" y="43164"/>
                  <a:pt x="202818" y="43186"/>
                </a:cubicBezTo>
                <a:cubicBezTo>
                  <a:pt x="202688" y="43252"/>
                  <a:pt x="202752" y="43473"/>
                  <a:pt x="202778" y="43590"/>
                </a:cubicBezTo>
                <a:cubicBezTo>
                  <a:pt x="202818" y="43694"/>
                  <a:pt x="202856" y="43798"/>
                  <a:pt x="202856" y="43903"/>
                </a:cubicBezTo>
                <a:cubicBezTo>
                  <a:pt x="202856" y="43993"/>
                  <a:pt x="202844" y="44097"/>
                  <a:pt x="202856" y="44189"/>
                </a:cubicBezTo>
                <a:cubicBezTo>
                  <a:pt x="202878" y="44193"/>
                  <a:pt x="202898" y="44194"/>
                  <a:pt x="202918" y="44194"/>
                </a:cubicBezTo>
                <a:cubicBezTo>
                  <a:pt x="202956" y="44194"/>
                  <a:pt x="202991" y="44189"/>
                  <a:pt x="203026" y="44189"/>
                </a:cubicBezTo>
                <a:cubicBezTo>
                  <a:pt x="203142" y="44189"/>
                  <a:pt x="203194" y="44241"/>
                  <a:pt x="203299" y="44279"/>
                </a:cubicBezTo>
                <a:cubicBezTo>
                  <a:pt x="203455" y="44357"/>
                  <a:pt x="203819" y="44357"/>
                  <a:pt x="203702" y="44631"/>
                </a:cubicBezTo>
                <a:cubicBezTo>
                  <a:pt x="203676" y="44683"/>
                  <a:pt x="203572" y="44813"/>
                  <a:pt x="203507" y="44839"/>
                </a:cubicBezTo>
                <a:cubicBezTo>
                  <a:pt x="203489" y="44845"/>
                  <a:pt x="203475" y="44848"/>
                  <a:pt x="203463" y="44848"/>
                </a:cubicBezTo>
                <a:cubicBezTo>
                  <a:pt x="203420" y="44848"/>
                  <a:pt x="203401" y="44817"/>
                  <a:pt x="203351" y="44787"/>
                </a:cubicBezTo>
                <a:cubicBezTo>
                  <a:pt x="203299" y="44761"/>
                  <a:pt x="203273" y="44748"/>
                  <a:pt x="203208" y="44748"/>
                </a:cubicBezTo>
                <a:cubicBezTo>
                  <a:pt x="203142" y="44761"/>
                  <a:pt x="203090" y="44787"/>
                  <a:pt x="203026" y="44787"/>
                </a:cubicBezTo>
                <a:cubicBezTo>
                  <a:pt x="203015" y="44790"/>
                  <a:pt x="203003" y="44791"/>
                  <a:pt x="202991" y="44791"/>
                </a:cubicBezTo>
                <a:cubicBezTo>
                  <a:pt x="202957" y="44791"/>
                  <a:pt x="202918" y="44783"/>
                  <a:pt x="202887" y="44783"/>
                </a:cubicBezTo>
                <a:cubicBezTo>
                  <a:pt x="202875" y="44783"/>
                  <a:pt x="202865" y="44784"/>
                  <a:pt x="202856" y="44787"/>
                </a:cubicBezTo>
                <a:cubicBezTo>
                  <a:pt x="202778" y="44813"/>
                  <a:pt x="202804" y="44904"/>
                  <a:pt x="202752" y="44944"/>
                </a:cubicBezTo>
                <a:cubicBezTo>
                  <a:pt x="202733" y="44963"/>
                  <a:pt x="202717" y="44966"/>
                  <a:pt x="202699" y="44966"/>
                </a:cubicBezTo>
                <a:cubicBezTo>
                  <a:pt x="202690" y="44966"/>
                  <a:pt x="202681" y="44965"/>
                  <a:pt x="202671" y="44965"/>
                </a:cubicBezTo>
                <a:cubicBezTo>
                  <a:pt x="202661" y="44965"/>
                  <a:pt x="202649" y="44966"/>
                  <a:pt x="202635" y="44970"/>
                </a:cubicBezTo>
                <a:cubicBezTo>
                  <a:pt x="202557" y="44996"/>
                  <a:pt x="202557" y="45060"/>
                  <a:pt x="202505" y="45100"/>
                </a:cubicBezTo>
                <a:cubicBezTo>
                  <a:pt x="202466" y="45138"/>
                  <a:pt x="202414" y="45164"/>
                  <a:pt x="202362" y="45164"/>
                </a:cubicBezTo>
                <a:cubicBezTo>
                  <a:pt x="202336" y="45171"/>
                  <a:pt x="202307" y="45171"/>
                  <a:pt x="202277" y="45171"/>
                </a:cubicBezTo>
                <a:cubicBezTo>
                  <a:pt x="202248" y="45171"/>
                  <a:pt x="202219" y="45171"/>
                  <a:pt x="202193" y="45178"/>
                </a:cubicBezTo>
                <a:cubicBezTo>
                  <a:pt x="202167" y="45256"/>
                  <a:pt x="202127" y="45346"/>
                  <a:pt x="202153" y="45424"/>
                </a:cubicBezTo>
                <a:cubicBezTo>
                  <a:pt x="202232" y="45424"/>
                  <a:pt x="202323" y="45502"/>
                  <a:pt x="202375" y="45555"/>
                </a:cubicBezTo>
                <a:cubicBezTo>
                  <a:pt x="202518" y="45724"/>
                  <a:pt x="202518" y="45945"/>
                  <a:pt x="202635" y="46115"/>
                </a:cubicBezTo>
                <a:cubicBezTo>
                  <a:pt x="202609" y="46127"/>
                  <a:pt x="202570" y="46153"/>
                  <a:pt x="202557" y="46167"/>
                </a:cubicBezTo>
                <a:cubicBezTo>
                  <a:pt x="202570" y="46245"/>
                  <a:pt x="202635" y="46297"/>
                  <a:pt x="202648" y="46387"/>
                </a:cubicBezTo>
                <a:cubicBezTo>
                  <a:pt x="202648" y="46427"/>
                  <a:pt x="202674" y="46622"/>
                  <a:pt x="202635" y="46661"/>
                </a:cubicBezTo>
                <a:cubicBezTo>
                  <a:pt x="202631" y="46670"/>
                  <a:pt x="202616" y="46673"/>
                  <a:pt x="202598" y="46673"/>
                </a:cubicBezTo>
                <a:cubicBezTo>
                  <a:pt x="202560" y="46673"/>
                  <a:pt x="202505" y="46661"/>
                  <a:pt x="202479" y="46661"/>
                </a:cubicBezTo>
                <a:cubicBezTo>
                  <a:pt x="202414" y="46661"/>
                  <a:pt x="202323" y="46700"/>
                  <a:pt x="202258" y="46700"/>
                </a:cubicBezTo>
                <a:cubicBezTo>
                  <a:pt x="202258" y="46674"/>
                  <a:pt x="202258" y="46648"/>
                  <a:pt x="202245" y="46635"/>
                </a:cubicBezTo>
                <a:cubicBezTo>
                  <a:pt x="202115" y="46635"/>
                  <a:pt x="202124" y="46891"/>
                  <a:pt x="201983" y="46891"/>
                </a:cubicBezTo>
                <a:cubicBezTo>
                  <a:pt x="201968" y="46891"/>
                  <a:pt x="201951" y="46888"/>
                  <a:pt x="201933" y="46882"/>
                </a:cubicBezTo>
                <a:cubicBezTo>
                  <a:pt x="201893" y="46869"/>
                  <a:pt x="201907" y="46830"/>
                  <a:pt x="201867" y="46817"/>
                </a:cubicBezTo>
                <a:cubicBezTo>
                  <a:pt x="201847" y="46802"/>
                  <a:pt x="201829" y="46798"/>
                  <a:pt x="201811" y="46798"/>
                </a:cubicBezTo>
                <a:cubicBezTo>
                  <a:pt x="201797" y="46798"/>
                  <a:pt x="201782" y="46801"/>
                  <a:pt x="201768" y="46801"/>
                </a:cubicBezTo>
                <a:cubicBezTo>
                  <a:pt x="201754" y="46801"/>
                  <a:pt x="201740" y="46799"/>
                  <a:pt x="201725" y="46791"/>
                </a:cubicBezTo>
                <a:cubicBezTo>
                  <a:pt x="201673" y="46765"/>
                  <a:pt x="201685" y="46687"/>
                  <a:pt x="201621" y="46661"/>
                </a:cubicBezTo>
                <a:cubicBezTo>
                  <a:pt x="201612" y="46657"/>
                  <a:pt x="201596" y="46655"/>
                  <a:pt x="201577" y="46655"/>
                </a:cubicBezTo>
                <a:cubicBezTo>
                  <a:pt x="201541" y="46655"/>
                  <a:pt x="201494" y="46661"/>
                  <a:pt x="201477" y="46661"/>
                </a:cubicBezTo>
                <a:cubicBezTo>
                  <a:pt x="201360" y="46700"/>
                  <a:pt x="201308" y="46908"/>
                  <a:pt x="201191" y="46908"/>
                </a:cubicBezTo>
                <a:lnTo>
                  <a:pt x="201191" y="46843"/>
                </a:lnTo>
                <a:cubicBezTo>
                  <a:pt x="201022" y="46817"/>
                  <a:pt x="201087" y="46804"/>
                  <a:pt x="201048" y="46661"/>
                </a:cubicBezTo>
                <a:cubicBezTo>
                  <a:pt x="201041" y="46659"/>
                  <a:pt x="201035" y="46658"/>
                  <a:pt x="201029" y="46658"/>
                </a:cubicBezTo>
                <a:cubicBezTo>
                  <a:pt x="200947" y="46658"/>
                  <a:pt x="200888" y="46807"/>
                  <a:pt x="200840" y="46843"/>
                </a:cubicBezTo>
                <a:cubicBezTo>
                  <a:pt x="200762" y="46895"/>
                  <a:pt x="200658" y="46843"/>
                  <a:pt x="200592" y="46921"/>
                </a:cubicBezTo>
                <a:cubicBezTo>
                  <a:pt x="200488" y="47077"/>
                  <a:pt x="200774" y="47338"/>
                  <a:pt x="200840" y="47468"/>
                </a:cubicBezTo>
                <a:cubicBezTo>
                  <a:pt x="200852" y="47494"/>
                  <a:pt x="200996" y="47871"/>
                  <a:pt x="200878" y="47871"/>
                </a:cubicBezTo>
                <a:cubicBezTo>
                  <a:pt x="200867" y="47789"/>
                  <a:pt x="200876" y="47706"/>
                  <a:pt x="200878" y="47624"/>
                </a:cubicBezTo>
                <a:lnTo>
                  <a:pt x="200878" y="47624"/>
                </a:lnTo>
                <a:cubicBezTo>
                  <a:pt x="200833" y="47624"/>
                  <a:pt x="200794" y="47630"/>
                  <a:pt x="200760" y="47630"/>
                </a:cubicBezTo>
                <a:cubicBezTo>
                  <a:pt x="200726" y="47630"/>
                  <a:pt x="200696" y="47624"/>
                  <a:pt x="200670" y="47598"/>
                </a:cubicBezTo>
                <a:cubicBezTo>
                  <a:pt x="200606" y="47532"/>
                  <a:pt x="200540" y="47480"/>
                  <a:pt x="200488" y="47402"/>
                </a:cubicBezTo>
                <a:cubicBezTo>
                  <a:pt x="200462" y="47376"/>
                  <a:pt x="200449" y="47324"/>
                  <a:pt x="200410" y="47298"/>
                </a:cubicBezTo>
                <a:cubicBezTo>
                  <a:pt x="200389" y="47282"/>
                  <a:pt x="200373" y="47276"/>
                  <a:pt x="200359" y="47276"/>
                </a:cubicBezTo>
                <a:cubicBezTo>
                  <a:pt x="200309" y="47276"/>
                  <a:pt x="200297" y="47364"/>
                  <a:pt x="200215" y="47364"/>
                </a:cubicBezTo>
                <a:cubicBezTo>
                  <a:pt x="200211" y="47364"/>
                  <a:pt x="200206" y="47364"/>
                  <a:pt x="200202" y="47364"/>
                </a:cubicBezTo>
                <a:cubicBezTo>
                  <a:pt x="200124" y="47364"/>
                  <a:pt x="200085" y="47260"/>
                  <a:pt x="200033" y="47260"/>
                </a:cubicBezTo>
                <a:cubicBezTo>
                  <a:pt x="199955" y="47260"/>
                  <a:pt x="199889" y="47376"/>
                  <a:pt x="199837" y="47402"/>
                </a:cubicBezTo>
                <a:cubicBezTo>
                  <a:pt x="199785" y="47437"/>
                  <a:pt x="199744" y="47443"/>
                  <a:pt x="199695" y="47443"/>
                </a:cubicBezTo>
                <a:cubicBezTo>
                  <a:pt x="199671" y="47443"/>
                  <a:pt x="199646" y="47442"/>
                  <a:pt x="199617" y="47442"/>
                </a:cubicBezTo>
                <a:cubicBezTo>
                  <a:pt x="199565" y="47442"/>
                  <a:pt x="199565" y="47442"/>
                  <a:pt x="199525" y="47468"/>
                </a:cubicBezTo>
                <a:cubicBezTo>
                  <a:pt x="199499" y="47520"/>
                  <a:pt x="199473" y="47546"/>
                  <a:pt x="199435" y="47572"/>
                </a:cubicBezTo>
                <a:cubicBezTo>
                  <a:pt x="199408" y="47584"/>
                  <a:pt x="199395" y="47584"/>
                  <a:pt x="199369" y="47584"/>
                </a:cubicBezTo>
                <a:lnTo>
                  <a:pt x="199330" y="47584"/>
                </a:lnTo>
                <a:cubicBezTo>
                  <a:pt x="199304" y="47624"/>
                  <a:pt x="199304" y="47650"/>
                  <a:pt x="199291" y="47689"/>
                </a:cubicBezTo>
                <a:cubicBezTo>
                  <a:pt x="199252" y="47741"/>
                  <a:pt x="199239" y="47715"/>
                  <a:pt x="199161" y="47728"/>
                </a:cubicBezTo>
                <a:cubicBezTo>
                  <a:pt x="199018" y="47741"/>
                  <a:pt x="198992" y="47897"/>
                  <a:pt x="198862" y="47910"/>
                </a:cubicBezTo>
                <a:cubicBezTo>
                  <a:pt x="198866" y="47962"/>
                  <a:pt x="198847" y="47981"/>
                  <a:pt x="198819" y="47981"/>
                </a:cubicBezTo>
                <a:cubicBezTo>
                  <a:pt x="198755" y="47981"/>
                  <a:pt x="198642" y="47889"/>
                  <a:pt x="198614" y="47871"/>
                </a:cubicBezTo>
                <a:cubicBezTo>
                  <a:pt x="198524" y="47793"/>
                  <a:pt x="198432" y="47741"/>
                  <a:pt x="198328" y="47689"/>
                </a:cubicBezTo>
                <a:cubicBezTo>
                  <a:pt x="198250" y="47650"/>
                  <a:pt x="198068" y="47520"/>
                  <a:pt x="197964" y="47520"/>
                </a:cubicBezTo>
                <a:cubicBezTo>
                  <a:pt x="197899" y="47520"/>
                  <a:pt x="197834" y="47624"/>
                  <a:pt x="197808" y="47689"/>
                </a:cubicBezTo>
                <a:cubicBezTo>
                  <a:pt x="197781" y="47728"/>
                  <a:pt x="197781" y="47793"/>
                  <a:pt x="197755" y="47845"/>
                </a:cubicBezTo>
                <a:cubicBezTo>
                  <a:pt x="197724" y="47891"/>
                  <a:pt x="197693" y="47901"/>
                  <a:pt x="197656" y="47901"/>
                </a:cubicBezTo>
                <a:cubicBezTo>
                  <a:pt x="197632" y="47901"/>
                  <a:pt x="197605" y="47897"/>
                  <a:pt x="197573" y="47897"/>
                </a:cubicBezTo>
                <a:cubicBezTo>
                  <a:pt x="197457" y="47897"/>
                  <a:pt x="197457" y="47923"/>
                  <a:pt x="197405" y="48040"/>
                </a:cubicBezTo>
                <a:cubicBezTo>
                  <a:pt x="197379" y="48118"/>
                  <a:pt x="197339" y="48170"/>
                  <a:pt x="197235" y="48183"/>
                </a:cubicBezTo>
                <a:cubicBezTo>
                  <a:pt x="197131" y="48196"/>
                  <a:pt x="197118" y="48157"/>
                  <a:pt x="197092" y="48287"/>
                </a:cubicBezTo>
                <a:cubicBezTo>
                  <a:pt x="197066" y="48457"/>
                  <a:pt x="197092" y="48561"/>
                  <a:pt x="196949" y="48665"/>
                </a:cubicBezTo>
                <a:cubicBezTo>
                  <a:pt x="196897" y="48677"/>
                  <a:pt x="196858" y="48703"/>
                  <a:pt x="196806" y="48729"/>
                </a:cubicBezTo>
                <a:cubicBezTo>
                  <a:pt x="196754" y="48782"/>
                  <a:pt x="196715" y="48847"/>
                  <a:pt x="196702" y="48925"/>
                </a:cubicBezTo>
                <a:cubicBezTo>
                  <a:pt x="196688" y="48990"/>
                  <a:pt x="196676" y="49016"/>
                  <a:pt x="196624" y="49068"/>
                </a:cubicBezTo>
                <a:cubicBezTo>
                  <a:pt x="196572" y="49133"/>
                  <a:pt x="196506" y="49250"/>
                  <a:pt x="196416" y="49250"/>
                </a:cubicBezTo>
                <a:cubicBezTo>
                  <a:pt x="196402" y="49316"/>
                  <a:pt x="196428" y="49342"/>
                  <a:pt x="196364" y="49368"/>
                </a:cubicBezTo>
                <a:cubicBezTo>
                  <a:pt x="196340" y="49384"/>
                  <a:pt x="196317" y="49391"/>
                  <a:pt x="196293" y="49391"/>
                </a:cubicBezTo>
                <a:cubicBezTo>
                  <a:pt x="196225" y="49391"/>
                  <a:pt x="196158" y="49338"/>
                  <a:pt x="196090" y="49328"/>
                </a:cubicBezTo>
                <a:cubicBezTo>
                  <a:pt x="196056" y="49317"/>
                  <a:pt x="196020" y="49313"/>
                  <a:pt x="195982" y="49313"/>
                </a:cubicBezTo>
                <a:cubicBezTo>
                  <a:pt x="195920" y="49313"/>
                  <a:pt x="195854" y="49323"/>
                  <a:pt x="195793" y="49323"/>
                </a:cubicBezTo>
                <a:cubicBezTo>
                  <a:pt x="195765" y="49323"/>
                  <a:pt x="195739" y="49321"/>
                  <a:pt x="195713" y="49316"/>
                </a:cubicBezTo>
                <a:cubicBezTo>
                  <a:pt x="195626" y="49294"/>
                  <a:pt x="195557" y="49244"/>
                  <a:pt x="195467" y="49244"/>
                </a:cubicBezTo>
                <a:cubicBezTo>
                  <a:pt x="195450" y="49244"/>
                  <a:pt x="195432" y="49246"/>
                  <a:pt x="195413" y="49250"/>
                </a:cubicBezTo>
                <a:cubicBezTo>
                  <a:pt x="195323" y="49263"/>
                  <a:pt x="195323" y="49342"/>
                  <a:pt x="195245" y="49380"/>
                </a:cubicBezTo>
                <a:cubicBezTo>
                  <a:pt x="195127" y="49432"/>
                  <a:pt x="194932" y="49446"/>
                  <a:pt x="194802" y="49458"/>
                </a:cubicBezTo>
                <a:cubicBezTo>
                  <a:pt x="194672" y="49472"/>
                  <a:pt x="194542" y="49498"/>
                  <a:pt x="194398" y="49498"/>
                </a:cubicBezTo>
                <a:cubicBezTo>
                  <a:pt x="194334" y="49498"/>
                  <a:pt x="194242" y="49484"/>
                  <a:pt x="194190" y="49484"/>
                </a:cubicBezTo>
                <a:cubicBezTo>
                  <a:pt x="194060" y="49510"/>
                  <a:pt x="194060" y="49640"/>
                  <a:pt x="193982" y="49718"/>
                </a:cubicBezTo>
                <a:cubicBezTo>
                  <a:pt x="193891" y="49810"/>
                  <a:pt x="193722" y="49784"/>
                  <a:pt x="193696" y="49927"/>
                </a:cubicBezTo>
                <a:cubicBezTo>
                  <a:pt x="193670" y="50031"/>
                  <a:pt x="193683" y="50122"/>
                  <a:pt x="193748" y="50200"/>
                </a:cubicBezTo>
                <a:cubicBezTo>
                  <a:pt x="193787" y="50265"/>
                  <a:pt x="193956" y="50421"/>
                  <a:pt x="193852" y="50487"/>
                </a:cubicBezTo>
                <a:cubicBezTo>
                  <a:pt x="193813" y="50513"/>
                  <a:pt x="193683" y="50513"/>
                  <a:pt x="193644" y="50525"/>
                </a:cubicBezTo>
                <a:lnTo>
                  <a:pt x="193475" y="50525"/>
                </a:lnTo>
                <a:cubicBezTo>
                  <a:pt x="193425" y="50516"/>
                  <a:pt x="193368" y="50490"/>
                  <a:pt x="193315" y="50490"/>
                </a:cubicBezTo>
                <a:cubicBezTo>
                  <a:pt x="193298" y="50490"/>
                  <a:pt x="193282" y="50493"/>
                  <a:pt x="193267" y="50499"/>
                </a:cubicBezTo>
                <a:cubicBezTo>
                  <a:pt x="193201" y="50591"/>
                  <a:pt x="193227" y="50695"/>
                  <a:pt x="193163" y="50785"/>
                </a:cubicBezTo>
                <a:cubicBezTo>
                  <a:pt x="193137" y="50811"/>
                  <a:pt x="193071" y="50889"/>
                  <a:pt x="193033" y="50903"/>
                </a:cubicBezTo>
                <a:cubicBezTo>
                  <a:pt x="193015" y="50915"/>
                  <a:pt x="192997" y="50921"/>
                  <a:pt x="192979" y="50921"/>
                </a:cubicBezTo>
                <a:cubicBezTo>
                  <a:pt x="192903" y="50921"/>
                  <a:pt x="192827" y="50827"/>
                  <a:pt x="192785" y="50785"/>
                </a:cubicBezTo>
                <a:cubicBezTo>
                  <a:pt x="192694" y="50681"/>
                  <a:pt x="192629" y="50643"/>
                  <a:pt x="192486" y="50591"/>
                </a:cubicBezTo>
                <a:cubicBezTo>
                  <a:pt x="192416" y="50560"/>
                  <a:pt x="192316" y="50508"/>
                  <a:pt x="192227" y="50508"/>
                </a:cubicBezTo>
                <a:cubicBezTo>
                  <a:pt x="192199" y="50508"/>
                  <a:pt x="192172" y="50513"/>
                  <a:pt x="192148" y="50525"/>
                </a:cubicBezTo>
                <a:cubicBezTo>
                  <a:pt x="192044" y="50591"/>
                  <a:pt x="192044" y="50773"/>
                  <a:pt x="191992" y="50877"/>
                </a:cubicBezTo>
                <a:cubicBezTo>
                  <a:pt x="191900" y="51059"/>
                  <a:pt x="191770" y="51033"/>
                  <a:pt x="191588" y="51046"/>
                </a:cubicBezTo>
                <a:cubicBezTo>
                  <a:pt x="191471" y="51059"/>
                  <a:pt x="191510" y="51124"/>
                  <a:pt x="191445" y="51202"/>
                </a:cubicBezTo>
                <a:cubicBezTo>
                  <a:pt x="191406" y="51254"/>
                  <a:pt x="191328" y="51254"/>
                  <a:pt x="191289" y="51306"/>
                </a:cubicBezTo>
                <a:cubicBezTo>
                  <a:pt x="191237" y="51358"/>
                  <a:pt x="191237" y="51476"/>
                  <a:pt x="191223" y="51540"/>
                </a:cubicBezTo>
                <a:cubicBezTo>
                  <a:pt x="191185" y="51696"/>
                  <a:pt x="191249" y="51774"/>
                  <a:pt x="191315" y="51904"/>
                </a:cubicBezTo>
                <a:cubicBezTo>
                  <a:pt x="191380" y="52035"/>
                  <a:pt x="191406" y="52204"/>
                  <a:pt x="191458" y="52334"/>
                </a:cubicBezTo>
                <a:cubicBezTo>
                  <a:pt x="191497" y="52425"/>
                  <a:pt x="191549" y="52451"/>
                  <a:pt x="191601" y="52529"/>
                </a:cubicBezTo>
                <a:cubicBezTo>
                  <a:pt x="191640" y="52595"/>
                  <a:pt x="191614" y="52673"/>
                  <a:pt x="191666" y="52737"/>
                </a:cubicBezTo>
                <a:cubicBezTo>
                  <a:pt x="191705" y="52789"/>
                  <a:pt x="191796" y="52815"/>
                  <a:pt x="191848" y="52855"/>
                </a:cubicBezTo>
                <a:cubicBezTo>
                  <a:pt x="191914" y="52919"/>
                  <a:pt x="191966" y="52997"/>
                  <a:pt x="192018" y="53063"/>
                </a:cubicBezTo>
                <a:cubicBezTo>
                  <a:pt x="192070" y="53128"/>
                  <a:pt x="192122" y="53401"/>
                  <a:pt x="192186" y="53427"/>
                </a:cubicBezTo>
                <a:cubicBezTo>
                  <a:pt x="192207" y="53434"/>
                  <a:pt x="192221" y="53436"/>
                  <a:pt x="192230" y="53436"/>
                </a:cubicBezTo>
                <a:cubicBezTo>
                  <a:pt x="192236" y="53436"/>
                  <a:pt x="192241" y="53435"/>
                  <a:pt x="192244" y="53435"/>
                </a:cubicBezTo>
                <a:cubicBezTo>
                  <a:pt x="192257" y="53435"/>
                  <a:pt x="192261" y="53441"/>
                  <a:pt x="192290" y="53492"/>
                </a:cubicBezTo>
                <a:cubicBezTo>
                  <a:pt x="192363" y="53601"/>
                  <a:pt x="192413" y="53676"/>
                  <a:pt x="192533" y="53676"/>
                </a:cubicBezTo>
                <a:cubicBezTo>
                  <a:pt x="192543" y="53676"/>
                  <a:pt x="192553" y="53675"/>
                  <a:pt x="192564" y="53674"/>
                </a:cubicBezTo>
                <a:cubicBezTo>
                  <a:pt x="192837" y="53648"/>
                  <a:pt x="193085" y="53479"/>
                  <a:pt x="193331" y="53401"/>
                </a:cubicBezTo>
                <a:cubicBezTo>
                  <a:pt x="193527" y="53336"/>
                  <a:pt x="193696" y="53323"/>
                  <a:pt x="193904" y="53323"/>
                </a:cubicBezTo>
                <a:cubicBezTo>
                  <a:pt x="194022" y="53310"/>
                  <a:pt x="194126" y="53245"/>
                  <a:pt x="194256" y="53245"/>
                </a:cubicBezTo>
                <a:cubicBezTo>
                  <a:pt x="194275" y="53243"/>
                  <a:pt x="194293" y="53242"/>
                  <a:pt x="194311" y="53242"/>
                </a:cubicBezTo>
                <a:cubicBezTo>
                  <a:pt x="194393" y="53242"/>
                  <a:pt x="194467" y="53265"/>
                  <a:pt x="194542" y="53297"/>
                </a:cubicBezTo>
                <a:cubicBezTo>
                  <a:pt x="194646" y="53349"/>
                  <a:pt x="194750" y="53440"/>
                  <a:pt x="194854" y="53453"/>
                </a:cubicBezTo>
                <a:cubicBezTo>
                  <a:pt x="194863" y="53455"/>
                  <a:pt x="194871" y="53455"/>
                  <a:pt x="194879" y="53455"/>
                </a:cubicBezTo>
                <a:cubicBezTo>
                  <a:pt x="195028" y="53455"/>
                  <a:pt x="195118" y="53245"/>
                  <a:pt x="195270" y="53245"/>
                </a:cubicBezTo>
                <a:cubicBezTo>
                  <a:pt x="195274" y="53245"/>
                  <a:pt x="195279" y="53245"/>
                  <a:pt x="195283" y="53245"/>
                </a:cubicBezTo>
                <a:cubicBezTo>
                  <a:pt x="195349" y="53245"/>
                  <a:pt x="195375" y="53310"/>
                  <a:pt x="195427" y="53323"/>
                </a:cubicBezTo>
                <a:cubicBezTo>
                  <a:pt x="195443" y="53328"/>
                  <a:pt x="195460" y="53330"/>
                  <a:pt x="195477" y="53330"/>
                </a:cubicBezTo>
                <a:cubicBezTo>
                  <a:pt x="195518" y="53330"/>
                  <a:pt x="195560" y="53319"/>
                  <a:pt x="195601" y="53319"/>
                </a:cubicBezTo>
                <a:cubicBezTo>
                  <a:pt x="195634" y="53319"/>
                  <a:pt x="195667" y="53326"/>
                  <a:pt x="195700" y="53349"/>
                </a:cubicBezTo>
                <a:cubicBezTo>
                  <a:pt x="195739" y="53388"/>
                  <a:pt x="195765" y="53453"/>
                  <a:pt x="195817" y="53492"/>
                </a:cubicBezTo>
                <a:cubicBezTo>
                  <a:pt x="195856" y="53518"/>
                  <a:pt x="195908" y="53544"/>
                  <a:pt x="195947" y="53570"/>
                </a:cubicBezTo>
                <a:cubicBezTo>
                  <a:pt x="196025" y="53609"/>
                  <a:pt x="196090" y="53648"/>
                  <a:pt x="196168" y="53674"/>
                </a:cubicBezTo>
                <a:cubicBezTo>
                  <a:pt x="196234" y="53700"/>
                  <a:pt x="196350" y="53726"/>
                  <a:pt x="196376" y="53792"/>
                </a:cubicBezTo>
                <a:cubicBezTo>
                  <a:pt x="196402" y="53844"/>
                  <a:pt x="196390" y="53896"/>
                  <a:pt x="196350" y="53922"/>
                </a:cubicBezTo>
                <a:cubicBezTo>
                  <a:pt x="196341" y="53926"/>
                  <a:pt x="196326" y="53927"/>
                  <a:pt x="196307" y="53927"/>
                </a:cubicBezTo>
                <a:cubicBezTo>
                  <a:pt x="196271" y="53927"/>
                  <a:pt x="196225" y="53922"/>
                  <a:pt x="196208" y="53922"/>
                </a:cubicBezTo>
                <a:cubicBezTo>
                  <a:pt x="196090" y="53922"/>
                  <a:pt x="195986" y="53908"/>
                  <a:pt x="195882" y="53882"/>
                </a:cubicBezTo>
                <a:cubicBezTo>
                  <a:pt x="195849" y="53871"/>
                  <a:pt x="195758" y="53841"/>
                  <a:pt x="195692" y="53841"/>
                </a:cubicBezTo>
                <a:cubicBezTo>
                  <a:pt x="195681" y="53841"/>
                  <a:pt x="195670" y="53842"/>
                  <a:pt x="195661" y="53844"/>
                </a:cubicBezTo>
                <a:cubicBezTo>
                  <a:pt x="195583" y="53856"/>
                  <a:pt x="195609" y="53882"/>
                  <a:pt x="195557" y="53908"/>
                </a:cubicBezTo>
                <a:cubicBezTo>
                  <a:pt x="195505" y="53948"/>
                  <a:pt x="195427" y="53948"/>
                  <a:pt x="195375" y="53986"/>
                </a:cubicBezTo>
                <a:cubicBezTo>
                  <a:pt x="195283" y="54038"/>
                  <a:pt x="195245" y="54064"/>
                  <a:pt x="195141" y="54064"/>
                </a:cubicBezTo>
                <a:cubicBezTo>
                  <a:pt x="195100" y="54064"/>
                  <a:pt x="194974" y="54019"/>
                  <a:pt x="194894" y="54019"/>
                </a:cubicBezTo>
                <a:cubicBezTo>
                  <a:pt x="194845" y="54019"/>
                  <a:pt x="194813" y="54036"/>
                  <a:pt x="194828" y="54090"/>
                </a:cubicBezTo>
                <a:cubicBezTo>
                  <a:pt x="194841" y="54156"/>
                  <a:pt x="195036" y="54273"/>
                  <a:pt x="195089" y="54299"/>
                </a:cubicBezTo>
                <a:cubicBezTo>
                  <a:pt x="195116" y="54311"/>
                  <a:pt x="195134" y="54315"/>
                  <a:pt x="195148" y="54315"/>
                </a:cubicBezTo>
                <a:cubicBezTo>
                  <a:pt x="195180" y="54315"/>
                  <a:pt x="195190" y="54291"/>
                  <a:pt x="195245" y="54273"/>
                </a:cubicBezTo>
                <a:cubicBezTo>
                  <a:pt x="195257" y="54325"/>
                  <a:pt x="195309" y="54338"/>
                  <a:pt x="195323" y="54377"/>
                </a:cubicBezTo>
                <a:cubicBezTo>
                  <a:pt x="195375" y="54455"/>
                  <a:pt x="195349" y="54533"/>
                  <a:pt x="195427" y="54585"/>
                </a:cubicBezTo>
                <a:cubicBezTo>
                  <a:pt x="195505" y="54637"/>
                  <a:pt x="195609" y="54650"/>
                  <a:pt x="195687" y="54702"/>
                </a:cubicBezTo>
                <a:cubicBezTo>
                  <a:pt x="195843" y="54793"/>
                  <a:pt x="196038" y="54859"/>
                  <a:pt x="196142" y="55015"/>
                </a:cubicBezTo>
                <a:cubicBezTo>
                  <a:pt x="196182" y="55067"/>
                  <a:pt x="196208" y="55171"/>
                  <a:pt x="196272" y="55197"/>
                </a:cubicBezTo>
                <a:cubicBezTo>
                  <a:pt x="196289" y="55201"/>
                  <a:pt x="196310" y="55202"/>
                  <a:pt x="196331" y="55202"/>
                </a:cubicBezTo>
                <a:cubicBezTo>
                  <a:pt x="196373" y="55202"/>
                  <a:pt x="196420" y="55197"/>
                  <a:pt x="196454" y="55197"/>
                </a:cubicBezTo>
                <a:cubicBezTo>
                  <a:pt x="196598" y="55197"/>
                  <a:pt x="196741" y="55183"/>
                  <a:pt x="196897" y="55171"/>
                </a:cubicBezTo>
                <a:cubicBezTo>
                  <a:pt x="196962" y="55164"/>
                  <a:pt x="197053" y="55148"/>
                  <a:pt x="197141" y="55148"/>
                </a:cubicBezTo>
                <a:cubicBezTo>
                  <a:pt x="197228" y="55148"/>
                  <a:pt x="197313" y="55164"/>
                  <a:pt x="197365" y="55223"/>
                </a:cubicBezTo>
                <a:cubicBezTo>
                  <a:pt x="197391" y="55235"/>
                  <a:pt x="197405" y="55261"/>
                  <a:pt x="197417" y="55287"/>
                </a:cubicBezTo>
                <a:cubicBezTo>
                  <a:pt x="197431" y="55301"/>
                  <a:pt x="197457" y="55314"/>
                  <a:pt x="197483" y="55327"/>
                </a:cubicBezTo>
                <a:cubicBezTo>
                  <a:pt x="197509" y="55353"/>
                  <a:pt x="197535" y="55366"/>
                  <a:pt x="197495" y="55405"/>
                </a:cubicBezTo>
                <a:cubicBezTo>
                  <a:pt x="197489" y="55414"/>
                  <a:pt x="197466" y="55417"/>
                  <a:pt x="197434" y="55417"/>
                </a:cubicBezTo>
                <a:cubicBezTo>
                  <a:pt x="197326" y="55417"/>
                  <a:pt x="197118" y="55379"/>
                  <a:pt x="197118" y="55379"/>
                </a:cubicBezTo>
                <a:cubicBezTo>
                  <a:pt x="197014" y="55353"/>
                  <a:pt x="196923" y="55327"/>
                  <a:pt x="196845" y="55275"/>
                </a:cubicBezTo>
                <a:cubicBezTo>
                  <a:pt x="196793" y="55261"/>
                  <a:pt x="196754" y="55249"/>
                  <a:pt x="196702" y="55223"/>
                </a:cubicBezTo>
                <a:cubicBezTo>
                  <a:pt x="196610" y="55235"/>
                  <a:pt x="196520" y="55418"/>
                  <a:pt x="196494" y="55509"/>
                </a:cubicBezTo>
                <a:cubicBezTo>
                  <a:pt x="196517" y="55515"/>
                  <a:pt x="196540" y="55517"/>
                  <a:pt x="196565" y="55517"/>
                </a:cubicBezTo>
                <a:cubicBezTo>
                  <a:pt x="196621" y="55517"/>
                  <a:pt x="196681" y="55507"/>
                  <a:pt x="196740" y="55507"/>
                </a:cubicBezTo>
                <a:cubicBezTo>
                  <a:pt x="196775" y="55507"/>
                  <a:pt x="196811" y="55510"/>
                  <a:pt x="196845" y="55522"/>
                </a:cubicBezTo>
                <a:cubicBezTo>
                  <a:pt x="196806" y="55545"/>
                  <a:pt x="196758" y="55550"/>
                  <a:pt x="196710" y="55550"/>
                </a:cubicBezTo>
                <a:cubicBezTo>
                  <a:pt x="196676" y="55550"/>
                  <a:pt x="196642" y="55548"/>
                  <a:pt x="196610" y="55548"/>
                </a:cubicBezTo>
                <a:cubicBezTo>
                  <a:pt x="196454" y="55561"/>
                  <a:pt x="196312" y="55587"/>
                  <a:pt x="196156" y="55587"/>
                </a:cubicBezTo>
                <a:cubicBezTo>
                  <a:pt x="195921" y="55587"/>
                  <a:pt x="195752" y="55509"/>
                  <a:pt x="195543" y="55457"/>
                </a:cubicBezTo>
                <a:cubicBezTo>
                  <a:pt x="195482" y="55440"/>
                  <a:pt x="195418" y="55435"/>
                  <a:pt x="195353" y="55435"/>
                </a:cubicBezTo>
                <a:cubicBezTo>
                  <a:pt x="195268" y="55435"/>
                  <a:pt x="195183" y="55444"/>
                  <a:pt x="195101" y="55444"/>
                </a:cubicBezTo>
                <a:cubicBezTo>
                  <a:pt x="194997" y="55444"/>
                  <a:pt x="194893" y="55418"/>
                  <a:pt x="194789" y="55405"/>
                </a:cubicBezTo>
                <a:cubicBezTo>
                  <a:pt x="194711" y="55405"/>
                  <a:pt x="194685" y="55444"/>
                  <a:pt x="194607" y="55470"/>
                </a:cubicBezTo>
                <a:cubicBezTo>
                  <a:pt x="194585" y="55474"/>
                  <a:pt x="194562" y="55476"/>
                  <a:pt x="194538" y="55476"/>
                </a:cubicBezTo>
                <a:cubicBezTo>
                  <a:pt x="194491" y="55476"/>
                  <a:pt x="194442" y="55470"/>
                  <a:pt x="194398" y="55470"/>
                </a:cubicBezTo>
                <a:cubicBezTo>
                  <a:pt x="194320" y="55470"/>
                  <a:pt x="194256" y="55509"/>
                  <a:pt x="194164" y="55509"/>
                </a:cubicBezTo>
                <a:cubicBezTo>
                  <a:pt x="194086" y="55522"/>
                  <a:pt x="194060" y="55496"/>
                  <a:pt x="194034" y="55587"/>
                </a:cubicBezTo>
                <a:cubicBezTo>
                  <a:pt x="194008" y="55639"/>
                  <a:pt x="194008" y="55704"/>
                  <a:pt x="193982" y="55756"/>
                </a:cubicBezTo>
                <a:cubicBezTo>
                  <a:pt x="193970" y="55808"/>
                  <a:pt x="193878" y="56056"/>
                  <a:pt x="193943" y="56108"/>
                </a:cubicBezTo>
                <a:cubicBezTo>
                  <a:pt x="193952" y="56116"/>
                  <a:pt x="193971" y="56119"/>
                  <a:pt x="193993" y="56119"/>
                </a:cubicBezTo>
                <a:cubicBezTo>
                  <a:pt x="194037" y="56119"/>
                  <a:pt x="194095" y="56108"/>
                  <a:pt x="194112" y="56108"/>
                </a:cubicBezTo>
                <a:cubicBezTo>
                  <a:pt x="194242" y="56108"/>
                  <a:pt x="194334" y="56134"/>
                  <a:pt x="194450" y="56186"/>
                </a:cubicBezTo>
                <a:cubicBezTo>
                  <a:pt x="194516" y="56224"/>
                  <a:pt x="194620" y="56264"/>
                  <a:pt x="194646" y="56342"/>
                </a:cubicBezTo>
                <a:cubicBezTo>
                  <a:pt x="194672" y="56407"/>
                  <a:pt x="194633" y="56459"/>
                  <a:pt x="194594" y="56498"/>
                </a:cubicBezTo>
                <a:cubicBezTo>
                  <a:pt x="194581" y="56537"/>
                  <a:pt x="194542" y="56615"/>
                  <a:pt x="194502" y="56641"/>
                </a:cubicBezTo>
                <a:cubicBezTo>
                  <a:pt x="194490" y="56647"/>
                  <a:pt x="194474" y="56650"/>
                  <a:pt x="194457" y="56650"/>
                </a:cubicBezTo>
                <a:cubicBezTo>
                  <a:pt x="194403" y="56650"/>
                  <a:pt x="194334" y="56625"/>
                  <a:pt x="194294" y="56615"/>
                </a:cubicBezTo>
                <a:cubicBezTo>
                  <a:pt x="194273" y="56611"/>
                  <a:pt x="194253" y="56609"/>
                  <a:pt x="194233" y="56609"/>
                </a:cubicBezTo>
                <a:cubicBezTo>
                  <a:pt x="194194" y="56609"/>
                  <a:pt x="194156" y="56615"/>
                  <a:pt x="194112" y="56615"/>
                </a:cubicBezTo>
                <a:cubicBezTo>
                  <a:pt x="194008" y="56615"/>
                  <a:pt x="193930" y="56550"/>
                  <a:pt x="193839" y="56537"/>
                </a:cubicBezTo>
                <a:cubicBezTo>
                  <a:pt x="193828" y="56535"/>
                  <a:pt x="193817" y="56534"/>
                  <a:pt x="193807" y="56534"/>
                </a:cubicBezTo>
                <a:cubicBezTo>
                  <a:pt x="193655" y="56534"/>
                  <a:pt x="193549" y="56701"/>
                  <a:pt x="193488" y="56823"/>
                </a:cubicBezTo>
                <a:cubicBezTo>
                  <a:pt x="193449" y="56915"/>
                  <a:pt x="193435" y="57019"/>
                  <a:pt x="193371" y="57097"/>
                </a:cubicBezTo>
                <a:cubicBezTo>
                  <a:pt x="193253" y="57227"/>
                  <a:pt x="193241" y="57331"/>
                  <a:pt x="193201" y="57487"/>
                </a:cubicBezTo>
                <a:cubicBezTo>
                  <a:pt x="193175" y="57578"/>
                  <a:pt x="193149" y="57604"/>
                  <a:pt x="193085" y="57669"/>
                </a:cubicBezTo>
                <a:cubicBezTo>
                  <a:pt x="193045" y="57721"/>
                  <a:pt x="193019" y="57799"/>
                  <a:pt x="192967" y="57825"/>
                </a:cubicBezTo>
                <a:cubicBezTo>
                  <a:pt x="192876" y="57890"/>
                  <a:pt x="192785" y="57812"/>
                  <a:pt x="192707" y="57916"/>
                </a:cubicBezTo>
                <a:cubicBezTo>
                  <a:pt x="192616" y="58046"/>
                  <a:pt x="192590" y="58150"/>
                  <a:pt x="192590" y="58306"/>
                </a:cubicBezTo>
                <a:cubicBezTo>
                  <a:pt x="192590" y="58436"/>
                  <a:pt x="192642" y="58488"/>
                  <a:pt x="192694" y="58593"/>
                </a:cubicBezTo>
                <a:cubicBezTo>
                  <a:pt x="192733" y="58632"/>
                  <a:pt x="192759" y="58697"/>
                  <a:pt x="192785" y="58736"/>
                </a:cubicBezTo>
                <a:cubicBezTo>
                  <a:pt x="192824" y="58762"/>
                  <a:pt x="192863" y="58775"/>
                  <a:pt x="192903" y="58814"/>
                </a:cubicBezTo>
                <a:cubicBezTo>
                  <a:pt x="192955" y="58879"/>
                  <a:pt x="193149" y="59087"/>
                  <a:pt x="193019" y="59153"/>
                </a:cubicBezTo>
                <a:cubicBezTo>
                  <a:pt x="192955" y="59191"/>
                  <a:pt x="192955" y="59153"/>
                  <a:pt x="192915" y="59231"/>
                </a:cubicBezTo>
                <a:cubicBezTo>
                  <a:pt x="192889" y="59257"/>
                  <a:pt x="192915" y="59257"/>
                  <a:pt x="192876" y="59295"/>
                </a:cubicBezTo>
                <a:cubicBezTo>
                  <a:pt x="192870" y="59302"/>
                  <a:pt x="192857" y="59302"/>
                  <a:pt x="192842" y="59302"/>
                </a:cubicBezTo>
                <a:cubicBezTo>
                  <a:pt x="192828" y="59302"/>
                  <a:pt x="192811" y="59302"/>
                  <a:pt x="192798" y="59309"/>
                </a:cubicBezTo>
                <a:cubicBezTo>
                  <a:pt x="192772" y="59321"/>
                  <a:pt x="192746" y="59425"/>
                  <a:pt x="192720" y="59451"/>
                </a:cubicBezTo>
                <a:cubicBezTo>
                  <a:pt x="192694" y="59503"/>
                  <a:pt x="192655" y="59555"/>
                  <a:pt x="192668" y="59621"/>
                </a:cubicBezTo>
                <a:cubicBezTo>
                  <a:pt x="192681" y="59699"/>
                  <a:pt x="192707" y="59686"/>
                  <a:pt x="192694" y="59790"/>
                </a:cubicBezTo>
                <a:cubicBezTo>
                  <a:pt x="192694" y="59881"/>
                  <a:pt x="192720" y="59959"/>
                  <a:pt x="192811" y="59998"/>
                </a:cubicBezTo>
                <a:cubicBezTo>
                  <a:pt x="192876" y="60024"/>
                  <a:pt x="192929" y="60011"/>
                  <a:pt x="192993" y="60063"/>
                </a:cubicBezTo>
                <a:cubicBezTo>
                  <a:pt x="193111" y="60168"/>
                  <a:pt x="193123" y="60376"/>
                  <a:pt x="193253" y="60466"/>
                </a:cubicBezTo>
                <a:cubicBezTo>
                  <a:pt x="193293" y="60480"/>
                  <a:pt x="193331" y="60480"/>
                  <a:pt x="193371" y="60492"/>
                </a:cubicBezTo>
                <a:cubicBezTo>
                  <a:pt x="193435" y="60518"/>
                  <a:pt x="193488" y="60558"/>
                  <a:pt x="193553" y="60570"/>
                </a:cubicBezTo>
                <a:cubicBezTo>
                  <a:pt x="193605" y="60584"/>
                  <a:pt x="193618" y="60570"/>
                  <a:pt x="193670" y="60596"/>
                </a:cubicBezTo>
                <a:cubicBezTo>
                  <a:pt x="193722" y="60610"/>
                  <a:pt x="193735" y="60648"/>
                  <a:pt x="193800" y="60648"/>
                </a:cubicBezTo>
                <a:cubicBezTo>
                  <a:pt x="193839" y="60636"/>
                  <a:pt x="193865" y="60610"/>
                  <a:pt x="193904" y="60610"/>
                </a:cubicBezTo>
                <a:cubicBezTo>
                  <a:pt x="193917" y="60605"/>
                  <a:pt x="193932" y="60604"/>
                  <a:pt x="193947" y="60604"/>
                </a:cubicBezTo>
                <a:cubicBezTo>
                  <a:pt x="193977" y="60604"/>
                  <a:pt x="194008" y="60610"/>
                  <a:pt x="194034" y="60610"/>
                </a:cubicBezTo>
                <a:lnTo>
                  <a:pt x="194320" y="60610"/>
                </a:lnTo>
                <a:cubicBezTo>
                  <a:pt x="194450" y="60610"/>
                  <a:pt x="194555" y="60636"/>
                  <a:pt x="194685" y="60636"/>
                </a:cubicBezTo>
                <a:cubicBezTo>
                  <a:pt x="194737" y="60636"/>
                  <a:pt x="194795" y="60641"/>
                  <a:pt x="194855" y="60641"/>
                </a:cubicBezTo>
                <a:cubicBezTo>
                  <a:pt x="194884" y="60641"/>
                  <a:pt x="194915" y="60640"/>
                  <a:pt x="194945" y="60636"/>
                </a:cubicBezTo>
                <a:cubicBezTo>
                  <a:pt x="194984" y="60622"/>
                  <a:pt x="195049" y="60622"/>
                  <a:pt x="195089" y="60596"/>
                </a:cubicBezTo>
                <a:cubicBezTo>
                  <a:pt x="195141" y="60570"/>
                  <a:pt x="195167" y="60506"/>
                  <a:pt x="195219" y="60480"/>
                </a:cubicBezTo>
                <a:cubicBezTo>
                  <a:pt x="195247" y="60461"/>
                  <a:pt x="195373" y="60448"/>
                  <a:pt x="195459" y="60448"/>
                </a:cubicBezTo>
                <a:cubicBezTo>
                  <a:pt x="195491" y="60448"/>
                  <a:pt x="195517" y="60450"/>
                  <a:pt x="195531" y="60454"/>
                </a:cubicBezTo>
                <a:cubicBezTo>
                  <a:pt x="195661" y="60506"/>
                  <a:pt x="195635" y="60753"/>
                  <a:pt x="195778" y="60792"/>
                </a:cubicBezTo>
                <a:cubicBezTo>
                  <a:pt x="195784" y="60793"/>
                  <a:pt x="195791" y="60793"/>
                  <a:pt x="195797" y="60793"/>
                </a:cubicBezTo>
                <a:cubicBezTo>
                  <a:pt x="195892" y="60793"/>
                  <a:pt x="195967" y="60714"/>
                  <a:pt x="196064" y="60714"/>
                </a:cubicBezTo>
                <a:cubicBezTo>
                  <a:pt x="196142" y="60700"/>
                  <a:pt x="196260" y="60700"/>
                  <a:pt x="196324" y="60648"/>
                </a:cubicBezTo>
                <a:cubicBezTo>
                  <a:pt x="196383" y="60614"/>
                  <a:pt x="196389" y="60568"/>
                  <a:pt x="196455" y="60568"/>
                </a:cubicBezTo>
                <a:cubicBezTo>
                  <a:pt x="196463" y="60568"/>
                  <a:pt x="196471" y="60569"/>
                  <a:pt x="196480" y="60570"/>
                </a:cubicBezTo>
                <a:cubicBezTo>
                  <a:pt x="196624" y="60584"/>
                  <a:pt x="196676" y="60700"/>
                  <a:pt x="196754" y="60805"/>
                </a:cubicBezTo>
                <a:cubicBezTo>
                  <a:pt x="196783" y="60845"/>
                  <a:pt x="196837" y="60863"/>
                  <a:pt x="196897" y="60863"/>
                </a:cubicBezTo>
                <a:cubicBezTo>
                  <a:pt x="196972" y="60863"/>
                  <a:pt x="197055" y="60835"/>
                  <a:pt x="197105" y="60792"/>
                </a:cubicBezTo>
                <a:cubicBezTo>
                  <a:pt x="197190" y="60719"/>
                  <a:pt x="197184" y="60635"/>
                  <a:pt x="197289" y="60635"/>
                </a:cubicBezTo>
                <a:cubicBezTo>
                  <a:pt x="197296" y="60635"/>
                  <a:pt x="197304" y="60635"/>
                  <a:pt x="197313" y="60636"/>
                </a:cubicBezTo>
                <a:cubicBezTo>
                  <a:pt x="197372" y="60645"/>
                  <a:pt x="197461" y="60692"/>
                  <a:pt x="197529" y="60692"/>
                </a:cubicBezTo>
                <a:cubicBezTo>
                  <a:pt x="197551" y="60692"/>
                  <a:pt x="197571" y="60687"/>
                  <a:pt x="197587" y="60674"/>
                </a:cubicBezTo>
                <a:cubicBezTo>
                  <a:pt x="197665" y="60622"/>
                  <a:pt x="197639" y="60454"/>
                  <a:pt x="197573" y="60414"/>
                </a:cubicBezTo>
                <a:cubicBezTo>
                  <a:pt x="197495" y="60376"/>
                  <a:pt x="197353" y="60376"/>
                  <a:pt x="197417" y="60258"/>
                </a:cubicBezTo>
                <a:cubicBezTo>
                  <a:pt x="197431" y="60206"/>
                  <a:pt x="197483" y="60168"/>
                  <a:pt x="197509" y="60115"/>
                </a:cubicBezTo>
                <a:cubicBezTo>
                  <a:pt x="197535" y="60076"/>
                  <a:pt x="197547" y="59998"/>
                  <a:pt x="197547" y="59946"/>
                </a:cubicBezTo>
                <a:cubicBezTo>
                  <a:pt x="197547" y="59855"/>
                  <a:pt x="197443" y="59790"/>
                  <a:pt x="197495" y="59712"/>
                </a:cubicBezTo>
                <a:cubicBezTo>
                  <a:pt x="197535" y="59673"/>
                  <a:pt x="197587" y="59660"/>
                  <a:pt x="197625" y="59633"/>
                </a:cubicBezTo>
                <a:cubicBezTo>
                  <a:pt x="197677" y="59581"/>
                  <a:pt x="197677" y="59555"/>
                  <a:pt x="197743" y="59543"/>
                </a:cubicBezTo>
                <a:cubicBezTo>
                  <a:pt x="197752" y="59540"/>
                  <a:pt x="197760" y="59539"/>
                  <a:pt x="197768" y="59539"/>
                </a:cubicBezTo>
                <a:cubicBezTo>
                  <a:pt x="197781" y="59539"/>
                  <a:pt x="197793" y="59542"/>
                  <a:pt x="197804" y="59542"/>
                </a:cubicBezTo>
                <a:cubicBezTo>
                  <a:pt x="197814" y="59542"/>
                  <a:pt x="197824" y="59539"/>
                  <a:pt x="197834" y="59529"/>
                </a:cubicBezTo>
                <a:cubicBezTo>
                  <a:pt x="197847" y="59517"/>
                  <a:pt x="197860" y="59425"/>
                  <a:pt x="197860" y="59399"/>
                </a:cubicBezTo>
                <a:cubicBezTo>
                  <a:pt x="197873" y="59321"/>
                  <a:pt x="197899" y="59217"/>
                  <a:pt x="197899" y="59139"/>
                </a:cubicBezTo>
                <a:cubicBezTo>
                  <a:pt x="197899" y="59075"/>
                  <a:pt x="197873" y="58983"/>
                  <a:pt x="197938" y="58931"/>
                </a:cubicBezTo>
                <a:cubicBezTo>
                  <a:pt x="198003" y="58879"/>
                  <a:pt x="198094" y="58918"/>
                  <a:pt x="198172" y="58879"/>
                </a:cubicBezTo>
                <a:cubicBezTo>
                  <a:pt x="198250" y="58814"/>
                  <a:pt x="198342" y="58736"/>
                  <a:pt x="198380" y="58645"/>
                </a:cubicBezTo>
                <a:cubicBezTo>
                  <a:pt x="198432" y="58540"/>
                  <a:pt x="198354" y="58384"/>
                  <a:pt x="198420" y="58280"/>
                </a:cubicBezTo>
                <a:cubicBezTo>
                  <a:pt x="198441" y="58245"/>
                  <a:pt x="198505" y="58225"/>
                  <a:pt x="198568" y="58225"/>
                </a:cubicBezTo>
                <a:cubicBezTo>
                  <a:pt x="198619" y="58225"/>
                  <a:pt x="198669" y="58238"/>
                  <a:pt x="198692" y="58268"/>
                </a:cubicBezTo>
                <a:cubicBezTo>
                  <a:pt x="198770" y="58332"/>
                  <a:pt x="198680" y="58462"/>
                  <a:pt x="198758" y="58528"/>
                </a:cubicBezTo>
                <a:cubicBezTo>
                  <a:pt x="198796" y="58567"/>
                  <a:pt x="198822" y="58567"/>
                  <a:pt x="198862" y="58619"/>
                </a:cubicBezTo>
                <a:cubicBezTo>
                  <a:pt x="198888" y="58671"/>
                  <a:pt x="198888" y="58697"/>
                  <a:pt x="198888" y="58749"/>
                </a:cubicBezTo>
                <a:cubicBezTo>
                  <a:pt x="198901" y="58853"/>
                  <a:pt x="198992" y="58996"/>
                  <a:pt x="199044" y="59087"/>
                </a:cubicBezTo>
                <a:cubicBezTo>
                  <a:pt x="199148" y="59257"/>
                  <a:pt x="199356" y="59335"/>
                  <a:pt x="199539" y="59335"/>
                </a:cubicBezTo>
                <a:cubicBezTo>
                  <a:pt x="199616" y="59335"/>
                  <a:pt x="199700" y="59323"/>
                  <a:pt x="199778" y="59323"/>
                </a:cubicBezTo>
                <a:cubicBezTo>
                  <a:pt x="199817" y="59323"/>
                  <a:pt x="199855" y="59326"/>
                  <a:pt x="199889" y="59335"/>
                </a:cubicBezTo>
                <a:cubicBezTo>
                  <a:pt x="200007" y="59361"/>
                  <a:pt x="200085" y="59451"/>
                  <a:pt x="200202" y="59491"/>
                </a:cubicBezTo>
                <a:cubicBezTo>
                  <a:pt x="200306" y="59517"/>
                  <a:pt x="200410" y="59529"/>
                  <a:pt x="200514" y="59543"/>
                </a:cubicBezTo>
                <a:cubicBezTo>
                  <a:pt x="200545" y="59546"/>
                  <a:pt x="200574" y="59548"/>
                  <a:pt x="200602" y="59548"/>
                </a:cubicBezTo>
                <a:cubicBezTo>
                  <a:pt x="200690" y="59548"/>
                  <a:pt x="200761" y="59525"/>
                  <a:pt x="200800" y="59425"/>
                </a:cubicBezTo>
                <a:cubicBezTo>
                  <a:pt x="200814" y="59373"/>
                  <a:pt x="200852" y="59335"/>
                  <a:pt x="200892" y="59321"/>
                </a:cubicBezTo>
                <a:cubicBezTo>
                  <a:pt x="200918" y="59361"/>
                  <a:pt x="200956" y="59399"/>
                  <a:pt x="200982" y="59439"/>
                </a:cubicBezTo>
                <a:cubicBezTo>
                  <a:pt x="201165" y="59647"/>
                  <a:pt x="201373" y="59660"/>
                  <a:pt x="201621" y="59712"/>
                </a:cubicBezTo>
                <a:cubicBezTo>
                  <a:pt x="201737" y="59738"/>
                  <a:pt x="201867" y="59738"/>
                  <a:pt x="201997" y="59777"/>
                </a:cubicBezTo>
                <a:cubicBezTo>
                  <a:pt x="202115" y="59803"/>
                  <a:pt x="202219" y="59868"/>
                  <a:pt x="202310" y="59933"/>
                </a:cubicBezTo>
                <a:cubicBezTo>
                  <a:pt x="202440" y="60024"/>
                  <a:pt x="202609" y="60063"/>
                  <a:pt x="202714" y="60180"/>
                </a:cubicBezTo>
                <a:cubicBezTo>
                  <a:pt x="202766" y="60232"/>
                  <a:pt x="202804" y="60284"/>
                  <a:pt x="202844" y="60350"/>
                </a:cubicBezTo>
                <a:cubicBezTo>
                  <a:pt x="202934" y="60440"/>
                  <a:pt x="203026" y="60506"/>
                  <a:pt x="203090" y="60622"/>
                </a:cubicBezTo>
                <a:cubicBezTo>
                  <a:pt x="203156" y="60714"/>
                  <a:pt x="203208" y="60792"/>
                  <a:pt x="203273" y="60883"/>
                </a:cubicBezTo>
                <a:cubicBezTo>
                  <a:pt x="203520" y="61169"/>
                  <a:pt x="203819" y="61391"/>
                  <a:pt x="204105" y="61625"/>
                </a:cubicBezTo>
                <a:cubicBezTo>
                  <a:pt x="204287" y="61781"/>
                  <a:pt x="204444" y="61963"/>
                  <a:pt x="204626" y="62106"/>
                </a:cubicBezTo>
                <a:cubicBezTo>
                  <a:pt x="204769" y="62223"/>
                  <a:pt x="204938" y="62314"/>
                  <a:pt x="205068" y="62432"/>
                </a:cubicBezTo>
                <a:cubicBezTo>
                  <a:pt x="205224" y="62574"/>
                  <a:pt x="205328" y="62730"/>
                  <a:pt x="205459" y="62874"/>
                </a:cubicBezTo>
                <a:cubicBezTo>
                  <a:pt x="205550" y="62965"/>
                  <a:pt x="205628" y="63056"/>
                  <a:pt x="205719" y="63134"/>
                </a:cubicBezTo>
                <a:cubicBezTo>
                  <a:pt x="205511" y="63212"/>
                  <a:pt x="205316" y="63277"/>
                  <a:pt x="205120" y="63368"/>
                </a:cubicBezTo>
                <a:cubicBezTo>
                  <a:pt x="204639" y="63563"/>
                  <a:pt x="204171" y="63785"/>
                  <a:pt x="203702" y="64019"/>
                </a:cubicBezTo>
                <a:cubicBezTo>
                  <a:pt x="203501" y="63729"/>
                  <a:pt x="203220" y="63662"/>
                  <a:pt x="202909" y="63662"/>
                </a:cubicBezTo>
                <a:cubicBezTo>
                  <a:pt x="202643" y="63662"/>
                  <a:pt x="202355" y="63711"/>
                  <a:pt x="202079" y="63711"/>
                </a:cubicBezTo>
                <a:cubicBezTo>
                  <a:pt x="201967" y="63711"/>
                  <a:pt x="201857" y="63703"/>
                  <a:pt x="201751" y="63681"/>
                </a:cubicBezTo>
                <a:cubicBezTo>
                  <a:pt x="201529" y="63629"/>
                  <a:pt x="201360" y="63499"/>
                  <a:pt x="201126" y="63447"/>
                </a:cubicBezTo>
                <a:cubicBezTo>
                  <a:pt x="201034" y="63429"/>
                  <a:pt x="200938" y="63425"/>
                  <a:pt x="200839" y="63425"/>
                </a:cubicBezTo>
                <a:cubicBezTo>
                  <a:pt x="200744" y="63425"/>
                  <a:pt x="200646" y="63429"/>
                  <a:pt x="200549" y="63429"/>
                </a:cubicBezTo>
                <a:cubicBezTo>
                  <a:pt x="200449" y="63429"/>
                  <a:pt x="200350" y="63424"/>
                  <a:pt x="200254" y="63407"/>
                </a:cubicBezTo>
                <a:cubicBezTo>
                  <a:pt x="199918" y="63350"/>
                  <a:pt x="199626" y="63279"/>
                  <a:pt x="199380" y="63279"/>
                </a:cubicBezTo>
                <a:cubicBezTo>
                  <a:pt x="199007" y="63279"/>
                  <a:pt x="198743" y="63443"/>
                  <a:pt x="198602" y="64071"/>
                </a:cubicBezTo>
                <a:cubicBezTo>
                  <a:pt x="198484" y="64630"/>
                  <a:pt x="198472" y="65020"/>
                  <a:pt x="198185" y="65567"/>
                </a:cubicBezTo>
                <a:cubicBezTo>
                  <a:pt x="198075" y="65787"/>
                  <a:pt x="197815" y="66618"/>
                  <a:pt x="197460" y="66618"/>
                </a:cubicBezTo>
                <a:cubicBezTo>
                  <a:pt x="197437" y="66618"/>
                  <a:pt x="197414" y="66615"/>
                  <a:pt x="197391" y="66608"/>
                </a:cubicBezTo>
                <a:cubicBezTo>
                  <a:pt x="197275" y="66244"/>
                  <a:pt x="197105" y="65931"/>
                  <a:pt x="196715" y="65801"/>
                </a:cubicBezTo>
                <a:cubicBezTo>
                  <a:pt x="196656" y="65785"/>
                  <a:pt x="196594" y="65780"/>
                  <a:pt x="196530" y="65780"/>
                </a:cubicBezTo>
                <a:cubicBezTo>
                  <a:pt x="196433" y="65780"/>
                  <a:pt x="196332" y="65791"/>
                  <a:pt x="196234" y="65791"/>
                </a:cubicBezTo>
                <a:cubicBezTo>
                  <a:pt x="196137" y="65791"/>
                  <a:pt x="196043" y="65780"/>
                  <a:pt x="195960" y="65737"/>
                </a:cubicBezTo>
                <a:cubicBezTo>
                  <a:pt x="195432" y="65460"/>
                  <a:pt x="195608" y="64104"/>
                  <a:pt x="194907" y="64104"/>
                </a:cubicBezTo>
                <a:cubicBezTo>
                  <a:pt x="194882" y="64104"/>
                  <a:pt x="194856" y="64106"/>
                  <a:pt x="194828" y="64110"/>
                </a:cubicBezTo>
                <a:cubicBezTo>
                  <a:pt x="194659" y="64123"/>
                  <a:pt x="194308" y="64526"/>
                  <a:pt x="194216" y="64644"/>
                </a:cubicBezTo>
                <a:cubicBezTo>
                  <a:pt x="194190" y="64722"/>
                  <a:pt x="194178" y="64800"/>
                  <a:pt x="194164" y="64878"/>
                </a:cubicBezTo>
                <a:cubicBezTo>
                  <a:pt x="194022" y="64956"/>
                  <a:pt x="193891" y="65046"/>
                  <a:pt x="193761" y="65125"/>
                </a:cubicBezTo>
                <a:cubicBezTo>
                  <a:pt x="193201" y="65737"/>
                  <a:pt x="193748" y="66309"/>
                  <a:pt x="194308" y="66621"/>
                </a:cubicBezTo>
                <a:cubicBezTo>
                  <a:pt x="194984" y="66986"/>
                  <a:pt x="195309" y="67415"/>
                  <a:pt x="195257" y="68261"/>
                </a:cubicBezTo>
                <a:cubicBezTo>
                  <a:pt x="195219" y="68768"/>
                  <a:pt x="194893" y="68703"/>
                  <a:pt x="194633" y="69146"/>
                </a:cubicBezTo>
                <a:cubicBezTo>
                  <a:pt x="194485" y="69392"/>
                  <a:pt x="194209" y="70023"/>
                  <a:pt x="193815" y="70023"/>
                </a:cubicBezTo>
                <a:cubicBezTo>
                  <a:pt x="193793" y="70023"/>
                  <a:pt x="193771" y="70021"/>
                  <a:pt x="193748" y="70017"/>
                </a:cubicBezTo>
                <a:cubicBezTo>
                  <a:pt x="193501" y="69979"/>
                  <a:pt x="193435" y="69523"/>
                  <a:pt x="193371" y="69354"/>
                </a:cubicBezTo>
                <a:cubicBezTo>
                  <a:pt x="193097" y="68729"/>
                  <a:pt x="193033" y="68664"/>
                  <a:pt x="192512" y="68508"/>
                </a:cubicBezTo>
                <a:cubicBezTo>
                  <a:pt x="192278" y="68430"/>
                  <a:pt x="192096" y="68157"/>
                  <a:pt x="191888" y="68105"/>
                </a:cubicBezTo>
                <a:cubicBezTo>
                  <a:pt x="191825" y="68092"/>
                  <a:pt x="191767" y="68086"/>
                  <a:pt x="191714" y="68086"/>
                </a:cubicBezTo>
                <a:cubicBezTo>
                  <a:pt x="190871" y="68086"/>
                  <a:pt x="191247" y="69659"/>
                  <a:pt x="190795" y="69953"/>
                </a:cubicBezTo>
                <a:cubicBezTo>
                  <a:pt x="190740" y="69990"/>
                  <a:pt x="190679" y="70002"/>
                  <a:pt x="190615" y="70002"/>
                </a:cubicBezTo>
                <a:cubicBezTo>
                  <a:pt x="190498" y="70002"/>
                  <a:pt x="190370" y="69961"/>
                  <a:pt x="190252" y="69961"/>
                </a:cubicBezTo>
                <a:cubicBezTo>
                  <a:pt x="190233" y="69961"/>
                  <a:pt x="190215" y="69963"/>
                  <a:pt x="190196" y="69965"/>
                </a:cubicBezTo>
                <a:cubicBezTo>
                  <a:pt x="189922" y="70005"/>
                  <a:pt x="189714" y="70147"/>
                  <a:pt x="189519" y="70329"/>
                </a:cubicBezTo>
                <a:cubicBezTo>
                  <a:pt x="189376" y="70459"/>
                  <a:pt x="189324" y="70694"/>
                  <a:pt x="189168" y="70785"/>
                </a:cubicBezTo>
                <a:cubicBezTo>
                  <a:pt x="189092" y="70827"/>
                  <a:pt x="189016" y="70844"/>
                  <a:pt x="188939" y="70844"/>
                </a:cubicBezTo>
                <a:cubicBezTo>
                  <a:pt x="188657" y="70844"/>
                  <a:pt x="188369" y="70614"/>
                  <a:pt x="188114" y="70512"/>
                </a:cubicBezTo>
                <a:cubicBezTo>
                  <a:pt x="187928" y="70440"/>
                  <a:pt x="187797" y="70407"/>
                  <a:pt x="187704" y="70407"/>
                </a:cubicBezTo>
                <a:cubicBezTo>
                  <a:pt x="187395" y="70407"/>
                  <a:pt x="187516" y="70770"/>
                  <a:pt x="187476" y="71240"/>
                </a:cubicBezTo>
                <a:cubicBezTo>
                  <a:pt x="187438" y="71748"/>
                  <a:pt x="187086" y="71800"/>
                  <a:pt x="186813" y="72229"/>
                </a:cubicBezTo>
                <a:cubicBezTo>
                  <a:pt x="186617" y="72555"/>
                  <a:pt x="186695" y="72776"/>
                  <a:pt x="186591" y="73114"/>
                </a:cubicBezTo>
                <a:cubicBezTo>
                  <a:pt x="186449" y="73310"/>
                  <a:pt x="186331" y="73530"/>
                  <a:pt x="186253" y="73752"/>
                </a:cubicBezTo>
                <a:cubicBezTo>
                  <a:pt x="186201" y="73986"/>
                  <a:pt x="186136" y="74207"/>
                  <a:pt x="186058" y="74415"/>
                </a:cubicBezTo>
                <a:cubicBezTo>
                  <a:pt x="185889" y="74611"/>
                  <a:pt x="185824" y="74533"/>
                  <a:pt x="185576" y="74637"/>
                </a:cubicBezTo>
                <a:cubicBezTo>
                  <a:pt x="185278" y="74779"/>
                  <a:pt x="184601" y="75222"/>
                  <a:pt x="184419" y="75456"/>
                </a:cubicBezTo>
                <a:cubicBezTo>
                  <a:pt x="184015" y="75977"/>
                  <a:pt x="183989" y="76771"/>
                  <a:pt x="183664" y="77317"/>
                </a:cubicBezTo>
                <a:cubicBezTo>
                  <a:pt x="183241" y="77281"/>
                  <a:pt x="182896" y="76694"/>
                  <a:pt x="182506" y="76694"/>
                </a:cubicBezTo>
                <a:cubicBezTo>
                  <a:pt x="182476" y="76694"/>
                  <a:pt x="182445" y="76698"/>
                  <a:pt x="182415" y="76705"/>
                </a:cubicBezTo>
                <a:cubicBezTo>
                  <a:pt x="182141" y="76783"/>
                  <a:pt x="182115" y="77187"/>
                  <a:pt x="181959" y="77343"/>
                </a:cubicBezTo>
                <a:cubicBezTo>
                  <a:pt x="181738" y="77578"/>
                  <a:pt x="181438" y="77590"/>
                  <a:pt x="181166" y="77786"/>
                </a:cubicBezTo>
                <a:cubicBezTo>
                  <a:pt x="180840" y="78006"/>
                  <a:pt x="180645" y="78332"/>
                  <a:pt x="180333" y="78553"/>
                </a:cubicBezTo>
                <a:cubicBezTo>
                  <a:pt x="180059" y="78723"/>
                  <a:pt x="179799" y="78657"/>
                  <a:pt x="179669" y="78995"/>
                </a:cubicBezTo>
                <a:cubicBezTo>
                  <a:pt x="179565" y="79243"/>
                  <a:pt x="179656" y="79776"/>
                  <a:pt x="179591" y="80088"/>
                </a:cubicBezTo>
                <a:cubicBezTo>
                  <a:pt x="179500" y="80531"/>
                  <a:pt x="179435" y="80973"/>
                  <a:pt x="179383" y="81403"/>
                </a:cubicBezTo>
                <a:lnTo>
                  <a:pt x="179226" y="81520"/>
                </a:lnTo>
                <a:cubicBezTo>
                  <a:pt x="178824" y="81767"/>
                  <a:pt x="178303" y="81962"/>
                  <a:pt x="177743" y="82132"/>
                </a:cubicBezTo>
                <a:cubicBezTo>
                  <a:pt x="177665" y="77994"/>
                  <a:pt x="177691" y="72633"/>
                  <a:pt x="177951" y="70798"/>
                </a:cubicBezTo>
                <a:cubicBezTo>
                  <a:pt x="178017" y="70889"/>
                  <a:pt x="178095" y="70980"/>
                  <a:pt x="178199" y="71032"/>
                </a:cubicBezTo>
                <a:cubicBezTo>
                  <a:pt x="178134" y="70929"/>
                  <a:pt x="178108" y="70813"/>
                  <a:pt x="178095" y="70710"/>
                </a:cubicBezTo>
                <a:lnTo>
                  <a:pt x="178095" y="70710"/>
                </a:lnTo>
                <a:cubicBezTo>
                  <a:pt x="178098" y="70723"/>
                  <a:pt x="178123" y="70746"/>
                  <a:pt x="178147" y="70746"/>
                </a:cubicBezTo>
                <a:cubicBezTo>
                  <a:pt x="178185" y="70772"/>
                  <a:pt x="178225" y="70772"/>
                  <a:pt x="178277" y="70785"/>
                </a:cubicBezTo>
                <a:cubicBezTo>
                  <a:pt x="178381" y="70798"/>
                  <a:pt x="178485" y="70837"/>
                  <a:pt x="178563" y="70902"/>
                </a:cubicBezTo>
                <a:cubicBezTo>
                  <a:pt x="178433" y="71110"/>
                  <a:pt x="178212" y="71292"/>
                  <a:pt x="177977" y="71332"/>
                </a:cubicBezTo>
                <a:cubicBezTo>
                  <a:pt x="178225" y="71292"/>
                  <a:pt x="178472" y="71162"/>
                  <a:pt x="178628" y="70954"/>
                </a:cubicBezTo>
                <a:lnTo>
                  <a:pt x="178628" y="70954"/>
                </a:lnTo>
                <a:cubicBezTo>
                  <a:pt x="178524" y="71228"/>
                  <a:pt x="178290" y="71448"/>
                  <a:pt x="178017" y="71552"/>
                </a:cubicBezTo>
                <a:cubicBezTo>
                  <a:pt x="178185" y="71514"/>
                  <a:pt x="178355" y="71422"/>
                  <a:pt x="178498" y="71318"/>
                </a:cubicBezTo>
                <a:lnTo>
                  <a:pt x="178498" y="71318"/>
                </a:lnTo>
                <a:cubicBezTo>
                  <a:pt x="178420" y="71422"/>
                  <a:pt x="178316" y="71526"/>
                  <a:pt x="178212" y="71592"/>
                </a:cubicBezTo>
                <a:cubicBezTo>
                  <a:pt x="178381" y="71552"/>
                  <a:pt x="178589" y="71436"/>
                  <a:pt x="178706" y="71306"/>
                </a:cubicBezTo>
                <a:lnTo>
                  <a:pt x="178706" y="71306"/>
                </a:lnTo>
                <a:cubicBezTo>
                  <a:pt x="178537" y="71578"/>
                  <a:pt x="178277" y="71800"/>
                  <a:pt x="177965" y="71917"/>
                </a:cubicBezTo>
                <a:cubicBezTo>
                  <a:pt x="178264" y="71878"/>
                  <a:pt x="178576" y="71735"/>
                  <a:pt x="178798" y="71540"/>
                </a:cubicBezTo>
                <a:lnTo>
                  <a:pt x="178798" y="71540"/>
                </a:lnTo>
                <a:cubicBezTo>
                  <a:pt x="178693" y="71644"/>
                  <a:pt x="178550" y="71774"/>
                  <a:pt x="178446" y="71878"/>
                </a:cubicBezTo>
                <a:cubicBezTo>
                  <a:pt x="178589" y="71826"/>
                  <a:pt x="178720" y="71748"/>
                  <a:pt x="178850" y="71657"/>
                </a:cubicBezTo>
                <a:lnTo>
                  <a:pt x="178850" y="71657"/>
                </a:lnTo>
                <a:cubicBezTo>
                  <a:pt x="178680" y="71839"/>
                  <a:pt x="178472" y="71995"/>
                  <a:pt x="178251" y="72125"/>
                </a:cubicBezTo>
                <a:cubicBezTo>
                  <a:pt x="178511" y="72047"/>
                  <a:pt x="178758" y="71917"/>
                  <a:pt x="178980" y="71735"/>
                </a:cubicBezTo>
                <a:lnTo>
                  <a:pt x="178980" y="71735"/>
                </a:lnTo>
                <a:cubicBezTo>
                  <a:pt x="178836" y="71943"/>
                  <a:pt x="178667" y="72139"/>
                  <a:pt x="178446" y="72229"/>
                </a:cubicBezTo>
                <a:cubicBezTo>
                  <a:pt x="178667" y="72165"/>
                  <a:pt x="178876" y="72021"/>
                  <a:pt x="179044" y="71852"/>
                </a:cubicBezTo>
                <a:lnTo>
                  <a:pt x="179044" y="71852"/>
                </a:lnTo>
                <a:cubicBezTo>
                  <a:pt x="178966" y="71982"/>
                  <a:pt x="178928" y="72086"/>
                  <a:pt x="178824" y="72203"/>
                </a:cubicBezTo>
                <a:cubicBezTo>
                  <a:pt x="178940" y="72125"/>
                  <a:pt x="179044" y="72047"/>
                  <a:pt x="179148" y="71969"/>
                </a:cubicBezTo>
                <a:lnTo>
                  <a:pt x="179148" y="71969"/>
                </a:lnTo>
                <a:cubicBezTo>
                  <a:pt x="179032" y="72139"/>
                  <a:pt x="178862" y="72321"/>
                  <a:pt x="178746" y="72489"/>
                </a:cubicBezTo>
                <a:cubicBezTo>
                  <a:pt x="178902" y="72399"/>
                  <a:pt x="179044" y="72295"/>
                  <a:pt x="179162" y="72165"/>
                </a:cubicBezTo>
                <a:lnTo>
                  <a:pt x="179162" y="72165"/>
                </a:lnTo>
                <a:cubicBezTo>
                  <a:pt x="179110" y="72307"/>
                  <a:pt x="179032" y="72437"/>
                  <a:pt x="178928" y="72555"/>
                </a:cubicBezTo>
                <a:cubicBezTo>
                  <a:pt x="179058" y="72437"/>
                  <a:pt x="179188" y="72333"/>
                  <a:pt x="179331" y="72217"/>
                </a:cubicBezTo>
                <a:lnTo>
                  <a:pt x="179331" y="72217"/>
                </a:lnTo>
                <a:cubicBezTo>
                  <a:pt x="179240" y="72463"/>
                  <a:pt x="179096" y="72685"/>
                  <a:pt x="178902" y="72854"/>
                </a:cubicBezTo>
                <a:cubicBezTo>
                  <a:pt x="179096" y="72724"/>
                  <a:pt x="179279" y="72593"/>
                  <a:pt x="179474" y="72463"/>
                </a:cubicBezTo>
                <a:lnTo>
                  <a:pt x="179474" y="72463"/>
                </a:lnTo>
                <a:cubicBezTo>
                  <a:pt x="179396" y="72645"/>
                  <a:pt x="179292" y="72802"/>
                  <a:pt x="179162" y="72945"/>
                </a:cubicBezTo>
                <a:cubicBezTo>
                  <a:pt x="179279" y="72880"/>
                  <a:pt x="179383" y="72789"/>
                  <a:pt x="179474" y="72698"/>
                </a:cubicBezTo>
                <a:lnTo>
                  <a:pt x="179474" y="72698"/>
                </a:lnTo>
                <a:cubicBezTo>
                  <a:pt x="179448" y="72828"/>
                  <a:pt x="179383" y="72945"/>
                  <a:pt x="179279" y="73023"/>
                </a:cubicBezTo>
                <a:cubicBezTo>
                  <a:pt x="179383" y="72945"/>
                  <a:pt x="179474" y="72867"/>
                  <a:pt x="179565" y="72763"/>
                </a:cubicBezTo>
                <a:lnTo>
                  <a:pt x="179565" y="72763"/>
                </a:lnTo>
                <a:cubicBezTo>
                  <a:pt x="179526" y="72971"/>
                  <a:pt x="179422" y="73166"/>
                  <a:pt x="179292" y="73336"/>
                </a:cubicBezTo>
                <a:cubicBezTo>
                  <a:pt x="179435" y="73244"/>
                  <a:pt x="179565" y="73127"/>
                  <a:pt x="179669" y="72997"/>
                </a:cubicBezTo>
                <a:lnTo>
                  <a:pt x="179669" y="72997"/>
                </a:lnTo>
                <a:cubicBezTo>
                  <a:pt x="179617" y="73114"/>
                  <a:pt x="179539" y="73232"/>
                  <a:pt x="179448" y="73336"/>
                </a:cubicBezTo>
                <a:cubicBezTo>
                  <a:pt x="179539" y="73244"/>
                  <a:pt x="179630" y="73166"/>
                  <a:pt x="179708" y="73075"/>
                </a:cubicBezTo>
                <a:lnTo>
                  <a:pt x="179708" y="73075"/>
                </a:lnTo>
                <a:cubicBezTo>
                  <a:pt x="179604" y="73270"/>
                  <a:pt x="179474" y="73452"/>
                  <a:pt x="179305" y="73608"/>
                </a:cubicBezTo>
                <a:cubicBezTo>
                  <a:pt x="179513" y="73504"/>
                  <a:pt x="179695" y="73374"/>
                  <a:pt x="179851" y="73206"/>
                </a:cubicBezTo>
                <a:lnTo>
                  <a:pt x="179851" y="73206"/>
                </a:lnTo>
                <a:cubicBezTo>
                  <a:pt x="179825" y="73322"/>
                  <a:pt x="179760" y="73440"/>
                  <a:pt x="179682" y="73544"/>
                </a:cubicBezTo>
                <a:cubicBezTo>
                  <a:pt x="179773" y="73466"/>
                  <a:pt x="179825" y="73426"/>
                  <a:pt x="179903" y="73348"/>
                </a:cubicBezTo>
                <a:lnTo>
                  <a:pt x="179903" y="73348"/>
                </a:lnTo>
                <a:cubicBezTo>
                  <a:pt x="179829" y="73569"/>
                  <a:pt x="179663" y="73767"/>
                  <a:pt x="179459" y="73876"/>
                </a:cubicBezTo>
                <a:lnTo>
                  <a:pt x="179459" y="73876"/>
                </a:lnTo>
                <a:cubicBezTo>
                  <a:pt x="179628" y="73790"/>
                  <a:pt x="179796" y="73690"/>
                  <a:pt x="179929" y="73544"/>
                </a:cubicBezTo>
                <a:lnTo>
                  <a:pt x="179929" y="73544"/>
                </a:lnTo>
                <a:cubicBezTo>
                  <a:pt x="179865" y="73712"/>
                  <a:pt x="179747" y="73856"/>
                  <a:pt x="179604" y="73973"/>
                </a:cubicBezTo>
                <a:cubicBezTo>
                  <a:pt x="179721" y="73882"/>
                  <a:pt x="179825" y="73791"/>
                  <a:pt x="179943" y="73712"/>
                </a:cubicBezTo>
                <a:lnTo>
                  <a:pt x="179943" y="73712"/>
                </a:lnTo>
                <a:cubicBezTo>
                  <a:pt x="179851" y="73882"/>
                  <a:pt x="179721" y="74038"/>
                  <a:pt x="179565" y="74168"/>
                </a:cubicBezTo>
                <a:cubicBezTo>
                  <a:pt x="179786" y="74064"/>
                  <a:pt x="179943" y="73895"/>
                  <a:pt x="180047" y="73674"/>
                </a:cubicBezTo>
                <a:lnTo>
                  <a:pt x="180047" y="73674"/>
                </a:lnTo>
                <a:cubicBezTo>
                  <a:pt x="179981" y="73882"/>
                  <a:pt x="179865" y="74142"/>
                  <a:pt x="179799" y="74337"/>
                </a:cubicBezTo>
                <a:cubicBezTo>
                  <a:pt x="179891" y="74220"/>
                  <a:pt x="180007" y="74103"/>
                  <a:pt x="180111" y="73986"/>
                </a:cubicBezTo>
                <a:lnTo>
                  <a:pt x="180111" y="73986"/>
                </a:lnTo>
                <a:cubicBezTo>
                  <a:pt x="180073" y="74103"/>
                  <a:pt x="180021" y="74285"/>
                  <a:pt x="179981" y="74403"/>
                </a:cubicBezTo>
                <a:cubicBezTo>
                  <a:pt x="180059" y="74299"/>
                  <a:pt x="180137" y="74181"/>
                  <a:pt x="180215" y="74077"/>
                </a:cubicBezTo>
                <a:cubicBezTo>
                  <a:pt x="180255" y="73244"/>
                  <a:pt x="180047" y="72411"/>
                  <a:pt x="179604" y="71709"/>
                </a:cubicBezTo>
                <a:cubicBezTo>
                  <a:pt x="179448" y="71448"/>
                  <a:pt x="179266" y="71228"/>
                  <a:pt x="179058" y="71019"/>
                </a:cubicBezTo>
                <a:cubicBezTo>
                  <a:pt x="179252" y="70850"/>
                  <a:pt x="179435" y="70629"/>
                  <a:pt x="179526" y="70407"/>
                </a:cubicBezTo>
                <a:lnTo>
                  <a:pt x="179526" y="70407"/>
                </a:lnTo>
                <a:cubicBezTo>
                  <a:pt x="179474" y="70551"/>
                  <a:pt x="179396" y="70733"/>
                  <a:pt x="179344" y="70876"/>
                </a:cubicBezTo>
                <a:cubicBezTo>
                  <a:pt x="179461" y="70772"/>
                  <a:pt x="179552" y="70642"/>
                  <a:pt x="179630" y="70499"/>
                </a:cubicBezTo>
                <a:lnTo>
                  <a:pt x="179630" y="70499"/>
                </a:lnTo>
                <a:cubicBezTo>
                  <a:pt x="179552" y="70746"/>
                  <a:pt x="179422" y="70993"/>
                  <a:pt x="179266" y="71202"/>
                </a:cubicBezTo>
                <a:cubicBezTo>
                  <a:pt x="179487" y="71019"/>
                  <a:pt x="179656" y="70785"/>
                  <a:pt x="179786" y="70525"/>
                </a:cubicBezTo>
                <a:lnTo>
                  <a:pt x="179786" y="70525"/>
                </a:lnTo>
                <a:cubicBezTo>
                  <a:pt x="179734" y="70772"/>
                  <a:pt x="179669" y="71032"/>
                  <a:pt x="179500" y="71228"/>
                </a:cubicBezTo>
                <a:cubicBezTo>
                  <a:pt x="179682" y="71046"/>
                  <a:pt x="179813" y="70837"/>
                  <a:pt x="179891" y="70590"/>
                </a:cubicBezTo>
                <a:lnTo>
                  <a:pt x="179891" y="70590"/>
                </a:lnTo>
                <a:cubicBezTo>
                  <a:pt x="179891" y="70746"/>
                  <a:pt x="179891" y="70876"/>
                  <a:pt x="179851" y="71019"/>
                </a:cubicBezTo>
                <a:cubicBezTo>
                  <a:pt x="179917" y="70902"/>
                  <a:pt x="179981" y="70785"/>
                  <a:pt x="180059" y="70655"/>
                </a:cubicBezTo>
                <a:lnTo>
                  <a:pt x="180059" y="70655"/>
                </a:lnTo>
                <a:lnTo>
                  <a:pt x="179891" y="71332"/>
                </a:lnTo>
                <a:cubicBezTo>
                  <a:pt x="180007" y="71176"/>
                  <a:pt x="180099" y="71006"/>
                  <a:pt x="180151" y="70837"/>
                </a:cubicBezTo>
                <a:lnTo>
                  <a:pt x="180151" y="70837"/>
                </a:lnTo>
                <a:cubicBezTo>
                  <a:pt x="180163" y="70993"/>
                  <a:pt x="180151" y="71150"/>
                  <a:pt x="180099" y="71306"/>
                </a:cubicBezTo>
                <a:cubicBezTo>
                  <a:pt x="180177" y="71150"/>
                  <a:pt x="180255" y="70980"/>
                  <a:pt x="180319" y="70811"/>
                </a:cubicBezTo>
                <a:lnTo>
                  <a:pt x="180319" y="70811"/>
                </a:lnTo>
                <a:cubicBezTo>
                  <a:pt x="180345" y="71084"/>
                  <a:pt x="180307" y="71358"/>
                  <a:pt x="180215" y="71605"/>
                </a:cubicBezTo>
                <a:lnTo>
                  <a:pt x="180567" y="70980"/>
                </a:lnTo>
                <a:lnTo>
                  <a:pt x="180567" y="70980"/>
                </a:lnTo>
                <a:cubicBezTo>
                  <a:pt x="180580" y="71188"/>
                  <a:pt x="180554" y="71384"/>
                  <a:pt x="180489" y="71578"/>
                </a:cubicBezTo>
                <a:cubicBezTo>
                  <a:pt x="180567" y="71462"/>
                  <a:pt x="180632" y="71332"/>
                  <a:pt x="180671" y="71202"/>
                </a:cubicBezTo>
                <a:lnTo>
                  <a:pt x="180671" y="71202"/>
                </a:lnTo>
                <a:cubicBezTo>
                  <a:pt x="180710" y="71332"/>
                  <a:pt x="180697" y="71474"/>
                  <a:pt x="180632" y="71592"/>
                </a:cubicBezTo>
                <a:cubicBezTo>
                  <a:pt x="180697" y="71474"/>
                  <a:pt x="180762" y="71358"/>
                  <a:pt x="180788" y="71228"/>
                </a:cubicBezTo>
                <a:cubicBezTo>
                  <a:pt x="180840" y="71436"/>
                  <a:pt x="180840" y="71670"/>
                  <a:pt x="180788" y="71878"/>
                </a:cubicBezTo>
                <a:cubicBezTo>
                  <a:pt x="180892" y="71735"/>
                  <a:pt x="180958" y="71566"/>
                  <a:pt x="180996" y="71396"/>
                </a:cubicBezTo>
                <a:lnTo>
                  <a:pt x="180996" y="71396"/>
                </a:lnTo>
                <a:cubicBezTo>
                  <a:pt x="180996" y="71526"/>
                  <a:pt x="180970" y="71670"/>
                  <a:pt x="180944" y="71813"/>
                </a:cubicBezTo>
                <a:cubicBezTo>
                  <a:pt x="180984" y="71683"/>
                  <a:pt x="181022" y="71578"/>
                  <a:pt x="181074" y="71448"/>
                </a:cubicBezTo>
                <a:lnTo>
                  <a:pt x="181074" y="71448"/>
                </a:lnTo>
                <a:cubicBezTo>
                  <a:pt x="181062" y="71683"/>
                  <a:pt x="181010" y="71917"/>
                  <a:pt x="180932" y="72125"/>
                </a:cubicBezTo>
                <a:cubicBezTo>
                  <a:pt x="181074" y="71943"/>
                  <a:pt x="181192" y="71748"/>
                  <a:pt x="181270" y="71514"/>
                </a:cubicBezTo>
                <a:lnTo>
                  <a:pt x="181270" y="71514"/>
                </a:lnTo>
                <a:cubicBezTo>
                  <a:pt x="181282" y="71644"/>
                  <a:pt x="181282" y="71774"/>
                  <a:pt x="181256" y="71904"/>
                </a:cubicBezTo>
                <a:cubicBezTo>
                  <a:pt x="181296" y="71800"/>
                  <a:pt x="181334" y="71735"/>
                  <a:pt x="181386" y="71631"/>
                </a:cubicBezTo>
                <a:lnTo>
                  <a:pt x="181386" y="71631"/>
                </a:lnTo>
                <a:cubicBezTo>
                  <a:pt x="181412" y="71891"/>
                  <a:pt x="181322" y="72151"/>
                  <a:pt x="181152" y="72359"/>
                </a:cubicBezTo>
                <a:cubicBezTo>
                  <a:pt x="181296" y="72191"/>
                  <a:pt x="181412" y="72008"/>
                  <a:pt x="181491" y="71800"/>
                </a:cubicBezTo>
                <a:lnTo>
                  <a:pt x="181491" y="71800"/>
                </a:lnTo>
                <a:cubicBezTo>
                  <a:pt x="181491" y="71980"/>
                  <a:pt x="181458" y="72149"/>
                  <a:pt x="181381" y="72307"/>
                </a:cubicBezTo>
                <a:lnTo>
                  <a:pt x="181381" y="72307"/>
                </a:lnTo>
                <a:cubicBezTo>
                  <a:pt x="181442" y="72190"/>
                  <a:pt x="181512" y="72072"/>
                  <a:pt x="181582" y="71943"/>
                </a:cubicBezTo>
                <a:lnTo>
                  <a:pt x="181582" y="71943"/>
                </a:lnTo>
                <a:cubicBezTo>
                  <a:pt x="181569" y="72151"/>
                  <a:pt x="181504" y="72359"/>
                  <a:pt x="181412" y="72541"/>
                </a:cubicBezTo>
                <a:cubicBezTo>
                  <a:pt x="181582" y="72359"/>
                  <a:pt x="181660" y="72125"/>
                  <a:pt x="181660" y="71878"/>
                </a:cubicBezTo>
                <a:cubicBezTo>
                  <a:pt x="181686" y="72099"/>
                  <a:pt x="181686" y="72385"/>
                  <a:pt x="181712" y="72607"/>
                </a:cubicBezTo>
                <a:cubicBezTo>
                  <a:pt x="181751" y="72451"/>
                  <a:pt x="181816" y="72295"/>
                  <a:pt x="181855" y="72139"/>
                </a:cubicBezTo>
                <a:cubicBezTo>
                  <a:pt x="181868" y="72269"/>
                  <a:pt x="181894" y="72463"/>
                  <a:pt x="181907" y="72581"/>
                </a:cubicBezTo>
                <a:cubicBezTo>
                  <a:pt x="181933" y="72489"/>
                  <a:pt x="181946" y="72385"/>
                  <a:pt x="181972" y="72281"/>
                </a:cubicBezTo>
                <a:cubicBezTo>
                  <a:pt x="181999" y="72359"/>
                  <a:pt x="182037" y="72437"/>
                  <a:pt x="182063" y="72515"/>
                </a:cubicBezTo>
                <a:cubicBezTo>
                  <a:pt x="182051" y="72437"/>
                  <a:pt x="182051" y="72347"/>
                  <a:pt x="182037" y="72269"/>
                </a:cubicBezTo>
                <a:lnTo>
                  <a:pt x="182037" y="72269"/>
                </a:lnTo>
                <a:cubicBezTo>
                  <a:pt x="182089" y="72373"/>
                  <a:pt x="182155" y="72463"/>
                  <a:pt x="182207" y="72567"/>
                </a:cubicBezTo>
                <a:cubicBezTo>
                  <a:pt x="182155" y="72307"/>
                  <a:pt x="182051" y="72047"/>
                  <a:pt x="181907" y="71826"/>
                </a:cubicBezTo>
                <a:lnTo>
                  <a:pt x="181907" y="71826"/>
                </a:lnTo>
                <a:cubicBezTo>
                  <a:pt x="181985" y="71930"/>
                  <a:pt x="182077" y="72034"/>
                  <a:pt x="182167" y="72139"/>
                </a:cubicBezTo>
                <a:cubicBezTo>
                  <a:pt x="181972" y="71839"/>
                  <a:pt x="181751" y="71552"/>
                  <a:pt x="181517" y="71280"/>
                </a:cubicBezTo>
                <a:lnTo>
                  <a:pt x="181517" y="71280"/>
                </a:lnTo>
                <a:cubicBezTo>
                  <a:pt x="181686" y="71410"/>
                  <a:pt x="181842" y="71552"/>
                  <a:pt x="181999" y="71696"/>
                </a:cubicBezTo>
                <a:cubicBezTo>
                  <a:pt x="181751" y="71332"/>
                  <a:pt x="181426" y="71046"/>
                  <a:pt x="181074" y="70785"/>
                </a:cubicBezTo>
                <a:lnTo>
                  <a:pt x="181048" y="70759"/>
                </a:lnTo>
                <a:lnTo>
                  <a:pt x="181048" y="70759"/>
                </a:lnTo>
                <a:cubicBezTo>
                  <a:pt x="181126" y="70772"/>
                  <a:pt x="181218" y="70759"/>
                  <a:pt x="181296" y="70798"/>
                </a:cubicBezTo>
                <a:cubicBezTo>
                  <a:pt x="181088" y="70642"/>
                  <a:pt x="180866" y="70512"/>
                  <a:pt x="180645" y="70355"/>
                </a:cubicBezTo>
                <a:lnTo>
                  <a:pt x="180645" y="70355"/>
                </a:lnTo>
                <a:lnTo>
                  <a:pt x="181114" y="70590"/>
                </a:lnTo>
                <a:cubicBezTo>
                  <a:pt x="180892" y="70343"/>
                  <a:pt x="180593" y="70161"/>
                  <a:pt x="180267" y="70069"/>
                </a:cubicBezTo>
                <a:lnTo>
                  <a:pt x="180267" y="70069"/>
                </a:lnTo>
                <a:cubicBezTo>
                  <a:pt x="180424" y="70095"/>
                  <a:pt x="180580" y="70135"/>
                  <a:pt x="180736" y="70161"/>
                </a:cubicBezTo>
                <a:cubicBezTo>
                  <a:pt x="180489" y="69965"/>
                  <a:pt x="180125" y="69783"/>
                  <a:pt x="179813" y="69757"/>
                </a:cubicBezTo>
                <a:cubicBezTo>
                  <a:pt x="179917" y="69757"/>
                  <a:pt x="180063" y="69798"/>
                  <a:pt x="180176" y="69798"/>
                </a:cubicBezTo>
                <a:cubicBezTo>
                  <a:pt x="180190" y="69798"/>
                  <a:pt x="180203" y="69798"/>
                  <a:pt x="180215" y="69796"/>
                </a:cubicBezTo>
                <a:cubicBezTo>
                  <a:pt x="180086" y="69727"/>
                  <a:pt x="179938" y="69692"/>
                  <a:pt x="179793" y="69692"/>
                </a:cubicBezTo>
                <a:cubicBezTo>
                  <a:pt x="179720" y="69692"/>
                  <a:pt x="179648" y="69701"/>
                  <a:pt x="179578" y="69718"/>
                </a:cubicBezTo>
                <a:cubicBezTo>
                  <a:pt x="179628" y="69680"/>
                  <a:pt x="179690" y="69631"/>
                  <a:pt x="179753" y="69593"/>
                </a:cubicBezTo>
                <a:lnTo>
                  <a:pt x="179753" y="69593"/>
                </a:lnTo>
                <a:cubicBezTo>
                  <a:pt x="179648" y="69653"/>
                  <a:pt x="179470" y="69654"/>
                  <a:pt x="179279" y="69705"/>
                </a:cubicBezTo>
                <a:cubicBezTo>
                  <a:pt x="179084" y="69653"/>
                  <a:pt x="178902" y="69601"/>
                  <a:pt x="178706" y="69575"/>
                </a:cubicBezTo>
                <a:cubicBezTo>
                  <a:pt x="178732" y="69484"/>
                  <a:pt x="178732" y="69392"/>
                  <a:pt x="178693" y="69328"/>
                </a:cubicBezTo>
                <a:cubicBezTo>
                  <a:pt x="178693" y="69328"/>
                  <a:pt x="178693" y="69314"/>
                  <a:pt x="178706" y="69314"/>
                </a:cubicBezTo>
                <a:lnTo>
                  <a:pt x="178693" y="69314"/>
                </a:lnTo>
                <a:cubicBezTo>
                  <a:pt x="178693" y="69314"/>
                  <a:pt x="178693" y="69302"/>
                  <a:pt x="178680" y="69288"/>
                </a:cubicBezTo>
                <a:cubicBezTo>
                  <a:pt x="178784" y="69184"/>
                  <a:pt x="178876" y="69120"/>
                  <a:pt x="178876" y="69120"/>
                </a:cubicBezTo>
                <a:cubicBezTo>
                  <a:pt x="179252" y="69184"/>
                  <a:pt x="180229" y="69523"/>
                  <a:pt x="180528" y="69757"/>
                </a:cubicBezTo>
                <a:cubicBezTo>
                  <a:pt x="180319" y="69484"/>
                  <a:pt x="180007" y="69302"/>
                  <a:pt x="179682" y="69224"/>
                </a:cubicBezTo>
                <a:cubicBezTo>
                  <a:pt x="179714" y="69219"/>
                  <a:pt x="179746" y="69217"/>
                  <a:pt x="179779" y="69217"/>
                </a:cubicBezTo>
                <a:cubicBezTo>
                  <a:pt x="179932" y="69217"/>
                  <a:pt x="180089" y="69266"/>
                  <a:pt x="180229" y="69340"/>
                </a:cubicBezTo>
                <a:cubicBezTo>
                  <a:pt x="180059" y="69236"/>
                  <a:pt x="179891" y="69132"/>
                  <a:pt x="179708" y="69054"/>
                </a:cubicBezTo>
                <a:lnTo>
                  <a:pt x="179708" y="69054"/>
                </a:lnTo>
                <a:cubicBezTo>
                  <a:pt x="180047" y="69080"/>
                  <a:pt x="180385" y="69250"/>
                  <a:pt x="180619" y="69484"/>
                </a:cubicBezTo>
                <a:cubicBezTo>
                  <a:pt x="180450" y="69302"/>
                  <a:pt x="180255" y="69132"/>
                  <a:pt x="180047" y="68990"/>
                </a:cubicBezTo>
                <a:lnTo>
                  <a:pt x="180047" y="68990"/>
                </a:lnTo>
                <a:cubicBezTo>
                  <a:pt x="180189" y="69016"/>
                  <a:pt x="180319" y="69068"/>
                  <a:pt x="180437" y="69146"/>
                </a:cubicBezTo>
                <a:cubicBezTo>
                  <a:pt x="180319" y="69068"/>
                  <a:pt x="180203" y="68976"/>
                  <a:pt x="180085" y="68898"/>
                </a:cubicBezTo>
                <a:lnTo>
                  <a:pt x="180085" y="68898"/>
                </a:lnTo>
                <a:cubicBezTo>
                  <a:pt x="180398" y="68938"/>
                  <a:pt x="180697" y="69068"/>
                  <a:pt x="180932" y="69276"/>
                </a:cubicBezTo>
                <a:cubicBezTo>
                  <a:pt x="180866" y="69120"/>
                  <a:pt x="180749" y="69002"/>
                  <a:pt x="180606" y="68912"/>
                </a:cubicBezTo>
                <a:lnTo>
                  <a:pt x="180606" y="68912"/>
                </a:lnTo>
                <a:cubicBezTo>
                  <a:pt x="180814" y="68964"/>
                  <a:pt x="180996" y="69094"/>
                  <a:pt x="181140" y="69250"/>
                </a:cubicBezTo>
                <a:cubicBezTo>
                  <a:pt x="181048" y="69080"/>
                  <a:pt x="180918" y="68938"/>
                  <a:pt x="180762" y="68846"/>
                </a:cubicBezTo>
                <a:lnTo>
                  <a:pt x="180762" y="68846"/>
                </a:lnTo>
                <a:lnTo>
                  <a:pt x="181062" y="69002"/>
                </a:lnTo>
                <a:cubicBezTo>
                  <a:pt x="180944" y="68886"/>
                  <a:pt x="180827" y="68794"/>
                  <a:pt x="180697" y="68703"/>
                </a:cubicBezTo>
                <a:lnTo>
                  <a:pt x="180697" y="68703"/>
                </a:lnTo>
                <a:cubicBezTo>
                  <a:pt x="181036" y="68781"/>
                  <a:pt x="181348" y="68938"/>
                  <a:pt x="181608" y="69184"/>
                </a:cubicBezTo>
                <a:cubicBezTo>
                  <a:pt x="181438" y="68990"/>
                  <a:pt x="181256" y="68820"/>
                  <a:pt x="181036" y="68690"/>
                </a:cubicBezTo>
                <a:lnTo>
                  <a:pt x="181036" y="68690"/>
                </a:lnTo>
                <a:cubicBezTo>
                  <a:pt x="181166" y="68729"/>
                  <a:pt x="181282" y="68781"/>
                  <a:pt x="181386" y="68860"/>
                </a:cubicBezTo>
                <a:cubicBezTo>
                  <a:pt x="181308" y="68794"/>
                  <a:pt x="181244" y="68729"/>
                  <a:pt x="181166" y="68664"/>
                </a:cubicBezTo>
                <a:lnTo>
                  <a:pt x="181166" y="68664"/>
                </a:lnTo>
                <a:cubicBezTo>
                  <a:pt x="181244" y="68677"/>
                  <a:pt x="181308" y="68703"/>
                  <a:pt x="181386" y="68716"/>
                </a:cubicBezTo>
                <a:cubicBezTo>
                  <a:pt x="181282" y="68638"/>
                  <a:pt x="181166" y="68547"/>
                  <a:pt x="181062" y="68469"/>
                </a:cubicBezTo>
                <a:lnTo>
                  <a:pt x="181062" y="68469"/>
                </a:lnTo>
                <a:cubicBezTo>
                  <a:pt x="181438" y="68508"/>
                  <a:pt x="181790" y="68690"/>
                  <a:pt x="182051" y="68976"/>
                </a:cubicBezTo>
                <a:cubicBezTo>
                  <a:pt x="181920" y="68755"/>
                  <a:pt x="181751" y="68573"/>
                  <a:pt x="181543" y="68443"/>
                </a:cubicBezTo>
                <a:lnTo>
                  <a:pt x="181543" y="68443"/>
                </a:lnTo>
                <a:cubicBezTo>
                  <a:pt x="181699" y="68495"/>
                  <a:pt x="181842" y="68547"/>
                  <a:pt x="181985" y="68599"/>
                </a:cubicBezTo>
                <a:cubicBezTo>
                  <a:pt x="181920" y="68547"/>
                  <a:pt x="181842" y="68482"/>
                  <a:pt x="181777" y="68430"/>
                </a:cubicBezTo>
                <a:lnTo>
                  <a:pt x="181777" y="68430"/>
                </a:lnTo>
                <a:cubicBezTo>
                  <a:pt x="181855" y="68443"/>
                  <a:pt x="181920" y="68456"/>
                  <a:pt x="181999" y="68469"/>
                </a:cubicBezTo>
                <a:cubicBezTo>
                  <a:pt x="181959" y="68430"/>
                  <a:pt x="181920" y="68404"/>
                  <a:pt x="181881" y="68365"/>
                </a:cubicBezTo>
                <a:lnTo>
                  <a:pt x="181881" y="68365"/>
                </a:lnTo>
                <a:cubicBezTo>
                  <a:pt x="182077" y="68390"/>
                  <a:pt x="182274" y="68472"/>
                  <a:pt x="182427" y="68602"/>
                </a:cubicBezTo>
                <a:lnTo>
                  <a:pt x="182427" y="68602"/>
                </a:lnTo>
                <a:cubicBezTo>
                  <a:pt x="182319" y="68507"/>
                  <a:pt x="182211" y="68422"/>
                  <a:pt x="182115" y="68325"/>
                </a:cubicBezTo>
                <a:cubicBezTo>
                  <a:pt x="182155" y="68325"/>
                  <a:pt x="182193" y="68325"/>
                  <a:pt x="182245" y="68339"/>
                </a:cubicBezTo>
                <a:cubicBezTo>
                  <a:pt x="182233" y="68313"/>
                  <a:pt x="182207" y="68299"/>
                  <a:pt x="182193" y="68299"/>
                </a:cubicBezTo>
                <a:cubicBezTo>
                  <a:pt x="182297" y="68287"/>
                  <a:pt x="182415" y="68287"/>
                  <a:pt x="182519" y="68273"/>
                </a:cubicBezTo>
                <a:cubicBezTo>
                  <a:pt x="182431" y="68257"/>
                  <a:pt x="182343" y="68247"/>
                  <a:pt x="182252" y="68247"/>
                </a:cubicBezTo>
                <a:cubicBezTo>
                  <a:pt x="182195" y="68247"/>
                  <a:pt x="182137" y="68251"/>
                  <a:pt x="182077" y="68261"/>
                </a:cubicBezTo>
                <a:cubicBezTo>
                  <a:pt x="182174" y="68218"/>
                  <a:pt x="182272" y="68192"/>
                  <a:pt x="182369" y="68192"/>
                </a:cubicBezTo>
                <a:cubicBezTo>
                  <a:pt x="182382" y="68192"/>
                  <a:pt x="182394" y="68193"/>
                  <a:pt x="182407" y="68194"/>
                </a:cubicBezTo>
                <a:lnTo>
                  <a:pt x="182407" y="68194"/>
                </a:lnTo>
                <a:cubicBezTo>
                  <a:pt x="182270" y="68182"/>
                  <a:pt x="182121" y="68169"/>
                  <a:pt x="181972" y="68157"/>
                </a:cubicBezTo>
                <a:lnTo>
                  <a:pt x="182129" y="68117"/>
                </a:lnTo>
                <a:lnTo>
                  <a:pt x="181595" y="68183"/>
                </a:lnTo>
                <a:cubicBezTo>
                  <a:pt x="181659" y="68129"/>
                  <a:pt x="181751" y="68101"/>
                  <a:pt x="181840" y="68101"/>
                </a:cubicBezTo>
                <a:cubicBezTo>
                  <a:pt x="181858" y="68101"/>
                  <a:pt x="181877" y="68102"/>
                  <a:pt x="181894" y="68105"/>
                </a:cubicBezTo>
                <a:cubicBezTo>
                  <a:pt x="181816" y="68094"/>
                  <a:pt x="181737" y="68090"/>
                  <a:pt x="181659" y="68090"/>
                </a:cubicBezTo>
                <a:cubicBezTo>
                  <a:pt x="181439" y="68090"/>
                  <a:pt x="181221" y="68129"/>
                  <a:pt x="181010" y="68195"/>
                </a:cubicBezTo>
                <a:cubicBezTo>
                  <a:pt x="181088" y="68169"/>
                  <a:pt x="181152" y="68143"/>
                  <a:pt x="181218" y="68105"/>
                </a:cubicBezTo>
                <a:lnTo>
                  <a:pt x="181218" y="68105"/>
                </a:lnTo>
                <a:cubicBezTo>
                  <a:pt x="181114" y="68131"/>
                  <a:pt x="180996" y="68157"/>
                  <a:pt x="180892" y="68183"/>
                </a:cubicBezTo>
                <a:cubicBezTo>
                  <a:pt x="181036" y="68105"/>
                  <a:pt x="181178" y="68053"/>
                  <a:pt x="181334" y="68013"/>
                </a:cubicBezTo>
                <a:lnTo>
                  <a:pt x="181334" y="68013"/>
                </a:lnTo>
                <a:cubicBezTo>
                  <a:pt x="181062" y="68027"/>
                  <a:pt x="180788" y="68091"/>
                  <a:pt x="180541" y="68209"/>
                </a:cubicBezTo>
                <a:cubicBezTo>
                  <a:pt x="180749" y="68053"/>
                  <a:pt x="180984" y="67935"/>
                  <a:pt x="181230" y="67857"/>
                </a:cubicBezTo>
                <a:lnTo>
                  <a:pt x="181230" y="67857"/>
                </a:lnTo>
                <a:cubicBezTo>
                  <a:pt x="180814" y="67897"/>
                  <a:pt x="180411" y="68039"/>
                  <a:pt x="180059" y="68273"/>
                </a:cubicBezTo>
                <a:lnTo>
                  <a:pt x="180463" y="67987"/>
                </a:lnTo>
                <a:lnTo>
                  <a:pt x="180463" y="67987"/>
                </a:lnTo>
                <a:cubicBezTo>
                  <a:pt x="180151" y="68079"/>
                  <a:pt x="179839" y="68247"/>
                  <a:pt x="179591" y="68456"/>
                </a:cubicBezTo>
                <a:cubicBezTo>
                  <a:pt x="179760" y="68287"/>
                  <a:pt x="179943" y="68117"/>
                  <a:pt x="180111" y="67961"/>
                </a:cubicBezTo>
                <a:lnTo>
                  <a:pt x="180111" y="67961"/>
                </a:lnTo>
                <a:cubicBezTo>
                  <a:pt x="179877" y="68053"/>
                  <a:pt x="179656" y="68195"/>
                  <a:pt x="179461" y="68378"/>
                </a:cubicBezTo>
                <a:lnTo>
                  <a:pt x="179383" y="68299"/>
                </a:lnTo>
                <a:cubicBezTo>
                  <a:pt x="179396" y="68261"/>
                  <a:pt x="179409" y="68221"/>
                  <a:pt x="179409" y="68183"/>
                </a:cubicBezTo>
                <a:lnTo>
                  <a:pt x="179409" y="68183"/>
                </a:lnTo>
                <a:cubicBezTo>
                  <a:pt x="179396" y="68209"/>
                  <a:pt x="179370" y="68235"/>
                  <a:pt x="179357" y="68261"/>
                </a:cubicBezTo>
                <a:cubicBezTo>
                  <a:pt x="179240" y="68157"/>
                  <a:pt x="179096" y="68053"/>
                  <a:pt x="178940" y="67975"/>
                </a:cubicBezTo>
                <a:lnTo>
                  <a:pt x="178940" y="67975"/>
                </a:lnTo>
                <a:cubicBezTo>
                  <a:pt x="179148" y="68013"/>
                  <a:pt x="179370" y="68091"/>
                  <a:pt x="179526" y="68235"/>
                </a:cubicBezTo>
                <a:cubicBezTo>
                  <a:pt x="179383" y="68079"/>
                  <a:pt x="179214" y="67949"/>
                  <a:pt x="179006" y="67883"/>
                </a:cubicBezTo>
                <a:lnTo>
                  <a:pt x="179006" y="67883"/>
                </a:lnTo>
                <a:cubicBezTo>
                  <a:pt x="179136" y="67897"/>
                  <a:pt x="179240" y="67897"/>
                  <a:pt x="179370" y="67935"/>
                </a:cubicBezTo>
                <a:cubicBezTo>
                  <a:pt x="179266" y="67871"/>
                  <a:pt x="179174" y="67805"/>
                  <a:pt x="179070" y="67753"/>
                </a:cubicBezTo>
                <a:lnTo>
                  <a:pt x="179070" y="67753"/>
                </a:lnTo>
                <a:cubicBezTo>
                  <a:pt x="179240" y="67793"/>
                  <a:pt x="179461" y="67857"/>
                  <a:pt x="179630" y="67909"/>
                </a:cubicBezTo>
                <a:cubicBezTo>
                  <a:pt x="179513" y="67805"/>
                  <a:pt x="179370" y="67727"/>
                  <a:pt x="179214" y="67675"/>
                </a:cubicBezTo>
                <a:cubicBezTo>
                  <a:pt x="179357" y="67675"/>
                  <a:pt x="179487" y="67688"/>
                  <a:pt x="179617" y="67727"/>
                </a:cubicBezTo>
                <a:cubicBezTo>
                  <a:pt x="179487" y="67662"/>
                  <a:pt x="179344" y="67597"/>
                  <a:pt x="179214" y="67532"/>
                </a:cubicBezTo>
                <a:cubicBezTo>
                  <a:pt x="179252" y="67528"/>
                  <a:pt x="179291" y="67526"/>
                  <a:pt x="179329" y="67526"/>
                </a:cubicBezTo>
                <a:cubicBezTo>
                  <a:pt x="179512" y="67526"/>
                  <a:pt x="179693" y="67574"/>
                  <a:pt x="179865" y="67649"/>
                </a:cubicBezTo>
                <a:cubicBezTo>
                  <a:pt x="179695" y="67545"/>
                  <a:pt x="179526" y="67428"/>
                  <a:pt x="179357" y="67324"/>
                </a:cubicBezTo>
                <a:cubicBezTo>
                  <a:pt x="179526" y="67324"/>
                  <a:pt x="179695" y="67350"/>
                  <a:pt x="179851" y="67402"/>
                </a:cubicBezTo>
                <a:cubicBezTo>
                  <a:pt x="179760" y="67337"/>
                  <a:pt x="179656" y="67285"/>
                  <a:pt x="179539" y="67246"/>
                </a:cubicBezTo>
                <a:cubicBezTo>
                  <a:pt x="179578" y="67237"/>
                  <a:pt x="179618" y="67233"/>
                  <a:pt x="179657" y="67233"/>
                </a:cubicBezTo>
                <a:cubicBezTo>
                  <a:pt x="179733" y="67233"/>
                  <a:pt x="179808" y="67250"/>
                  <a:pt x="179877" y="67285"/>
                </a:cubicBezTo>
                <a:cubicBezTo>
                  <a:pt x="179773" y="67232"/>
                  <a:pt x="179669" y="67180"/>
                  <a:pt x="179565" y="67142"/>
                </a:cubicBezTo>
                <a:cubicBezTo>
                  <a:pt x="179637" y="67126"/>
                  <a:pt x="179710" y="67119"/>
                  <a:pt x="179785" y="67119"/>
                </a:cubicBezTo>
                <a:cubicBezTo>
                  <a:pt x="179899" y="67119"/>
                  <a:pt x="180014" y="67136"/>
                  <a:pt x="180125" y="67168"/>
                </a:cubicBezTo>
                <a:cubicBezTo>
                  <a:pt x="179995" y="67076"/>
                  <a:pt x="179865" y="67012"/>
                  <a:pt x="179708" y="66972"/>
                </a:cubicBezTo>
                <a:lnTo>
                  <a:pt x="179708" y="66972"/>
                </a:lnTo>
                <a:cubicBezTo>
                  <a:pt x="179839" y="66986"/>
                  <a:pt x="179955" y="66998"/>
                  <a:pt x="180059" y="67038"/>
                </a:cubicBezTo>
                <a:cubicBezTo>
                  <a:pt x="179955" y="66998"/>
                  <a:pt x="179877" y="66960"/>
                  <a:pt x="179760" y="66920"/>
                </a:cubicBezTo>
                <a:lnTo>
                  <a:pt x="179760" y="66920"/>
                </a:lnTo>
                <a:cubicBezTo>
                  <a:pt x="179955" y="66934"/>
                  <a:pt x="180151" y="66986"/>
                  <a:pt x="180333" y="67064"/>
                </a:cubicBezTo>
                <a:cubicBezTo>
                  <a:pt x="180177" y="66920"/>
                  <a:pt x="180021" y="66830"/>
                  <a:pt x="179825" y="66752"/>
                </a:cubicBezTo>
                <a:cubicBezTo>
                  <a:pt x="179853" y="66748"/>
                  <a:pt x="179882" y="66746"/>
                  <a:pt x="179912" y="66746"/>
                </a:cubicBezTo>
                <a:cubicBezTo>
                  <a:pt x="179992" y="66746"/>
                  <a:pt x="180075" y="66759"/>
                  <a:pt x="180151" y="66778"/>
                </a:cubicBezTo>
                <a:cubicBezTo>
                  <a:pt x="180059" y="66738"/>
                  <a:pt x="180007" y="66700"/>
                  <a:pt x="179929" y="66660"/>
                </a:cubicBezTo>
                <a:cubicBezTo>
                  <a:pt x="179944" y="66659"/>
                  <a:pt x="179960" y="66659"/>
                  <a:pt x="179975" y="66659"/>
                </a:cubicBezTo>
                <a:cubicBezTo>
                  <a:pt x="180181" y="66659"/>
                  <a:pt x="180382" y="66736"/>
                  <a:pt x="180528" y="66882"/>
                </a:cubicBezTo>
                <a:cubicBezTo>
                  <a:pt x="180398" y="66752"/>
                  <a:pt x="180241" y="66647"/>
                  <a:pt x="180073" y="66569"/>
                </a:cubicBezTo>
                <a:lnTo>
                  <a:pt x="180073" y="66569"/>
                </a:lnTo>
                <a:cubicBezTo>
                  <a:pt x="180229" y="66582"/>
                  <a:pt x="180385" y="66621"/>
                  <a:pt x="180528" y="66700"/>
                </a:cubicBezTo>
                <a:cubicBezTo>
                  <a:pt x="180424" y="66634"/>
                  <a:pt x="180307" y="66569"/>
                  <a:pt x="180203" y="66504"/>
                </a:cubicBezTo>
                <a:lnTo>
                  <a:pt x="180203" y="66504"/>
                </a:lnTo>
                <a:cubicBezTo>
                  <a:pt x="180372" y="66517"/>
                  <a:pt x="180541" y="66569"/>
                  <a:pt x="180697" y="66660"/>
                </a:cubicBezTo>
                <a:cubicBezTo>
                  <a:pt x="180541" y="66517"/>
                  <a:pt x="180345" y="66439"/>
                  <a:pt x="180137" y="66439"/>
                </a:cubicBezTo>
                <a:cubicBezTo>
                  <a:pt x="180333" y="66426"/>
                  <a:pt x="180580" y="66426"/>
                  <a:pt x="180762" y="66413"/>
                </a:cubicBezTo>
                <a:cubicBezTo>
                  <a:pt x="180632" y="66374"/>
                  <a:pt x="180502" y="66322"/>
                  <a:pt x="180372" y="66283"/>
                </a:cubicBezTo>
                <a:cubicBezTo>
                  <a:pt x="180476" y="66270"/>
                  <a:pt x="180645" y="66257"/>
                  <a:pt x="180749" y="66244"/>
                </a:cubicBezTo>
                <a:cubicBezTo>
                  <a:pt x="180671" y="66231"/>
                  <a:pt x="180580" y="66205"/>
                  <a:pt x="180489" y="66192"/>
                </a:cubicBezTo>
                <a:cubicBezTo>
                  <a:pt x="180554" y="66153"/>
                  <a:pt x="180632" y="66139"/>
                  <a:pt x="180697" y="66113"/>
                </a:cubicBezTo>
                <a:cubicBezTo>
                  <a:pt x="180619" y="66113"/>
                  <a:pt x="180554" y="66127"/>
                  <a:pt x="180476" y="66127"/>
                </a:cubicBezTo>
                <a:cubicBezTo>
                  <a:pt x="180567" y="66087"/>
                  <a:pt x="180658" y="66035"/>
                  <a:pt x="180736" y="65997"/>
                </a:cubicBezTo>
                <a:lnTo>
                  <a:pt x="180736" y="65997"/>
                </a:lnTo>
                <a:cubicBezTo>
                  <a:pt x="180515" y="66023"/>
                  <a:pt x="180307" y="66113"/>
                  <a:pt x="180111" y="66231"/>
                </a:cubicBezTo>
                <a:cubicBezTo>
                  <a:pt x="180203" y="66153"/>
                  <a:pt x="180281" y="66087"/>
                  <a:pt x="180372" y="66009"/>
                </a:cubicBezTo>
                <a:lnTo>
                  <a:pt x="180372" y="66009"/>
                </a:lnTo>
                <a:cubicBezTo>
                  <a:pt x="180111" y="66166"/>
                  <a:pt x="179865" y="66348"/>
                  <a:pt x="179630" y="66530"/>
                </a:cubicBezTo>
                <a:cubicBezTo>
                  <a:pt x="179747" y="66400"/>
                  <a:pt x="179877" y="66270"/>
                  <a:pt x="179995" y="66139"/>
                </a:cubicBezTo>
                <a:lnTo>
                  <a:pt x="179995" y="66139"/>
                </a:lnTo>
                <a:cubicBezTo>
                  <a:pt x="179682" y="66348"/>
                  <a:pt x="179435" y="66595"/>
                  <a:pt x="179214" y="66894"/>
                </a:cubicBezTo>
                <a:cubicBezTo>
                  <a:pt x="179200" y="66908"/>
                  <a:pt x="179188" y="66908"/>
                  <a:pt x="179174" y="66920"/>
                </a:cubicBezTo>
                <a:cubicBezTo>
                  <a:pt x="179200" y="66842"/>
                  <a:pt x="179188" y="66764"/>
                  <a:pt x="179226" y="66712"/>
                </a:cubicBezTo>
                <a:lnTo>
                  <a:pt x="179226" y="66712"/>
                </a:lnTo>
                <a:cubicBezTo>
                  <a:pt x="179122" y="66842"/>
                  <a:pt x="179032" y="66972"/>
                  <a:pt x="178928" y="67116"/>
                </a:cubicBezTo>
                <a:cubicBezTo>
                  <a:pt x="178914" y="67102"/>
                  <a:pt x="178914" y="67102"/>
                  <a:pt x="178902" y="67102"/>
                </a:cubicBezTo>
                <a:cubicBezTo>
                  <a:pt x="178954" y="67024"/>
                  <a:pt x="178992" y="66934"/>
                  <a:pt x="179044" y="66856"/>
                </a:cubicBezTo>
                <a:lnTo>
                  <a:pt x="179044" y="66856"/>
                </a:lnTo>
                <a:cubicBezTo>
                  <a:pt x="179006" y="66882"/>
                  <a:pt x="178966" y="66920"/>
                  <a:pt x="178940" y="66960"/>
                </a:cubicBezTo>
                <a:lnTo>
                  <a:pt x="178524" y="66816"/>
                </a:lnTo>
                <a:lnTo>
                  <a:pt x="178784" y="66790"/>
                </a:lnTo>
                <a:cubicBezTo>
                  <a:pt x="178628" y="66752"/>
                  <a:pt x="178472" y="66712"/>
                  <a:pt x="178329" y="66660"/>
                </a:cubicBezTo>
                <a:cubicBezTo>
                  <a:pt x="178426" y="66641"/>
                  <a:pt x="178531" y="66631"/>
                  <a:pt x="178636" y="66631"/>
                </a:cubicBezTo>
                <a:cubicBezTo>
                  <a:pt x="178742" y="66631"/>
                  <a:pt x="178850" y="66641"/>
                  <a:pt x="178954" y="66660"/>
                </a:cubicBezTo>
                <a:cubicBezTo>
                  <a:pt x="178798" y="66621"/>
                  <a:pt x="178654" y="66582"/>
                  <a:pt x="178511" y="66543"/>
                </a:cubicBezTo>
                <a:cubicBezTo>
                  <a:pt x="178608" y="66526"/>
                  <a:pt x="178707" y="66516"/>
                  <a:pt x="178806" y="66516"/>
                </a:cubicBezTo>
                <a:cubicBezTo>
                  <a:pt x="178908" y="66516"/>
                  <a:pt x="179010" y="66527"/>
                  <a:pt x="179110" y="66549"/>
                </a:cubicBezTo>
                <a:lnTo>
                  <a:pt x="179110" y="66549"/>
                </a:lnTo>
                <a:cubicBezTo>
                  <a:pt x="178943" y="66507"/>
                  <a:pt x="178784" y="66471"/>
                  <a:pt x="178615" y="66426"/>
                </a:cubicBezTo>
                <a:cubicBezTo>
                  <a:pt x="178772" y="66413"/>
                  <a:pt x="178940" y="66400"/>
                  <a:pt x="179110" y="66400"/>
                </a:cubicBezTo>
                <a:cubicBezTo>
                  <a:pt x="178940" y="66361"/>
                  <a:pt x="178772" y="66335"/>
                  <a:pt x="178615" y="66296"/>
                </a:cubicBezTo>
                <a:cubicBezTo>
                  <a:pt x="178702" y="66285"/>
                  <a:pt x="178791" y="66281"/>
                  <a:pt x="178881" y="66281"/>
                </a:cubicBezTo>
                <a:cubicBezTo>
                  <a:pt x="179086" y="66281"/>
                  <a:pt x="179295" y="66306"/>
                  <a:pt x="179497" y="66347"/>
                </a:cubicBezTo>
                <a:lnTo>
                  <a:pt x="179497" y="66347"/>
                </a:lnTo>
                <a:cubicBezTo>
                  <a:pt x="179241" y="66288"/>
                  <a:pt x="178992" y="66221"/>
                  <a:pt x="178732" y="66153"/>
                </a:cubicBezTo>
                <a:cubicBezTo>
                  <a:pt x="178914" y="66127"/>
                  <a:pt x="179096" y="66087"/>
                  <a:pt x="179279" y="66061"/>
                </a:cubicBezTo>
                <a:lnTo>
                  <a:pt x="178810" y="66023"/>
                </a:lnTo>
                <a:cubicBezTo>
                  <a:pt x="178914" y="65997"/>
                  <a:pt x="179032" y="65971"/>
                  <a:pt x="179136" y="65931"/>
                </a:cubicBezTo>
                <a:cubicBezTo>
                  <a:pt x="179029" y="65903"/>
                  <a:pt x="178922" y="65888"/>
                  <a:pt x="178809" y="65888"/>
                </a:cubicBezTo>
                <a:cubicBezTo>
                  <a:pt x="178771" y="65888"/>
                  <a:pt x="178733" y="65889"/>
                  <a:pt x="178693" y="65893"/>
                </a:cubicBezTo>
                <a:cubicBezTo>
                  <a:pt x="178888" y="65789"/>
                  <a:pt x="179110" y="65723"/>
                  <a:pt x="179331" y="65697"/>
                </a:cubicBezTo>
                <a:cubicBezTo>
                  <a:pt x="179188" y="65697"/>
                  <a:pt x="179044" y="65685"/>
                  <a:pt x="178914" y="65685"/>
                </a:cubicBezTo>
                <a:lnTo>
                  <a:pt x="179500" y="65489"/>
                </a:lnTo>
                <a:lnTo>
                  <a:pt x="179500" y="65489"/>
                </a:lnTo>
                <a:cubicBezTo>
                  <a:pt x="179331" y="65502"/>
                  <a:pt x="179174" y="65515"/>
                  <a:pt x="179018" y="65528"/>
                </a:cubicBezTo>
                <a:cubicBezTo>
                  <a:pt x="179096" y="65489"/>
                  <a:pt x="179174" y="65463"/>
                  <a:pt x="179266" y="65424"/>
                </a:cubicBezTo>
                <a:lnTo>
                  <a:pt x="179058" y="65424"/>
                </a:lnTo>
                <a:cubicBezTo>
                  <a:pt x="179326" y="65319"/>
                  <a:pt x="179605" y="65266"/>
                  <a:pt x="179894" y="65266"/>
                </a:cubicBezTo>
                <a:cubicBezTo>
                  <a:pt x="179928" y="65266"/>
                  <a:pt x="179961" y="65267"/>
                  <a:pt x="179995" y="65268"/>
                </a:cubicBezTo>
                <a:cubicBezTo>
                  <a:pt x="179896" y="65244"/>
                  <a:pt x="179792" y="65231"/>
                  <a:pt x="179687" y="65231"/>
                </a:cubicBezTo>
                <a:cubicBezTo>
                  <a:pt x="179571" y="65231"/>
                  <a:pt x="179454" y="65247"/>
                  <a:pt x="179344" y="65281"/>
                </a:cubicBezTo>
                <a:lnTo>
                  <a:pt x="179734" y="65125"/>
                </a:lnTo>
                <a:lnTo>
                  <a:pt x="179422" y="65164"/>
                </a:lnTo>
                <a:cubicBezTo>
                  <a:pt x="179539" y="65112"/>
                  <a:pt x="179643" y="65060"/>
                  <a:pt x="179760" y="64994"/>
                </a:cubicBezTo>
                <a:lnTo>
                  <a:pt x="179760" y="64994"/>
                </a:lnTo>
                <a:cubicBezTo>
                  <a:pt x="179604" y="65034"/>
                  <a:pt x="179448" y="65060"/>
                  <a:pt x="179318" y="65151"/>
                </a:cubicBezTo>
                <a:cubicBezTo>
                  <a:pt x="178615" y="65593"/>
                  <a:pt x="178095" y="66309"/>
                  <a:pt x="177873" y="67116"/>
                </a:cubicBezTo>
                <a:cubicBezTo>
                  <a:pt x="177873" y="67142"/>
                  <a:pt x="177861" y="67180"/>
                  <a:pt x="177861" y="67206"/>
                </a:cubicBezTo>
                <a:cubicBezTo>
                  <a:pt x="177821" y="67116"/>
                  <a:pt x="177795" y="67024"/>
                  <a:pt x="177757" y="66946"/>
                </a:cubicBezTo>
                <a:cubicBezTo>
                  <a:pt x="177743" y="67090"/>
                  <a:pt x="177743" y="67220"/>
                  <a:pt x="177743" y="67350"/>
                </a:cubicBezTo>
                <a:cubicBezTo>
                  <a:pt x="177731" y="67064"/>
                  <a:pt x="177639" y="66790"/>
                  <a:pt x="177470" y="66556"/>
                </a:cubicBezTo>
                <a:lnTo>
                  <a:pt x="177470" y="66556"/>
                </a:lnTo>
                <a:lnTo>
                  <a:pt x="177587" y="66986"/>
                </a:lnTo>
                <a:cubicBezTo>
                  <a:pt x="177483" y="66778"/>
                  <a:pt x="177418" y="66582"/>
                  <a:pt x="177327" y="66374"/>
                </a:cubicBezTo>
                <a:lnTo>
                  <a:pt x="177327" y="66374"/>
                </a:lnTo>
                <a:cubicBezTo>
                  <a:pt x="177353" y="66439"/>
                  <a:pt x="177314" y="66517"/>
                  <a:pt x="177327" y="66595"/>
                </a:cubicBezTo>
                <a:cubicBezTo>
                  <a:pt x="177314" y="66582"/>
                  <a:pt x="177301" y="66569"/>
                  <a:pt x="177301" y="66556"/>
                </a:cubicBezTo>
                <a:cubicBezTo>
                  <a:pt x="177145" y="66218"/>
                  <a:pt x="176976" y="65905"/>
                  <a:pt x="176716" y="65633"/>
                </a:cubicBezTo>
                <a:lnTo>
                  <a:pt x="176716" y="65633"/>
                </a:lnTo>
                <a:cubicBezTo>
                  <a:pt x="176806" y="65789"/>
                  <a:pt x="176898" y="65945"/>
                  <a:pt x="176976" y="66101"/>
                </a:cubicBezTo>
                <a:cubicBezTo>
                  <a:pt x="176794" y="65853"/>
                  <a:pt x="176598" y="65633"/>
                  <a:pt x="176390" y="65411"/>
                </a:cubicBezTo>
                <a:lnTo>
                  <a:pt x="176390" y="65411"/>
                </a:lnTo>
                <a:lnTo>
                  <a:pt x="176586" y="65685"/>
                </a:lnTo>
                <a:cubicBezTo>
                  <a:pt x="176429" y="65528"/>
                  <a:pt x="176247" y="65398"/>
                  <a:pt x="176039" y="65307"/>
                </a:cubicBezTo>
                <a:lnTo>
                  <a:pt x="176039" y="65307"/>
                </a:lnTo>
                <a:cubicBezTo>
                  <a:pt x="176117" y="65372"/>
                  <a:pt x="176182" y="65437"/>
                  <a:pt x="176260" y="65502"/>
                </a:cubicBezTo>
                <a:cubicBezTo>
                  <a:pt x="176182" y="65476"/>
                  <a:pt x="176117" y="65450"/>
                  <a:pt x="176052" y="65437"/>
                </a:cubicBezTo>
                <a:lnTo>
                  <a:pt x="176052" y="65437"/>
                </a:lnTo>
                <a:cubicBezTo>
                  <a:pt x="176117" y="65463"/>
                  <a:pt x="176169" y="65515"/>
                  <a:pt x="176234" y="65554"/>
                </a:cubicBezTo>
                <a:cubicBezTo>
                  <a:pt x="176143" y="65554"/>
                  <a:pt x="176052" y="65541"/>
                  <a:pt x="175973" y="65541"/>
                </a:cubicBezTo>
                <a:cubicBezTo>
                  <a:pt x="176065" y="65580"/>
                  <a:pt x="176221" y="65633"/>
                  <a:pt x="176325" y="65671"/>
                </a:cubicBezTo>
                <a:cubicBezTo>
                  <a:pt x="176195" y="65685"/>
                  <a:pt x="176052" y="65697"/>
                  <a:pt x="175909" y="65697"/>
                </a:cubicBezTo>
                <a:cubicBezTo>
                  <a:pt x="176091" y="65763"/>
                  <a:pt x="176325" y="65827"/>
                  <a:pt x="176507" y="65879"/>
                </a:cubicBezTo>
                <a:cubicBezTo>
                  <a:pt x="176445" y="65868"/>
                  <a:pt x="176384" y="65862"/>
                  <a:pt x="176324" y="65862"/>
                </a:cubicBezTo>
                <a:cubicBezTo>
                  <a:pt x="176183" y="65862"/>
                  <a:pt x="176046" y="65894"/>
                  <a:pt x="175909" y="65957"/>
                </a:cubicBezTo>
                <a:cubicBezTo>
                  <a:pt x="176018" y="65932"/>
                  <a:pt x="176133" y="65918"/>
                  <a:pt x="176247" y="65918"/>
                </a:cubicBezTo>
                <a:cubicBezTo>
                  <a:pt x="176308" y="65918"/>
                  <a:pt x="176370" y="65922"/>
                  <a:pt x="176429" y="65931"/>
                </a:cubicBezTo>
                <a:lnTo>
                  <a:pt x="176065" y="66035"/>
                </a:lnTo>
                <a:cubicBezTo>
                  <a:pt x="176143" y="66016"/>
                  <a:pt x="176221" y="66007"/>
                  <a:pt x="176299" y="66007"/>
                </a:cubicBezTo>
                <a:cubicBezTo>
                  <a:pt x="176377" y="66007"/>
                  <a:pt x="176455" y="66016"/>
                  <a:pt x="176534" y="66035"/>
                </a:cubicBezTo>
                <a:cubicBezTo>
                  <a:pt x="176364" y="66061"/>
                  <a:pt x="176182" y="66113"/>
                  <a:pt x="176026" y="66218"/>
                </a:cubicBezTo>
                <a:cubicBezTo>
                  <a:pt x="176149" y="66152"/>
                  <a:pt x="176288" y="66117"/>
                  <a:pt x="176426" y="66117"/>
                </a:cubicBezTo>
                <a:cubicBezTo>
                  <a:pt x="176507" y="66117"/>
                  <a:pt x="176587" y="66129"/>
                  <a:pt x="176664" y="66153"/>
                </a:cubicBezTo>
                <a:cubicBezTo>
                  <a:pt x="176572" y="66166"/>
                  <a:pt x="176507" y="66192"/>
                  <a:pt x="176416" y="66205"/>
                </a:cubicBezTo>
                <a:cubicBezTo>
                  <a:pt x="176520" y="66205"/>
                  <a:pt x="176638" y="66231"/>
                  <a:pt x="176742" y="66270"/>
                </a:cubicBezTo>
                <a:cubicBezTo>
                  <a:pt x="176534" y="66296"/>
                  <a:pt x="176351" y="66348"/>
                  <a:pt x="176169" y="66439"/>
                </a:cubicBezTo>
                <a:cubicBezTo>
                  <a:pt x="176257" y="66421"/>
                  <a:pt x="176345" y="66414"/>
                  <a:pt x="176432" y="66414"/>
                </a:cubicBezTo>
                <a:cubicBezTo>
                  <a:pt x="176540" y="66414"/>
                  <a:pt x="176647" y="66425"/>
                  <a:pt x="176754" y="66439"/>
                </a:cubicBezTo>
                <a:cubicBezTo>
                  <a:pt x="176638" y="66452"/>
                  <a:pt x="176546" y="66478"/>
                  <a:pt x="176429" y="66491"/>
                </a:cubicBezTo>
                <a:cubicBezTo>
                  <a:pt x="176464" y="66487"/>
                  <a:pt x="176499" y="66486"/>
                  <a:pt x="176536" y="66486"/>
                </a:cubicBezTo>
                <a:cubicBezTo>
                  <a:pt x="176622" y="66486"/>
                  <a:pt x="176711" y="66495"/>
                  <a:pt x="176794" y="66504"/>
                </a:cubicBezTo>
                <a:cubicBezTo>
                  <a:pt x="176638" y="66517"/>
                  <a:pt x="176481" y="66543"/>
                  <a:pt x="176351" y="66595"/>
                </a:cubicBezTo>
                <a:cubicBezTo>
                  <a:pt x="176534" y="66595"/>
                  <a:pt x="176716" y="66634"/>
                  <a:pt x="176884" y="66712"/>
                </a:cubicBezTo>
                <a:cubicBezTo>
                  <a:pt x="176780" y="66712"/>
                  <a:pt x="176664" y="66738"/>
                  <a:pt x="176560" y="66778"/>
                </a:cubicBezTo>
                <a:cubicBezTo>
                  <a:pt x="176594" y="66764"/>
                  <a:pt x="176631" y="66758"/>
                  <a:pt x="176668" y="66758"/>
                </a:cubicBezTo>
                <a:cubicBezTo>
                  <a:pt x="176740" y="66758"/>
                  <a:pt x="176815" y="66782"/>
                  <a:pt x="176884" y="66816"/>
                </a:cubicBezTo>
                <a:cubicBezTo>
                  <a:pt x="176768" y="66830"/>
                  <a:pt x="176650" y="66856"/>
                  <a:pt x="176546" y="66894"/>
                </a:cubicBezTo>
                <a:cubicBezTo>
                  <a:pt x="176588" y="66891"/>
                  <a:pt x="176630" y="66890"/>
                  <a:pt x="176672" y="66890"/>
                </a:cubicBezTo>
                <a:cubicBezTo>
                  <a:pt x="176798" y="66890"/>
                  <a:pt x="176923" y="66904"/>
                  <a:pt x="177040" y="66934"/>
                </a:cubicBezTo>
                <a:cubicBezTo>
                  <a:pt x="176858" y="66998"/>
                  <a:pt x="176664" y="67064"/>
                  <a:pt x="176468" y="67116"/>
                </a:cubicBezTo>
                <a:cubicBezTo>
                  <a:pt x="176539" y="67108"/>
                  <a:pt x="176610" y="67103"/>
                  <a:pt x="176683" y="67103"/>
                </a:cubicBezTo>
                <a:cubicBezTo>
                  <a:pt x="176838" y="67103"/>
                  <a:pt x="176994" y="67123"/>
                  <a:pt x="177145" y="67168"/>
                </a:cubicBezTo>
                <a:cubicBezTo>
                  <a:pt x="176988" y="67206"/>
                  <a:pt x="176846" y="67232"/>
                  <a:pt x="176690" y="67259"/>
                </a:cubicBezTo>
                <a:cubicBezTo>
                  <a:pt x="176832" y="67259"/>
                  <a:pt x="176962" y="67272"/>
                  <a:pt x="177092" y="67311"/>
                </a:cubicBezTo>
                <a:cubicBezTo>
                  <a:pt x="176936" y="67324"/>
                  <a:pt x="176794" y="67363"/>
                  <a:pt x="176650" y="67428"/>
                </a:cubicBezTo>
                <a:cubicBezTo>
                  <a:pt x="176612" y="67376"/>
                  <a:pt x="176586" y="67337"/>
                  <a:pt x="176546" y="67285"/>
                </a:cubicBezTo>
                <a:cubicBezTo>
                  <a:pt x="175961" y="66556"/>
                  <a:pt x="175141" y="65997"/>
                  <a:pt x="174243" y="65737"/>
                </a:cubicBezTo>
                <a:cubicBezTo>
                  <a:pt x="174113" y="65775"/>
                  <a:pt x="173944" y="65827"/>
                  <a:pt x="173813" y="65867"/>
                </a:cubicBezTo>
                <a:cubicBezTo>
                  <a:pt x="173944" y="65867"/>
                  <a:pt x="174165" y="65879"/>
                  <a:pt x="174295" y="65879"/>
                </a:cubicBezTo>
                <a:cubicBezTo>
                  <a:pt x="174139" y="65945"/>
                  <a:pt x="173970" y="66023"/>
                  <a:pt x="173801" y="66075"/>
                </a:cubicBezTo>
                <a:cubicBezTo>
                  <a:pt x="174048" y="66075"/>
                  <a:pt x="174360" y="66061"/>
                  <a:pt x="174608" y="66061"/>
                </a:cubicBezTo>
                <a:cubicBezTo>
                  <a:pt x="174334" y="66087"/>
                  <a:pt x="174100" y="66205"/>
                  <a:pt x="173905" y="66400"/>
                </a:cubicBezTo>
                <a:cubicBezTo>
                  <a:pt x="174100" y="66270"/>
                  <a:pt x="174308" y="66192"/>
                  <a:pt x="174530" y="66153"/>
                </a:cubicBezTo>
                <a:lnTo>
                  <a:pt x="174530" y="66153"/>
                </a:lnTo>
                <a:lnTo>
                  <a:pt x="174126" y="66439"/>
                </a:lnTo>
                <a:cubicBezTo>
                  <a:pt x="174295" y="66322"/>
                  <a:pt x="174490" y="66257"/>
                  <a:pt x="174698" y="66231"/>
                </a:cubicBezTo>
                <a:lnTo>
                  <a:pt x="174698" y="66231"/>
                </a:lnTo>
                <a:cubicBezTo>
                  <a:pt x="174490" y="66335"/>
                  <a:pt x="174295" y="66478"/>
                  <a:pt x="174139" y="66660"/>
                </a:cubicBezTo>
                <a:cubicBezTo>
                  <a:pt x="174334" y="66452"/>
                  <a:pt x="174620" y="66335"/>
                  <a:pt x="174894" y="66335"/>
                </a:cubicBezTo>
                <a:cubicBezTo>
                  <a:pt x="174790" y="66400"/>
                  <a:pt x="174724" y="66439"/>
                  <a:pt x="174620" y="66504"/>
                </a:cubicBezTo>
                <a:cubicBezTo>
                  <a:pt x="174720" y="66464"/>
                  <a:pt x="174828" y="66447"/>
                  <a:pt x="174937" y="66447"/>
                </a:cubicBezTo>
                <a:cubicBezTo>
                  <a:pt x="174970" y="66447"/>
                  <a:pt x="175003" y="66449"/>
                  <a:pt x="175037" y="66452"/>
                </a:cubicBezTo>
                <a:cubicBezTo>
                  <a:pt x="174802" y="66556"/>
                  <a:pt x="174594" y="66700"/>
                  <a:pt x="174400" y="66882"/>
                </a:cubicBezTo>
                <a:cubicBezTo>
                  <a:pt x="174634" y="66764"/>
                  <a:pt x="174868" y="66686"/>
                  <a:pt x="175128" y="66647"/>
                </a:cubicBezTo>
                <a:lnTo>
                  <a:pt x="175128" y="66647"/>
                </a:lnTo>
                <a:cubicBezTo>
                  <a:pt x="174985" y="66712"/>
                  <a:pt x="174880" y="66778"/>
                  <a:pt x="174750" y="66830"/>
                </a:cubicBezTo>
                <a:cubicBezTo>
                  <a:pt x="174894" y="66778"/>
                  <a:pt x="175037" y="66738"/>
                  <a:pt x="175193" y="66726"/>
                </a:cubicBezTo>
                <a:lnTo>
                  <a:pt x="175193" y="66726"/>
                </a:lnTo>
                <a:cubicBezTo>
                  <a:pt x="175011" y="66790"/>
                  <a:pt x="174842" y="66882"/>
                  <a:pt x="174686" y="66998"/>
                </a:cubicBezTo>
                <a:cubicBezTo>
                  <a:pt x="174838" y="66945"/>
                  <a:pt x="175002" y="66915"/>
                  <a:pt x="175167" y="66915"/>
                </a:cubicBezTo>
                <a:cubicBezTo>
                  <a:pt x="175241" y="66915"/>
                  <a:pt x="175315" y="66921"/>
                  <a:pt x="175388" y="66934"/>
                </a:cubicBezTo>
                <a:cubicBezTo>
                  <a:pt x="175258" y="66972"/>
                  <a:pt x="175128" y="67050"/>
                  <a:pt x="175011" y="67128"/>
                </a:cubicBezTo>
                <a:cubicBezTo>
                  <a:pt x="175108" y="67070"/>
                  <a:pt x="175220" y="67041"/>
                  <a:pt x="175331" y="67041"/>
                </a:cubicBezTo>
                <a:cubicBezTo>
                  <a:pt x="175368" y="67041"/>
                  <a:pt x="175405" y="67044"/>
                  <a:pt x="175441" y="67050"/>
                </a:cubicBezTo>
                <a:cubicBezTo>
                  <a:pt x="175297" y="67116"/>
                  <a:pt x="175167" y="67194"/>
                  <a:pt x="175050" y="67285"/>
                </a:cubicBezTo>
                <a:cubicBezTo>
                  <a:pt x="175245" y="67194"/>
                  <a:pt x="175467" y="67154"/>
                  <a:pt x="175675" y="67142"/>
                </a:cubicBezTo>
                <a:lnTo>
                  <a:pt x="175675" y="67142"/>
                </a:lnTo>
                <a:cubicBezTo>
                  <a:pt x="175467" y="67285"/>
                  <a:pt x="175258" y="67441"/>
                  <a:pt x="175050" y="67597"/>
                </a:cubicBezTo>
                <a:cubicBezTo>
                  <a:pt x="175310" y="67454"/>
                  <a:pt x="175597" y="67389"/>
                  <a:pt x="175883" y="67389"/>
                </a:cubicBezTo>
                <a:cubicBezTo>
                  <a:pt x="175713" y="67480"/>
                  <a:pt x="175545" y="67584"/>
                  <a:pt x="175375" y="67675"/>
                </a:cubicBezTo>
                <a:cubicBezTo>
                  <a:pt x="175545" y="67623"/>
                  <a:pt x="175713" y="67584"/>
                  <a:pt x="175883" y="67584"/>
                </a:cubicBezTo>
                <a:cubicBezTo>
                  <a:pt x="175701" y="67662"/>
                  <a:pt x="175531" y="67767"/>
                  <a:pt x="175375" y="67909"/>
                </a:cubicBezTo>
                <a:cubicBezTo>
                  <a:pt x="175597" y="67845"/>
                  <a:pt x="175869" y="67727"/>
                  <a:pt x="176078" y="67662"/>
                </a:cubicBezTo>
                <a:lnTo>
                  <a:pt x="176078" y="67662"/>
                </a:lnTo>
                <a:cubicBezTo>
                  <a:pt x="175961" y="67753"/>
                  <a:pt x="175831" y="67831"/>
                  <a:pt x="175713" y="67923"/>
                </a:cubicBezTo>
                <a:cubicBezTo>
                  <a:pt x="175869" y="67871"/>
                  <a:pt x="175999" y="67857"/>
                  <a:pt x="176169" y="67831"/>
                </a:cubicBezTo>
                <a:lnTo>
                  <a:pt x="176169" y="67831"/>
                </a:lnTo>
                <a:cubicBezTo>
                  <a:pt x="175921" y="67935"/>
                  <a:pt x="175701" y="68105"/>
                  <a:pt x="175531" y="68325"/>
                </a:cubicBezTo>
                <a:cubicBezTo>
                  <a:pt x="175727" y="68117"/>
                  <a:pt x="175999" y="68013"/>
                  <a:pt x="176260" y="67949"/>
                </a:cubicBezTo>
                <a:lnTo>
                  <a:pt x="176260" y="67949"/>
                </a:lnTo>
                <a:cubicBezTo>
                  <a:pt x="176039" y="68079"/>
                  <a:pt x="175831" y="68247"/>
                  <a:pt x="175661" y="68456"/>
                </a:cubicBezTo>
                <a:cubicBezTo>
                  <a:pt x="175597" y="68430"/>
                  <a:pt x="175531" y="68417"/>
                  <a:pt x="175453" y="68404"/>
                </a:cubicBezTo>
                <a:cubicBezTo>
                  <a:pt x="175213" y="68348"/>
                  <a:pt x="174965" y="68319"/>
                  <a:pt x="174716" y="68319"/>
                </a:cubicBezTo>
                <a:cubicBezTo>
                  <a:pt x="174330" y="68319"/>
                  <a:pt x="173943" y="68387"/>
                  <a:pt x="173579" y="68521"/>
                </a:cubicBezTo>
                <a:lnTo>
                  <a:pt x="173645" y="68703"/>
                </a:lnTo>
                <a:cubicBezTo>
                  <a:pt x="173671" y="68690"/>
                  <a:pt x="173683" y="68664"/>
                  <a:pt x="173709" y="68651"/>
                </a:cubicBezTo>
                <a:lnTo>
                  <a:pt x="173709" y="68651"/>
                </a:lnTo>
                <a:lnTo>
                  <a:pt x="173671" y="68742"/>
                </a:lnTo>
                <a:lnTo>
                  <a:pt x="173697" y="68820"/>
                </a:lnTo>
                <a:cubicBezTo>
                  <a:pt x="173787" y="68716"/>
                  <a:pt x="173879" y="68638"/>
                  <a:pt x="173996" y="68560"/>
                </a:cubicBezTo>
                <a:lnTo>
                  <a:pt x="173996" y="68560"/>
                </a:lnTo>
                <a:cubicBezTo>
                  <a:pt x="173918" y="68677"/>
                  <a:pt x="173853" y="68820"/>
                  <a:pt x="173827" y="68976"/>
                </a:cubicBezTo>
                <a:cubicBezTo>
                  <a:pt x="173905" y="68886"/>
                  <a:pt x="173983" y="68794"/>
                  <a:pt x="174061" y="68716"/>
                </a:cubicBezTo>
                <a:lnTo>
                  <a:pt x="174061" y="68716"/>
                </a:lnTo>
                <a:cubicBezTo>
                  <a:pt x="173996" y="68860"/>
                  <a:pt x="173931" y="69002"/>
                  <a:pt x="173879" y="69146"/>
                </a:cubicBezTo>
                <a:cubicBezTo>
                  <a:pt x="173983" y="69002"/>
                  <a:pt x="174100" y="68860"/>
                  <a:pt x="174204" y="68703"/>
                </a:cubicBezTo>
                <a:lnTo>
                  <a:pt x="174204" y="68703"/>
                </a:lnTo>
                <a:cubicBezTo>
                  <a:pt x="174149" y="68956"/>
                  <a:pt x="174094" y="69209"/>
                  <a:pt x="174031" y="69462"/>
                </a:cubicBezTo>
                <a:lnTo>
                  <a:pt x="174031" y="69462"/>
                </a:lnTo>
                <a:cubicBezTo>
                  <a:pt x="174111" y="69176"/>
                  <a:pt x="174231" y="68910"/>
                  <a:pt x="174400" y="68664"/>
                </a:cubicBezTo>
                <a:lnTo>
                  <a:pt x="174400" y="68664"/>
                </a:lnTo>
                <a:cubicBezTo>
                  <a:pt x="174347" y="68833"/>
                  <a:pt x="174295" y="68990"/>
                  <a:pt x="174256" y="69158"/>
                </a:cubicBezTo>
                <a:cubicBezTo>
                  <a:pt x="174334" y="69016"/>
                  <a:pt x="174426" y="68872"/>
                  <a:pt x="174504" y="68729"/>
                </a:cubicBezTo>
                <a:lnTo>
                  <a:pt x="174504" y="68729"/>
                </a:lnTo>
                <a:cubicBezTo>
                  <a:pt x="174473" y="68882"/>
                  <a:pt x="174434" y="69035"/>
                  <a:pt x="174394" y="69181"/>
                </a:cubicBezTo>
                <a:lnTo>
                  <a:pt x="174394" y="69181"/>
                </a:lnTo>
                <a:cubicBezTo>
                  <a:pt x="174452" y="69005"/>
                  <a:pt x="174542" y="68839"/>
                  <a:pt x="174660" y="68690"/>
                </a:cubicBezTo>
                <a:lnTo>
                  <a:pt x="174660" y="68690"/>
                </a:lnTo>
                <a:cubicBezTo>
                  <a:pt x="174620" y="68833"/>
                  <a:pt x="174582" y="68990"/>
                  <a:pt x="174556" y="69132"/>
                </a:cubicBezTo>
                <a:cubicBezTo>
                  <a:pt x="174620" y="68938"/>
                  <a:pt x="174724" y="68755"/>
                  <a:pt x="174854" y="68586"/>
                </a:cubicBezTo>
                <a:lnTo>
                  <a:pt x="174854" y="68586"/>
                </a:lnTo>
                <a:cubicBezTo>
                  <a:pt x="174816" y="68742"/>
                  <a:pt x="174790" y="68898"/>
                  <a:pt x="174764" y="69054"/>
                </a:cubicBezTo>
                <a:cubicBezTo>
                  <a:pt x="174802" y="68976"/>
                  <a:pt x="174854" y="68912"/>
                  <a:pt x="174894" y="68833"/>
                </a:cubicBezTo>
                <a:lnTo>
                  <a:pt x="174894" y="68833"/>
                </a:lnTo>
                <a:cubicBezTo>
                  <a:pt x="174868" y="68990"/>
                  <a:pt x="174842" y="69132"/>
                  <a:pt x="174828" y="69288"/>
                </a:cubicBezTo>
                <a:cubicBezTo>
                  <a:pt x="174868" y="69080"/>
                  <a:pt x="174959" y="68886"/>
                  <a:pt x="175089" y="68716"/>
                </a:cubicBezTo>
                <a:lnTo>
                  <a:pt x="175089" y="68716"/>
                </a:lnTo>
                <a:cubicBezTo>
                  <a:pt x="175037" y="68938"/>
                  <a:pt x="174998" y="69172"/>
                  <a:pt x="174959" y="69392"/>
                </a:cubicBezTo>
                <a:cubicBezTo>
                  <a:pt x="174816" y="69406"/>
                  <a:pt x="174686" y="69445"/>
                  <a:pt x="174556" y="69497"/>
                </a:cubicBezTo>
                <a:cubicBezTo>
                  <a:pt x="174686" y="69484"/>
                  <a:pt x="174816" y="69484"/>
                  <a:pt x="174933" y="69484"/>
                </a:cubicBezTo>
                <a:lnTo>
                  <a:pt x="174933" y="69497"/>
                </a:lnTo>
                <a:cubicBezTo>
                  <a:pt x="174738" y="69536"/>
                  <a:pt x="174542" y="69549"/>
                  <a:pt x="174347" y="69588"/>
                </a:cubicBezTo>
                <a:cubicBezTo>
                  <a:pt x="174412" y="69588"/>
                  <a:pt x="174490" y="69627"/>
                  <a:pt x="174542" y="69640"/>
                </a:cubicBezTo>
                <a:cubicBezTo>
                  <a:pt x="174503" y="69659"/>
                  <a:pt x="174458" y="69663"/>
                  <a:pt x="174412" y="69663"/>
                </a:cubicBezTo>
                <a:cubicBezTo>
                  <a:pt x="174390" y="69663"/>
                  <a:pt x="174368" y="69662"/>
                  <a:pt x="174347" y="69662"/>
                </a:cubicBezTo>
                <a:cubicBezTo>
                  <a:pt x="174324" y="69662"/>
                  <a:pt x="174302" y="69663"/>
                  <a:pt x="174282" y="69666"/>
                </a:cubicBezTo>
                <a:cubicBezTo>
                  <a:pt x="174165" y="69679"/>
                  <a:pt x="174048" y="69718"/>
                  <a:pt x="173931" y="69757"/>
                </a:cubicBezTo>
                <a:cubicBezTo>
                  <a:pt x="173709" y="69835"/>
                  <a:pt x="173501" y="69965"/>
                  <a:pt x="173319" y="70135"/>
                </a:cubicBezTo>
                <a:cubicBezTo>
                  <a:pt x="173397" y="70109"/>
                  <a:pt x="173463" y="70083"/>
                  <a:pt x="173527" y="70057"/>
                </a:cubicBezTo>
                <a:lnTo>
                  <a:pt x="173527" y="70057"/>
                </a:lnTo>
                <a:cubicBezTo>
                  <a:pt x="173281" y="70291"/>
                  <a:pt x="173137" y="70629"/>
                  <a:pt x="173137" y="70980"/>
                </a:cubicBezTo>
                <a:cubicBezTo>
                  <a:pt x="173189" y="70850"/>
                  <a:pt x="173254" y="70720"/>
                  <a:pt x="173319" y="70590"/>
                </a:cubicBezTo>
                <a:lnTo>
                  <a:pt x="173359" y="71046"/>
                </a:lnTo>
                <a:cubicBezTo>
                  <a:pt x="173411" y="70746"/>
                  <a:pt x="173567" y="70459"/>
                  <a:pt x="173787" y="70251"/>
                </a:cubicBezTo>
                <a:lnTo>
                  <a:pt x="173787" y="70251"/>
                </a:lnTo>
                <a:cubicBezTo>
                  <a:pt x="173787" y="70407"/>
                  <a:pt x="173775" y="70577"/>
                  <a:pt x="173761" y="70746"/>
                </a:cubicBezTo>
                <a:cubicBezTo>
                  <a:pt x="173866" y="70603"/>
                  <a:pt x="173957" y="70447"/>
                  <a:pt x="174061" y="70303"/>
                </a:cubicBezTo>
                <a:lnTo>
                  <a:pt x="174061" y="70303"/>
                </a:lnTo>
                <a:cubicBezTo>
                  <a:pt x="174035" y="70499"/>
                  <a:pt x="174009" y="70707"/>
                  <a:pt x="173983" y="70902"/>
                </a:cubicBezTo>
                <a:cubicBezTo>
                  <a:pt x="174061" y="70668"/>
                  <a:pt x="174178" y="70433"/>
                  <a:pt x="174308" y="70225"/>
                </a:cubicBezTo>
                <a:lnTo>
                  <a:pt x="174308" y="70225"/>
                </a:lnTo>
                <a:cubicBezTo>
                  <a:pt x="174269" y="70395"/>
                  <a:pt x="174217" y="70564"/>
                  <a:pt x="174178" y="70733"/>
                </a:cubicBezTo>
                <a:cubicBezTo>
                  <a:pt x="174243" y="70590"/>
                  <a:pt x="174308" y="70459"/>
                  <a:pt x="174386" y="70317"/>
                </a:cubicBezTo>
                <a:lnTo>
                  <a:pt x="174386" y="70317"/>
                </a:lnTo>
                <a:cubicBezTo>
                  <a:pt x="174347" y="70459"/>
                  <a:pt x="174308" y="70590"/>
                  <a:pt x="174269" y="70733"/>
                </a:cubicBezTo>
                <a:cubicBezTo>
                  <a:pt x="174347" y="70538"/>
                  <a:pt x="174412" y="70239"/>
                  <a:pt x="174568" y="70095"/>
                </a:cubicBezTo>
                <a:lnTo>
                  <a:pt x="174568" y="70095"/>
                </a:lnTo>
                <a:cubicBezTo>
                  <a:pt x="174556" y="70213"/>
                  <a:pt x="174556" y="70317"/>
                  <a:pt x="174556" y="70433"/>
                </a:cubicBezTo>
                <a:cubicBezTo>
                  <a:pt x="174556" y="70317"/>
                  <a:pt x="174594" y="70199"/>
                  <a:pt x="174672" y="70121"/>
                </a:cubicBezTo>
                <a:lnTo>
                  <a:pt x="174672" y="70121"/>
                </a:lnTo>
                <a:cubicBezTo>
                  <a:pt x="174660" y="70239"/>
                  <a:pt x="174660" y="70355"/>
                  <a:pt x="174672" y="70459"/>
                </a:cubicBezTo>
                <a:cubicBezTo>
                  <a:pt x="174698" y="70303"/>
                  <a:pt x="174750" y="70135"/>
                  <a:pt x="174828" y="69991"/>
                </a:cubicBezTo>
                <a:cubicBezTo>
                  <a:pt x="174842" y="70187"/>
                  <a:pt x="174868" y="70381"/>
                  <a:pt x="174880" y="70590"/>
                </a:cubicBezTo>
                <a:cubicBezTo>
                  <a:pt x="174894" y="70369"/>
                  <a:pt x="174959" y="70147"/>
                  <a:pt x="175076" y="69953"/>
                </a:cubicBezTo>
                <a:lnTo>
                  <a:pt x="175076" y="69953"/>
                </a:lnTo>
                <a:cubicBezTo>
                  <a:pt x="175076" y="70109"/>
                  <a:pt x="175076" y="70251"/>
                  <a:pt x="175063" y="70407"/>
                </a:cubicBezTo>
                <a:cubicBezTo>
                  <a:pt x="175089" y="70277"/>
                  <a:pt x="175141" y="70147"/>
                  <a:pt x="175206" y="70031"/>
                </a:cubicBezTo>
                <a:lnTo>
                  <a:pt x="175206" y="70031"/>
                </a:lnTo>
                <a:cubicBezTo>
                  <a:pt x="175180" y="70187"/>
                  <a:pt x="175193" y="70343"/>
                  <a:pt x="175219" y="70499"/>
                </a:cubicBezTo>
                <a:cubicBezTo>
                  <a:pt x="175258" y="70329"/>
                  <a:pt x="175297" y="70109"/>
                  <a:pt x="175336" y="69926"/>
                </a:cubicBezTo>
                <a:cubicBezTo>
                  <a:pt x="175349" y="70043"/>
                  <a:pt x="175362" y="70161"/>
                  <a:pt x="175362" y="70277"/>
                </a:cubicBezTo>
                <a:cubicBezTo>
                  <a:pt x="175388" y="70147"/>
                  <a:pt x="175427" y="70057"/>
                  <a:pt x="175493" y="69939"/>
                </a:cubicBezTo>
                <a:lnTo>
                  <a:pt x="175493" y="69939"/>
                </a:lnTo>
                <a:cubicBezTo>
                  <a:pt x="175453" y="70147"/>
                  <a:pt x="175479" y="70369"/>
                  <a:pt x="175557" y="70564"/>
                </a:cubicBezTo>
                <a:cubicBezTo>
                  <a:pt x="175505" y="70355"/>
                  <a:pt x="175545" y="70135"/>
                  <a:pt x="175597" y="69926"/>
                </a:cubicBezTo>
                <a:cubicBezTo>
                  <a:pt x="175597" y="70095"/>
                  <a:pt x="175623" y="70265"/>
                  <a:pt x="175661" y="70421"/>
                </a:cubicBezTo>
                <a:cubicBezTo>
                  <a:pt x="175635" y="70421"/>
                  <a:pt x="175597" y="70433"/>
                  <a:pt x="175557" y="70433"/>
                </a:cubicBezTo>
                <a:cubicBezTo>
                  <a:pt x="175597" y="70447"/>
                  <a:pt x="175635" y="70459"/>
                  <a:pt x="175675" y="70459"/>
                </a:cubicBezTo>
                <a:lnTo>
                  <a:pt x="175713" y="70577"/>
                </a:lnTo>
                <a:cubicBezTo>
                  <a:pt x="175467" y="70655"/>
                  <a:pt x="175245" y="70785"/>
                  <a:pt x="175037" y="70954"/>
                </a:cubicBezTo>
                <a:lnTo>
                  <a:pt x="175727" y="70707"/>
                </a:lnTo>
                <a:lnTo>
                  <a:pt x="175727" y="70707"/>
                </a:lnTo>
                <a:cubicBezTo>
                  <a:pt x="175414" y="70850"/>
                  <a:pt x="175141" y="71032"/>
                  <a:pt x="174906" y="71280"/>
                </a:cubicBezTo>
                <a:cubicBezTo>
                  <a:pt x="175050" y="71202"/>
                  <a:pt x="175206" y="71124"/>
                  <a:pt x="175349" y="71046"/>
                </a:cubicBezTo>
                <a:lnTo>
                  <a:pt x="175349" y="71046"/>
                </a:lnTo>
                <a:cubicBezTo>
                  <a:pt x="175089" y="71188"/>
                  <a:pt x="174854" y="71396"/>
                  <a:pt x="174634" y="71605"/>
                </a:cubicBezTo>
                <a:cubicBezTo>
                  <a:pt x="174516" y="71709"/>
                  <a:pt x="174412" y="71826"/>
                  <a:pt x="174308" y="71943"/>
                </a:cubicBezTo>
                <a:cubicBezTo>
                  <a:pt x="174269" y="71995"/>
                  <a:pt x="174087" y="72295"/>
                  <a:pt x="174035" y="72295"/>
                </a:cubicBezTo>
                <a:lnTo>
                  <a:pt x="174165" y="72295"/>
                </a:lnTo>
                <a:cubicBezTo>
                  <a:pt x="174126" y="72463"/>
                  <a:pt x="174074" y="72645"/>
                  <a:pt x="174035" y="72828"/>
                </a:cubicBezTo>
                <a:cubicBezTo>
                  <a:pt x="174087" y="72763"/>
                  <a:pt x="174152" y="72698"/>
                  <a:pt x="174204" y="72633"/>
                </a:cubicBezTo>
                <a:lnTo>
                  <a:pt x="174204" y="72633"/>
                </a:lnTo>
                <a:cubicBezTo>
                  <a:pt x="174126" y="73088"/>
                  <a:pt x="174126" y="73570"/>
                  <a:pt x="174191" y="74025"/>
                </a:cubicBezTo>
                <a:cubicBezTo>
                  <a:pt x="174204" y="73622"/>
                  <a:pt x="174269" y="73206"/>
                  <a:pt x="174360" y="72815"/>
                </a:cubicBezTo>
                <a:cubicBezTo>
                  <a:pt x="174386" y="73062"/>
                  <a:pt x="174400" y="73310"/>
                  <a:pt x="174412" y="73556"/>
                </a:cubicBezTo>
                <a:cubicBezTo>
                  <a:pt x="174452" y="73244"/>
                  <a:pt x="174542" y="72932"/>
                  <a:pt x="174686" y="72645"/>
                </a:cubicBezTo>
                <a:lnTo>
                  <a:pt x="174790" y="73310"/>
                </a:lnTo>
                <a:cubicBezTo>
                  <a:pt x="174790" y="73049"/>
                  <a:pt x="174828" y="72776"/>
                  <a:pt x="174906" y="72515"/>
                </a:cubicBezTo>
                <a:lnTo>
                  <a:pt x="175024" y="73452"/>
                </a:lnTo>
                <a:cubicBezTo>
                  <a:pt x="175037" y="73101"/>
                  <a:pt x="175050" y="72750"/>
                  <a:pt x="175050" y="72399"/>
                </a:cubicBezTo>
                <a:lnTo>
                  <a:pt x="175167" y="73101"/>
                </a:lnTo>
                <a:cubicBezTo>
                  <a:pt x="175141" y="72841"/>
                  <a:pt x="175167" y="72593"/>
                  <a:pt x="175232" y="72347"/>
                </a:cubicBezTo>
                <a:cubicBezTo>
                  <a:pt x="175245" y="72529"/>
                  <a:pt x="175258" y="72711"/>
                  <a:pt x="175284" y="72893"/>
                </a:cubicBezTo>
                <a:cubicBezTo>
                  <a:pt x="175323" y="72529"/>
                  <a:pt x="175336" y="72165"/>
                  <a:pt x="175441" y="71813"/>
                </a:cubicBezTo>
                <a:cubicBezTo>
                  <a:pt x="175441" y="71969"/>
                  <a:pt x="175479" y="72125"/>
                  <a:pt x="175531" y="72269"/>
                </a:cubicBezTo>
                <a:cubicBezTo>
                  <a:pt x="175519" y="72165"/>
                  <a:pt x="175519" y="72047"/>
                  <a:pt x="175519" y="71930"/>
                </a:cubicBezTo>
                <a:lnTo>
                  <a:pt x="175519" y="71930"/>
                </a:lnTo>
                <a:cubicBezTo>
                  <a:pt x="175545" y="72125"/>
                  <a:pt x="175609" y="72307"/>
                  <a:pt x="175713" y="72463"/>
                </a:cubicBezTo>
                <a:cubicBezTo>
                  <a:pt x="175635" y="72255"/>
                  <a:pt x="175609" y="72034"/>
                  <a:pt x="175661" y="71826"/>
                </a:cubicBezTo>
                <a:lnTo>
                  <a:pt x="175661" y="71826"/>
                </a:lnTo>
                <a:cubicBezTo>
                  <a:pt x="175675" y="72008"/>
                  <a:pt x="175713" y="72151"/>
                  <a:pt x="175831" y="72281"/>
                </a:cubicBezTo>
                <a:cubicBezTo>
                  <a:pt x="175753" y="71982"/>
                  <a:pt x="175779" y="71657"/>
                  <a:pt x="175883" y="71358"/>
                </a:cubicBezTo>
                <a:cubicBezTo>
                  <a:pt x="175909" y="71500"/>
                  <a:pt x="175935" y="71644"/>
                  <a:pt x="175947" y="71787"/>
                </a:cubicBezTo>
                <a:cubicBezTo>
                  <a:pt x="175935" y="71644"/>
                  <a:pt x="175947" y="71500"/>
                  <a:pt x="175987" y="71370"/>
                </a:cubicBezTo>
                <a:cubicBezTo>
                  <a:pt x="176026" y="71618"/>
                  <a:pt x="176078" y="71865"/>
                  <a:pt x="176169" y="72113"/>
                </a:cubicBezTo>
                <a:cubicBezTo>
                  <a:pt x="176052" y="71787"/>
                  <a:pt x="176065" y="71422"/>
                  <a:pt x="176195" y="71098"/>
                </a:cubicBezTo>
                <a:cubicBezTo>
                  <a:pt x="176195" y="71292"/>
                  <a:pt x="176195" y="71488"/>
                  <a:pt x="176208" y="71696"/>
                </a:cubicBezTo>
                <a:cubicBezTo>
                  <a:pt x="176208" y="71500"/>
                  <a:pt x="176260" y="71306"/>
                  <a:pt x="176364" y="71150"/>
                </a:cubicBezTo>
                <a:lnTo>
                  <a:pt x="176364" y="71150"/>
                </a:lnTo>
                <a:cubicBezTo>
                  <a:pt x="176273" y="71474"/>
                  <a:pt x="176299" y="71852"/>
                  <a:pt x="176442" y="72151"/>
                </a:cubicBezTo>
                <a:cubicBezTo>
                  <a:pt x="176377" y="71774"/>
                  <a:pt x="176520" y="70746"/>
                  <a:pt x="176650" y="70395"/>
                </a:cubicBezTo>
                <a:cubicBezTo>
                  <a:pt x="176650" y="70395"/>
                  <a:pt x="176820" y="70303"/>
                  <a:pt x="177092" y="70265"/>
                </a:cubicBezTo>
                <a:lnTo>
                  <a:pt x="177092" y="70265"/>
                </a:lnTo>
                <a:cubicBezTo>
                  <a:pt x="176962" y="70538"/>
                  <a:pt x="177014" y="70889"/>
                  <a:pt x="177184" y="71136"/>
                </a:cubicBezTo>
                <a:cubicBezTo>
                  <a:pt x="177158" y="70980"/>
                  <a:pt x="177210" y="70798"/>
                  <a:pt x="177327" y="70681"/>
                </a:cubicBezTo>
                <a:lnTo>
                  <a:pt x="177327" y="70681"/>
                </a:lnTo>
                <a:cubicBezTo>
                  <a:pt x="177301" y="70811"/>
                  <a:pt x="177301" y="70954"/>
                  <a:pt x="177314" y="71098"/>
                </a:cubicBezTo>
                <a:cubicBezTo>
                  <a:pt x="177353" y="71006"/>
                  <a:pt x="177392" y="70902"/>
                  <a:pt x="177431" y="70798"/>
                </a:cubicBezTo>
                <a:lnTo>
                  <a:pt x="177431" y="70798"/>
                </a:lnTo>
                <a:cubicBezTo>
                  <a:pt x="177314" y="72828"/>
                  <a:pt x="177223" y="78605"/>
                  <a:pt x="177197" y="82274"/>
                </a:cubicBezTo>
                <a:cubicBezTo>
                  <a:pt x="176962" y="82326"/>
                  <a:pt x="176728" y="82378"/>
                  <a:pt x="176507" y="82418"/>
                </a:cubicBezTo>
                <a:cubicBezTo>
                  <a:pt x="176624" y="82262"/>
                  <a:pt x="176728" y="82092"/>
                  <a:pt x="176806" y="81910"/>
                </a:cubicBezTo>
                <a:cubicBezTo>
                  <a:pt x="176791" y="81910"/>
                  <a:pt x="176776" y="81909"/>
                  <a:pt x="176761" y="81909"/>
                </a:cubicBezTo>
                <a:cubicBezTo>
                  <a:pt x="176377" y="81909"/>
                  <a:pt x="176039" y="82062"/>
                  <a:pt x="175727" y="82288"/>
                </a:cubicBezTo>
                <a:cubicBezTo>
                  <a:pt x="175909" y="81950"/>
                  <a:pt x="176078" y="81585"/>
                  <a:pt x="176143" y="81207"/>
                </a:cubicBezTo>
                <a:lnTo>
                  <a:pt x="176143" y="81207"/>
                </a:lnTo>
                <a:cubicBezTo>
                  <a:pt x="175635" y="81273"/>
                  <a:pt x="175141" y="81559"/>
                  <a:pt x="174946" y="82040"/>
                </a:cubicBezTo>
                <a:cubicBezTo>
                  <a:pt x="175089" y="81390"/>
                  <a:pt x="175089" y="80752"/>
                  <a:pt x="174816" y="80166"/>
                </a:cubicBezTo>
                <a:cubicBezTo>
                  <a:pt x="174438" y="80765"/>
                  <a:pt x="174165" y="81494"/>
                  <a:pt x="174061" y="82210"/>
                </a:cubicBezTo>
                <a:cubicBezTo>
                  <a:pt x="173892" y="81858"/>
                  <a:pt x="173567" y="81637"/>
                  <a:pt x="173202" y="81546"/>
                </a:cubicBezTo>
                <a:lnTo>
                  <a:pt x="173202" y="81546"/>
                </a:lnTo>
                <a:cubicBezTo>
                  <a:pt x="173176" y="81936"/>
                  <a:pt x="173371" y="82326"/>
                  <a:pt x="173657" y="82600"/>
                </a:cubicBezTo>
                <a:cubicBezTo>
                  <a:pt x="173176" y="82600"/>
                  <a:pt x="172694" y="82743"/>
                  <a:pt x="172266" y="82951"/>
                </a:cubicBezTo>
                <a:cubicBezTo>
                  <a:pt x="172486" y="83107"/>
                  <a:pt x="172747" y="83237"/>
                  <a:pt x="173033" y="83341"/>
                </a:cubicBezTo>
                <a:cubicBezTo>
                  <a:pt x="172642" y="83497"/>
                  <a:pt x="172278" y="83628"/>
                  <a:pt x="171823" y="83719"/>
                </a:cubicBezTo>
                <a:cubicBezTo>
                  <a:pt x="171055" y="83849"/>
                  <a:pt x="170352" y="84136"/>
                  <a:pt x="169663" y="84486"/>
                </a:cubicBezTo>
                <a:cubicBezTo>
                  <a:pt x="169611" y="83419"/>
                  <a:pt x="169559" y="81871"/>
                  <a:pt x="169546" y="80270"/>
                </a:cubicBezTo>
                <a:lnTo>
                  <a:pt x="169546" y="80270"/>
                </a:lnTo>
                <a:cubicBezTo>
                  <a:pt x="169728" y="80778"/>
                  <a:pt x="170014" y="81247"/>
                  <a:pt x="170404" y="81637"/>
                </a:cubicBezTo>
                <a:cubicBezTo>
                  <a:pt x="170340" y="81077"/>
                  <a:pt x="170222" y="80505"/>
                  <a:pt x="170054" y="79958"/>
                </a:cubicBezTo>
                <a:lnTo>
                  <a:pt x="170054" y="79958"/>
                </a:lnTo>
                <a:cubicBezTo>
                  <a:pt x="170092" y="80036"/>
                  <a:pt x="170132" y="80128"/>
                  <a:pt x="170170" y="80206"/>
                </a:cubicBezTo>
                <a:cubicBezTo>
                  <a:pt x="170444" y="80765"/>
                  <a:pt x="170808" y="81207"/>
                  <a:pt x="171303" y="81585"/>
                </a:cubicBezTo>
                <a:cubicBezTo>
                  <a:pt x="171277" y="81091"/>
                  <a:pt x="171159" y="80609"/>
                  <a:pt x="170951" y="80180"/>
                </a:cubicBezTo>
                <a:lnTo>
                  <a:pt x="170951" y="80180"/>
                </a:lnTo>
                <a:cubicBezTo>
                  <a:pt x="171211" y="80388"/>
                  <a:pt x="171497" y="80583"/>
                  <a:pt x="171784" y="80765"/>
                </a:cubicBezTo>
                <a:cubicBezTo>
                  <a:pt x="171615" y="80128"/>
                  <a:pt x="171263" y="79529"/>
                  <a:pt x="170795" y="79061"/>
                </a:cubicBezTo>
                <a:lnTo>
                  <a:pt x="170795" y="79061"/>
                </a:lnTo>
                <a:cubicBezTo>
                  <a:pt x="171266" y="79290"/>
                  <a:pt x="171781" y="79441"/>
                  <a:pt x="172309" y="79441"/>
                </a:cubicBezTo>
                <a:cubicBezTo>
                  <a:pt x="172351" y="79441"/>
                  <a:pt x="172393" y="79440"/>
                  <a:pt x="172434" y="79438"/>
                </a:cubicBezTo>
                <a:cubicBezTo>
                  <a:pt x="171940" y="78787"/>
                  <a:pt x="171159" y="78371"/>
                  <a:pt x="170352" y="78280"/>
                </a:cubicBezTo>
                <a:cubicBezTo>
                  <a:pt x="170990" y="78163"/>
                  <a:pt x="171601" y="77928"/>
                  <a:pt x="172135" y="77578"/>
                </a:cubicBezTo>
                <a:cubicBezTo>
                  <a:pt x="171912" y="77520"/>
                  <a:pt x="171687" y="77491"/>
                  <a:pt x="171466" y="77491"/>
                </a:cubicBezTo>
                <a:cubicBezTo>
                  <a:pt x="170993" y="77491"/>
                  <a:pt x="170539" y="77624"/>
                  <a:pt x="170158" y="77890"/>
                </a:cubicBezTo>
                <a:cubicBezTo>
                  <a:pt x="170548" y="77395"/>
                  <a:pt x="170782" y="76745"/>
                  <a:pt x="170756" y="76107"/>
                </a:cubicBezTo>
                <a:lnTo>
                  <a:pt x="170756" y="76107"/>
                </a:lnTo>
                <a:cubicBezTo>
                  <a:pt x="170236" y="76537"/>
                  <a:pt x="169936" y="77031"/>
                  <a:pt x="169793" y="77604"/>
                </a:cubicBezTo>
                <a:cubicBezTo>
                  <a:pt x="169819" y="76901"/>
                  <a:pt x="169702" y="76211"/>
                  <a:pt x="169337" y="75626"/>
                </a:cubicBezTo>
                <a:cubicBezTo>
                  <a:pt x="169103" y="76094"/>
                  <a:pt x="168973" y="76679"/>
                  <a:pt x="169077" y="77200"/>
                </a:cubicBezTo>
                <a:cubicBezTo>
                  <a:pt x="169103" y="77356"/>
                  <a:pt x="169129" y="77499"/>
                  <a:pt x="169169" y="77630"/>
                </a:cubicBezTo>
                <a:cubicBezTo>
                  <a:pt x="168713" y="77200"/>
                  <a:pt x="168114" y="76901"/>
                  <a:pt x="167477" y="76835"/>
                </a:cubicBezTo>
                <a:lnTo>
                  <a:pt x="167477" y="76835"/>
                </a:lnTo>
                <a:cubicBezTo>
                  <a:pt x="167763" y="77239"/>
                  <a:pt x="168024" y="77578"/>
                  <a:pt x="168414" y="77876"/>
                </a:cubicBezTo>
                <a:cubicBezTo>
                  <a:pt x="168479" y="77928"/>
                  <a:pt x="168544" y="77980"/>
                  <a:pt x="168609" y="78020"/>
                </a:cubicBezTo>
                <a:cubicBezTo>
                  <a:pt x="168408" y="77989"/>
                  <a:pt x="168205" y="77972"/>
                  <a:pt x="168003" y="77972"/>
                </a:cubicBezTo>
                <a:cubicBezTo>
                  <a:pt x="167694" y="77972"/>
                  <a:pt x="167386" y="78011"/>
                  <a:pt x="167087" y="78098"/>
                </a:cubicBezTo>
                <a:cubicBezTo>
                  <a:pt x="167438" y="78358"/>
                  <a:pt x="167802" y="78501"/>
                  <a:pt x="168232" y="78527"/>
                </a:cubicBezTo>
                <a:cubicBezTo>
                  <a:pt x="168050" y="78631"/>
                  <a:pt x="167880" y="78775"/>
                  <a:pt x="167724" y="78905"/>
                </a:cubicBezTo>
                <a:cubicBezTo>
                  <a:pt x="167503" y="79099"/>
                  <a:pt x="167308" y="79282"/>
                  <a:pt x="167139" y="79516"/>
                </a:cubicBezTo>
                <a:cubicBezTo>
                  <a:pt x="167594" y="79451"/>
                  <a:pt x="168036" y="79321"/>
                  <a:pt x="168440" y="79113"/>
                </a:cubicBezTo>
                <a:lnTo>
                  <a:pt x="168440" y="79113"/>
                </a:lnTo>
                <a:cubicBezTo>
                  <a:pt x="168296" y="79282"/>
                  <a:pt x="168166" y="79464"/>
                  <a:pt x="168050" y="79672"/>
                </a:cubicBezTo>
                <a:cubicBezTo>
                  <a:pt x="167724" y="80270"/>
                  <a:pt x="167568" y="80961"/>
                  <a:pt x="167633" y="81637"/>
                </a:cubicBezTo>
                <a:cubicBezTo>
                  <a:pt x="168114" y="81025"/>
                  <a:pt x="168531" y="80362"/>
                  <a:pt x="168882" y="79659"/>
                </a:cubicBezTo>
                <a:lnTo>
                  <a:pt x="168882" y="79659"/>
                </a:lnTo>
                <a:cubicBezTo>
                  <a:pt x="168700" y="80362"/>
                  <a:pt x="168674" y="81091"/>
                  <a:pt x="168843" y="81832"/>
                </a:cubicBezTo>
                <a:cubicBezTo>
                  <a:pt x="168999" y="81285"/>
                  <a:pt x="169129" y="80713"/>
                  <a:pt x="169233" y="80140"/>
                </a:cubicBezTo>
                <a:cubicBezTo>
                  <a:pt x="169259" y="80544"/>
                  <a:pt x="169285" y="81051"/>
                  <a:pt x="169285" y="81637"/>
                </a:cubicBezTo>
                <a:cubicBezTo>
                  <a:pt x="169273" y="82470"/>
                  <a:pt x="169285" y="83758"/>
                  <a:pt x="169285" y="84682"/>
                </a:cubicBezTo>
                <a:cubicBezTo>
                  <a:pt x="168987" y="84851"/>
                  <a:pt x="168674" y="85033"/>
                  <a:pt x="168374" y="85215"/>
                </a:cubicBezTo>
                <a:cubicBezTo>
                  <a:pt x="167998" y="85449"/>
                  <a:pt x="167646" y="85697"/>
                  <a:pt x="167308" y="85970"/>
                </a:cubicBezTo>
                <a:cubicBezTo>
                  <a:pt x="167243" y="85944"/>
                  <a:pt x="167177" y="85918"/>
                  <a:pt x="167099" y="85879"/>
                </a:cubicBezTo>
                <a:cubicBezTo>
                  <a:pt x="166827" y="85762"/>
                  <a:pt x="166540" y="85645"/>
                  <a:pt x="166280" y="85501"/>
                </a:cubicBezTo>
                <a:cubicBezTo>
                  <a:pt x="166086" y="85404"/>
                  <a:pt x="165836" y="85172"/>
                  <a:pt x="165603" y="85172"/>
                </a:cubicBezTo>
                <a:cubicBezTo>
                  <a:pt x="165586" y="85172"/>
                  <a:pt x="165569" y="85174"/>
                  <a:pt x="165551" y="85177"/>
                </a:cubicBezTo>
                <a:cubicBezTo>
                  <a:pt x="164979" y="85293"/>
                  <a:pt x="165095" y="86400"/>
                  <a:pt x="164575" y="86556"/>
                </a:cubicBezTo>
                <a:cubicBezTo>
                  <a:pt x="164527" y="86568"/>
                  <a:pt x="164470" y="86573"/>
                  <a:pt x="164406" y="86573"/>
                </a:cubicBezTo>
                <a:cubicBezTo>
                  <a:pt x="164141" y="86573"/>
                  <a:pt x="163770" y="86483"/>
                  <a:pt x="163560" y="86452"/>
                </a:cubicBezTo>
                <a:lnTo>
                  <a:pt x="163534" y="86452"/>
                </a:lnTo>
                <a:cubicBezTo>
                  <a:pt x="163470" y="85085"/>
                  <a:pt x="163352" y="82509"/>
                  <a:pt x="163326" y="79828"/>
                </a:cubicBezTo>
                <a:lnTo>
                  <a:pt x="163326" y="79828"/>
                </a:lnTo>
                <a:cubicBezTo>
                  <a:pt x="163574" y="80518"/>
                  <a:pt x="163976" y="81155"/>
                  <a:pt x="164510" y="81689"/>
                </a:cubicBezTo>
                <a:cubicBezTo>
                  <a:pt x="164406" y="80921"/>
                  <a:pt x="164250" y="80154"/>
                  <a:pt x="164029" y="79399"/>
                </a:cubicBezTo>
                <a:lnTo>
                  <a:pt x="164029" y="79399"/>
                </a:lnTo>
                <a:cubicBezTo>
                  <a:pt x="164081" y="79516"/>
                  <a:pt x="164133" y="79620"/>
                  <a:pt x="164185" y="79738"/>
                </a:cubicBezTo>
                <a:cubicBezTo>
                  <a:pt x="164563" y="80505"/>
                  <a:pt x="165043" y="81103"/>
                  <a:pt x="165734" y="81611"/>
                </a:cubicBezTo>
                <a:cubicBezTo>
                  <a:pt x="165694" y="80947"/>
                  <a:pt x="165525" y="80297"/>
                  <a:pt x="165239" y="79698"/>
                </a:cubicBezTo>
                <a:lnTo>
                  <a:pt x="165239" y="79698"/>
                </a:lnTo>
                <a:cubicBezTo>
                  <a:pt x="165603" y="79984"/>
                  <a:pt x="165994" y="80258"/>
                  <a:pt x="166384" y="80505"/>
                </a:cubicBezTo>
                <a:cubicBezTo>
                  <a:pt x="166150" y="79620"/>
                  <a:pt x="165682" y="78813"/>
                  <a:pt x="165043" y="78163"/>
                </a:cubicBezTo>
                <a:lnTo>
                  <a:pt x="165043" y="78163"/>
                </a:lnTo>
                <a:cubicBezTo>
                  <a:pt x="165693" y="78493"/>
                  <a:pt x="166410" y="78685"/>
                  <a:pt x="167142" y="78685"/>
                </a:cubicBezTo>
                <a:cubicBezTo>
                  <a:pt x="167189" y="78685"/>
                  <a:pt x="167235" y="78685"/>
                  <a:pt x="167281" y="78683"/>
                </a:cubicBezTo>
                <a:cubicBezTo>
                  <a:pt x="166592" y="77798"/>
                  <a:pt x="165538" y="77226"/>
                  <a:pt x="164432" y="77096"/>
                </a:cubicBezTo>
                <a:cubicBezTo>
                  <a:pt x="165291" y="76939"/>
                  <a:pt x="166124" y="76615"/>
                  <a:pt x="166865" y="76146"/>
                </a:cubicBezTo>
                <a:cubicBezTo>
                  <a:pt x="166560" y="76068"/>
                  <a:pt x="166255" y="76029"/>
                  <a:pt x="165956" y="76029"/>
                </a:cubicBezTo>
                <a:cubicBezTo>
                  <a:pt x="165311" y="76029"/>
                  <a:pt x="164692" y="76211"/>
                  <a:pt x="164159" y="76575"/>
                </a:cubicBezTo>
                <a:cubicBezTo>
                  <a:pt x="164705" y="75886"/>
                  <a:pt x="165005" y="75014"/>
                  <a:pt x="164979" y="74142"/>
                </a:cubicBezTo>
                <a:lnTo>
                  <a:pt x="164979" y="74142"/>
                </a:lnTo>
                <a:cubicBezTo>
                  <a:pt x="164263" y="74727"/>
                  <a:pt x="163872" y="75404"/>
                  <a:pt x="163664" y="76185"/>
                </a:cubicBezTo>
                <a:cubicBezTo>
                  <a:pt x="163704" y="75222"/>
                  <a:pt x="163548" y="74272"/>
                  <a:pt x="163040" y="73478"/>
                </a:cubicBezTo>
                <a:cubicBezTo>
                  <a:pt x="162727" y="74129"/>
                  <a:pt x="162545" y="74923"/>
                  <a:pt x="162689" y="75638"/>
                </a:cubicBezTo>
                <a:lnTo>
                  <a:pt x="162805" y="76224"/>
                </a:lnTo>
                <a:cubicBezTo>
                  <a:pt x="162181" y="75626"/>
                  <a:pt x="161362" y="75222"/>
                  <a:pt x="160503" y="75144"/>
                </a:cubicBezTo>
                <a:lnTo>
                  <a:pt x="160503" y="75144"/>
                </a:lnTo>
                <a:cubicBezTo>
                  <a:pt x="160880" y="75678"/>
                  <a:pt x="161257" y="76146"/>
                  <a:pt x="161778" y="76563"/>
                </a:cubicBezTo>
                <a:lnTo>
                  <a:pt x="162051" y="76757"/>
                </a:lnTo>
                <a:cubicBezTo>
                  <a:pt x="161779" y="76711"/>
                  <a:pt x="161501" y="76687"/>
                  <a:pt x="161222" y="76687"/>
                </a:cubicBezTo>
                <a:cubicBezTo>
                  <a:pt x="160795" y="76687"/>
                  <a:pt x="160366" y="76743"/>
                  <a:pt x="159956" y="76861"/>
                </a:cubicBezTo>
                <a:cubicBezTo>
                  <a:pt x="160437" y="77213"/>
                  <a:pt x="160945" y="77408"/>
                  <a:pt x="161530" y="77434"/>
                </a:cubicBezTo>
                <a:cubicBezTo>
                  <a:pt x="161284" y="77590"/>
                  <a:pt x="161062" y="77772"/>
                  <a:pt x="160828" y="77968"/>
                </a:cubicBezTo>
                <a:cubicBezTo>
                  <a:pt x="160529" y="78215"/>
                  <a:pt x="160269" y="78475"/>
                  <a:pt x="160034" y="78801"/>
                </a:cubicBezTo>
                <a:cubicBezTo>
                  <a:pt x="160659" y="78709"/>
                  <a:pt x="161257" y="78514"/>
                  <a:pt x="161816" y="78241"/>
                </a:cubicBezTo>
                <a:lnTo>
                  <a:pt x="161816" y="78241"/>
                </a:lnTo>
                <a:cubicBezTo>
                  <a:pt x="161622" y="78462"/>
                  <a:pt x="161440" y="78723"/>
                  <a:pt x="161284" y="79021"/>
                </a:cubicBezTo>
                <a:cubicBezTo>
                  <a:pt x="160906" y="79724"/>
                  <a:pt x="160685" y="80531"/>
                  <a:pt x="160697" y="81325"/>
                </a:cubicBezTo>
                <a:lnTo>
                  <a:pt x="160645" y="81325"/>
                </a:lnTo>
                <a:cubicBezTo>
                  <a:pt x="160623" y="81332"/>
                  <a:pt x="160605" y="81340"/>
                  <a:pt x="160586" y="81340"/>
                </a:cubicBezTo>
                <a:cubicBezTo>
                  <a:pt x="160572" y="81340"/>
                  <a:pt x="160558" y="81336"/>
                  <a:pt x="160541" y="81325"/>
                </a:cubicBezTo>
                <a:cubicBezTo>
                  <a:pt x="160477" y="81285"/>
                  <a:pt x="160529" y="81207"/>
                  <a:pt x="160503" y="81169"/>
                </a:cubicBezTo>
                <a:cubicBezTo>
                  <a:pt x="160484" y="81150"/>
                  <a:pt x="160437" y="81137"/>
                  <a:pt x="160403" y="81137"/>
                </a:cubicBezTo>
                <a:cubicBezTo>
                  <a:pt x="160390" y="81137"/>
                  <a:pt x="160380" y="81139"/>
                  <a:pt x="160373" y="81143"/>
                </a:cubicBezTo>
                <a:cubicBezTo>
                  <a:pt x="160351" y="81153"/>
                  <a:pt x="160348" y="81172"/>
                  <a:pt x="160325" y="81172"/>
                </a:cubicBezTo>
                <a:cubicBezTo>
                  <a:pt x="160320" y="81172"/>
                  <a:pt x="160314" y="81171"/>
                  <a:pt x="160307" y="81169"/>
                </a:cubicBezTo>
                <a:cubicBezTo>
                  <a:pt x="160295" y="81169"/>
                  <a:pt x="160281" y="81169"/>
                  <a:pt x="160281" y="81155"/>
                </a:cubicBezTo>
                <a:cubicBezTo>
                  <a:pt x="160269" y="81155"/>
                  <a:pt x="160243" y="81155"/>
                  <a:pt x="160229" y="81143"/>
                </a:cubicBezTo>
                <a:cubicBezTo>
                  <a:pt x="160203" y="81129"/>
                  <a:pt x="160191" y="81129"/>
                  <a:pt x="160177" y="81103"/>
                </a:cubicBezTo>
                <a:cubicBezTo>
                  <a:pt x="160164" y="81091"/>
                  <a:pt x="160151" y="81065"/>
                  <a:pt x="160138" y="81065"/>
                </a:cubicBezTo>
                <a:cubicBezTo>
                  <a:pt x="160129" y="81055"/>
                  <a:pt x="160117" y="81053"/>
                  <a:pt x="160105" y="81053"/>
                </a:cubicBezTo>
                <a:cubicBezTo>
                  <a:pt x="160093" y="81053"/>
                  <a:pt x="160079" y="81055"/>
                  <a:pt x="160067" y="81055"/>
                </a:cubicBezTo>
                <a:cubicBezTo>
                  <a:pt x="160060" y="81055"/>
                  <a:pt x="160053" y="81054"/>
                  <a:pt x="160047" y="81051"/>
                </a:cubicBezTo>
                <a:cubicBezTo>
                  <a:pt x="160034" y="81025"/>
                  <a:pt x="160008" y="80973"/>
                  <a:pt x="160008" y="80961"/>
                </a:cubicBezTo>
                <a:cubicBezTo>
                  <a:pt x="160008" y="80947"/>
                  <a:pt x="160021" y="80921"/>
                  <a:pt x="160008" y="80909"/>
                </a:cubicBezTo>
                <a:cubicBezTo>
                  <a:pt x="160002" y="80902"/>
                  <a:pt x="159995" y="80902"/>
                  <a:pt x="159989" y="80902"/>
                </a:cubicBezTo>
                <a:cubicBezTo>
                  <a:pt x="159982" y="80902"/>
                  <a:pt x="159976" y="80902"/>
                  <a:pt x="159969" y="80895"/>
                </a:cubicBezTo>
                <a:cubicBezTo>
                  <a:pt x="159930" y="80883"/>
                  <a:pt x="159930" y="80831"/>
                  <a:pt x="159917" y="80791"/>
                </a:cubicBezTo>
                <a:cubicBezTo>
                  <a:pt x="159910" y="80772"/>
                  <a:pt x="159904" y="80765"/>
                  <a:pt x="159896" y="80765"/>
                </a:cubicBezTo>
                <a:cubicBezTo>
                  <a:pt x="159888" y="80765"/>
                  <a:pt x="159878" y="80772"/>
                  <a:pt x="159865" y="80778"/>
                </a:cubicBezTo>
                <a:cubicBezTo>
                  <a:pt x="159865" y="80752"/>
                  <a:pt x="159865" y="80739"/>
                  <a:pt x="159878" y="80726"/>
                </a:cubicBezTo>
                <a:cubicBezTo>
                  <a:pt x="159891" y="80687"/>
                  <a:pt x="159904" y="80648"/>
                  <a:pt x="159917" y="80622"/>
                </a:cubicBezTo>
                <a:cubicBezTo>
                  <a:pt x="159943" y="80583"/>
                  <a:pt x="159995" y="80518"/>
                  <a:pt x="159995" y="80466"/>
                </a:cubicBezTo>
                <a:cubicBezTo>
                  <a:pt x="159986" y="80463"/>
                  <a:pt x="159978" y="80462"/>
                  <a:pt x="159970" y="80462"/>
                </a:cubicBezTo>
                <a:cubicBezTo>
                  <a:pt x="159948" y="80462"/>
                  <a:pt x="159926" y="80470"/>
                  <a:pt x="159908" y="80470"/>
                </a:cubicBezTo>
                <a:cubicBezTo>
                  <a:pt x="159902" y="80470"/>
                  <a:pt x="159896" y="80469"/>
                  <a:pt x="159891" y="80466"/>
                </a:cubicBezTo>
                <a:cubicBezTo>
                  <a:pt x="159852" y="80453"/>
                  <a:pt x="159852" y="80414"/>
                  <a:pt x="159813" y="80401"/>
                </a:cubicBezTo>
                <a:cubicBezTo>
                  <a:pt x="159808" y="80396"/>
                  <a:pt x="159806" y="80395"/>
                  <a:pt x="159803" y="80395"/>
                </a:cubicBezTo>
                <a:cubicBezTo>
                  <a:pt x="159799" y="80395"/>
                  <a:pt x="159796" y="80401"/>
                  <a:pt x="159787" y="80401"/>
                </a:cubicBezTo>
                <a:cubicBezTo>
                  <a:pt x="159748" y="80401"/>
                  <a:pt x="159748" y="80401"/>
                  <a:pt x="159722" y="80388"/>
                </a:cubicBezTo>
                <a:cubicBezTo>
                  <a:pt x="159709" y="80375"/>
                  <a:pt x="159696" y="80375"/>
                  <a:pt x="159683" y="80375"/>
                </a:cubicBezTo>
                <a:cubicBezTo>
                  <a:pt x="159656" y="80362"/>
                  <a:pt x="159656" y="80349"/>
                  <a:pt x="159644" y="80336"/>
                </a:cubicBezTo>
                <a:cubicBezTo>
                  <a:pt x="159635" y="80336"/>
                  <a:pt x="159632" y="80342"/>
                  <a:pt x="159623" y="80342"/>
                </a:cubicBezTo>
                <a:cubicBezTo>
                  <a:pt x="159619" y="80342"/>
                  <a:pt x="159613" y="80340"/>
                  <a:pt x="159604" y="80336"/>
                </a:cubicBezTo>
                <a:cubicBezTo>
                  <a:pt x="159592" y="80336"/>
                  <a:pt x="159552" y="80323"/>
                  <a:pt x="159540" y="80310"/>
                </a:cubicBezTo>
                <a:cubicBezTo>
                  <a:pt x="159519" y="80278"/>
                  <a:pt x="159532" y="80237"/>
                  <a:pt x="159496" y="80237"/>
                </a:cubicBezTo>
                <a:cubicBezTo>
                  <a:pt x="159487" y="80237"/>
                  <a:pt x="159476" y="80240"/>
                  <a:pt x="159462" y="80244"/>
                </a:cubicBezTo>
                <a:cubicBezTo>
                  <a:pt x="159462" y="80244"/>
                  <a:pt x="159448" y="80258"/>
                  <a:pt x="159436" y="80258"/>
                </a:cubicBezTo>
                <a:cubicBezTo>
                  <a:pt x="159436" y="80270"/>
                  <a:pt x="159422" y="80270"/>
                  <a:pt x="159422" y="80284"/>
                </a:cubicBezTo>
                <a:cubicBezTo>
                  <a:pt x="159414" y="80288"/>
                  <a:pt x="159409" y="80290"/>
                  <a:pt x="159407" y="80290"/>
                </a:cubicBezTo>
                <a:cubicBezTo>
                  <a:pt x="159401" y="80290"/>
                  <a:pt x="159401" y="80284"/>
                  <a:pt x="159384" y="80284"/>
                </a:cubicBezTo>
                <a:lnTo>
                  <a:pt x="159332" y="80284"/>
                </a:lnTo>
                <a:cubicBezTo>
                  <a:pt x="159306" y="80270"/>
                  <a:pt x="159292" y="80244"/>
                  <a:pt x="159266" y="80232"/>
                </a:cubicBezTo>
                <a:lnTo>
                  <a:pt x="159266" y="80232"/>
                </a:lnTo>
                <a:cubicBezTo>
                  <a:pt x="159240" y="80244"/>
                  <a:pt x="159280" y="80336"/>
                  <a:pt x="159228" y="80349"/>
                </a:cubicBezTo>
                <a:cubicBezTo>
                  <a:pt x="159214" y="80349"/>
                  <a:pt x="159188" y="80336"/>
                  <a:pt x="159176" y="80323"/>
                </a:cubicBezTo>
                <a:cubicBezTo>
                  <a:pt x="159150" y="80323"/>
                  <a:pt x="159110" y="80323"/>
                  <a:pt x="159110" y="80284"/>
                </a:cubicBezTo>
                <a:cubicBezTo>
                  <a:pt x="159108" y="80285"/>
                  <a:pt x="159107" y="80285"/>
                  <a:pt x="159105" y="80285"/>
                </a:cubicBezTo>
                <a:cubicBezTo>
                  <a:pt x="159066" y="80285"/>
                  <a:pt x="159005" y="80153"/>
                  <a:pt x="158980" y="80128"/>
                </a:cubicBezTo>
                <a:cubicBezTo>
                  <a:pt x="158971" y="80125"/>
                  <a:pt x="158965" y="80124"/>
                  <a:pt x="158959" y="80124"/>
                </a:cubicBezTo>
                <a:cubicBezTo>
                  <a:pt x="158945" y="80124"/>
                  <a:pt x="158937" y="80131"/>
                  <a:pt x="158922" y="80131"/>
                </a:cubicBezTo>
                <a:cubicBezTo>
                  <a:pt x="158916" y="80131"/>
                  <a:pt x="158910" y="80130"/>
                  <a:pt x="158902" y="80128"/>
                </a:cubicBezTo>
                <a:lnTo>
                  <a:pt x="158811" y="80128"/>
                </a:lnTo>
                <a:cubicBezTo>
                  <a:pt x="158798" y="80128"/>
                  <a:pt x="158785" y="80114"/>
                  <a:pt x="158785" y="80114"/>
                </a:cubicBezTo>
                <a:cubicBezTo>
                  <a:pt x="158759" y="80114"/>
                  <a:pt x="158746" y="80140"/>
                  <a:pt x="158733" y="80140"/>
                </a:cubicBezTo>
                <a:cubicBezTo>
                  <a:pt x="158720" y="80114"/>
                  <a:pt x="158733" y="80062"/>
                  <a:pt x="158694" y="80062"/>
                </a:cubicBezTo>
                <a:cubicBezTo>
                  <a:pt x="158694" y="80076"/>
                  <a:pt x="158694" y="80102"/>
                  <a:pt x="158668" y="80102"/>
                </a:cubicBezTo>
                <a:cubicBezTo>
                  <a:pt x="158668" y="80067"/>
                  <a:pt x="158650" y="80044"/>
                  <a:pt x="158627" y="80044"/>
                </a:cubicBezTo>
                <a:cubicBezTo>
                  <a:pt x="158616" y="80044"/>
                  <a:pt x="158603" y="80050"/>
                  <a:pt x="158590" y="80062"/>
                </a:cubicBezTo>
                <a:cubicBezTo>
                  <a:pt x="158577" y="80076"/>
                  <a:pt x="158577" y="80088"/>
                  <a:pt x="158563" y="80102"/>
                </a:cubicBezTo>
                <a:cubicBezTo>
                  <a:pt x="158551" y="80115"/>
                  <a:pt x="158541" y="80118"/>
                  <a:pt x="158532" y="80118"/>
                </a:cubicBezTo>
                <a:cubicBezTo>
                  <a:pt x="158522" y="80118"/>
                  <a:pt x="158512" y="80114"/>
                  <a:pt x="158499" y="80114"/>
                </a:cubicBezTo>
                <a:cubicBezTo>
                  <a:pt x="158473" y="80128"/>
                  <a:pt x="158459" y="80140"/>
                  <a:pt x="158433" y="80154"/>
                </a:cubicBezTo>
                <a:cubicBezTo>
                  <a:pt x="158421" y="80154"/>
                  <a:pt x="158407" y="80140"/>
                  <a:pt x="158395" y="80140"/>
                </a:cubicBezTo>
                <a:cubicBezTo>
                  <a:pt x="158343" y="80140"/>
                  <a:pt x="158343" y="80166"/>
                  <a:pt x="158317" y="80192"/>
                </a:cubicBezTo>
                <a:cubicBezTo>
                  <a:pt x="158291" y="80218"/>
                  <a:pt x="158265" y="80270"/>
                  <a:pt x="158225" y="80284"/>
                </a:cubicBezTo>
                <a:cubicBezTo>
                  <a:pt x="158217" y="80288"/>
                  <a:pt x="158205" y="80290"/>
                  <a:pt x="158192" y="80290"/>
                </a:cubicBezTo>
                <a:cubicBezTo>
                  <a:pt x="158167" y="80290"/>
                  <a:pt x="158138" y="80284"/>
                  <a:pt x="158121" y="80284"/>
                </a:cubicBezTo>
                <a:cubicBezTo>
                  <a:pt x="158109" y="80284"/>
                  <a:pt x="158095" y="80270"/>
                  <a:pt x="158083" y="80270"/>
                </a:cubicBezTo>
                <a:lnTo>
                  <a:pt x="158031" y="80270"/>
                </a:lnTo>
                <a:cubicBezTo>
                  <a:pt x="158004" y="80270"/>
                  <a:pt x="158001" y="80277"/>
                  <a:pt x="157991" y="80277"/>
                </a:cubicBezTo>
                <a:cubicBezTo>
                  <a:pt x="157985" y="80277"/>
                  <a:pt x="157978" y="80275"/>
                  <a:pt x="157965" y="80270"/>
                </a:cubicBezTo>
                <a:cubicBezTo>
                  <a:pt x="157952" y="80258"/>
                  <a:pt x="157939" y="80218"/>
                  <a:pt x="157913" y="80218"/>
                </a:cubicBezTo>
                <a:cubicBezTo>
                  <a:pt x="157908" y="80250"/>
                  <a:pt x="157900" y="80261"/>
                  <a:pt x="157891" y="80261"/>
                </a:cubicBezTo>
                <a:cubicBezTo>
                  <a:pt x="157877" y="80261"/>
                  <a:pt x="157858" y="80239"/>
                  <a:pt x="157835" y="80232"/>
                </a:cubicBezTo>
                <a:cubicBezTo>
                  <a:pt x="157796" y="80232"/>
                  <a:pt x="157796" y="80232"/>
                  <a:pt x="157770" y="80192"/>
                </a:cubicBezTo>
                <a:cubicBezTo>
                  <a:pt x="157770" y="80166"/>
                  <a:pt x="157744" y="80140"/>
                  <a:pt x="157718" y="80128"/>
                </a:cubicBezTo>
                <a:cubicBezTo>
                  <a:pt x="157692" y="80128"/>
                  <a:pt x="157692" y="80166"/>
                  <a:pt x="157666" y="80166"/>
                </a:cubicBezTo>
                <a:cubicBezTo>
                  <a:pt x="157666" y="80154"/>
                  <a:pt x="157653" y="80140"/>
                  <a:pt x="157653" y="80128"/>
                </a:cubicBezTo>
                <a:cubicBezTo>
                  <a:pt x="157640" y="80114"/>
                  <a:pt x="157614" y="80102"/>
                  <a:pt x="157601" y="80102"/>
                </a:cubicBezTo>
                <a:cubicBezTo>
                  <a:pt x="157583" y="80102"/>
                  <a:pt x="157566" y="80107"/>
                  <a:pt x="157553" y="80107"/>
                </a:cubicBezTo>
                <a:cubicBezTo>
                  <a:pt x="157546" y="80107"/>
                  <a:pt x="157540" y="80106"/>
                  <a:pt x="157536" y="80102"/>
                </a:cubicBezTo>
                <a:cubicBezTo>
                  <a:pt x="157510" y="80088"/>
                  <a:pt x="157497" y="80062"/>
                  <a:pt x="157470" y="80062"/>
                </a:cubicBezTo>
                <a:cubicBezTo>
                  <a:pt x="157458" y="80102"/>
                  <a:pt x="157470" y="80154"/>
                  <a:pt x="157470" y="80206"/>
                </a:cubicBezTo>
                <a:cubicBezTo>
                  <a:pt x="157470" y="80232"/>
                  <a:pt x="157470" y="80258"/>
                  <a:pt x="157484" y="80297"/>
                </a:cubicBezTo>
                <a:cubicBezTo>
                  <a:pt x="157497" y="80310"/>
                  <a:pt x="157510" y="80336"/>
                  <a:pt x="157497" y="80362"/>
                </a:cubicBezTo>
                <a:cubicBezTo>
                  <a:pt x="157470" y="80362"/>
                  <a:pt x="157458" y="80375"/>
                  <a:pt x="157458" y="80401"/>
                </a:cubicBezTo>
                <a:cubicBezTo>
                  <a:pt x="157458" y="80414"/>
                  <a:pt x="157458" y="80440"/>
                  <a:pt x="157444" y="80453"/>
                </a:cubicBezTo>
                <a:cubicBezTo>
                  <a:pt x="157418" y="80453"/>
                  <a:pt x="157418" y="80440"/>
                  <a:pt x="157406" y="80440"/>
                </a:cubicBezTo>
                <a:cubicBezTo>
                  <a:pt x="157340" y="80440"/>
                  <a:pt x="157380" y="80531"/>
                  <a:pt x="157366" y="80570"/>
                </a:cubicBezTo>
                <a:cubicBezTo>
                  <a:pt x="157328" y="80570"/>
                  <a:pt x="157302" y="80557"/>
                  <a:pt x="157262" y="80557"/>
                </a:cubicBezTo>
                <a:cubicBezTo>
                  <a:pt x="157236" y="80557"/>
                  <a:pt x="157224" y="80557"/>
                  <a:pt x="157210" y="80544"/>
                </a:cubicBezTo>
                <a:cubicBezTo>
                  <a:pt x="157184" y="80531"/>
                  <a:pt x="157184" y="80505"/>
                  <a:pt x="157158" y="80492"/>
                </a:cubicBezTo>
                <a:cubicBezTo>
                  <a:pt x="157151" y="80488"/>
                  <a:pt x="157143" y="80487"/>
                  <a:pt x="157135" y="80487"/>
                </a:cubicBezTo>
                <a:cubicBezTo>
                  <a:pt x="157117" y="80487"/>
                  <a:pt x="157098" y="80496"/>
                  <a:pt x="157080" y="80505"/>
                </a:cubicBezTo>
                <a:cubicBezTo>
                  <a:pt x="157064" y="80516"/>
                  <a:pt x="157057" y="80520"/>
                  <a:pt x="157051" y="80520"/>
                </a:cubicBezTo>
                <a:cubicBezTo>
                  <a:pt x="157043" y="80520"/>
                  <a:pt x="157038" y="80512"/>
                  <a:pt x="157016" y="80505"/>
                </a:cubicBezTo>
                <a:cubicBezTo>
                  <a:pt x="157006" y="80499"/>
                  <a:pt x="156997" y="80496"/>
                  <a:pt x="156988" y="80496"/>
                </a:cubicBezTo>
                <a:cubicBezTo>
                  <a:pt x="156958" y="80496"/>
                  <a:pt x="156928" y="80524"/>
                  <a:pt x="156898" y="80544"/>
                </a:cubicBezTo>
                <a:cubicBezTo>
                  <a:pt x="156888" y="80554"/>
                  <a:pt x="156886" y="80574"/>
                  <a:pt x="156871" y="80574"/>
                </a:cubicBezTo>
                <a:cubicBezTo>
                  <a:pt x="156868" y="80574"/>
                  <a:pt x="156864" y="80573"/>
                  <a:pt x="156859" y="80570"/>
                </a:cubicBezTo>
                <a:cubicBezTo>
                  <a:pt x="156833" y="80557"/>
                  <a:pt x="156820" y="80544"/>
                  <a:pt x="156807" y="80544"/>
                </a:cubicBezTo>
                <a:cubicBezTo>
                  <a:pt x="156777" y="80524"/>
                  <a:pt x="156747" y="80496"/>
                  <a:pt x="156717" y="80496"/>
                </a:cubicBezTo>
                <a:cubicBezTo>
                  <a:pt x="156708" y="80496"/>
                  <a:pt x="156699" y="80499"/>
                  <a:pt x="156690" y="80505"/>
                </a:cubicBezTo>
                <a:cubicBezTo>
                  <a:pt x="156664" y="80518"/>
                  <a:pt x="156651" y="80583"/>
                  <a:pt x="156625" y="80583"/>
                </a:cubicBezTo>
                <a:cubicBezTo>
                  <a:pt x="156605" y="80583"/>
                  <a:pt x="156600" y="80566"/>
                  <a:pt x="156580" y="80566"/>
                </a:cubicBezTo>
                <a:cubicBezTo>
                  <a:pt x="156574" y="80566"/>
                  <a:pt x="156568" y="80567"/>
                  <a:pt x="156560" y="80570"/>
                </a:cubicBezTo>
                <a:cubicBezTo>
                  <a:pt x="156547" y="80583"/>
                  <a:pt x="156547" y="80609"/>
                  <a:pt x="156508" y="80622"/>
                </a:cubicBezTo>
                <a:cubicBezTo>
                  <a:pt x="156469" y="80622"/>
                  <a:pt x="156430" y="80622"/>
                  <a:pt x="156404" y="80674"/>
                </a:cubicBezTo>
                <a:cubicBezTo>
                  <a:pt x="156391" y="80687"/>
                  <a:pt x="156391" y="80713"/>
                  <a:pt x="156377" y="80726"/>
                </a:cubicBezTo>
                <a:cubicBezTo>
                  <a:pt x="156365" y="80739"/>
                  <a:pt x="156339" y="80752"/>
                  <a:pt x="156325" y="80765"/>
                </a:cubicBezTo>
                <a:cubicBezTo>
                  <a:pt x="156299" y="80817"/>
                  <a:pt x="156351" y="80883"/>
                  <a:pt x="156351" y="80921"/>
                </a:cubicBezTo>
                <a:cubicBezTo>
                  <a:pt x="156365" y="80961"/>
                  <a:pt x="156351" y="80999"/>
                  <a:pt x="156377" y="81039"/>
                </a:cubicBezTo>
                <a:cubicBezTo>
                  <a:pt x="156391" y="81051"/>
                  <a:pt x="156391" y="81065"/>
                  <a:pt x="156404" y="81091"/>
                </a:cubicBezTo>
                <a:cubicBezTo>
                  <a:pt x="156430" y="81169"/>
                  <a:pt x="156443" y="81259"/>
                  <a:pt x="156443" y="81337"/>
                </a:cubicBezTo>
                <a:cubicBezTo>
                  <a:pt x="156443" y="81363"/>
                  <a:pt x="156456" y="81416"/>
                  <a:pt x="156443" y="81442"/>
                </a:cubicBezTo>
                <a:cubicBezTo>
                  <a:pt x="156435" y="81467"/>
                  <a:pt x="156421" y="81476"/>
                  <a:pt x="156403" y="81476"/>
                </a:cubicBezTo>
                <a:cubicBezTo>
                  <a:pt x="156392" y="81476"/>
                  <a:pt x="156379" y="81473"/>
                  <a:pt x="156365" y="81468"/>
                </a:cubicBezTo>
                <a:cubicBezTo>
                  <a:pt x="156365" y="81455"/>
                  <a:pt x="156351" y="81442"/>
                  <a:pt x="156339" y="81442"/>
                </a:cubicBezTo>
                <a:lnTo>
                  <a:pt x="156287" y="81442"/>
                </a:lnTo>
                <a:cubicBezTo>
                  <a:pt x="156273" y="81442"/>
                  <a:pt x="156273" y="81429"/>
                  <a:pt x="156261" y="81416"/>
                </a:cubicBezTo>
                <a:cubicBezTo>
                  <a:pt x="156257" y="81414"/>
                  <a:pt x="156254" y="81413"/>
                  <a:pt x="156250" y="81413"/>
                </a:cubicBezTo>
                <a:cubicBezTo>
                  <a:pt x="156234" y="81413"/>
                  <a:pt x="156224" y="81432"/>
                  <a:pt x="156214" y="81432"/>
                </a:cubicBezTo>
                <a:cubicBezTo>
                  <a:pt x="156212" y="81432"/>
                  <a:pt x="156211" y="81431"/>
                  <a:pt x="156209" y="81429"/>
                </a:cubicBezTo>
                <a:cubicBezTo>
                  <a:pt x="156188" y="81418"/>
                  <a:pt x="156192" y="81399"/>
                  <a:pt x="156174" y="81399"/>
                </a:cubicBezTo>
                <a:cubicBezTo>
                  <a:pt x="156170" y="81399"/>
                  <a:pt x="156164" y="81400"/>
                  <a:pt x="156157" y="81403"/>
                </a:cubicBezTo>
                <a:cubicBezTo>
                  <a:pt x="156131" y="81403"/>
                  <a:pt x="156131" y="81416"/>
                  <a:pt x="156117" y="81429"/>
                </a:cubicBezTo>
                <a:cubicBezTo>
                  <a:pt x="156105" y="81403"/>
                  <a:pt x="156131" y="81337"/>
                  <a:pt x="156117" y="81311"/>
                </a:cubicBezTo>
                <a:cubicBezTo>
                  <a:pt x="156105" y="81285"/>
                  <a:pt x="156079" y="81285"/>
                  <a:pt x="156065" y="81273"/>
                </a:cubicBezTo>
                <a:cubicBezTo>
                  <a:pt x="156053" y="81259"/>
                  <a:pt x="156065" y="81221"/>
                  <a:pt x="156039" y="81207"/>
                </a:cubicBezTo>
                <a:cubicBezTo>
                  <a:pt x="156037" y="81207"/>
                  <a:pt x="156034" y="81206"/>
                  <a:pt x="156032" y="81206"/>
                </a:cubicBezTo>
                <a:cubicBezTo>
                  <a:pt x="155996" y="81206"/>
                  <a:pt x="155959" y="81286"/>
                  <a:pt x="155935" y="81299"/>
                </a:cubicBezTo>
                <a:cubicBezTo>
                  <a:pt x="155897" y="81285"/>
                  <a:pt x="155897" y="81181"/>
                  <a:pt x="155909" y="81155"/>
                </a:cubicBezTo>
                <a:cubicBezTo>
                  <a:pt x="155909" y="81129"/>
                  <a:pt x="155935" y="81091"/>
                  <a:pt x="155935" y="81077"/>
                </a:cubicBezTo>
                <a:lnTo>
                  <a:pt x="155909" y="81077"/>
                </a:lnTo>
                <a:cubicBezTo>
                  <a:pt x="155883" y="81025"/>
                  <a:pt x="155923" y="80987"/>
                  <a:pt x="155961" y="80973"/>
                </a:cubicBezTo>
                <a:cubicBezTo>
                  <a:pt x="156013" y="80947"/>
                  <a:pt x="156039" y="80935"/>
                  <a:pt x="156079" y="80935"/>
                </a:cubicBezTo>
                <a:cubicBezTo>
                  <a:pt x="156117" y="80935"/>
                  <a:pt x="156143" y="80921"/>
                  <a:pt x="156157" y="80895"/>
                </a:cubicBezTo>
                <a:cubicBezTo>
                  <a:pt x="156169" y="80869"/>
                  <a:pt x="156169" y="80831"/>
                  <a:pt x="156169" y="80817"/>
                </a:cubicBezTo>
                <a:cubicBezTo>
                  <a:pt x="156169" y="80804"/>
                  <a:pt x="156169" y="80765"/>
                  <a:pt x="156157" y="80752"/>
                </a:cubicBezTo>
                <a:cubicBezTo>
                  <a:pt x="156143" y="80739"/>
                  <a:pt x="156131" y="80739"/>
                  <a:pt x="156117" y="80726"/>
                </a:cubicBezTo>
                <a:cubicBezTo>
                  <a:pt x="156105" y="80713"/>
                  <a:pt x="156117" y="80687"/>
                  <a:pt x="156091" y="80661"/>
                </a:cubicBezTo>
                <a:cubicBezTo>
                  <a:pt x="156077" y="80640"/>
                  <a:pt x="156065" y="80632"/>
                  <a:pt x="156053" y="80632"/>
                </a:cubicBezTo>
                <a:cubicBezTo>
                  <a:pt x="156023" y="80632"/>
                  <a:pt x="155999" y="80687"/>
                  <a:pt x="155961" y="80687"/>
                </a:cubicBezTo>
                <a:cubicBezTo>
                  <a:pt x="155961" y="80661"/>
                  <a:pt x="155949" y="80635"/>
                  <a:pt x="155923" y="80635"/>
                </a:cubicBezTo>
                <a:cubicBezTo>
                  <a:pt x="155883" y="80622"/>
                  <a:pt x="155897" y="80635"/>
                  <a:pt x="155871" y="80609"/>
                </a:cubicBezTo>
                <a:cubicBezTo>
                  <a:pt x="155845" y="80596"/>
                  <a:pt x="155831" y="80557"/>
                  <a:pt x="155805" y="80544"/>
                </a:cubicBezTo>
                <a:cubicBezTo>
                  <a:pt x="155799" y="80540"/>
                  <a:pt x="155792" y="80538"/>
                  <a:pt x="155787" y="80538"/>
                </a:cubicBezTo>
                <a:cubicBezTo>
                  <a:pt x="155757" y="80538"/>
                  <a:pt x="155734" y="80583"/>
                  <a:pt x="155701" y="80583"/>
                </a:cubicBezTo>
                <a:lnTo>
                  <a:pt x="155662" y="80583"/>
                </a:lnTo>
                <a:cubicBezTo>
                  <a:pt x="155649" y="80583"/>
                  <a:pt x="155636" y="80596"/>
                  <a:pt x="155610" y="80596"/>
                </a:cubicBezTo>
                <a:cubicBezTo>
                  <a:pt x="155584" y="80596"/>
                  <a:pt x="155571" y="80570"/>
                  <a:pt x="155558" y="80570"/>
                </a:cubicBezTo>
                <a:lnTo>
                  <a:pt x="155506" y="80570"/>
                </a:lnTo>
                <a:cubicBezTo>
                  <a:pt x="155493" y="80570"/>
                  <a:pt x="155480" y="80557"/>
                  <a:pt x="155467" y="80557"/>
                </a:cubicBezTo>
                <a:cubicBezTo>
                  <a:pt x="155441" y="80557"/>
                  <a:pt x="155402" y="80557"/>
                  <a:pt x="155376" y="80544"/>
                </a:cubicBezTo>
                <a:cubicBezTo>
                  <a:pt x="155337" y="80518"/>
                  <a:pt x="155363" y="80453"/>
                  <a:pt x="155324" y="80414"/>
                </a:cubicBezTo>
                <a:cubicBezTo>
                  <a:pt x="155298" y="80427"/>
                  <a:pt x="155284" y="80557"/>
                  <a:pt x="155284" y="80596"/>
                </a:cubicBezTo>
                <a:cubicBezTo>
                  <a:pt x="155284" y="80560"/>
                  <a:pt x="155271" y="80523"/>
                  <a:pt x="155245" y="80523"/>
                </a:cubicBezTo>
                <a:cubicBezTo>
                  <a:pt x="155235" y="80523"/>
                  <a:pt x="155222" y="80529"/>
                  <a:pt x="155206" y="80544"/>
                </a:cubicBezTo>
                <a:cubicBezTo>
                  <a:pt x="155194" y="80557"/>
                  <a:pt x="155194" y="80570"/>
                  <a:pt x="155180" y="80583"/>
                </a:cubicBezTo>
                <a:lnTo>
                  <a:pt x="155142" y="80583"/>
                </a:lnTo>
                <a:cubicBezTo>
                  <a:pt x="155128" y="80596"/>
                  <a:pt x="155116" y="80622"/>
                  <a:pt x="155102" y="80622"/>
                </a:cubicBezTo>
                <a:cubicBezTo>
                  <a:pt x="155096" y="80629"/>
                  <a:pt x="155086" y="80629"/>
                  <a:pt x="155075" y="80629"/>
                </a:cubicBezTo>
                <a:cubicBezTo>
                  <a:pt x="155064" y="80629"/>
                  <a:pt x="155051" y="80629"/>
                  <a:pt x="155038" y="80635"/>
                </a:cubicBezTo>
                <a:cubicBezTo>
                  <a:pt x="155024" y="80648"/>
                  <a:pt x="155024" y="80674"/>
                  <a:pt x="155024" y="80687"/>
                </a:cubicBezTo>
                <a:cubicBezTo>
                  <a:pt x="155012" y="80713"/>
                  <a:pt x="154986" y="80765"/>
                  <a:pt x="154960" y="80778"/>
                </a:cubicBezTo>
                <a:cubicBezTo>
                  <a:pt x="154955" y="80783"/>
                  <a:pt x="154949" y="80784"/>
                  <a:pt x="154943" y="80784"/>
                </a:cubicBezTo>
                <a:cubicBezTo>
                  <a:pt x="154930" y="80784"/>
                  <a:pt x="154916" y="80778"/>
                  <a:pt x="154908" y="80778"/>
                </a:cubicBezTo>
                <a:cubicBezTo>
                  <a:pt x="154882" y="80778"/>
                  <a:pt x="154868" y="80791"/>
                  <a:pt x="154856" y="80804"/>
                </a:cubicBezTo>
                <a:cubicBezTo>
                  <a:pt x="154830" y="80817"/>
                  <a:pt x="154804" y="80817"/>
                  <a:pt x="154778" y="80843"/>
                </a:cubicBezTo>
                <a:cubicBezTo>
                  <a:pt x="154778" y="80857"/>
                  <a:pt x="154764" y="80857"/>
                  <a:pt x="154764" y="80869"/>
                </a:cubicBezTo>
                <a:lnTo>
                  <a:pt x="154725" y="80869"/>
                </a:lnTo>
                <a:cubicBezTo>
                  <a:pt x="154725" y="80883"/>
                  <a:pt x="154712" y="80895"/>
                  <a:pt x="154712" y="80895"/>
                </a:cubicBezTo>
                <a:cubicBezTo>
                  <a:pt x="154699" y="80909"/>
                  <a:pt x="154673" y="80909"/>
                  <a:pt x="154660" y="80909"/>
                </a:cubicBezTo>
                <a:cubicBezTo>
                  <a:pt x="154595" y="80895"/>
                  <a:pt x="154569" y="80843"/>
                  <a:pt x="154530" y="80831"/>
                </a:cubicBezTo>
                <a:cubicBezTo>
                  <a:pt x="154478" y="80883"/>
                  <a:pt x="154517" y="80973"/>
                  <a:pt x="154426" y="80973"/>
                </a:cubicBezTo>
                <a:cubicBezTo>
                  <a:pt x="154406" y="80980"/>
                  <a:pt x="154384" y="80980"/>
                  <a:pt x="154361" y="80980"/>
                </a:cubicBezTo>
                <a:cubicBezTo>
                  <a:pt x="154338" y="80980"/>
                  <a:pt x="154315" y="80980"/>
                  <a:pt x="154296" y="80987"/>
                </a:cubicBezTo>
                <a:cubicBezTo>
                  <a:pt x="154244" y="81013"/>
                  <a:pt x="154270" y="81117"/>
                  <a:pt x="154283" y="81169"/>
                </a:cubicBezTo>
                <a:cubicBezTo>
                  <a:pt x="154296" y="81207"/>
                  <a:pt x="154309" y="81247"/>
                  <a:pt x="154322" y="81299"/>
                </a:cubicBezTo>
                <a:cubicBezTo>
                  <a:pt x="154322" y="81337"/>
                  <a:pt x="154309" y="81377"/>
                  <a:pt x="154322" y="81416"/>
                </a:cubicBezTo>
                <a:lnTo>
                  <a:pt x="154387" y="81416"/>
                </a:lnTo>
                <a:cubicBezTo>
                  <a:pt x="154439" y="81416"/>
                  <a:pt x="154465" y="81442"/>
                  <a:pt x="154504" y="81455"/>
                </a:cubicBezTo>
                <a:cubicBezTo>
                  <a:pt x="154569" y="81494"/>
                  <a:pt x="154725" y="81481"/>
                  <a:pt x="154673" y="81598"/>
                </a:cubicBezTo>
                <a:cubicBezTo>
                  <a:pt x="154660" y="81624"/>
                  <a:pt x="154621" y="81689"/>
                  <a:pt x="154595" y="81689"/>
                </a:cubicBezTo>
                <a:cubicBezTo>
                  <a:pt x="154584" y="81693"/>
                  <a:pt x="154576" y="81694"/>
                  <a:pt x="154569" y="81694"/>
                </a:cubicBezTo>
                <a:cubicBezTo>
                  <a:pt x="154554" y="81694"/>
                  <a:pt x="154548" y="81685"/>
                  <a:pt x="154530" y="81676"/>
                </a:cubicBezTo>
                <a:cubicBezTo>
                  <a:pt x="154511" y="81667"/>
                  <a:pt x="154500" y="81658"/>
                  <a:pt x="154485" y="81658"/>
                </a:cubicBezTo>
                <a:cubicBezTo>
                  <a:pt x="154479" y="81658"/>
                  <a:pt x="154473" y="81659"/>
                  <a:pt x="154465" y="81663"/>
                </a:cubicBezTo>
                <a:cubicBezTo>
                  <a:pt x="154439" y="81663"/>
                  <a:pt x="154413" y="81676"/>
                  <a:pt x="154387" y="81676"/>
                </a:cubicBezTo>
                <a:cubicBezTo>
                  <a:pt x="154370" y="81676"/>
                  <a:pt x="154352" y="81670"/>
                  <a:pt x="154335" y="81670"/>
                </a:cubicBezTo>
                <a:cubicBezTo>
                  <a:pt x="154326" y="81670"/>
                  <a:pt x="154318" y="81672"/>
                  <a:pt x="154309" y="81676"/>
                </a:cubicBezTo>
                <a:cubicBezTo>
                  <a:pt x="154283" y="81689"/>
                  <a:pt x="154296" y="81715"/>
                  <a:pt x="154270" y="81741"/>
                </a:cubicBezTo>
                <a:cubicBezTo>
                  <a:pt x="154263" y="81748"/>
                  <a:pt x="154257" y="81748"/>
                  <a:pt x="154249" y="81748"/>
                </a:cubicBezTo>
                <a:cubicBezTo>
                  <a:pt x="154240" y="81748"/>
                  <a:pt x="154231" y="81748"/>
                  <a:pt x="154218" y="81754"/>
                </a:cubicBezTo>
                <a:cubicBezTo>
                  <a:pt x="154191" y="81754"/>
                  <a:pt x="154191" y="81793"/>
                  <a:pt x="154165" y="81806"/>
                </a:cubicBezTo>
                <a:cubicBezTo>
                  <a:pt x="154153" y="81819"/>
                  <a:pt x="154127" y="81832"/>
                  <a:pt x="154101" y="81832"/>
                </a:cubicBezTo>
                <a:cubicBezTo>
                  <a:pt x="154088" y="81839"/>
                  <a:pt x="154075" y="81839"/>
                  <a:pt x="154063" y="81839"/>
                </a:cubicBezTo>
                <a:cubicBezTo>
                  <a:pt x="154052" y="81839"/>
                  <a:pt x="154042" y="81839"/>
                  <a:pt x="154035" y="81845"/>
                </a:cubicBezTo>
                <a:cubicBezTo>
                  <a:pt x="154023" y="81871"/>
                  <a:pt x="154009" y="81910"/>
                  <a:pt x="154009" y="81950"/>
                </a:cubicBezTo>
                <a:cubicBezTo>
                  <a:pt x="154049" y="81950"/>
                  <a:pt x="154087" y="81976"/>
                  <a:pt x="154101" y="82002"/>
                </a:cubicBezTo>
                <a:cubicBezTo>
                  <a:pt x="154165" y="82066"/>
                  <a:pt x="154179" y="82170"/>
                  <a:pt x="154218" y="82236"/>
                </a:cubicBezTo>
                <a:cubicBezTo>
                  <a:pt x="154205" y="82248"/>
                  <a:pt x="154191" y="82248"/>
                  <a:pt x="154191" y="82262"/>
                </a:cubicBezTo>
                <a:cubicBezTo>
                  <a:pt x="154191" y="82300"/>
                  <a:pt x="154218" y="82314"/>
                  <a:pt x="154231" y="82352"/>
                </a:cubicBezTo>
                <a:cubicBezTo>
                  <a:pt x="154231" y="82378"/>
                  <a:pt x="154231" y="82456"/>
                  <a:pt x="154218" y="82470"/>
                </a:cubicBezTo>
                <a:cubicBezTo>
                  <a:pt x="154218" y="82474"/>
                  <a:pt x="154212" y="82476"/>
                  <a:pt x="154204" y="82476"/>
                </a:cubicBezTo>
                <a:cubicBezTo>
                  <a:pt x="154187" y="82476"/>
                  <a:pt x="154161" y="82470"/>
                  <a:pt x="154153" y="82470"/>
                </a:cubicBezTo>
                <a:cubicBezTo>
                  <a:pt x="154127" y="82470"/>
                  <a:pt x="154087" y="82483"/>
                  <a:pt x="154061" y="82483"/>
                </a:cubicBezTo>
                <a:lnTo>
                  <a:pt x="154061" y="82456"/>
                </a:lnTo>
                <a:cubicBezTo>
                  <a:pt x="154003" y="82456"/>
                  <a:pt x="153997" y="82564"/>
                  <a:pt x="153938" y="82564"/>
                </a:cubicBezTo>
                <a:cubicBezTo>
                  <a:pt x="153932" y="82564"/>
                  <a:pt x="153926" y="82563"/>
                  <a:pt x="153919" y="82561"/>
                </a:cubicBezTo>
                <a:cubicBezTo>
                  <a:pt x="153905" y="82561"/>
                  <a:pt x="153905" y="82548"/>
                  <a:pt x="153893" y="82535"/>
                </a:cubicBezTo>
                <a:cubicBezTo>
                  <a:pt x="153884" y="82530"/>
                  <a:pt x="153877" y="82529"/>
                  <a:pt x="153870" y="82529"/>
                </a:cubicBezTo>
                <a:cubicBezTo>
                  <a:pt x="153856" y="82529"/>
                  <a:pt x="153844" y="82535"/>
                  <a:pt x="153827" y="82535"/>
                </a:cubicBezTo>
                <a:cubicBezTo>
                  <a:pt x="153815" y="82509"/>
                  <a:pt x="153815" y="82483"/>
                  <a:pt x="153789" y="82470"/>
                </a:cubicBezTo>
                <a:lnTo>
                  <a:pt x="153723" y="82470"/>
                </a:lnTo>
                <a:cubicBezTo>
                  <a:pt x="153671" y="82483"/>
                  <a:pt x="153659" y="82574"/>
                  <a:pt x="153606" y="82574"/>
                </a:cubicBezTo>
                <a:lnTo>
                  <a:pt x="153606" y="82548"/>
                </a:lnTo>
                <a:cubicBezTo>
                  <a:pt x="153528" y="82548"/>
                  <a:pt x="153567" y="82535"/>
                  <a:pt x="153541" y="82470"/>
                </a:cubicBezTo>
                <a:cubicBezTo>
                  <a:pt x="153538" y="82469"/>
                  <a:pt x="153535" y="82468"/>
                  <a:pt x="153532" y="82468"/>
                </a:cubicBezTo>
                <a:cubicBezTo>
                  <a:pt x="153498" y="82468"/>
                  <a:pt x="153474" y="82536"/>
                  <a:pt x="153450" y="82548"/>
                </a:cubicBezTo>
                <a:cubicBezTo>
                  <a:pt x="153424" y="82574"/>
                  <a:pt x="153372" y="82548"/>
                  <a:pt x="153346" y="82587"/>
                </a:cubicBezTo>
                <a:cubicBezTo>
                  <a:pt x="153307" y="82652"/>
                  <a:pt x="153424" y="82769"/>
                  <a:pt x="153450" y="82808"/>
                </a:cubicBezTo>
                <a:cubicBezTo>
                  <a:pt x="153463" y="82821"/>
                  <a:pt x="153515" y="82991"/>
                  <a:pt x="153476" y="82991"/>
                </a:cubicBezTo>
                <a:cubicBezTo>
                  <a:pt x="153463" y="82951"/>
                  <a:pt x="153463" y="82912"/>
                  <a:pt x="153463" y="82873"/>
                </a:cubicBezTo>
                <a:lnTo>
                  <a:pt x="153463" y="82886"/>
                </a:lnTo>
                <a:cubicBezTo>
                  <a:pt x="153450" y="82886"/>
                  <a:pt x="153437" y="82889"/>
                  <a:pt x="153425" y="82889"/>
                </a:cubicBezTo>
                <a:cubicBezTo>
                  <a:pt x="153411" y="82889"/>
                  <a:pt x="153398" y="82886"/>
                  <a:pt x="153385" y="82873"/>
                </a:cubicBezTo>
                <a:cubicBezTo>
                  <a:pt x="153359" y="82847"/>
                  <a:pt x="153320" y="82821"/>
                  <a:pt x="153307" y="82795"/>
                </a:cubicBezTo>
                <a:cubicBezTo>
                  <a:pt x="153294" y="82769"/>
                  <a:pt x="153294" y="82756"/>
                  <a:pt x="153268" y="82743"/>
                </a:cubicBezTo>
                <a:cubicBezTo>
                  <a:pt x="153261" y="82738"/>
                  <a:pt x="153256" y="82737"/>
                  <a:pt x="153251" y="82737"/>
                </a:cubicBezTo>
                <a:cubicBezTo>
                  <a:pt x="153230" y="82737"/>
                  <a:pt x="153222" y="82771"/>
                  <a:pt x="153190" y="82771"/>
                </a:cubicBezTo>
                <a:cubicBezTo>
                  <a:pt x="153186" y="82771"/>
                  <a:pt x="153182" y="82770"/>
                  <a:pt x="153177" y="82769"/>
                </a:cubicBezTo>
                <a:cubicBezTo>
                  <a:pt x="153151" y="82769"/>
                  <a:pt x="153138" y="82730"/>
                  <a:pt x="153112" y="82730"/>
                </a:cubicBezTo>
                <a:cubicBezTo>
                  <a:pt x="153072" y="82730"/>
                  <a:pt x="153046" y="82782"/>
                  <a:pt x="153020" y="82795"/>
                </a:cubicBezTo>
                <a:cubicBezTo>
                  <a:pt x="152994" y="82808"/>
                  <a:pt x="152968" y="82808"/>
                  <a:pt x="152930" y="82808"/>
                </a:cubicBezTo>
                <a:cubicBezTo>
                  <a:pt x="152904" y="82808"/>
                  <a:pt x="152904" y="82808"/>
                  <a:pt x="152890" y="82821"/>
                </a:cubicBezTo>
                <a:lnTo>
                  <a:pt x="152852" y="82860"/>
                </a:lnTo>
                <a:cubicBezTo>
                  <a:pt x="152838" y="82873"/>
                  <a:pt x="152838" y="82873"/>
                  <a:pt x="152826" y="82873"/>
                </a:cubicBezTo>
                <a:cubicBezTo>
                  <a:pt x="152826" y="82867"/>
                  <a:pt x="152822" y="82864"/>
                  <a:pt x="152819" y="82864"/>
                </a:cubicBezTo>
                <a:cubicBezTo>
                  <a:pt x="152816" y="82864"/>
                  <a:pt x="152812" y="82867"/>
                  <a:pt x="152812" y="82873"/>
                </a:cubicBezTo>
                <a:cubicBezTo>
                  <a:pt x="152800" y="82886"/>
                  <a:pt x="152800" y="82899"/>
                  <a:pt x="152800" y="82912"/>
                </a:cubicBezTo>
                <a:cubicBezTo>
                  <a:pt x="152787" y="82925"/>
                  <a:pt x="152780" y="82928"/>
                  <a:pt x="152772" y="82928"/>
                </a:cubicBezTo>
                <a:cubicBezTo>
                  <a:pt x="152764" y="82928"/>
                  <a:pt x="152754" y="82925"/>
                  <a:pt x="152734" y="82925"/>
                </a:cubicBezTo>
                <a:cubicBezTo>
                  <a:pt x="152670" y="82938"/>
                  <a:pt x="152670" y="83003"/>
                  <a:pt x="152604" y="83003"/>
                </a:cubicBezTo>
                <a:cubicBezTo>
                  <a:pt x="152608" y="83028"/>
                  <a:pt x="152600" y="83037"/>
                  <a:pt x="152587" y="83037"/>
                </a:cubicBezTo>
                <a:cubicBezTo>
                  <a:pt x="152559" y="83037"/>
                  <a:pt x="152509" y="82999"/>
                  <a:pt x="152500" y="82991"/>
                </a:cubicBezTo>
                <a:cubicBezTo>
                  <a:pt x="152461" y="82951"/>
                  <a:pt x="152422" y="82938"/>
                  <a:pt x="152383" y="82912"/>
                </a:cubicBezTo>
                <a:cubicBezTo>
                  <a:pt x="152344" y="82886"/>
                  <a:pt x="152266" y="82834"/>
                  <a:pt x="152227" y="82834"/>
                </a:cubicBezTo>
                <a:cubicBezTo>
                  <a:pt x="152201" y="82847"/>
                  <a:pt x="152175" y="82886"/>
                  <a:pt x="152162" y="82912"/>
                </a:cubicBezTo>
                <a:cubicBezTo>
                  <a:pt x="152149" y="82925"/>
                  <a:pt x="152149" y="82964"/>
                  <a:pt x="152136" y="82977"/>
                </a:cubicBezTo>
                <a:cubicBezTo>
                  <a:pt x="152128" y="83000"/>
                  <a:pt x="152116" y="83005"/>
                  <a:pt x="152099" y="83005"/>
                </a:cubicBezTo>
                <a:cubicBezTo>
                  <a:pt x="152087" y="83005"/>
                  <a:pt x="152074" y="83003"/>
                  <a:pt x="152058" y="83003"/>
                </a:cubicBezTo>
                <a:cubicBezTo>
                  <a:pt x="152005" y="83003"/>
                  <a:pt x="152005" y="83017"/>
                  <a:pt x="151993" y="83055"/>
                </a:cubicBezTo>
                <a:cubicBezTo>
                  <a:pt x="151979" y="83095"/>
                  <a:pt x="151953" y="83121"/>
                  <a:pt x="151915" y="83121"/>
                </a:cubicBezTo>
                <a:cubicBezTo>
                  <a:pt x="151903" y="83121"/>
                  <a:pt x="151894" y="83119"/>
                  <a:pt x="151886" y="83119"/>
                </a:cubicBezTo>
                <a:cubicBezTo>
                  <a:pt x="151868" y="83119"/>
                  <a:pt x="151859" y="83126"/>
                  <a:pt x="151849" y="83173"/>
                </a:cubicBezTo>
                <a:cubicBezTo>
                  <a:pt x="151849" y="83237"/>
                  <a:pt x="151849" y="83289"/>
                  <a:pt x="151797" y="83329"/>
                </a:cubicBezTo>
                <a:cubicBezTo>
                  <a:pt x="151771" y="83329"/>
                  <a:pt x="151745" y="83341"/>
                  <a:pt x="151733" y="83355"/>
                </a:cubicBezTo>
                <a:cubicBezTo>
                  <a:pt x="151707" y="83381"/>
                  <a:pt x="151693" y="83407"/>
                  <a:pt x="151693" y="83433"/>
                </a:cubicBezTo>
                <a:cubicBezTo>
                  <a:pt x="151681" y="83471"/>
                  <a:pt x="151681" y="83471"/>
                  <a:pt x="151655" y="83497"/>
                </a:cubicBezTo>
                <a:cubicBezTo>
                  <a:pt x="151629" y="83523"/>
                  <a:pt x="151603" y="83576"/>
                  <a:pt x="151563" y="83576"/>
                </a:cubicBezTo>
                <a:cubicBezTo>
                  <a:pt x="151563" y="83602"/>
                  <a:pt x="151577" y="83615"/>
                  <a:pt x="151551" y="83628"/>
                </a:cubicBezTo>
                <a:cubicBezTo>
                  <a:pt x="151537" y="83634"/>
                  <a:pt x="151526" y="83637"/>
                  <a:pt x="151515" y="83637"/>
                </a:cubicBezTo>
                <a:cubicBezTo>
                  <a:pt x="151485" y="83637"/>
                  <a:pt x="151463" y="83615"/>
                  <a:pt x="151433" y="83615"/>
                </a:cubicBezTo>
                <a:cubicBezTo>
                  <a:pt x="151407" y="83608"/>
                  <a:pt x="151381" y="83608"/>
                  <a:pt x="151357" y="83608"/>
                </a:cubicBezTo>
                <a:cubicBezTo>
                  <a:pt x="151332" y="83608"/>
                  <a:pt x="151310" y="83608"/>
                  <a:pt x="151290" y="83602"/>
                </a:cubicBezTo>
                <a:cubicBezTo>
                  <a:pt x="151004" y="83303"/>
                  <a:pt x="150704" y="83029"/>
                  <a:pt x="150406" y="82743"/>
                </a:cubicBezTo>
                <a:cubicBezTo>
                  <a:pt x="148883" y="81259"/>
                  <a:pt x="147686" y="79399"/>
                  <a:pt x="145838" y="78254"/>
                </a:cubicBezTo>
                <a:cubicBezTo>
                  <a:pt x="144667" y="77525"/>
                  <a:pt x="143952" y="76575"/>
                  <a:pt x="143079" y="75470"/>
                </a:cubicBezTo>
                <a:cubicBezTo>
                  <a:pt x="142325" y="74519"/>
                  <a:pt x="141232" y="73791"/>
                  <a:pt x="140334" y="72984"/>
                </a:cubicBezTo>
                <a:cubicBezTo>
                  <a:pt x="139736" y="72451"/>
                  <a:pt x="139137" y="72047"/>
                  <a:pt x="138356" y="71696"/>
                </a:cubicBezTo>
                <a:cubicBezTo>
                  <a:pt x="137446" y="71280"/>
                  <a:pt x="136990" y="71072"/>
                  <a:pt x="136118" y="70407"/>
                </a:cubicBezTo>
                <a:cubicBezTo>
                  <a:pt x="136053" y="70369"/>
                  <a:pt x="136001" y="70329"/>
                  <a:pt x="135949" y="70291"/>
                </a:cubicBezTo>
                <a:cubicBezTo>
                  <a:pt x="135949" y="69510"/>
                  <a:pt x="135975" y="67662"/>
                  <a:pt x="135962" y="66595"/>
                </a:cubicBezTo>
                <a:cubicBezTo>
                  <a:pt x="135962" y="66023"/>
                  <a:pt x="135975" y="65528"/>
                  <a:pt x="136001" y="65151"/>
                </a:cubicBezTo>
                <a:cubicBezTo>
                  <a:pt x="136105" y="65697"/>
                  <a:pt x="136235" y="66244"/>
                  <a:pt x="136391" y="66778"/>
                </a:cubicBezTo>
                <a:cubicBezTo>
                  <a:pt x="136547" y="66061"/>
                  <a:pt x="136521" y="65359"/>
                  <a:pt x="136353" y="64670"/>
                </a:cubicBezTo>
                <a:lnTo>
                  <a:pt x="136353" y="64670"/>
                </a:lnTo>
                <a:cubicBezTo>
                  <a:pt x="136677" y="65359"/>
                  <a:pt x="137094" y="65997"/>
                  <a:pt x="137562" y="66595"/>
                </a:cubicBezTo>
                <a:cubicBezTo>
                  <a:pt x="137628" y="65931"/>
                  <a:pt x="137458" y="65268"/>
                  <a:pt x="137159" y="64696"/>
                </a:cubicBezTo>
                <a:cubicBezTo>
                  <a:pt x="137042" y="64487"/>
                  <a:pt x="136912" y="64305"/>
                  <a:pt x="136769" y="64136"/>
                </a:cubicBezTo>
                <a:lnTo>
                  <a:pt x="136769" y="64136"/>
                </a:lnTo>
                <a:cubicBezTo>
                  <a:pt x="137172" y="64344"/>
                  <a:pt x="137602" y="64474"/>
                  <a:pt x="138044" y="64540"/>
                </a:cubicBezTo>
                <a:cubicBezTo>
                  <a:pt x="137875" y="64318"/>
                  <a:pt x="137680" y="64123"/>
                  <a:pt x="137472" y="63941"/>
                </a:cubicBezTo>
                <a:cubicBezTo>
                  <a:pt x="137316" y="63811"/>
                  <a:pt x="137146" y="63681"/>
                  <a:pt x="136977" y="63577"/>
                </a:cubicBezTo>
                <a:cubicBezTo>
                  <a:pt x="137394" y="63551"/>
                  <a:pt x="137744" y="63421"/>
                  <a:pt x="138096" y="63160"/>
                </a:cubicBezTo>
                <a:cubicBezTo>
                  <a:pt x="137806" y="63082"/>
                  <a:pt x="137506" y="63041"/>
                  <a:pt x="137205" y="63041"/>
                </a:cubicBezTo>
                <a:cubicBezTo>
                  <a:pt x="137007" y="63041"/>
                  <a:pt x="136809" y="63059"/>
                  <a:pt x="136613" y="63095"/>
                </a:cubicBezTo>
                <a:cubicBezTo>
                  <a:pt x="136677" y="63043"/>
                  <a:pt x="136743" y="63004"/>
                  <a:pt x="136808" y="62952"/>
                </a:cubicBezTo>
                <a:cubicBezTo>
                  <a:pt x="137172" y="62652"/>
                  <a:pt x="137432" y="62327"/>
                  <a:pt x="137706" y="61937"/>
                </a:cubicBezTo>
                <a:lnTo>
                  <a:pt x="137706" y="61937"/>
                </a:lnTo>
                <a:cubicBezTo>
                  <a:pt x="137094" y="62002"/>
                  <a:pt x="136509" y="62288"/>
                  <a:pt x="136066" y="62718"/>
                </a:cubicBezTo>
                <a:cubicBezTo>
                  <a:pt x="136105" y="62574"/>
                  <a:pt x="136131" y="62432"/>
                  <a:pt x="136157" y="62301"/>
                </a:cubicBezTo>
                <a:cubicBezTo>
                  <a:pt x="136261" y="61793"/>
                  <a:pt x="136131" y="61221"/>
                  <a:pt x="135910" y="60766"/>
                </a:cubicBezTo>
                <a:cubicBezTo>
                  <a:pt x="135546" y="61325"/>
                  <a:pt x="135428" y="62002"/>
                  <a:pt x="135468" y="62678"/>
                </a:cubicBezTo>
                <a:cubicBezTo>
                  <a:pt x="135324" y="62132"/>
                  <a:pt x="135038" y="61651"/>
                  <a:pt x="134531" y="61234"/>
                </a:cubicBezTo>
                <a:lnTo>
                  <a:pt x="134531" y="61234"/>
                </a:lnTo>
                <a:cubicBezTo>
                  <a:pt x="134505" y="61859"/>
                  <a:pt x="134726" y="62470"/>
                  <a:pt x="135116" y="62965"/>
                </a:cubicBezTo>
                <a:cubicBezTo>
                  <a:pt x="134745" y="62705"/>
                  <a:pt x="134302" y="62578"/>
                  <a:pt x="133843" y="62578"/>
                </a:cubicBezTo>
                <a:cubicBezTo>
                  <a:pt x="133657" y="62578"/>
                  <a:pt x="133469" y="62598"/>
                  <a:pt x="133282" y="62640"/>
                </a:cubicBezTo>
                <a:cubicBezTo>
                  <a:pt x="133268" y="62600"/>
                  <a:pt x="133242" y="62548"/>
                  <a:pt x="133216" y="62510"/>
                </a:cubicBezTo>
                <a:cubicBezTo>
                  <a:pt x="133112" y="62301"/>
                  <a:pt x="132982" y="62119"/>
                  <a:pt x="132839" y="61963"/>
                </a:cubicBezTo>
                <a:lnTo>
                  <a:pt x="132839" y="61963"/>
                </a:lnTo>
                <a:cubicBezTo>
                  <a:pt x="133230" y="62158"/>
                  <a:pt x="133659" y="62301"/>
                  <a:pt x="134101" y="62354"/>
                </a:cubicBezTo>
                <a:cubicBezTo>
                  <a:pt x="133945" y="62132"/>
                  <a:pt x="133750" y="61950"/>
                  <a:pt x="133542" y="61767"/>
                </a:cubicBezTo>
                <a:cubicBezTo>
                  <a:pt x="133386" y="61637"/>
                  <a:pt x="133216" y="61507"/>
                  <a:pt x="133048" y="61391"/>
                </a:cubicBezTo>
                <a:cubicBezTo>
                  <a:pt x="133464" y="61365"/>
                  <a:pt x="133815" y="61234"/>
                  <a:pt x="134153" y="60987"/>
                </a:cubicBezTo>
                <a:cubicBezTo>
                  <a:pt x="133862" y="60900"/>
                  <a:pt x="133561" y="60861"/>
                  <a:pt x="133262" y="60861"/>
                </a:cubicBezTo>
                <a:cubicBezTo>
                  <a:pt x="133067" y="60861"/>
                  <a:pt x="132873" y="60878"/>
                  <a:pt x="132683" y="60909"/>
                </a:cubicBezTo>
                <a:cubicBezTo>
                  <a:pt x="132748" y="60870"/>
                  <a:pt x="132813" y="60818"/>
                  <a:pt x="132865" y="60779"/>
                </a:cubicBezTo>
                <a:cubicBezTo>
                  <a:pt x="133242" y="60480"/>
                  <a:pt x="133503" y="60154"/>
                  <a:pt x="133776" y="59764"/>
                </a:cubicBezTo>
                <a:lnTo>
                  <a:pt x="133776" y="59764"/>
                </a:lnTo>
                <a:cubicBezTo>
                  <a:pt x="133164" y="59829"/>
                  <a:pt x="132579" y="60102"/>
                  <a:pt x="132137" y="60532"/>
                </a:cubicBezTo>
                <a:cubicBezTo>
                  <a:pt x="132163" y="60402"/>
                  <a:pt x="132201" y="60258"/>
                  <a:pt x="132227" y="60115"/>
                </a:cubicBezTo>
                <a:cubicBezTo>
                  <a:pt x="132319" y="59607"/>
                  <a:pt x="132189" y="59048"/>
                  <a:pt x="131967" y="58580"/>
                </a:cubicBezTo>
                <a:cubicBezTo>
                  <a:pt x="131616" y="59153"/>
                  <a:pt x="131499" y="59829"/>
                  <a:pt x="131538" y="60506"/>
                </a:cubicBezTo>
                <a:cubicBezTo>
                  <a:pt x="131382" y="59946"/>
                  <a:pt x="131108" y="59465"/>
                  <a:pt x="130601" y="59048"/>
                </a:cubicBezTo>
                <a:lnTo>
                  <a:pt x="130601" y="59048"/>
                </a:lnTo>
                <a:cubicBezTo>
                  <a:pt x="130575" y="59673"/>
                  <a:pt x="130796" y="60298"/>
                  <a:pt x="131186" y="60779"/>
                </a:cubicBezTo>
                <a:cubicBezTo>
                  <a:pt x="130807" y="60523"/>
                  <a:pt x="130373" y="60392"/>
                  <a:pt x="129917" y="60392"/>
                </a:cubicBezTo>
                <a:cubicBezTo>
                  <a:pt x="129702" y="60392"/>
                  <a:pt x="129482" y="60421"/>
                  <a:pt x="129261" y="60480"/>
                </a:cubicBezTo>
                <a:cubicBezTo>
                  <a:pt x="129781" y="60818"/>
                  <a:pt x="130380" y="61039"/>
                  <a:pt x="130992" y="61156"/>
                </a:cubicBezTo>
                <a:cubicBezTo>
                  <a:pt x="130197" y="61247"/>
                  <a:pt x="129456" y="61651"/>
                  <a:pt x="128974" y="62275"/>
                </a:cubicBezTo>
                <a:cubicBezTo>
                  <a:pt x="129017" y="62277"/>
                  <a:pt x="129059" y="62278"/>
                  <a:pt x="129102" y="62278"/>
                </a:cubicBezTo>
                <a:cubicBezTo>
                  <a:pt x="129606" y="62278"/>
                  <a:pt x="130106" y="62139"/>
                  <a:pt x="130562" y="61911"/>
                </a:cubicBezTo>
                <a:lnTo>
                  <a:pt x="130562" y="61911"/>
                </a:lnTo>
                <a:cubicBezTo>
                  <a:pt x="130107" y="62366"/>
                  <a:pt x="129769" y="62939"/>
                  <a:pt x="129599" y="63563"/>
                </a:cubicBezTo>
                <a:cubicBezTo>
                  <a:pt x="129885" y="63394"/>
                  <a:pt x="130159" y="63199"/>
                  <a:pt x="130419" y="62991"/>
                </a:cubicBezTo>
                <a:lnTo>
                  <a:pt x="130419" y="62991"/>
                </a:lnTo>
                <a:cubicBezTo>
                  <a:pt x="130211" y="63421"/>
                  <a:pt x="130093" y="63889"/>
                  <a:pt x="130067" y="64357"/>
                </a:cubicBezTo>
                <a:cubicBezTo>
                  <a:pt x="130549" y="63993"/>
                  <a:pt x="130900" y="63577"/>
                  <a:pt x="131160" y="63030"/>
                </a:cubicBezTo>
                <a:cubicBezTo>
                  <a:pt x="131200" y="62939"/>
                  <a:pt x="131238" y="62860"/>
                  <a:pt x="131278" y="62782"/>
                </a:cubicBezTo>
                <a:lnTo>
                  <a:pt x="131278" y="62782"/>
                </a:lnTo>
                <a:cubicBezTo>
                  <a:pt x="131122" y="63316"/>
                  <a:pt x="131004" y="63863"/>
                  <a:pt x="130940" y="64409"/>
                </a:cubicBezTo>
                <a:cubicBezTo>
                  <a:pt x="131316" y="64032"/>
                  <a:pt x="131603" y="63577"/>
                  <a:pt x="131772" y="63095"/>
                </a:cubicBezTo>
                <a:lnTo>
                  <a:pt x="131772" y="63095"/>
                </a:lnTo>
                <a:cubicBezTo>
                  <a:pt x="131759" y="64279"/>
                  <a:pt x="131720" y="65437"/>
                  <a:pt x="131681" y="66374"/>
                </a:cubicBezTo>
                <a:cubicBezTo>
                  <a:pt x="131264" y="66023"/>
                  <a:pt x="130810" y="65737"/>
                  <a:pt x="130341" y="65463"/>
                </a:cubicBezTo>
                <a:cubicBezTo>
                  <a:pt x="129599" y="65034"/>
                  <a:pt x="129092" y="65190"/>
                  <a:pt x="128324" y="64968"/>
                </a:cubicBezTo>
                <a:cubicBezTo>
                  <a:pt x="128337" y="63238"/>
                  <a:pt x="128363" y="60532"/>
                  <a:pt x="128350" y="58827"/>
                </a:cubicBezTo>
                <a:cubicBezTo>
                  <a:pt x="128337" y="57747"/>
                  <a:pt x="128376" y="56810"/>
                  <a:pt x="128428" y="56068"/>
                </a:cubicBezTo>
                <a:cubicBezTo>
                  <a:pt x="128624" y="57123"/>
                  <a:pt x="128870" y="58176"/>
                  <a:pt x="129157" y="59205"/>
                </a:cubicBezTo>
                <a:cubicBezTo>
                  <a:pt x="129469" y="57825"/>
                  <a:pt x="129430" y="56472"/>
                  <a:pt x="129092" y="55171"/>
                </a:cubicBezTo>
                <a:lnTo>
                  <a:pt x="129092" y="55171"/>
                </a:lnTo>
                <a:cubicBezTo>
                  <a:pt x="129717" y="56472"/>
                  <a:pt x="130497" y="57695"/>
                  <a:pt x="131395" y="58827"/>
                </a:cubicBezTo>
                <a:cubicBezTo>
                  <a:pt x="131512" y="57591"/>
                  <a:pt x="131212" y="56316"/>
                  <a:pt x="130627" y="55209"/>
                </a:cubicBezTo>
                <a:cubicBezTo>
                  <a:pt x="130406" y="54807"/>
                  <a:pt x="130171" y="54468"/>
                  <a:pt x="129899" y="54156"/>
                </a:cubicBezTo>
                <a:lnTo>
                  <a:pt x="129899" y="54156"/>
                </a:lnTo>
                <a:cubicBezTo>
                  <a:pt x="130653" y="54533"/>
                  <a:pt x="131473" y="54793"/>
                  <a:pt x="132305" y="54911"/>
                </a:cubicBezTo>
                <a:cubicBezTo>
                  <a:pt x="131993" y="54481"/>
                  <a:pt x="131642" y="54130"/>
                  <a:pt x="131226" y="53792"/>
                </a:cubicBezTo>
                <a:cubicBezTo>
                  <a:pt x="130926" y="53531"/>
                  <a:pt x="130614" y="53284"/>
                  <a:pt x="130276" y="53075"/>
                </a:cubicBezTo>
                <a:cubicBezTo>
                  <a:pt x="131082" y="53023"/>
                  <a:pt x="131759" y="52777"/>
                  <a:pt x="132409" y="52295"/>
                </a:cubicBezTo>
                <a:cubicBezTo>
                  <a:pt x="131851" y="52135"/>
                  <a:pt x="131269" y="52054"/>
                  <a:pt x="130686" y="52054"/>
                </a:cubicBezTo>
                <a:cubicBezTo>
                  <a:pt x="130318" y="52054"/>
                  <a:pt x="129949" y="52086"/>
                  <a:pt x="129586" y="52152"/>
                </a:cubicBezTo>
                <a:cubicBezTo>
                  <a:pt x="129717" y="52074"/>
                  <a:pt x="129833" y="51982"/>
                  <a:pt x="129951" y="51892"/>
                </a:cubicBezTo>
                <a:cubicBezTo>
                  <a:pt x="130653" y="51332"/>
                  <a:pt x="131160" y="50695"/>
                  <a:pt x="131681" y="49953"/>
                </a:cubicBezTo>
                <a:lnTo>
                  <a:pt x="131681" y="49953"/>
                </a:lnTo>
                <a:cubicBezTo>
                  <a:pt x="130510" y="50083"/>
                  <a:pt x="129404" y="50617"/>
                  <a:pt x="128545" y="51423"/>
                </a:cubicBezTo>
                <a:cubicBezTo>
                  <a:pt x="128610" y="51163"/>
                  <a:pt x="128662" y="50903"/>
                  <a:pt x="128714" y="50629"/>
                </a:cubicBezTo>
                <a:cubicBezTo>
                  <a:pt x="128910" y="49666"/>
                  <a:pt x="128662" y="48587"/>
                  <a:pt x="128233" y="47702"/>
                </a:cubicBezTo>
                <a:cubicBezTo>
                  <a:pt x="127557" y="48782"/>
                  <a:pt x="127335" y="50083"/>
                  <a:pt x="127400" y="51371"/>
                </a:cubicBezTo>
                <a:cubicBezTo>
                  <a:pt x="127127" y="50317"/>
                  <a:pt x="126594" y="49394"/>
                  <a:pt x="125605" y="48599"/>
                </a:cubicBezTo>
                <a:lnTo>
                  <a:pt x="125605" y="48599"/>
                </a:lnTo>
                <a:cubicBezTo>
                  <a:pt x="125579" y="49784"/>
                  <a:pt x="125995" y="50981"/>
                  <a:pt x="126736" y="51904"/>
                </a:cubicBezTo>
                <a:cubicBezTo>
                  <a:pt x="126013" y="51413"/>
                  <a:pt x="125166" y="51161"/>
                  <a:pt x="124281" y="51161"/>
                </a:cubicBezTo>
                <a:cubicBezTo>
                  <a:pt x="123877" y="51161"/>
                  <a:pt x="123466" y="51213"/>
                  <a:pt x="123054" y="51319"/>
                </a:cubicBezTo>
                <a:cubicBezTo>
                  <a:pt x="124056" y="51956"/>
                  <a:pt x="125188" y="52399"/>
                  <a:pt x="126359" y="52621"/>
                </a:cubicBezTo>
                <a:cubicBezTo>
                  <a:pt x="124863" y="52789"/>
                  <a:pt x="123431" y="53570"/>
                  <a:pt x="122508" y="54767"/>
                </a:cubicBezTo>
                <a:cubicBezTo>
                  <a:pt x="122575" y="54770"/>
                  <a:pt x="122642" y="54771"/>
                  <a:pt x="122709" y="54771"/>
                </a:cubicBezTo>
                <a:cubicBezTo>
                  <a:pt x="123694" y="54771"/>
                  <a:pt x="124662" y="54502"/>
                  <a:pt x="125539" y="54052"/>
                </a:cubicBezTo>
                <a:lnTo>
                  <a:pt x="125539" y="54052"/>
                </a:lnTo>
                <a:cubicBezTo>
                  <a:pt x="124668" y="54937"/>
                  <a:pt x="124030" y="56030"/>
                  <a:pt x="123705" y="57227"/>
                </a:cubicBezTo>
                <a:cubicBezTo>
                  <a:pt x="124252" y="56888"/>
                  <a:pt x="124772" y="56524"/>
                  <a:pt x="125266" y="56120"/>
                </a:cubicBezTo>
                <a:lnTo>
                  <a:pt x="125266" y="56120"/>
                </a:lnTo>
                <a:cubicBezTo>
                  <a:pt x="124876" y="56941"/>
                  <a:pt x="124642" y="57825"/>
                  <a:pt x="124602" y="58723"/>
                </a:cubicBezTo>
                <a:cubicBezTo>
                  <a:pt x="125527" y="58034"/>
                  <a:pt x="126190" y="57227"/>
                  <a:pt x="126684" y="56186"/>
                </a:cubicBezTo>
                <a:cubicBezTo>
                  <a:pt x="126762" y="56030"/>
                  <a:pt x="126840" y="55886"/>
                  <a:pt x="126906" y="55730"/>
                </a:cubicBezTo>
                <a:lnTo>
                  <a:pt x="126906" y="55730"/>
                </a:lnTo>
                <a:cubicBezTo>
                  <a:pt x="126606" y="56745"/>
                  <a:pt x="126398" y="57786"/>
                  <a:pt x="126255" y="58827"/>
                </a:cubicBezTo>
                <a:cubicBezTo>
                  <a:pt x="126984" y="58098"/>
                  <a:pt x="127517" y="57239"/>
                  <a:pt x="127855" y="56316"/>
                </a:cubicBezTo>
                <a:lnTo>
                  <a:pt x="127855" y="56316"/>
                </a:lnTo>
                <a:cubicBezTo>
                  <a:pt x="127843" y="57513"/>
                  <a:pt x="127817" y="58697"/>
                  <a:pt x="127791" y="59816"/>
                </a:cubicBezTo>
                <a:cubicBezTo>
                  <a:pt x="127244" y="59881"/>
                  <a:pt x="126724" y="60128"/>
                  <a:pt x="126320" y="60506"/>
                </a:cubicBezTo>
                <a:cubicBezTo>
                  <a:pt x="126346" y="60388"/>
                  <a:pt x="126372" y="60258"/>
                  <a:pt x="126398" y="60128"/>
                </a:cubicBezTo>
                <a:cubicBezTo>
                  <a:pt x="126490" y="59686"/>
                  <a:pt x="126372" y="59165"/>
                  <a:pt x="126164" y="58749"/>
                </a:cubicBezTo>
                <a:cubicBezTo>
                  <a:pt x="125851" y="59257"/>
                  <a:pt x="125747" y="59868"/>
                  <a:pt x="125773" y="60480"/>
                </a:cubicBezTo>
                <a:cubicBezTo>
                  <a:pt x="125643" y="59985"/>
                  <a:pt x="125383" y="59555"/>
                  <a:pt x="124928" y="59179"/>
                </a:cubicBezTo>
                <a:lnTo>
                  <a:pt x="124928" y="59179"/>
                </a:lnTo>
                <a:cubicBezTo>
                  <a:pt x="124915" y="59738"/>
                  <a:pt x="125110" y="60298"/>
                  <a:pt x="125461" y="60727"/>
                </a:cubicBezTo>
                <a:cubicBezTo>
                  <a:pt x="125110" y="60501"/>
                  <a:pt x="124708" y="60382"/>
                  <a:pt x="124287" y="60382"/>
                </a:cubicBezTo>
                <a:cubicBezTo>
                  <a:pt x="124100" y="60382"/>
                  <a:pt x="123909" y="60406"/>
                  <a:pt x="123718" y="60454"/>
                </a:cubicBezTo>
                <a:cubicBezTo>
                  <a:pt x="124199" y="60766"/>
                  <a:pt x="124732" y="60974"/>
                  <a:pt x="125279" y="61065"/>
                </a:cubicBezTo>
                <a:cubicBezTo>
                  <a:pt x="125123" y="61091"/>
                  <a:pt x="124954" y="61130"/>
                  <a:pt x="124798" y="61169"/>
                </a:cubicBezTo>
                <a:cubicBezTo>
                  <a:pt x="124043" y="60779"/>
                  <a:pt x="122820" y="60570"/>
                  <a:pt x="122092" y="60284"/>
                </a:cubicBezTo>
                <a:cubicBezTo>
                  <a:pt x="121155" y="59907"/>
                  <a:pt x="120204" y="59413"/>
                  <a:pt x="119267" y="59087"/>
                </a:cubicBezTo>
                <a:cubicBezTo>
                  <a:pt x="118929" y="58970"/>
                  <a:pt x="118539" y="58879"/>
                  <a:pt x="118122" y="58827"/>
                </a:cubicBezTo>
                <a:lnTo>
                  <a:pt x="118122" y="54338"/>
                </a:lnTo>
                <a:cubicBezTo>
                  <a:pt x="118110" y="53804"/>
                  <a:pt x="118136" y="53323"/>
                  <a:pt x="118162" y="52959"/>
                </a:cubicBezTo>
                <a:cubicBezTo>
                  <a:pt x="118266" y="53479"/>
                  <a:pt x="118383" y="54012"/>
                  <a:pt x="118526" y="54533"/>
                </a:cubicBezTo>
                <a:cubicBezTo>
                  <a:pt x="118682" y="53830"/>
                  <a:pt x="118669" y="53154"/>
                  <a:pt x="118487" y="52503"/>
                </a:cubicBezTo>
                <a:lnTo>
                  <a:pt x="118487" y="52503"/>
                </a:lnTo>
                <a:cubicBezTo>
                  <a:pt x="118813" y="53154"/>
                  <a:pt x="119203" y="53778"/>
                  <a:pt x="119658" y="54338"/>
                </a:cubicBezTo>
                <a:cubicBezTo>
                  <a:pt x="119710" y="53714"/>
                  <a:pt x="119567" y="53075"/>
                  <a:pt x="119267" y="52516"/>
                </a:cubicBezTo>
                <a:cubicBezTo>
                  <a:pt x="119163" y="52321"/>
                  <a:pt x="119033" y="52139"/>
                  <a:pt x="118903" y="51996"/>
                </a:cubicBezTo>
                <a:lnTo>
                  <a:pt x="118903" y="51996"/>
                </a:lnTo>
                <a:cubicBezTo>
                  <a:pt x="119281" y="52178"/>
                  <a:pt x="119697" y="52308"/>
                  <a:pt x="120114" y="52373"/>
                </a:cubicBezTo>
                <a:cubicBezTo>
                  <a:pt x="119958" y="52152"/>
                  <a:pt x="119775" y="51982"/>
                  <a:pt x="119567" y="51800"/>
                </a:cubicBezTo>
                <a:cubicBezTo>
                  <a:pt x="119424" y="51670"/>
                  <a:pt x="119267" y="51554"/>
                  <a:pt x="119099" y="51436"/>
                </a:cubicBezTo>
                <a:cubicBezTo>
                  <a:pt x="119489" y="51423"/>
                  <a:pt x="119840" y="51293"/>
                  <a:pt x="120166" y="51046"/>
                </a:cubicBezTo>
                <a:cubicBezTo>
                  <a:pt x="119892" y="50967"/>
                  <a:pt x="119603" y="50927"/>
                  <a:pt x="119315" y="50927"/>
                </a:cubicBezTo>
                <a:cubicBezTo>
                  <a:pt x="119124" y="50927"/>
                  <a:pt x="118934" y="50945"/>
                  <a:pt x="118747" y="50981"/>
                </a:cubicBezTo>
                <a:cubicBezTo>
                  <a:pt x="118813" y="50941"/>
                  <a:pt x="118865" y="50889"/>
                  <a:pt x="118929" y="50851"/>
                </a:cubicBezTo>
                <a:cubicBezTo>
                  <a:pt x="119281" y="50565"/>
                  <a:pt x="119541" y="50252"/>
                  <a:pt x="119801" y="49875"/>
                </a:cubicBezTo>
                <a:lnTo>
                  <a:pt x="119801" y="49875"/>
                </a:lnTo>
                <a:cubicBezTo>
                  <a:pt x="119215" y="49940"/>
                  <a:pt x="118656" y="50200"/>
                  <a:pt x="118226" y="50617"/>
                </a:cubicBezTo>
                <a:cubicBezTo>
                  <a:pt x="118253" y="50487"/>
                  <a:pt x="118279" y="50356"/>
                  <a:pt x="118305" y="50213"/>
                </a:cubicBezTo>
                <a:cubicBezTo>
                  <a:pt x="118396" y="49732"/>
                  <a:pt x="118279" y="49185"/>
                  <a:pt x="118070" y="48743"/>
                </a:cubicBezTo>
                <a:cubicBezTo>
                  <a:pt x="117720" y="49289"/>
                  <a:pt x="117615" y="49940"/>
                  <a:pt x="117641" y="50591"/>
                </a:cubicBezTo>
                <a:cubicBezTo>
                  <a:pt x="117498" y="50057"/>
                  <a:pt x="117238" y="49588"/>
                  <a:pt x="116743" y="49198"/>
                </a:cubicBezTo>
                <a:lnTo>
                  <a:pt x="116743" y="49198"/>
                </a:lnTo>
                <a:cubicBezTo>
                  <a:pt x="116717" y="49784"/>
                  <a:pt x="116939" y="50383"/>
                  <a:pt x="117303" y="50851"/>
                </a:cubicBezTo>
                <a:cubicBezTo>
                  <a:pt x="116936" y="50602"/>
                  <a:pt x="116505" y="50483"/>
                  <a:pt x="116058" y="50483"/>
                </a:cubicBezTo>
                <a:cubicBezTo>
                  <a:pt x="116014" y="50483"/>
                  <a:pt x="115969" y="50484"/>
                  <a:pt x="115924" y="50487"/>
                </a:cubicBezTo>
                <a:cubicBezTo>
                  <a:pt x="115846" y="50278"/>
                  <a:pt x="115768" y="50083"/>
                  <a:pt x="115664" y="49888"/>
                </a:cubicBezTo>
                <a:cubicBezTo>
                  <a:pt x="115650" y="49862"/>
                  <a:pt x="115624" y="49822"/>
                  <a:pt x="115612" y="49796"/>
                </a:cubicBezTo>
                <a:cubicBezTo>
                  <a:pt x="115572" y="49640"/>
                  <a:pt x="115546" y="49498"/>
                  <a:pt x="115494" y="49354"/>
                </a:cubicBezTo>
                <a:lnTo>
                  <a:pt x="115494" y="49354"/>
                </a:lnTo>
                <a:cubicBezTo>
                  <a:pt x="115898" y="49524"/>
                  <a:pt x="116314" y="49654"/>
                  <a:pt x="116743" y="49718"/>
                </a:cubicBezTo>
                <a:cubicBezTo>
                  <a:pt x="116548" y="49432"/>
                  <a:pt x="116327" y="49211"/>
                  <a:pt x="116067" y="48990"/>
                </a:cubicBezTo>
                <a:cubicBezTo>
                  <a:pt x="115872" y="48821"/>
                  <a:pt x="115676" y="48665"/>
                  <a:pt x="115455" y="48521"/>
                </a:cubicBezTo>
                <a:cubicBezTo>
                  <a:pt x="115976" y="48495"/>
                  <a:pt x="116405" y="48339"/>
                  <a:pt x="116821" y="48040"/>
                </a:cubicBezTo>
                <a:cubicBezTo>
                  <a:pt x="116627" y="47988"/>
                  <a:pt x="116431" y="47949"/>
                  <a:pt x="116223" y="47923"/>
                </a:cubicBezTo>
                <a:cubicBezTo>
                  <a:pt x="116067" y="47715"/>
                  <a:pt x="115884" y="47546"/>
                  <a:pt x="115690" y="47376"/>
                </a:cubicBezTo>
                <a:cubicBezTo>
                  <a:pt x="115936" y="47116"/>
                  <a:pt x="116158" y="46843"/>
                  <a:pt x="116379" y="46543"/>
                </a:cubicBezTo>
                <a:lnTo>
                  <a:pt x="116379" y="46543"/>
                </a:lnTo>
                <a:cubicBezTo>
                  <a:pt x="115936" y="46583"/>
                  <a:pt x="115520" y="46713"/>
                  <a:pt x="115130" y="46921"/>
                </a:cubicBezTo>
                <a:cubicBezTo>
                  <a:pt x="115026" y="46843"/>
                  <a:pt x="114935" y="46765"/>
                  <a:pt x="114817" y="46700"/>
                </a:cubicBezTo>
                <a:cubicBezTo>
                  <a:pt x="115442" y="46661"/>
                  <a:pt x="115962" y="46465"/>
                  <a:pt x="116470" y="46101"/>
                </a:cubicBezTo>
                <a:cubicBezTo>
                  <a:pt x="116044" y="45982"/>
                  <a:pt x="115606" y="45924"/>
                  <a:pt x="115168" y="45924"/>
                </a:cubicBezTo>
                <a:cubicBezTo>
                  <a:pt x="114938" y="45924"/>
                  <a:pt x="114708" y="45940"/>
                  <a:pt x="114479" y="45971"/>
                </a:cubicBezTo>
                <a:cubicBezTo>
                  <a:pt x="114467" y="45932"/>
                  <a:pt x="114467" y="45906"/>
                  <a:pt x="114453" y="45867"/>
                </a:cubicBezTo>
                <a:lnTo>
                  <a:pt x="114571" y="45789"/>
                </a:lnTo>
                <a:cubicBezTo>
                  <a:pt x="115117" y="45360"/>
                  <a:pt x="115508" y="44865"/>
                  <a:pt x="115898" y="44305"/>
                </a:cubicBezTo>
                <a:lnTo>
                  <a:pt x="115898" y="44305"/>
                </a:lnTo>
                <a:cubicBezTo>
                  <a:pt x="115000" y="44397"/>
                  <a:pt x="114141" y="44813"/>
                  <a:pt x="113490" y="45438"/>
                </a:cubicBezTo>
                <a:cubicBezTo>
                  <a:pt x="113542" y="45230"/>
                  <a:pt x="113582" y="45034"/>
                  <a:pt x="113620" y="44813"/>
                </a:cubicBezTo>
                <a:cubicBezTo>
                  <a:pt x="113764" y="44085"/>
                  <a:pt x="113582" y="43238"/>
                  <a:pt x="113243" y="42562"/>
                </a:cubicBezTo>
                <a:cubicBezTo>
                  <a:pt x="112723" y="43395"/>
                  <a:pt x="112553" y="44397"/>
                  <a:pt x="112605" y="45386"/>
                </a:cubicBezTo>
                <a:cubicBezTo>
                  <a:pt x="112385" y="44579"/>
                  <a:pt x="111968" y="43863"/>
                  <a:pt x="111226" y="43252"/>
                </a:cubicBezTo>
                <a:lnTo>
                  <a:pt x="111226" y="43252"/>
                </a:lnTo>
                <a:cubicBezTo>
                  <a:pt x="111188" y="44175"/>
                  <a:pt x="111512" y="45086"/>
                  <a:pt x="112085" y="45802"/>
                </a:cubicBezTo>
                <a:cubicBezTo>
                  <a:pt x="111531" y="45418"/>
                  <a:pt x="110880" y="45224"/>
                  <a:pt x="110198" y="45224"/>
                </a:cubicBezTo>
                <a:cubicBezTo>
                  <a:pt x="109886" y="45224"/>
                  <a:pt x="109567" y="45265"/>
                  <a:pt x="109248" y="45346"/>
                </a:cubicBezTo>
                <a:cubicBezTo>
                  <a:pt x="110029" y="45841"/>
                  <a:pt x="110888" y="46179"/>
                  <a:pt x="111799" y="46349"/>
                </a:cubicBezTo>
                <a:cubicBezTo>
                  <a:pt x="110641" y="46479"/>
                  <a:pt x="109535" y="47090"/>
                  <a:pt x="108832" y="48014"/>
                </a:cubicBezTo>
                <a:cubicBezTo>
                  <a:pt x="108878" y="48016"/>
                  <a:pt x="108924" y="48017"/>
                  <a:pt x="108971" y="48017"/>
                </a:cubicBezTo>
                <a:cubicBezTo>
                  <a:pt x="109705" y="48017"/>
                  <a:pt x="110435" y="47824"/>
                  <a:pt x="111096" y="47494"/>
                </a:cubicBezTo>
                <a:cubicBezTo>
                  <a:pt x="111096" y="47494"/>
                  <a:pt x="111109" y="47506"/>
                  <a:pt x="111122" y="47506"/>
                </a:cubicBezTo>
                <a:cubicBezTo>
                  <a:pt x="110471" y="48183"/>
                  <a:pt x="109990" y="49003"/>
                  <a:pt x="109756" y="49901"/>
                </a:cubicBezTo>
                <a:cubicBezTo>
                  <a:pt x="110173" y="49640"/>
                  <a:pt x="110575" y="49368"/>
                  <a:pt x="110953" y="49055"/>
                </a:cubicBezTo>
                <a:lnTo>
                  <a:pt x="110953" y="49068"/>
                </a:lnTo>
                <a:cubicBezTo>
                  <a:pt x="110771" y="49211"/>
                  <a:pt x="110615" y="49380"/>
                  <a:pt x="110471" y="49550"/>
                </a:cubicBezTo>
                <a:cubicBezTo>
                  <a:pt x="110517" y="49556"/>
                  <a:pt x="110563" y="49559"/>
                  <a:pt x="110608" y="49559"/>
                </a:cubicBezTo>
                <a:cubicBezTo>
                  <a:pt x="110654" y="49559"/>
                  <a:pt x="110699" y="49556"/>
                  <a:pt x="110745" y="49550"/>
                </a:cubicBezTo>
                <a:lnTo>
                  <a:pt x="110745" y="49550"/>
                </a:lnTo>
                <a:cubicBezTo>
                  <a:pt x="110575" y="50044"/>
                  <a:pt x="110459" y="50551"/>
                  <a:pt x="110445" y="51059"/>
                </a:cubicBezTo>
                <a:cubicBezTo>
                  <a:pt x="111083" y="50577"/>
                  <a:pt x="111564" y="50018"/>
                  <a:pt x="111942" y="49328"/>
                </a:cubicBezTo>
                <a:cubicBezTo>
                  <a:pt x="111994" y="49302"/>
                  <a:pt x="112033" y="49289"/>
                  <a:pt x="112085" y="49263"/>
                </a:cubicBezTo>
                <a:lnTo>
                  <a:pt x="112085" y="49263"/>
                </a:lnTo>
                <a:cubicBezTo>
                  <a:pt x="112059" y="49380"/>
                  <a:pt x="112033" y="49484"/>
                  <a:pt x="112007" y="49588"/>
                </a:cubicBezTo>
                <a:cubicBezTo>
                  <a:pt x="111656" y="50044"/>
                  <a:pt x="111382" y="50577"/>
                  <a:pt x="111226" y="51137"/>
                </a:cubicBezTo>
                <a:cubicBezTo>
                  <a:pt x="111408" y="51020"/>
                  <a:pt x="111590" y="50903"/>
                  <a:pt x="111773" y="50773"/>
                </a:cubicBezTo>
                <a:lnTo>
                  <a:pt x="111773" y="50773"/>
                </a:lnTo>
                <a:cubicBezTo>
                  <a:pt x="111760" y="50903"/>
                  <a:pt x="111734" y="51020"/>
                  <a:pt x="111721" y="51150"/>
                </a:cubicBezTo>
                <a:cubicBezTo>
                  <a:pt x="111864" y="51007"/>
                  <a:pt x="111994" y="50851"/>
                  <a:pt x="112111" y="50695"/>
                </a:cubicBezTo>
                <a:lnTo>
                  <a:pt x="112111" y="50695"/>
                </a:lnTo>
                <a:cubicBezTo>
                  <a:pt x="111929" y="51150"/>
                  <a:pt x="111812" y="51618"/>
                  <a:pt x="111786" y="52100"/>
                </a:cubicBezTo>
                <a:cubicBezTo>
                  <a:pt x="112267" y="51748"/>
                  <a:pt x="112631" y="51345"/>
                  <a:pt x="112931" y="50863"/>
                </a:cubicBezTo>
                <a:lnTo>
                  <a:pt x="112931" y="50863"/>
                </a:lnTo>
                <a:cubicBezTo>
                  <a:pt x="112931" y="51137"/>
                  <a:pt x="112931" y="51423"/>
                  <a:pt x="112918" y="51722"/>
                </a:cubicBezTo>
                <a:cubicBezTo>
                  <a:pt x="112892" y="51878"/>
                  <a:pt x="112866" y="52035"/>
                  <a:pt x="112853" y="52178"/>
                </a:cubicBezTo>
                <a:cubicBezTo>
                  <a:pt x="112866" y="52165"/>
                  <a:pt x="112892" y="52126"/>
                  <a:pt x="112918" y="52113"/>
                </a:cubicBezTo>
                <a:lnTo>
                  <a:pt x="112918" y="52113"/>
                </a:lnTo>
                <a:cubicBezTo>
                  <a:pt x="112892" y="54142"/>
                  <a:pt x="112840" y="56654"/>
                  <a:pt x="112801" y="58983"/>
                </a:cubicBezTo>
                <a:cubicBezTo>
                  <a:pt x="112137" y="59127"/>
                  <a:pt x="111486" y="59321"/>
                  <a:pt x="110771" y="59347"/>
                </a:cubicBezTo>
                <a:cubicBezTo>
                  <a:pt x="110722" y="59349"/>
                  <a:pt x="110672" y="59350"/>
                  <a:pt x="110622" y="59350"/>
                </a:cubicBezTo>
                <a:cubicBezTo>
                  <a:pt x="110054" y="59350"/>
                  <a:pt x="109428" y="59258"/>
                  <a:pt x="108839" y="59258"/>
                </a:cubicBezTo>
                <a:cubicBezTo>
                  <a:pt x="108613" y="59258"/>
                  <a:pt x="108392" y="59271"/>
                  <a:pt x="108181" y="59309"/>
                </a:cubicBezTo>
                <a:cubicBezTo>
                  <a:pt x="107648" y="59413"/>
                  <a:pt x="107076" y="59569"/>
                  <a:pt x="106503" y="59751"/>
                </a:cubicBezTo>
                <a:cubicBezTo>
                  <a:pt x="106464" y="59673"/>
                  <a:pt x="106464" y="59569"/>
                  <a:pt x="106529" y="59503"/>
                </a:cubicBezTo>
                <a:cubicBezTo>
                  <a:pt x="106581" y="59439"/>
                  <a:pt x="106685" y="59387"/>
                  <a:pt x="106763" y="59361"/>
                </a:cubicBezTo>
                <a:cubicBezTo>
                  <a:pt x="106828" y="59335"/>
                  <a:pt x="106946" y="59347"/>
                  <a:pt x="106998" y="59309"/>
                </a:cubicBezTo>
                <a:cubicBezTo>
                  <a:pt x="107024" y="59283"/>
                  <a:pt x="107036" y="59217"/>
                  <a:pt x="107050" y="59179"/>
                </a:cubicBezTo>
                <a:cubicBezTo>
                  <a:pt x="107062" y="59127"/>
                  <a:pt x="107102" y="59075"/>
                  <a:pt x="107140" y="59022"/>
                </a:cubicBezTo>
                <a:cubicBezTo>
                  <a:pt x="107192" y="58957"/>
                  <a:pt x="107232" y="58892"/>
                  <a:pt x="107270" y="58840"/>
                </a:cubicBezTo>
                <a:cubicBezTo>
                  <a:pt x="107322" y="58775"/>
                  <a:pt x="107362" y="58749"/>
                  <a:pt x="107296" y="58671"/>
                </a:cubicBezTo>
                <a:cubicBezTo>
                  <a:pt x="107211" y="58536"/>
                  <a:pt x="107066" y="58423"/>
                  <a:pt x="106907" y="58423"/>
                </a:cubicBezTo>
                <a:cubicBezTo>
                  <a:pt x="106898" y="58423"/>
                  <a:pt x="106889" y="58423"/>
                  <a:pt x="106880" y="58424"/>
                </a:cubicBezTo>
                <a:cubicBezTo>
                  <a:pt x="106790" y="58436"/>
                  <a:pt x="106724" y="58502"/>
                  <a:pt x="106646" y="58528"/>
                </a:cubicBezTo>
                <a:cubicBezTo>
                  <a:pt x="106613" y="58535"/>
                  <a:pt x="106576" y="58538"/>
                  <a:pt x="106536" y="58538"/>
                </a:cubicBezTo>
                <a:cubicBezTo>
                  <a:pt x="106434" y="58538"/>
                  <a:pt x="106318" y="58517"/>
                  <a:pt x="106243" y="58488"/>
                </a:cubicBezTo>
                <a:cubicBezTo>
                  <a:pt x="106168" y="58451"/>
                  <a:pt x="106094" y="58421"/>
                  <a:pt x="106014" y="58421"/>
                </a:cubicBezTo>
                <a:cubicBezTo>
                  <a:pt x="105983" y="58421"/>
                  <a:pt x="105950" y="58425"/>
                  <a:pt x="105917" y="58436"/>
                </a:cubicBezTo>
                <a:cubicBezTo>
                  <a:pt x="105813" y="58476"/>
                  <a:pt x="105787" y="58528"/>
                  <a:pt x="105683" y="58528"/>
                </a:cubicBezTo>
                <a:cubicBezTo>
                  <a:pt x="105558" y="58517"/>
                  <a:pt x="105433" y="58465"/>
                  <a:pt x="105308" y="58465"/>
                </a:cubicBezTo>
                <a:cubicBezTo>
                  <a:pt x="105277" y="58465"/>
                  <a:pt x="105246" y="58468"/>
                  <a:pt x="105215" y="58476"/>
                </a:cubicBezTo>
                <a:cubicBezTo>
                  <a:pt x="105176" y="58488"/>
                  <a:pt x="105150" y="58502"/>
                  <a:pt x="105110" y="58514"/>
                </a:cubicBezTo>
                <a:cubicBezTo>
                  <a:pt x="105091" y="58521"/>
                  <a:pt x="105069" y="58521"/>
                  <a:pt x="105044" y="58521"/>
                </a:cubicBezTo>
                <a:cubicBezTo>
                  <a:pt x="105020" y="58521"/>
                  <a:pt x="104994" y="58521"/>
                  <a:pt x="104968" y="58528"/>
                </a:cubicBezTo>
                <a:cubicBezTo>
                  <a:pt x="104838" y="58554"/>
                  <a:pt x="104760" y="58697"/>
                  <a:pt x="104630" y="58736"/>
                </a:cubicBezTo>
                <a:cubicBezTo>
                  <a:pt x="104499" y="58775"/>
                  <a:pt x="104421" y="58801"/>
                  <a:pt x="104317" y="58892"/>
                </a:cubicBezTo>
                <a:cubicBezTo>
                  <a:pt x="104213" y="58970"/>
                  <a:pt x="104161" y="59009"/>
                  <a:pt x="104043" y="59022"/>
                </a:cubicBezTo>
                <a:cubicBezTo>
                  <a:pt x="103953" y="59035"/>
                  <a:pt x="103861" y="59048"/>
                  <a:pt x="103783" y="59087"/>
                </a:cubicBezTo>
                <a:cubicBezTo>
                  <a:pt x="103797" y="59048"/>
                  <a:pt x="103823" y="59009"/>
                  <a:pt x="103835" y="58970"/>
                </a:cubicBezTo>
                <a:cubicBezTo>
                  <a:pt x="103991" y="58697"/>
                  <a:pt x="104161" y="58436"/>
                  <a:pt x="104356" y="58190"/>
                </a:cubicBezTo>
                <a:cubicBezTo>
                  <a:pt x="104460" y="58060"/>
                  <a:pt x="104590" y="57955"/>
                  <a:pt x="104656" y="57799"/>
                </a:cubicBezTo>
                <a:cubicBezTo>
                  <a:pt x="104734" y="57643"/>
                  <a:pt x="104786" y="57487"/>
                  <a:pt x="104838" y="57331"/>
                </a:cubicBezTo>
                <a:cubicBezTo>
                  <a:pt x="104890" y="57175"/>
                  <a:pt x="104928" y="57031"/>
                  <a:pt x="104968" y="56888"/>
                </a:cubicBezTo>
                <a:cubicBezTo>
                  <a:pt x="105020" y="56719"/>
                  <a:pt x="105032" y="56550"/>
                  <a:pt x="105072" y="56381"/>
                </a:cubicBezTo>
                <a:cubicBezTo>
                  <a:pt x="105110" y="56198"/>
                  <a:pt x="105189" y="56042"/>
                  <a:pt x="105241" y="55860"/>
                </a:cubicBezTo>
                <a:cubicBezTo>
                  <a:pt x="105293" y="55730"/>
                  <a:pt x="105371" y="55600"/>
                  <a:pt x="105397" y="55444"/>
                </a:cubicBezTo>
                <a:cubicBezTo>
                  <a:pt x="105436" y="55275"/>
                  <a:pt x="105449" y="55119"/>
                  <a:pt x="105501" y="54949"/>
                </a:cubicBezTo>
                <a:cubicBezTo>
                  <a:pt x="105540" y="54833"/>
                  <a:pt x="105592" y="54729"/>
                  <a:pt x="105644" y="54624"/>
                </a:cubicBezTo>
                <a:cubicBezTo>
                  <a:pt x="105775" y="54403"/>
                  <a:pt x="105891" y="54182"/>
                  <a:pt x="105983" y="53934"/>
                </a:cubicBezTo>
                <a:cubicBezTo>
                  <a:pt x="106021" y="53792"/>
                  <a:pt x="106061" y="53648"/>
                  <a:pt x="106113" y="53505"/>
                </a:cubicBezTo>
                <a:cubicBezTo>
                  <a:pt x="106125" y="53492"/>
                  <a:pt x="106125" y="53466"/>
                  <a:pt x="106139" y="53453"/>
                </a:cubicBezTo>
                <a:cubicBezTo>
                  <a:pt x="106139" y="53466"/>
                  <a:pt x="106151" y="53479"/>
                  <a:pt x="106151" y="53492"/>
                </a:cubicBezTo>
                <a:cubicBezTo>
                  <a:pt x="106177" y="53518"/>
                  <a:pt x="106217" y="53544"/>
                  <a:pt x="106243" y="53570"/>
                </a:cubicBezTo>
                <a:cubicBezTo>
                  <a:pt x="106282" y="53620"/>
                  <a:pt x="106314" y="53684"/>
                  <a:pt x="106372" y="53684"/>
                </a:cubicBezTo>
                <a:cubicBezTo>
                  <a:pt x="106391" y="53684"/>
                  <a:pt x="106412" y="53677"/>
                  <a:pt x="106438" y="53662"/>
                </a:cubicBezTo>
                <a:cubicBezTo>
                  <a:pt x="106529" y="53609"/>
                  <a:pt x="106555" y="53518"/>
                  <a:pt x="106659" y="53479"/>
                </a:cubicBezTo>
                <a:cubicBezTo>
                  <a:pt x="106722" y="53456"/>
                  <a:pt x="106780" y="53437"/>
                  <a:pt x="106838" y="53437"/>
                </a:cubicBezTo>
                <a:cubicBezTo>
                  <a:pt x="106877" y="53437"/>
                  <a:pt x="106917" y="53445"/>
                  <a:pt x="106958" y="53466"/>
                </a:cubicBezTo>
                <a:cubicBezTo>
                  <a:pt x="107036" y="53505"/>
                  <a:pt x="107180" y="53609"/>
                  <a:pt x="107206" y="53700"/>
                </a:cubicBezTo>
                <a:cubicBezTo>
                  <a:pt x="107232" y="53766"/>
                  <a:pt x="107180" y="53778"/>
                  <a:pt x="107140" y="53804"/>
                </a:cubicBezTo>
                <a:cubicBezTo>
                  <a:pt x="107076" y="53844"/>
                  <a:pt x="107024" y="53922"/>
                  <a:pt x="107062" y="54000"/>
                </a:cubicBezTo>
                <a:cubicBezTo>
                  <a:pt x="107081" y="54005"/>
                  <a:pt x="107099" y="54007"/>
                  <a:pt x="107118" y="54007"/>
                </a:cubicBezTo>
                <a:cubicBezTo>
                  <a:pt x="107248" y="54007"/>
                  <a:pt x="107393" y="53905"/>
                  <a:pt x="107518" y="53882"/>
                </a:cubicBezTo>
                <a:cubicBezTo>
                  <a:pt x="107539" y="53878"/>
                  <a:pt x="107561" y="53877"/>
                  <a:pt x="107583" y="53877"/>
                </a:cubicBezTo>
                <a:cubicBezTo>
                  <a:pt x="107640" y="53877"/>
                  <a:pt x="107700" y="53886"/>
                  <a:pt x="107756" y="53886"/>
                </a:cubicBezTo>
                <a:cubicBezTo>
                  <a:pt x="107815" y="53886"/>
                  <a:pt x="107869" y="53875"/>
                  <a:pt x="107909" y="53830"/>
                </a:cubicBezTo>
                <a:cubicBezTo>
                  <a:pt x="107987" y="53752"/>
                  <a:pt x="107973" y="53648"/>
                  <a:pt x="108025" y="53570"/>
                </a:cubicBezTo>
                <a:cubicBezTo>
                  <a:pt x="108051" y="53557"/>
                  <a:pt x="108065" y="53544"/>
                  <a:pt x="108077" y="53531"/>
                </a:cubicBezTo>
                <a:cubicBezTo>
                  <a:pt x="108091" y="53505"/>
                  <a:pt x="108103" y="53479"/>
                  <a:pt x="108103" y="53440"/>
                </a:cubicBezTo>
                <a:cubicBezTo>
                  <a:pt x="108117" y="53375"/>
                  <a:pt x="108129" y="53297"/>
                  <a:pt x="108143" y="53219"/>
                </a:cubicBezTo>
                <a:cubicBezTo>
                  <a:pt x="108155" y="53154"/>
                  <a:pt x="108181" y="53089"/>
                  <a:pt x="108207" y="53023"/>
                </a:cubicBezTo>
                <a:cubicBezTo>
                  <a:pt x="108207" y="52997"/>
                  <a:pt x="108181" y="52985"/>
                  <a:pt x="108169" y="52959"/>
                </a:cubicBezTo>
                <a:cubicBezTo>
                  <a:pt x="108129" y="52855"/>
                  <a:pt x="108169" y="52751"/>
                  <a:pt x="108155" y="52659"/>
                </a:cubicBezTo>
                <a:cubicBezTo>
                  <a:pt x="108117" y="52490"/>
                  <a:pt x="107856" y="52451"/>
                  <a:pt x="107791" y="52282"/>
                </a:cubicBezTo>
                <a:cubicBezTo>
                  <a:pt x="107765" y="52204"/>
                  <a:pt x="107765" y="52178"/>
                  <a:pt x="107674" y="52165"/>
                </a:cubicBezTo>
                <a:cubicBezTo>
                  <a:pt x="107654" y="52162"/>
                  <a:pt x="107634" y="52161"/>
                  <a:pt x="107615" y="52161"/>
                </a:cubicBezTo>
                <a:cubicBezTo>
                  <a:pt x="107577" y="52161"/>
                  <a:pt x="107539" y="52164"/>
                  <a:pt x="107501" y="52164"/>
                </a:cubicBezTo>
                <a:cubicBezTo>
                  <a:pt x="107468" y="52164"/>
                  <a:pt x="107434" y="52162"/>
                  <a:pt x="107401" y="52152"/>
                </a:cubicBezTo>
                <a:cubicBezTo>
                  <a:pt x="107362" y="52139"/>
                  <a:pt x="107322" y="52126"/>
                  <a:pt x="107284" y="52126"/>
                </a:cubicBezTo>
                <a:cubicBezTo>
                  <a:pt x="107274" y="52107"/>
                  <a:pt x="107265" y="52095"/>
                  <a:pt x="107250" y="52095"/>
                </a:cubicBezTo>
                <a:cubicBezTo>
                  <a:pt x="107245" y="52095"/>
                  <a:pt x="107239" y="52096"/>
                  <a:pt x="107232" y="52100"/>
                </a:cubicBezTo>
                <a:cubicBezTo>
                  <a:pt x="107206" y="52100"/>
                  <a:pt x="107180" y="52100"/>
                  <a:pt x="107154" y="52087"/>
                </a:cubicBezTo>
                <a:cubicBezTo>
                  <a:pt x="107114" y="51956"/>
                  <a:pt x="107154" y="51800"/>
                  <a:pt x="107140" y="51670"/>
                </a:cubicBezTo>
                <a:cubicBezTo>
                  <a:pt x="107140" y="51644"/>
                  <a:pt x="107140" y="51410"/>
                  <a:pt x="107088" y="51384"/>
                </a:cubicBezTo>
                <a:cubicBezTo>
                  <a:pt x="107080" y="51380"/>
                  <a:pt x="107070" y="51378"/>
                  <a:pt x="107059" y="51378"/>
                </a:cubicBezTo>
                <a:cubicBezTo>
                  <a:pt x="107038" y="51378"/>
                  <a:pt x="107015" y="51384"/>
                  <a:pt x="106998" y="51384"/>
                </a:cubicBezTo>
                <a:cubicBezTo>
                  <a:pt x="106937" y="51384"/>
                  <a:pt x="106882" y="51378"/>
                  <a:pt x="106825" y="51378"/>
                </a:cubicBezTo>
                <a:cubicBezTo>
                  <a:pt x="106796" y="51378"/>
                  <a:pt x="106768" y="51380"/>
                  <a:pt x="106737" y="51384"/>
                </a:cubicBezTo>
                <a:cubicBezTo>
                  <a:pt x="106697" y="51392"/>
                  <a:pt x="106651" y="51410"/>
                  <a:pt x="106604" y="51410"/>
                </a:cubicBezTo>
                <a:cubicBezTo>
                  <a:pt x="106575" y="51410"/>
                  <a:pt x="106545" y="51404"/>
                  <a:pt x="106516" y="51384"/>
                </a:cubicBezTo>
                <a:cubicBezTo>
                  <a:pt x="106399" y="51306"/>
                  <a:pt x="106503" y="51150"/>
                  <a:pt x="106438" y="51059"/>
                </a:cubicBezTo>
                <a:cubicBezTo>
                  <a:pt x="106400" y="51021"/>
                  <a:pt x="106313" y="50997"/>
                  <a:pt x="106244" y="50997"/>
                </a:cubicBezTo>
                <a:cubicBezTo>
                  <a:pt x="106218" y="50997"/>
                  <a:pt x="106195" y="51000"/>
                  <a:pt x="106177" y="51007"/>
                </a:cubicBezTo>
                <a:cubicBezTo>
                  <a:pt x="106132" y="51030"/>
                  <a:pt x="106117" y="51062"/>
                  <a:pt x="106071" y="51062"/>
                </a:cubicBezTo>
                <a:cubicBezTo>
                  <a:pt x="106064" y="51062"/>
                  <a:pt x="106056" y="51061"/>
                  <a:pt x="106047" y="51059"/>
                </a:cubicBezTo>
                <a:cubicBezTo>
                  <a:pt x="106021" y="51059"/>
                  <a:pt x="105995" y="51046"/>
                  <a:pt x="105983" y="51033"/>
                </a:cubicBezTo>
                <a:cubicBezTo>
                  <a:pt x="105943" y="51020"/>
                  <a:pt x="105917" y="51020"/>
                  <a:pt x="105879" y="51007"/>
                </a:cubicBezTo>
                <a:cubicBezTo>
                  <a:pt x="105839" y="50981"/>
                  <a:pt x="105813" y="50968"/>
                  <a:pt x="105775" y="50929"/>
                </a:cubicBezTo>
                <a:cubicBezTo>
                  <a:pt x="105749" y="50903"/>
                  <a:pt x="105709" y="50851"/>
                  <a:pt x="105683" y="50837"/>
                </a:cubicBezTo>
                <a:cubicBezTo>
                  <a:pt x="105657" y="50818"/>
                  <a:pt x="105628" y="50818"/>
                  <a:pt x="105599" y="50818"/>
                </a:cubicBezTo>
                <a:cubicBezTo>
                  <a:pt x="105570" y="50818"/>
                  <a:pt x="105540" y="50818"/>
                  <a:pt x="105514" y="50799"/>
                </a:cubicBezTo>
                <a:cubicBezTo>
                  <a:pt x="105475" y="50773"/>
                  <a:pt x="105436" y="50655"/>
                  <a:pt x="105436" y="50617"/>
                </a:cubicBezTo>
                <a:cubicBezTo>
                  <a:pt x="105423" y="50591"/>
                  <a:pt x="105449" y="50539"/>
                  <a:pt x="105436" y="50525"/>
                </a:cubicBezTo>
                <a:cubicBezTo>
                  <a:pt x="105423" y="50506"/>
                  <a:pt x="105410" y="50503"/>
                  <a:pt x="105397" y="50503"/>
                </a:cubicBezTo>
                <a:cubicBezTo>
                  <a:pt x="105391" y="50503"/>
                  <a:pt x="105385" y="50503"/>
                  <a:pt x="105378" y="50503"/>
                </a:cubicBezTo>
                <a:cubicBezTo>
                  <a:pt x="105372" y="50503"/>
                  <a:pt x="105365" y="50503"/>
                  <a:pt x="105358" y="50499"/>
                </a:cubicBezTo>
                <a:cubicBezTo>
                  <a:pt x="105267" y="50473"/>
                  <a:pt x="105267" y="50356"/>
                  <a:pt x="105241" y="50291"/>
                </a:cubicBezTo>
                <a:cubicBezTo>
                  <a:pt x="105224" y="50242"/>
                  <a:pt x="105203" y="50229"/>
                  <a:pt x="105177" y="50229"/>
                </a:cubicBezTo>
                <a:cubicBezTo>
                  <a:pt x="105161" y="50229"/>
                  <a:pt x="105144" y="50234"/>
                  <a:pt x="105124" y="50239"/>
                </a:cubicBezTo>
                <a:cubicBezTo>
                  <a:pt x="105136" y="50200"/>
                  <a:pt x="105136" y="50174"/>
                  <a:pt x="105162" y="50135"/>
                </a:cubicBezTo>
                <a:cubicBezTo>
                  <a:pt x="105189" y="50070"/>
                  <a:pt x="105202" y="49992"/>
                  <a:pt x="105241" y="49927"/>
                </a:cubicBezTo>
                <a:cubicBezTo>
                  <a:pt x="105306" y="49848"/>
                  <a:pt x="105410" y="49718"/>
                  <a:pt x="105397" y="49602"/>
                </a:cubicBezTo>
                <a:cubicBezTo>
                  <a:pt x="105383" y="49599"/>
                  <a:pt x="105368" y="49598"/>
                  <a:pt x="105353" y="49598"/>
                </a:cubicBezTo>
                <a:cubicBezTo>
                  <a:pt x="105312" y="49598"/>
                  <a:pt x="105269" y="49605"/>
                  <a:pt x="105224" y="49605"/>
                </a:cubicBezTo>
                <a:cubicBezTo>
                  <a:pt x="105208" y="49605"/>
                  <a:pt x="105192" y="49604"/>
                  <a:pt x="105176" y="49602"/>
                </a:cubicBezTo>
                <a:cubicBezTo>
                  <a:pt x="105110" y="49588"/>
                  <a:pt x="105098" y="49498"/>
                  <a:pt x="105032" y="49472"/>
                </a:cubicBezTo>
                <a:cubicBezTo>
                  <a:pt x="105016" y="49461"/>
                  <a:pt x="105009" y="49456"/>
                  <a:pt x="105003" y="49456"/>
                </a:cubicBezTo>
                <a:cubicBezTo>
                  <a:pt x="104995" y="49456"/>
                  <a:pt x="104990" y="49464"/>
                  <a:pt x="104968" y="49472"/>
                </a:cubicBezTo>
                <a:cubicBezTo>
                  <a:pt x="104902" y="49472"/>
                  <a:pt x="104902" y="49472"/>
                  <a:pt x="104838" y="49446"/>
                </a:cubicBezTo>
                <a:cubicBezTo>
                  <a:pt x="104798" y="49432"/>
                  <a:pt x="104772" y="49432"/>
                  <a:pt x="104746" y="49420"/>
                </a:cubicBezTo>
                <a:cubicBezTo>
                  <a:pt x="104694" y="49394"/>
                  <a:pt x="104708" y="49368"/>
                  <a:pt x="104682" y="49328"/>
                </a:cubicBezTo>
                <a:cubicBezTo>
                  <a:pt x="104654" y="49338"/>
                  <a:pt x="104645" y="49347"/>
                  <a:pt x="104624" y="49347"/>
                </a:cubicBezTo>
                <a:cubicBezTo>
                  <a:pt x="104616" y="49347"/>
                  <a:pt x="104605" y="49345"/>
                  <a:pt x="104590" y="49342"/>
                </a:cubicBezTo>
                <a:cubicBezTo>
                  <a:pt x="104564" y="49342"/>
                  <a:pt x="104486" y="49316"/>
                  <a:pt x="104473" y="49289"/>
                </a:cubicBezTo>
                <a:cubicBezTo>
                  <a:pt x="104421" y="49227"/>
                  <a:pt x="104443" y="49140"/>
                  <a:pt x="104376" y="49140"/>
                </a:cubicBezTo>
                <a:cubicBezTo>
                  <a:pt x="104359" y="49140"/>
                  <a:pt x="104336" y="49146"/>
                  <a:pt x="104304" y="49159"/>
                </a:cubicBezTo>
                <a:cubicBezTo>
                  <a:pt x="104291" y="49159"/>
                  <a:pt x="104265" y="49159"/>
                  <a:pt x="104252" y="49172"/>
                </a:cubicBezTo>
                <a:cubicBezTo>
                  <a:pt x="104239" y="49185"/>
                  <a:pt x="104226" y="49211"/>
                  <a:pt x="104213" y="49224"/>
                </a:cubicBezTo>
                <a:cubicBezTo>
                  <a:pt x="104196" y="49241"/>
                  <a:pt x="104189" y="49246"/>
                  <a:pt x="104183" y="49246"/>
                </a:cubicBezTo>
                <a:cubicBezTo>
                  <a:pt x="104175" y="49246"/>
                  <a:pt x="104170" y="49237"/>
                  <a:pt x="104148" y="49237"/>
                </a:cubicBezTo>
                <a:cubicBezTo>
                  <a:pt x="104109" y="49237"/>
                  <a:pt x="104057" y="49237"/>
                  <a:pt x="104031" y="49224"/>
                </a:cubicBezTo>
                <a:cubicBezTo>
                  <a:pt x="103979" y="49198"/>
                  <a:pt x="103953" y="49146"/>
                  <a:pt x="103901" y="49120"/>
                </a:cubicBezTo>
                <a:lnTo>
                  <a:pt x="103901" y="49120"/>
                </a:lnTo>
                <a:cubicBezTo>
                  <a:pt x="103823" y="49159"/>
                  <a:pt x="103913" y="49342"/>
                  <a:pt x="103809" y="49354"/>
                </a:cubicBezTo>
                <a:cubicBezTo>
                  <a:pt x="103797" y="49354"/>
                  <a:pt x="103719" y="49328"/>
                  <a:pt x="103705" y="49316"/>
                </a:cubicBezTo>
                <a:cubicBezTo>
                  <a:pt x="103653" y="49302"/>
                  <a:pt x="103575" y="49302"/>
                  <a:pt x="103563" y="49224"/>
                </a:cubicBezTo>
                <a:cubicBezTo>
                  <a:pt x="103559" y="49225"/>
                  <a:pt x="103556" y="49226"/>
                  <a:pt x="103552" y="49226"/>
                </a:cubicBezTo>
                <a:cubicBezTo>
                  <a:pt x="103473" y="49226"/>
                  <a:pt x="103353" y="48961"/>
                  <a:pt x="103315" y="48912"/>
                </a:cubicBezTo>
                <a:cubicBezTo>
                  <a:pt x="103286" y="48901"/>
                  <a:pt x="103267" y="48897"/>
                  <a:pt x="103252" y="48897"/>
                </a:cubicBezTo>
                <a:cubicBezTo>
                  <a:pt x="103221" y="48897"/>
                  <a:pt x="103211" y="48914"/>
                  <a:pt x="103165" y="48914"/>
                </a:cubicBezTo>
                <a:cubicBezTo>
                  <a:pt x="103156" y="48914"/>
                  <a:pt x="103145" y="48913"/>
                  <a:pt x="103133" y="48912"/>
                </a:cubicBezTo>
                <a:lnTo>
                  <a:pt x="102950" y="48912"/>
                </a:lnTo>
                <a:cubicBezTo>
                  <a:pt x="102924" y="48912"/>
                  <a:pt x="102912" y="48886"/>
                  <a:pt x="102886" y="48886"/>
                </a:cubicBezTo>
                <a:cubicBezTo>
                  <a:pt x="102834" y="48886"/>
                  <a:pt x="102834" y="48938"/>
                  <a:pt x="102782" y="48938"/>
                </a:cubicBezTo>
                <a:cubicBezTo>
                  <a:pt x="102782" y="48899"/>
                  <a:pt x="102782" y="48769"/>
                  <a:pt x="102730" y="48755"/>
                </a:cubicBezTo>
                <a:cubicBezTo>
                  <a:pt x="102716" y="48808"/>
                  <a:pt x="102716" y="48847"/>
                  <a:pt x="102664" y="48847"/>
                </a:cubicBezTo>
                <a:cubicBezTo>
                  <a:pt x="102656" y="48784"/>
                  <a:pt x="102622" y="48740"/>
                  <a:pt x="102576" y="48740"/>
                </a:cubicBezTo>
                <a:cubicBezTo>
                  <a:pt x="102555" y="48740"/>
                  <a:pt x="102532" y="48749"/>
                  <a:pt x="102508" y="48769"/>
                </a:cubicBezTo>
                <a:cubicBezTo>
                  <a:pt x="102482" y="48795"/>
                  <a:pt x="102470" y="48834"/>
                  <a:pt x="102444" y="48860"/>
                </a:cubicBezTo>
                <a:cubicBezTo>
                  <a:pt x="102417" y="48879"/>
                  <a:pt x="102398" y="48883"/>
                  <a:pt x="102378" y="48883"/>
                </a:cubicBezTo>
                <a:cubicBezTo>
                  <a:pt x="102368" y="48883"/>
                  <a:pt x="102358" y="48882"/>
                  <a:pt x="102347" y="48882"/>
                </a:cubicBezTo>
                <a:cubicBezTo>
                  <a:pt x="102337" y="48882"/>
                  <a:pt x="102326" y="48883"/>
                  <a:pt x="102313" y="48886"/>
                </a:cubicBezTo>
                <a:cubicBezTo>
                  <a:pt x="102261" y="48899"/>
                  <a:pt x="102235" y="48938"/>
                  <a:pt x="102183" y="48951"/>
                </a:cubicBezTo>
                <a:lnTo>
                  <a:pt x="102092" y="48951"/>
                </a:lnTo>
                <a:cubicBezTo>
                  <a:pt x="102080" y="48949"/>
                  <a:pt x="102069" y="48949"/>
                  <a:pt x="102060" y="48949"/>
                </a:cubicBezTo>
                <a:cubicBezTo>
                  <a:pt x="101997" y="48949"/>
                  <a:pt x="101979" y="48986"/>
                  <a:pt x="101923" y="49042"/>
                </a:cubicBezTo>
                <a:cubicBezTo>
                  <a:pt x="101871" y="49094"/>
                  <a:pt x="101819" y="49198"/>
                  <a:pt x="101753" y="49224"/>
                </a:cubicBezTo>
                <a:cubicBezTo>
                  <a:pt x="101731" y="49235"/>
                  <a:pt x="101695" y="49239"/>
                  <a:pt x="101656" y="49239"/>
                </a:cubicBezTo>
                <a:cubicBezTo>
                  <a:pt x="101605" y="49239"/>
                  <a:pt x="101549" y="49232"/>
                  <a:pt x="101519" y="49224"/>
                </a:cubicBezTo>
                <a:cubicBezTo>
                  <a:pt x="101493" y="49224"/>
                  <a:pt x="101481" y="49198"/>
                  <a:pt x="101441" y="49198"/>
                </a:cubicBezTo>
                <a:cubicBezTo>
                  <a:pt x="101428" y="49194"/>
                  <a:pt x="101415" y="49192"/>
                  <a:pt x="101402" y="49192"/>
                </a:cubicBezTo>
                <a:cubicBezTo>
                  <a:pt x="101376" y="49192"/>
                  <a:pt x="101350" y="49198"/>
                  <a:pt x="101324" y="49198"/>
                </a:cubicBezTo>
                <a:cubicBezTo>
                  <a:pt x="101293" y="49206"/>
                  <a:pt x="101285" y="49219"/>
                  <a:pt x="101269" y="49219"/>
                </a:cubicBezTo>
                <a:cubicBezTo>
                  <a:pt x="101259" y="49219"/>
                  <a:pt x="101246" y="49213"/>
                  <a:pt x="101220" y="49198"/>
                </a:cubicBezTo>
                <a:cubicBezTo>
                  <a:pt x="101184" y="49174"/>
                  <a:pt x="101159" y="49106"/>
                  <a:pt x="101115" y="49106"/>
                </a:cubicBezTo>
                <a:cubicBezTo>
                  <a:pt x="101111" y="49106"/>
                  <a:pt x="101107" y="49106"/>
                  <a:pt x="101103" y="49107"/>
                </a:cubicBezTo>
                <a:cubicBezTo>
                  <a:pt x="101092" y="49164"/>
                  <a:pt x="101080" y="49182"/>
                  <a:pt x="101063" y="49182"/>
                </a:cubicBezTo>
                <a:cubicBezTo>
                  <a:pt x="101038" y="49182"/>
                  <a:pt x="101002" y="49141"/>
                  <a:pt x="100947" y="49133"/>
                </a:cubicBezTo>
                <a:cubicBezTo>
                  <a:pt x="100856" y="49120"/>
                  <a:pt x="100869" y="49107"/>
                  <a:pt x="100817" y="49029"/>
                </a:cubicBezTo>
                <a:cubicBezTo>
                  <a:pt x="100804" y="49003"/>
                  <a:pt x="100752" y="48925"/>
                  <a:pt x="100700" y="48912"/>
                </a:cubicBezTo>
                <a:cubicBezTo>
                  <a:pt x="100648" y="48912"/>
                  <a:pt x="100648" y="48977"/>
                  <a:pt x="100596" y="48977"/>
                </a:cubicBezTo>
                <a:cubicBezTo>
                  <a:pt x="100582" y="48977"/>
                  <a:pt x="100556" y="48925"/>
                  <a:pt x="100556" y="48912"/>
                </a:cubicBezTo>
                <a:cubicBezTo>
                  <a:pt x="100530" y="48886"/>
                  <a:pt x="100492" y="48860"/>
                  <a:pt x="100452" y="48860"/>
                </a:cubicBezTo>
                <a:cubicBezTo>
                  <a:pt x="100444" y="48857"/>
                  <a:pt x="100435" y="48856"/>
                  <a:pt x="100425" y="48856"/>
                </a:cubicBezTo>
                <a:cubicBezTo>
                  <a:pt x="100407" y="48856"/>
                  <a:pt x="100388" y="48859"/>
                  <a:pt x="100369" y="48859"/>
                </a:cubicBezTo>
                <a:cubicBezTo>
                  <a:pt x="100353" y="48859"/>
                  <a:pt x="100337" y="48857"/>
                  <a:pt x="100322" y="48847"/>
                </a:cubicBezTo>
                <a:cubicBezTo>
                  <a:pt x="100270" y="48821"/>
                  <a:pt x="100244" y="48782"/>
                  <a:pt x="100192" y="48769"/>
                </a:cubicBezTo>
                <a:cubicBezTo>
                  <a:pt x="100166" y="48847"/>
                  <a:pt x="100192" y="48977"/>
                  <a:pt x="100192" y="49055"/>
                </a:cubicBezTo>
                <a:cubicBezTo>
                  <a:pt x="100192" y="49120"/>
                  <a:pt x="100205" y="49185"/>
                  <a:pt x="100218" y="49250"/>
                </a:cubicBezTo>
                <a:cubicBezTo>
                  <a:pt x="100231" y="49276"/>
                  <a:pt x="100270" y="49342"/>
                  <a:pt x="100244" y="49380"/>
                </a:cubicBezTo>
                <a:cubicBezTo>
                  <a:pt x="100179" y="49380"/>
                  <a:pt x="100179" y="49406"/>
                  <a:pt x="100153" y="49458"/>
                </a:cubicBezTo>
                <a:cubicBezTo>
                  <a:pt x="100153" y="49484"/>
                  <a:pt x="100153" y="49550"/>
                  <a:pt x="100127" y="49562"/>
                </a:cubicBezTo>
                <a:cubicBezTo>
                  <a:pt x="100117" y="49569"/>
                  <a:pt x="100109" y="49571"/>
                  <a:pt x="100102" y="49571"/>
                </a:cubicBezTo>
                <a:cubicBezTo>
                  <a:pt x="100081" y="49571"/>
                  <a:pt x="100069" y="49550"/>
                  <a:pt x="100049" y="49550"/>
                </a:cubicBezTo>
                <a:cubicBezTo>
                  <a:pt x="100045" y="49549"/>
                  <a:pt x="100041" y="49549"/>
                  <a:pt x="100037" y="49549"/>
                </a:cubicBezTo>
                <a:cubicBezTo>
                  <a:pt x="99924" y="49549"/>
                  <a:pt x="99996" y="49735"/>
                  <a:pt x="99971" y="49822"/>
                </a:cubicBezTo>
                <a:cubicBezTo>
                  <a:pt x="99961" y="49824"/>
                  <a:pt x="99951" y="49825"/>
                  <a:pt x="99942" y="49825"/>
                </a:cubicBezTo>
                <a:cubicBezTo>
                  <a:pt x="99870" y="49825"/>
                  <a:pt x="99831" y="49784"/>
                  <a:pt x="99750" y="49784"/>
                </a:cubicBezTo>
                <a:cubicBezTo>
                  <a:pt x="99731" y="49784"/>
                  <a:pt x="99715" y="49787"/>
                  <a:pt x="99699" y="49787"/>
                </a:cubicBezTo>
                <a:cubicBezTo>
                  <a:pt x="99682" y="49787"/>
                  <a:pt x="99666" y="49784"/>
                  <a:pt x="99645" y="49770"/>
                </a:cubicBezTo>
                <a:cubicBezTo>
                  <a:pt x="99593" y="49744"/>
                  <a:pt x="99593" y="49680"/>
                  <a:pt x="99541" y="49654"/>
                </a:cubicBezTo>
                <a:cubicBezTo>
                  <a:pt x="99532" y="49651"/>
                  <a:pt x="99521" y="49650"/>
                  <a:pt x="99511" y="49650"/>
                </a:cubicBezTo>
                <a:cubicBezTo>
                  <a:pt x="99466" y="49650"/>
                  <a:pt x="99417" y="49671"/>
                  <a:pt x="99385" y="49692"/>
                </a:cubicBezTo>
                <a:cubicBezTo>
                  <a:pt x="99349" y="49713"/>
                  <a:pt x="99333" y="49722"/>
                  <a:pt x="99323" y="49722"/>
                </a:cubicBezTo>
                <a:cubicBezTo>
                  <a:pt x="99307" y="49722"/>
                  <a:pt x="99302" y="49703"/>
                  <a:pt x="99255" y="49680"/>
                </a:cubicBezTo>
                <a:cubicBezTo>
                  <a:pt x="99236" y="49671"/>
                  <a:pt x="99216" y="49668"/>
                  <a:pt x="99197" y="49668"/>
                </a:cubicBezTo>
                <a:cubicBezTo>
                  <a:pt x="99127" y="49668"/>
                  <a:pt x="99062" y="49717"/>
                  <a:pt x="99021" y="49758"/>
                </a:cubicBezTo>
                <a:cubicBezTo>
                  <a:pt x="98991" y="49788"/>
                  <a:pt x="98984" y="49818"/>
                  <a:pt x="98952" y="49818"/>
                </a:cubicBezTo>
                <a:cubicBezTo>
                  <a:pt x="98943" y="49818"/>
                  <a:pt x="98931" y="49816"/>
                  <a:pt x="98917" y="49810"/>
                </a:cubicBezTo>
                <a:cubicBezTo>
                  <a:pt x="98891" y="49810"/>
                  <a:pt x="98852" y="49770"/>
                  <a:pt x="98826" y="49758"/>
                </a:cubicBezTo>
                <a:cubicBezTo>
                  <a:pt x="98757" y="49728"/>
                  <a:pt x="98696" y="49670"/>
                  <a:pt x="98632" y="49670"/>
                </a:cubicBezTo>
                <a:cubicBezTo>
                  <a:pt x="98610" y="49670"/>
                  <a:pt x="98589" y="49676"/>
                  <a:pt x="98566" y="49692"/>
                </a:cubicBezTo>
                <a:cubicBezTo>
                  <a:pt x="98514" y="49718"/>
                  <a:pt x="98514" y="49836"/>
                  <a:pt x="98448" y="49848"/>
                </a:cubicBezTo>
                <a:cubicBezTo>
                  <a:pt x="98442" y="49850"/>
                  <a:pt x="98437" y="49850"/>
                  <a:pt x="98431" y="49850"/>
                </a:cubicBezTo>
                <a:cubicBezTo>
                  <a:pt x="98396" y="49850"/>
                  <a:pt x="98383" y="49823"/>
                  <a:pt x="98356" y="49823"/>
                </a:cubicBezTo>
                <a:cubicBezTo>
                  <a:pt x="98346" y="49823"/>
                  <a:pt x="98334" y="49827"/>
                  <a:pt x="98318" y="49836"/>
                </a:cubicBezTo>
                <a:cubicBezTo>
                  <a:pt x="98266" y="49862"/>
                  <a:pt x="98280" y="49901"/>
                  <a:pt x="98214" y="49914"/>
                </a:cubicBezTo>
                <a:cubicBezTo>
                  <a:pt x="98110" y="49940"/>
                  <a:pt x="98045" y="49940"/>
                  <a:pt x="97980" y="50044"/>
                </a:cubicBezTo>
                <a:cubicBezTo>
                  <a:pt x="97967" y="50070"/>
                  <a:pt x="97954" y="50109"/>
                  <a:pt x="97928" y="50148"/>
                </a:cubicBezTo>
                <a:cubicBezTo>
                  <a:pt x="97902" y="50187"/>
                  <a:pt x="97850" y="50200"/>
                  <a:pt x="97824" y="50226"/>
                </a:cubicBezTo>
                <a:cubicBezTo>
                  <a:pt x="97772" y="50317"/>
                  <a:pt x="97863" y="50473"/>
                  <a:pt x="97889" y="50551"/>
                </a:cubicBezTo>
                <a:cubicBezTo>
                  <a:pt x="97902" y="50617"/>
                  <a:pt x="97889" y="50707"/>
                  <a:pt x="97928" y="50773"/>
                </a:cubicBezTo>
                <a:cubicBezTo>
                  <a:pt x="97954" y="50825"/>
                  <a:pt x="97967" y="50837"/>
                  <a:pt x="97980" y="50903"/>
                </a:cubicBezTo>
                <a:cubicBezTo>
                  <a:pt x="98032" y="51059"/>
                  <a:pt x="98072" y="51254"/>
                  <a:pt x="98072" y="51410"/>
                </a:cubicBezTo>
                <a:cubicBezTo>
                  <a:pt x="98072" y="51462"/>
                  <a:pt x="98084" y="51580"/>
                  <a:pt x="98072" y="51618"/>
                </a:cubicBezTo>
                <a:cubicBezTo>
                  <a:pt x="98051" y="51667"/>
                  <a:pt x="98026" y="51682"/>
                  <a:pt x="97998" y="51682"/>
                </a:cubicBezTo>
                <a:cubicBezTo>
                  <a:pt x="97973" y="51682"/>
                  <a:pt x="97946" y="51670"/>
                  <a:pt x="97915" y="51658"/>
                </a:cubicBezTo>
                <a:cubicBezTo>
                  <a:pt x="97905" y="51639"/>
                  <a:pt x="97889" y="51626"/>
                  <a:pt x="97871" y="51626"/>
                </a:cubicBezTo>
                <a:cubicBezTo>
                  <a:pt x="97864" y="51626"/>
                  <a:pt x="97857" y="51628"/>
                  <a:pt x="97850" y="51632"/>
                </a:cubicBezTo>
                <a:lnTo>
                  <a:pt x="97759" y="51632"/>
                </a:lnTo>
                <a:cubicBezTo>
                  <a:pt x="97720" y="51618"/>
                  <a:pt x="97733" y="51580"/>
                  <a:pt x="97694" y="51566"/>
                </a:cubicBezTo>
                <a:cubicBezTo>
                  <a:pt x="97685" y="51562"/>
                  <a:pt x="97677" y="51560"/>
                  <a:pt x="97669" y="51560"/>
                </a:cubicBezTo>
                <a:cubicBezTo>
                  <a:pt x="97637" y="51560"/>
                  <a:pt x="97615" y="51594"/>
                  <a:pt x="97588" y="51594"/>
                </a:cubicBezTo>
                <a:cubicBezTo>
                  <a:pt x="97584" y="51594"/>
                  <a:pt x="97581" y="51593"/>
                  <a:pt x="97577" y="51592"/>
                </a:cubicBezTo>
                <a:cubicBezTo>
                  <a:pt x="97525" y="51580"/>
                  <a:pt x="97551" y="51528"/>
                  <a:pt x="97473" y="51528"/>
                </a:cubicBezTo>
                <a:cubicBezTo>
                  <a:pt x="97433" y="51540"/>
                  <a:pt x="97421" y="51580"/>
                  <a:pt x="97395" y="51606"/>
                </a:cubicBezTo>
                <a:cubicBezTo>
                  <a:pt x="97381" y="51528"/>
                  <a:pt x="97421" y="51397"/>
                  <a:pt x="97381" y="51345"/>
                </a:cubicBezTo>
                <a:cubicBezTo>
                  <a:pt x="97369" y="51306"/>
                  <a:pt x="97329" y="51306"/>
                  <a:pt x="97291" y="51280"/>
                </a:cubicBezTo>
                <a:cubicBezTo>
                  <a:pt x="97265" y="51254"/>
                  <a:pt x="97291" y="51150"/>
                  <a:pt x="97239" y="51137"/>
                </a:cubicBezTo>
                <a:cubicBezTo>
                  <a:pt x="97233" y="51135"/>
                  <a:pt x="97228" y="51134"/>
                  <a:pt x="97222" y="51134"/>
                </a:cubicBezTo>
                <a:cubicBezTo>
                  <a:pt x="97148" y="51134"/>
                  <a:pt x="97065" y="51283"/>
                  <a:pt x="97017" y="51332"/>
                </a:cubicBezTo>
                <a:cubicBezTo>
                  <a:pt x="96939" y="51293"/>
                  <a:pt x="96939" y="51085"/>
                  <a:pt x="96952" y="51020"/>
                </a:cubicBezTo>
                <a:cubicBezTo>
                  <a:pt x="96965" y="50968"/>
                  <a:pt x="97017" y="50903"/>
                  <a:pt x="97005" y="50863"/>
                </a:cubicBezTo>
                <a:cubicBezTo>
                  <a:pt x="96991" y="50863"/>
                  <a:pt x="96979" y="50877"/>
                  <a:pt x="96952" y="50877"/>
                </a:cubicBezTo>
                <a:cubicBezTo>
                  <a:pt x="96913" y="50759"/>
                  <a:pt x="96991" y="50695"/>
                  <a:pt x="97069" y="50643"/>
                </a:cubicBezTo>
                <a:cubicBezTo>
                  <a:pt x="97161" y="50591"/>
                  <a:pt x="97225" y="50577"/>
                  <a:pt x="97329" y="50565"/>
                </a:cubicBezTo>
                <a:cubicBezTo>
                  <a:pt x="97381" y="50565"/>
                  <a:pt x="97433" y="50551"/>
                  <a:pt x="97473" y="50499"/>
                </a:cubicBezTo>
                <a:cubicBezTo>
                  <a:pt x="97511" y="50447"/>
                  <a:pt x="97499" y="50369"/>
                  <a:pt x="97499" y="50317"/>
                </a:cubicBezTo>
                <a:cubicBezTo>
                  <a:pt x="97485" y="50291"/>
                  <a:pt x="97485" y="50226"/>
                  <a:pt x="97473" y="50200"/>
                </a:cubicBezTo>
                <a:cubicBezTo>
                  <a:pt x="97459" y="50174"/>
                  <a:pt x="97421" y="50174"/>
                  <a:pt x="97407" y="50148"/>
                </a:cubicBezTo>
                <a:cubicBezTo>
                  <a:pt x="97369" y="50096"/>
                  <a:pt x="97381" y="50044"/>
                  <a:pt x="97355" y="50005"/>
                </a:cubicBezTo>
                <a:cubicBezTo>
                  <a:pt x="97324" y="49962"/>
                  <a:pt x="97296" y="49947"/>
                  <a:pt x="97270" y="49947"/>
                </a:cubicBezTo>
                <a:cubicBezTo>
                  <a:pt x="97201" y="49947"/>
                  <a:pt x="97149" y="50060"/>
                  <a:pt x="97083" y="50070"/>
                </a:cubicBezTo>
                <a:cubicBezTo>
                  <a:pt x="97069" y="49992"/>
                  <a:pt x="97043" y="49966"/>
                  <a:pt x="96979" y="49940"/>
                </a:cubicBezTo>
                <a:cubicBezTo>
                  <a:pt x="96970" y="49938"/>
                  <a:pt x="96963" y="49937"/>
                  <a:pt x="96957" y="49937"/>
                </a:cubicBezTo>
                <a:cubicBezTo>
                  <a:pt x="96943" y="49937"/>
                  <a:pt x="96936" y="49942"/>
                  <a:pt x="96926" y="49942"/>
                </a:cubicBezTo>
                <a:cubicBezTo>
                  <a:pt x="96916" y="49942"/>
                  <a:pt x="96902" y="49936"/>
                  <a:pt x="96874" y="49914"/>
                </a:cubicBezTo>
                <a:cubicBezTo>
                  <a:pt x="96835" y="49875"/>
                  <a:pt x="96822" y="49796"/>
                  <a:pt x="96757" y="49770"/>
                </a:cubicBezTo>
                <a:cubicBezTo>
                  <a:pt x="96741" y="49761"/>
                  <a:pt x="96726" y="49757"/>
                  <a:pt x="96711" y="49757"/>
                </a:cubicBezTo>
                <a:cubicBezTo>
                  <a:pt x="96646" y="49757"/>
                  <a:pt x="96598" y="49838"/>
                  <a:pt x="96523" y="49848"/>
                </a:cubicBezTo>
                <a:cubicBezTo>
                  <a:pt x="96514" y="49853"/>
                  <a:pt x="96505" y="49855"/>
                  <a:pt x="96497" y="49855"/>
                </a:cubicBezTo>
                <a:cubicBezTo>
                  <a:pt x="96479" y="49855"/>
                  <a:pt x="96462" y="49848"/>
                  <a:pt x="96444" y="49848"/>
                </a:cubicBezTo>
                <a:cubicBezTo>
                  <a:pt x="96418" y="49848"/>
                  <a:pt x="96392" y="49888"/>
                  <a:pt x="96354" y="49888"/>
                </a:cubicBezTo>
                <a:cubicBezTo>
                  <a:pt x="96302" y="49888"/>
                  <a:pt x="96276" y="49836"/>
                  <a:pt x="96236" y="49822"/>
                </a:cubicBezTo>
                <a:cubicBezTo>
                  <a:pt x="96223" y="49818"/>
                  <a:pt x="96211" y="49817"/>
                  <a:pt x="96198" y="49817"/>
                </a:cubicBezTo>
                <a:cubicBezTo>
                  <a:pt x="96172" y="49817"/>
                  <a:pt x="96145" y="49822"/>
                  <a:pt x="96120" y="49822"/>
                </a:cubicBezTo>
                <a:cubicBezTo>
                  <a:pt x="96094" y="49822"/>
                  <a:pt x="96068" y="49796"/>
                  <a:pt x="96042" y="49796"/>
                </a:cubicBezTo>
                <a:cubicBezTo>
                  <a:pt x="96029" y="49793"/>
                  <a:pt x="96016" y="49793"/>
                  <a:pt x="96002" y="49793"/>
                </a:cubicBezTo>
                <a:cubicBezTo>
                  <a:pt x="95987" y="49793"/>
                  <a:pt x="95972" y="49794"/>
                  <a:pt x="95957" y="49794"/>
                </a:cubicBezTo>
                <a:cubicBezTo>
                  <a:pt x="95927" y="49794"/>
                  <a:pt x="95898" y="49790"/>
                  <a:pt x="95872" y="49770"/>
                </a:cubicBezTo>
                <a:cubicBezTo>
                  <a:pt x="95794" y="49706"/>
                  <a:pt x="95846" y="49576"/>
                  <a:pt x="95768" y="49510"/>
                </a:cubicBezTo>
                <a:cubicBezTo>
                  <a:pt x="95703" y="49536"/>
                  <a:pt x="95690" y="49810"/>
                  <a:pt x="95664" y="49875"/>
                </a:cubicBezTo>
                <a:cubicBezTo>
                  <a:pt x="95673" y="49791"/>
                  <a:pt x="95650" y="49721"/>
                  <a:pt x="95592" y="49721"/>
                </a:cubicBezTo>
                <a:cubicBezTo>
                  <a:pt x="95569" y="49721"/>
                  <a:pt x="95541" y="49732"/>
                  <a:pt x="95508" y="49758"/>
                </a:cubicBezTo>
                <a:cubicBezTo>
                  <a:pt x="95495" y="49796"/>
                  <a:pt x="95482" y="49822"/>
                  <a:pt x="95456" y="49848"/>
                </a:cubicBezTo>
                <a:cubicBezTo>
                  <a:pt x="95430" y="49848"/>
                  <a:pt x="95404" y="49848"/>
                  <a:pt x="95391" y="49862"/>
                </a:cubicBezTo>
                <a:cubicBezTo>
                  <a:pt x="95351" y="49875"/>
                  <a:pt x="95339" y="49927"/>
                  <a:pt x="95299" y="49940"/>
                </a:cubicBezTo>
                <a:cubicBezTo>
                  <a:pt x="95291" y="49943"/>
                  <a:pt x="95282" y="49944"/>
                  <a:pt x="95273" y="49944"/>
                </a:cubicBezTo>
                <a:cubicBezTo>
                  <a:pt x="95255" y="49944"/>
                  <a:pt x="95237" y="49940"/>
                  <a:pt x="95220" y="49940"/>
                </a:cubicBezTo>
                <a:cubicBezTo>
                  <a:pt x="95206" y="49940"/>
                  <a:pt x="95192" y="49943"/>
                  <a:pt x="95183" y="49953"/>
                </a:cubicBezTo>
                <a:cubicBezTo>
                  <a:pt x="95143" y="49966"/>
                  <a:pt x="95143" y="50031"/>
                  <a:pt x="95131" y="50070"/>
                </a:cubicBezTo>
                <a:cubicBezTo>
                  <a:pt x="95117" y="50122"/>
                  <a:pt x="95065" y="50226"/>
                  <a:pt x="95001" y="50252"/>
                </a:cubicBezTo>
                <a:cubicBezTo>
                  <a:pt x="94988" y="50257"/>
                  <a:pt x="94974" y="50258"/>
                  <a:pt x="94962" y="50258"/>
                </a:cubicBezTo>
                <a:cubicBezTo>
                  <a:pt x="94937" y="50258"/>
                  <a:pt x="94914" y="50252"/>
                  <a:pt x="94897" y="50252"/>
                </a:cubicBezTo>
                <a:cubicBezTo>
                  <a:pt x="94831" y="50252"/>
                  <a:pt x="94819" y="50278"/>
                  <a:pt x="94779" y="50304"/>
                </a:cubicBezTo>
                <a:cubicBezTo>
                  <a:pt x="94727" y="50330"/>
                  <a:pt x="94675" y="50330"/>
                  <a:pt x="94636" y="50383"/>
                </a:cubicBezTo>
                <a:cubicBezTo>
                  <a:pt x="94623" y="50395"/>
                  <a:pt x="94610" y="50421"/>
                  <a:pt x="94597" y="50435"/>
                </a:cubicBezTo>
                <a:cubicBezTo>
                  <a:pt x="94584" y="50447"/>
                  <a:pt x="94571" y="50447"/>
                  <a:pt x="94558" y="50447"/>
                </a:cubicBezTo>
                <a:cubicBezTo>
                  <a:pt x="94554" y="50443"/>
                  <a:pt x="94549" y="50441"/>
                  <a:pt x="94545" y="50441"/>
                </a:cubicBezTo>
                <a:cubicBezTo>
                  <a:pt x="94536" y="50441"/>
                  <a:pt x="94528" y="50447"/>
                  <a:pt x="94519" y="50447"/>
                </a:cubicBezTo>
                <a:cubicBezTo>
                  <a:pt x="94519" y="50473"/>
                  <a:pt x="94506" y="50487"/>
                  <a:pt x="94480" y="50499"/>
                </a:cubicBezTo>
                <a:cubicBezTo>
                  <a:pt x="94467" y="50513"/>
                  <a:pt x="94402" y="50513"/>
                  <a:pt x="94376" y="50513"/>
                </a:cubicBezTo>
                <a:cubicBezTo>
                  <a:pt x="94258" y="50487"/>
                  <a:pt x="94206" y="50395"/>
                  <a:pt x="94102" y="50356"/>
                </a:cubicBezTo>
                <a:cubicBezTo>
                  <a:pt x="94012" y="50447"/>
                  <a:pt x="94090" y="50643"/>
                  <a:pt x="93908" y="50669"/>
                </a:cubicBezTo>
                <a:cubicBezTo>
                  <a:pt x="93855" y="50669"/>
                  <a:pt x="93803" y="50660"/>
                  <a:pt x="93753" y="50660"/>
                </a:cubicBezTo>
                <a:cubicBezTo>
                  <a:pt x="93716" y="50660"/>
                  <a:pt x="93681" y="50665"/>
                  <a:pt x="93647" y="50681"/>
                </a:cubicBezTo>
                <a:cubicBezTo>
                  <a:pt x="93530" y="50747"/>
                  <a:pt x="93582" y="50941"/>
                  <a:pt x="93608" y="51046"/>
                </a:cubicBezTo>
                <a:cubicBezTo>
                  <a:pt x="93634" y="51137"/>
                  <a:pt x="93673" y="51228"/>
                  <a:pt x="93673" y="51319"/>
                </a:cubicBezTo>
                <a:cubicBezTo>
                  <a:pt x="93673" y="51397"/>
                  <a:pt x="93660" y="51488"/>
                  <a:pt x="93673" y="51566"/>
                </a:cubicBezTo>
                <a:cubicBezTo>
                  <a:pt x="93691" y="51571"/>
                  <a:pt x="93708" y="51572"/>
                  <a:pt x="93726" y="51572"/>
                </a:cubicBezTo>
                <a:cubicBezTo>
                  <a:pt x="93760" y="51572"/>
                  <a:pt x="93795" y="51566"/>
                  <a:pt x="93830" y="51566"/>
                </a:cubicBezTo>
                <a:cubicBezTo>
                  <a:pt x="93920" y="51566"/>
                  <a:pt x="93972" y="51606"/>
                  <a:pt x="94064" y="51658"/>
                </a:cubicBezTo>
                <a:cubicBezTo>
                  <a:pt x="94194" y="51722"/>
                  <a:pt x="94532" y="51710"/>
                  <a:pt x="94415" y="51956"/>
                </a:cubicBezTo>
                <a:cubicBezTo>
                  <a:pt x="94389" y="52008"/>
                  <a:pt x="94311" y="52126"/>
                  <a:pt x="94246" y="52139"/>
                </a:cubicBezTo>
                <a:cubicBezTo>
                  <a:pt x="94231" y="52145"/>
                  <a:pt x="94218" y="52147"/>
                  <a:pt x="94207" y="52147"/>
                </a:cubicBezTo>
                <a:cubicBezTo>
                  <a:pt x="94172" y="52147"/>
                  <a:pt x="94153" y="52120"/>
                  <a:pt x="94102" y="52100"/>
                </a:cubicBezTo>
                <a:cubicBezTo>
                  <a:pt x="94064" y="52061"/>
                  <a:pt x="94050" y="52061"/>
                  <a:pt x="93986" y="52061"/>
                </a:cubicBezTo>
                <a:cubicBezTo>
                  <a:pt x="93934" y="52061"/>
                  <a:pt x="93882" y="52087"/>
                  <a:pt x="93830" y="52100"/>
                </a:cubicBezTo>
                <a:cubicBezTo>
                  <a:pt x="93795" y="52100"/>
                  <a:pt x="93754" y="52089"/>
                  <a:pt x="93720" y="52089"/>
                </a:cubicBezTo>
                <a:cubicBezTo>
                  <a:pt x="93702" y="52089"/>
                  <a:pt x="93686" y="52091"/>
                  <a:pt x="93673" y="52100"/>
                </a:cubicBezTo>
                <a:cubicBezTo>
                  <a:pt x="93595" y="52126"/>
                  <a:pt x="93634" y="52191"/>
                  <a:pt x="93582" y="52230"/>
                </a:cubicBezTo>
                <a:cubicBezTo>
                  <a:pt x="93543" y="52256"/>
                  <a:pt x="93517" y="52243"/>
                  <a:pt x="93478" y="52256"/>
                </a:cubicBezTo>
                <a:cubicBezTo>
                  <a:pt x="93413" y="52269"/>
                  <a:pt x="93413" y="52334"/>
                  <a:pt x="93361" y="52373"/>
                </a:cubicBezTo>
                <a:cubicBezTo>
                  <a:pt x="93322" y="52399"/>
                  <a:pt x="93283" y="52425"/>
                  <a:pt x="93244" y="52438"/>
                </a:cubicBezTo>
                <a:cubicBezTo>
                  <a:pt x="93209" y="52438"/>
                  <a:pt x="93169" y="52432"/>
                  <a:pt x="93134" y="52432"/>
                </a:cubicBezTo>
                <a:cubicBezTo>
                  <a:pt x="93117" y="52432"/>
                  <a:pt x="93101" y="52434"/>
                  <a:pt x="93087" y="52438"/>
                </a:cubicBezTo>
                <a:cubicBezTo>
                  <a:pt x="93075" y="52503"/>
                  <a:pt x="93035" y="52595"/>
                  <a:pt x="93049" y="52659"/>
                </a:cubicBezTo>
                <a:cubicBezTo>
                  <a:pt x="93127" y="52659"/>
                  <a:pt x="93205" y="52725"/>
                  <a:pt x="93244" y="52777"/>
                </a:cubicBezTo>
                <a:cubicBezTo>
                  <a:pt x="93374" y="52919"/>
                  <a:pt x="93374" y="53115"/>
                  <a:pt x="93478" y="53271"/>
                </a:cubicBezTo>
                <a:cubicBezTo>
                  <a:pt x="93452" y="53284"/>
                  <a:pt x="93426" y="53297"/>
                  <a:pt x="93413" y="53310"/>
                </a:cubicBezTo>
                <a:cubicBezTo>
                  <a:pt x="93426" y="53375"/>
                  <a:pt x="93478" y="53427"/>
                  <a:pt x="93491" y="53505"/>
                </a:cubicBezTo>
                <a:cubicBezTo>
                  <a:pt x="93491" y="53544"/>
                  <a:pt x="93517" y="53714"/>
                  <a:pt x="93478" y="53740"/>
                </a:cubicBezTo>
                <a:cubicBezTo>
                  <a:pt x="93472" y="53752"/>
                  <a:pt x="93447" y="53756"/>
                  <a:pt x="93419" y="53756"/>
                </a:cubicBezTo>
                <a:cubicBezTo>
                  <a:pt x="93391" y="53756"/>
                  <a:pt x="93361" y="53752"/>
                  <a:pt x="93348" y="53752"/>
                </a:cubicBezTo>
                <a:cubicBezTo>
                  <a:pt x="93283" y="53752"/>
                  <a:pt x="93205" y="53778"/>
                  <a:pt x="93153" y="53778"/>
                </a:cubicBezTo>
                <a:cubicBezTo>
                  <a:pt x="93139" y="53752"/>
                  <a:pt x="93139" y="53740"/>
                  <a:pt x="93139" y="53714"/>
                </a:cubicBezTo>
                <a:cubicBezTo>
                  <a:pt x="93023" y="53725"/>
                  <a:pt x="93022" y="53944"/>
                  <a:pt x="92911" y="53944"/>
                </a:cubicBezTo>
                <a:cubicBezTo>
                  <a:pt x="92898" y="53944"/>
                  <a:pt x="92883" y="53941"/>
                  <a:pt x="92867" y="53934"/>
                </a:cubicBezTo>
                <a:cubicBezTo>
                  <a:pt x="92827" y="53922"/>
                  <a:pt x="92841" y="53896"/>
                  <a:pt x="92801" y="53882"/>
                </a:cubicBezTo>
                <a:cubicBezTo>
                  <a:pt x="92782" y="53869"/>
                  <a:pt x="92762" y="53869"/>
                  <a:pt x="92741" y="53869"/>
                </a:cubicBezTo>
                <a:cubicBezTo>
                  <a:pt x="92720" y="53869"/>
                  <a:pt x="92697" y="53869"/>
                  <a:pt x="92671" y="53856"/>
                </a:cubicBezTo>
                <a:cubicBezTo>
                  <a:pt x="92633" y="53830"/>
                  <a:pt x="92633" y="53766"/>
                  <a:pt x="92580" y="53752"/>
                </a:cubicBezTo>
                <a:cubicBezTo>
                  <a:pt x="92574" y="53746"/>
                  <a:pt x="92548" y="53743"/>
                  <a:pt x="92522" y="53743"/>
                </a:cubicBezTo>
                <a:cubicBezTo>
                  <a:pt x="92496" y="53743"/>
                  <a:pt x="92470" y="53746"/>
                  <a:pt x="92463" y="53752"/>
                </a:cubicBezTo>
                <a:cubicBezTo>
                  <a:pt x="92359" y="53778"/>
                  <a:pt x="92320" y="53960"/>
                  <a:pt x="92216" y="53960"/>
                </a:cubicBezTo>
                <a:cubicBezTo>
                  <a:pt x="92203" y="53948"/>
                  <a:pt x="92203" y="53934"/>
                  <a:pt x="92203" y="53908"/>
                </a:cubicBezTo>
                <a:cubicBezTo>
                  <a:pt x="92060" y="53896"/>
                  <a:pt x="92125" y="53882"/>
                  <a:pt x="92072" y="53752"/>
                </a:cubicBezTo>
                <a:cubicBezTo>
                  <a:pt x="92066" y="53748"/>
                  <a:pt x="92059" y="53746"/>
                  <a:pt x="92053" y="53746"/>
                </a:cubicBezTo>
                <a:cubicBezTo>
                  <a:pt x="91995" y="53746"/>
                  <a:pt x="91937" y="53885"/>
                  <a:pt x="91890" y="53908"/>
                </a:cubicBezTo>
                <a:cubicBezTo>
                  <a:pt x="91864" y="53930"/>
                  <a:pt x="91833" y="53931"/>
                  <a:pt x="91802" y="53931"/>
                </a:cubicBezTo>
                <a:cubicBezTo>
                  <a:pt x="91796" y="53931"/>
                  <a:pt x="91790" y="53931"/>
                  <a:pt x="91784" y="53931"/>
                </a:cubicBezTo>
                <a:cubicBezTo>
                  <a:pt x="91746" y="53931"/>
                  <a:pt x="91709" y="53934"/>
                  <a:pt x="91682" y="53974"/>
                </a:cubicBezTo>
                <a:cubicBezTo>
                  <a:pt x="91578" y="54116"/>
                  <a:pt x="91838" y="54351"/>
                  <a:pt x="91890" y="54455"/>
                </a:cubicBezTo>
                <a:cubicBezTo>
                  <a:pt x="91904" y="54481"/>
                  <a:pt x="92034" y="54807"/>
                  <a:pt x="91930" y="54807"/>
                </a:cubicBezTo>
                <a:lnTo>
                  <a:pt x="91930" y="54585"/>
                </a:lnTo>
                <a:cubicBezTo>
                  <a:pt x="91885" y="54585"/>
                  <a:pt x="91849" y="54593"/>
                  <a:pt x="91816" y="54593"/>
                </a:cubicBezTo>
                <a:cubicBezTo>
                  <a:pt x="91792" y="54593"/>
                  <a:pt x="91770" y="54589"/>
                  <a:pt x="91748" y="54572"/>
                </a:cubicBezTo>
                <a:cubicBezTo>
                  <a:pt x="91696" y="54520"/>
                  <a:pt x="91630" y="54468"/>
                  <a:pt x="91592" y="54403"/>
                </a:cubicBezTo>
                <a:cubicBezTo>
                  <a:pt x="91566" y="54377"/>
                  <a:pt x="91552" y="54325"/>
                  <a:pt x="91526" y="54312"/>
                </a:cubicBezTo>
                <a:cubicBezTo>
                  <a:pt x="91505" y="54299"/>
                  <a:pt x="91489" y="54294"/>
                  <a:pt x="91475" y="54294"/>
                </a:cubicBezTo>
                <a:cubicBezTo>
                  <a:pt x="91426" y="54294"/>
                  <a:pt x="91415" y="54365"/>
                  <a:pt x="91345" y="54365"/>
                </a:cubicBezTo>
                <a:cubicBezTo>
                  <a:pt x="91341" y="54365"/>
                  <a:pt x="91336" y="54365"/>
                  <a:pt x="91331" y="54364"/>
                </a:cubicBezTo>
                <a:cubicBezTo>
                  <a:pt x="91266" y="54364"/>
                  <a:pt x="91227" y="54273"/>
                  <a:pt x="91188" y="54273"/>
                </a:cubicBezTo>
                <a:cubicBezTo>
                  <a:pt x="91123" y="54273"/>
                  <a:pt x="91058" y="54377"/>
                  <a:pt x="91006" y="54403"/>
                </a:cubicBezTo>
                <a:cubicBezTo>
                  <a:pt x="90967" y="54426"/>
                  <a:pt x="90938" y="54431"/>
                  <a:pt x="90904" y="54431"/>
                </a:cubicBezTo>
                <a:cubicBezTo>
                  <a:pt x="90880" y="54431"/>
                  <a:pt x="90855" y="54429"/>
                  <a:pt x="90823" y="54429"/>
                </a:cubicBezTo>
                <a:cubicBezTo>
                  <a:pt x="90771" y="54442"/>
                  <a:pt x="90771" y="54442"/>
                  <a:pt x="90733" y="54468"/>
                </a:cubicBezTo>
                <a:cubicBezTo>
                  <a:pt x="90719" y="54494"/>
                  <a:pt x="90693" y="54520"/>
                  <a:pt x="90655" y="54546"/>
                </a:cubicBezTo>
                <a:cubicBezTo>
                  <a:pt x="90645" y="54555"/>
                  <a:pt x="90629" y="54564"/>
                  <a:pt x="90617" y="54564"/>
                </a:cubicBezTo>
                <a:cubicBezTo>
                  <a:pt x="90611" y="54564"/>
                  <a:pt x="90606" y="54563"/>
                  <a:pt x="90603" y="54559"/>
                </a:cubicBezTo>
                <a:lnTo>
                  <a:pt x="90563" y="54559"/>
                </a:lnTo>
                <a:cubicBezTo>
                  <a:pt x="90551" y="54585"/>
                  <a:pt x="90537" y="54624"/>
                  <a:pt x="90537" y="54650"/>
                </a:cubicBezTo>
                <a:cubicBezTo>
                  <a:pt x="90513" y="54683"/>
                  <a:pt x="90499" y="54685"/>
                  <a:pt x="90476" y="54685"/>
                </a:cubicBezTo>
                <a:cubicBezTo>
                  <a:pt x="90472" y="54685"/>
                  <a:pt x="90469" y="54685"/>
                  <a:pt x="90465" y="54685"/>
                </a:cubicBezTo>
                <a:cubicBezTo>
                  <a:pt x="90453" y="54685"/>
                  <a:pt x="90439" y="54685"/>
                  <a:pt x="90420" y="54689"/>
                </a:cubicBezTo>
                <a:cubicBezTo>
                  <a:pt x="90290" y="54702"/>
                  <a:pt x="90277" y="54845"/>
                  <a:pt x="90160" y="54845"/>
                </a:cubicBezTo>
                <a:cubicBezTo>
                  <a:pt x="90160" y="54889"/>
                  <a:pt x="90142" y="54905"/>
                  <a:pt x="90115" y="54905"/>
                </a:cubicBezTo>
                <a:cubicBezTo>
                  <a:pt x="90056" y="54905"/>
                  <a:pt x="89957" y="54825"/>
                  <a:pt x="89939" y="54807"/>
                </a:cubicBezTo>
                <a:cubicBezTo>
                  <a:pt x="89860" y="54741"/>
                  <a:pt x="89770" y="54702"/>
                  <a:pt x="89692" y="54650"/>
                </a:cubicBezTo>
                <a:cubicBezTo>
                  <a:pt x="89618" y="54613"/>
                  <a:pt x="89473" y="54506"/>
                  <a:pt x="89380" y="54506"/>
                </a:cubicBezTo>
                <a:cubicBezTo>
                  <a:pt x="89375" y="54506"/>
                  <a:pt x="89371" y="54506"/>
                  <a:pt x="89366" y="54507"/>
                </a:cubicBezTo>
                <a:cubicBezTo>
                  <a:pt x="89301" y="54507"/>
                  <a:pt x="89249" y="54598"/>
                  <a:pt x="89223" y="54650"/>
                </a:cubicBezTo>
                <a:cubicBezTo>
                  <a:pt x="89197" y="54689"/>
                  <a:pt x="89197" y="54755"/>
                  <a:pt x="89184" y="54793"/>
                </a:cubicBezTo>
                <a:cubicBezTo>
                  <a:pt x="89147" y="54839"/>
                  <a:pt x="89117" y="54846"/>
                  <a:pt x="89079" y="54846"/>
                </a:cubicBezTo>
                <a:cubicBezTo>
                  <a:pt x="89064" y="54846"/>
                  <a:pt x="89047" y="54845"/>
                  <a:pt x="89028" y="54845"/>
                </a:cubicBezTo>
                <a:cubicBezTo>
                  <a:pt x="89012" y="54843"/>
                  <a:pt x="88998" y="54842"/>
                  <a:pt x="88987" y="54842"/>
                </a:cubicBezTo>
                <a:cubicBezTo>
                  <a:pt x="88919" y="54842"/>
                  <a:pt x="88905" y="54874"/>
                  <a:pt x="88872" y="54963"/>
                </a:cubicBezTo>
                <a:cubicBezTo>
                  <a:pt x="88846" y="55027"/>
                  <a:pt x="88807" y="55067"/>
                  <a:pt x="88729" y="55079"/>
                </a:cubicBezTo>
                <a:cubicBezTo>
                  <a:pt x="88625" y="55093"/>
                  <a:pt x="88625" y="55067"/>
                  <a:pt x="88599" y="55183"/>
                </a:cubicBezTo>
                <a:cubicBezTo>
                  <a:pt x="88573" y="55327"/>
                  <a:pt x="88585" y="55418"/>
                  <a:pt x="88469" y="55509"/>
                </a:cubicBezTo>
                <a:cubicBezTo>
                  <a:pt x="88429" y="55522"/>
                  <a:pt x="88377" y="55548"/>
                  <a:pt x="88351" y="55574"/>
                </a:cubicBezTo>
                <a:cubicBezTo>
                  <a:pt x="88287" y="55613"/>
                  <a:pt x="88261" y="55678"/>
                  <a:pt x="88247" y="55743"/>
                </a:cubicBezTo>
                <a:cubicBezTo>
                  <a:pt x="88234" y="55808"/>
                  <a:pt x="88221" y="55822"/>
                  <a:pt x="88182" y="55874"/>
                </a:cubicBezTo>
                <a:cubicBezTo>
                  <a:pt x="88143" y="55926"/>
                  <a:pt x="88078" y="56016"/>
                  <a:pt x="88000" y="56030"/>
                </a:cubicBezTo>
                <a:cubicBezTo>
                  <a:pt x="87987" y="56094"/>
                  <a:pt x="88013" y="56108"/>
                  <a:pt x="87948" y="56134"/>
                </a:cubicBezTo>
                <a:cubicBezTo>
                  <a:pt x="87929" y="56147"/>
                  <a:pt x="87910" y="56151"/>
                  <a:pt x="87891" y="56151"/>
                </a:cubicBezTo>
                <a:cubicBezTo>
                  <a:pt x="87832" y="56151"/>
                  <a:pt x="87773" y="56104"/>
                  <a:pt x="87714" y="56094"/>
                </a:cubicBezTo>
                <a:cubicBezTo>
                  <a:pt x="87686" y="56087"/>
                  <a:pt x="87656" y="56085"/>
                  <a:pt x="87626" y="56085"/>
                </a:cubicBezTo>
                <a:cubicBezTo>
                  <a:pt x="87576" y="56085"/>
                  <a:pt x="87524" y="56091"/>
                  <a:pt x="87471" y="56091"/>
                </a:cubicBezTo>
                <a:cubicBezTo>
                  <a:pt x="87439" y="56091"/>
                  <a:pt x="87408" y="56089"/>
                  <a:pt x="87376" y="56082"/>
                </a:cubicBezTo>
                <a:cubicBezTo>
                  <a:pt x="87302" y="56061"/>
                  <a:pt x="87245" y="56023"/>
                  <a:pt x="87171" y="56023"/>
                </a:cubicBezTo>
                <a:cubicBezTo>
                  <a:pt x="87154" y="56023"/>
                  <a:pt x="87135" y="56025"/>
                  <a:pt x="87115" y="56030"/>
                </a:cubicBezTo>
                <a:cubicBezTo>
                  <a:pt x="87024" y="56042"/>
                  <a:pt x="87037" y="56108"/>
                  <a:pt x="86972" y="56146"/>
                </a:cubicBezTo>
                <a:cubicBezTo>
                  <a:pt x="86868" y="56198"/>
                  <a:pt x="86686" y="56198"/>
                  <a:pt x="86581" y="56212"/>
                </a:cubicBezTo>
                <a:cubicBezTo>
                  <a:pt x="86475" y="56222"/>
                  <a:pt x="86387" y="56241"/>
                  <a:pt x="86287" y="56241"/>
                </a:cubicBezTo>
                <a:cubicBezTo>
                  <a:pt x="86264" y="56241"/>
                  <a:pt x="86241" y="56240"/>
                  <a:pt x="86217" y="56238"/>
                </a:cubicBezTo>
                <a:cubicBezTo>
                  <a:pt x="86182" y="56238"/>
                  <a:pt x="86136" y="56232"/>
                  <a:pt x="86094" y="56232"/>
                </a:cubicBezTo>
                <a:cubicBezTo>
                  <a:pt x="86073" y="56232"/>
                  <a:pt x="86052" y="56233"/>
                  <a:pt x="86035" y="56238"/>
                </a:cubicBezTo>
                <a:cubicBezTo>
                  <a:pt x="85931" y="56264"/>
                  <a:pt x="85931" y="56368"/>
                  <a:pt x="85853" y="56433"/>
                </a:cubicBezTo>
                <a:cubicBezTo>
                  <a:pt x="85775" y="56524"/>
                  <a:pt x="85632" y="56498"/>
                  <a:pt x="85606" y="56628"/>
                </a:cubicBezTo>
                <a:cubicBezTo>
                  <a:pt x="85580" y="56719"/>
                  <a:pt x="85593" y="56797"/>
                  <a:pt x="85645" y="56875"/>
                </a:cubicBezTo>
                <a:cubicBezTo>
                  <a:pt x="85684" y="56915"/>
                  <a:pt x="85827" y="57057"/>
                  <a:pt x="85736" y="57109"/>
                </a:cubicBezTo>
                <a:cubicBezTo>
                  <a:pt x="85710" y="57135"/>
                  <a:pt x="85593" y="57149"/>
                  <a:pt x="85554" y="57149"/>
                </a:cubicBezTo>
                <a:lnTo>
                  <a:pt x="85410" y="57149"/>
                </a:lnTo>
                <a:cubicBezTo>
                  <a:pt x="85355" y="57149"/>
                  <a:pt x="85299" y="57120"/>
                  <a:pt x="85244" y="57120"/>
                </a:cubicBezTo>
                <a:cubicBezTo>
                  <a:pt x="85235" y="57120"/>
                  <a:pt x="85225" y="57121"/>
                  <a:pt x="85216" y="57123"/>
                </a:cubicBezTo>
                <a:cubicBezTo>
                  <a:pt x="85164" y="57201"/>
                  <a:pt x="85190" y="57305"/>
                  <a:pt x="85124" y="57383"/>
                </a:cubicBezTo>
                <a:cubicBezTo>
                  <a:pt x="85098" y="57409"/>
                  <a:pt x="85046" y="57474"/>
                  <a:pt x="85020" y="57487"/>
                </a:cubicBezTo>
                <a:cubicBezTo>
                  <a:pt x="85003" y="57497"/>
                  <a:pt x="84986" y="57501"/>
                  <a:pt x="84970" y="57501"/>
                </a:cubicBezTo>
                <a:cubicBezTo>
                  <a:pt x="84901" y="57501"/>
                  <a:pt x="84841" y="57425"/>
                  <a:pt x="84799" y="57383"/>
                </a:cubicBezTo>
                <a:cubicBezTo>
                  <a:pt x="84708" y="57291"/>
                  <a:pt x="84656" y="57253"/>
                  <a:pt x="84539" y="57213"/>
                </a:cubicBezTo>
                <a:cubicBezTo>
                  <a:pt x="84472" y="57185"/>
                  <a:pt x="84391" y="57142"/>
                  <a:pt x="84316" y="57142"/>
                </a:cubicBezTo>
                <a:cubicBezTo>
                  <a:pt x="84289" y="57142"/>
                  <a:pt x="84263" y="57147"/>
                  <a:pt x="84239" y="57161"/>
                </a:cubicBezTo>
                <a:cubicBezTo>
                  <a:pt x="84135" y="57213"/>
                  <a:pt x="84149" y="57369"/>
                  <a:pt x="84097" y="57461"/>
                </a:cubicBezTo>
                <a:cubicBezTo>
                  <a:pt x="84019" y="57630"/>
                  <a:pt x="83901" y="57591"/>
                  <a:pt x="83745" y="57617"/>
                </a:cubicBezTo>
                <a:cubicBezTo>
                  <a:pt x="83641" y="57630"/>
                  <a:pt x="83680" y="57682"/>
                  <a:pt x="83615" y="57747"/>
                </a:cubicBezTo>
                <a:cubicBezTo>
                  <a:pt x="83576" y="57799"/>
                  <a:pt x="83511" y="57786"/>
                  <a:pt x="83472" y="57838"/>
                </a:cubicBezTo>
                <a:cubicBezTo>
                  <a:pt x="83433" y="57890"/>
                  <a:pt x="83433" y="57981"/>
                  <a:pt x="83420" y="58046"/>
                </a:cubicBezTo>
                <a:cubicBezTo>
                  <a:pt x="83407" y="58098"/>
                  <a:pt x="83407" y="58150"/>
                  <a:pt x="83420" y="58190"/>
                </a:cubicBezTo>
                <a:cubicBezTo>
                  <a:pt x="82964" y="58384"/>
                  <a:pt x="82574" y="58697"/>
                  <a:pt x="82261" y="59087"/>
                </a:cubicBezTo>
                <a:cubicBezTo>
                  <a:pt x="82235" y="59113"/>
                  <a:pt x="82209" y="59153"/>
                  <a:pt x="82183" y="59179"/>
                </a:cubicBezTo>
                <a:cubicBezTo>
                  <a:pt x="82145" y="59243"/>
                  <a:pt x="82105" y="59295"/>
                  <a:pt x="82079" y="59347"/>
                </a:cubicBezTo>
                <a:cubicBezTo>
                  <a:pt x="81989" y="59309"/>
                  <a:pt x="81885" y="59283"/>
                  <a:pt x="81793" y="59269"/>
                </a:cubicBezTo>
                <a:cubicBezTo>
                  <a:pt x="81885" y="59257"/>
                  <a:pt x="81949" y="59243"/>
                  <a:pt x="82041" y="59243"/>
                </a:cubicBezTo>
                <a:cubicBezTo>
                  <a:pt x="81963" y="59217"/>
                  <a:pt x="81885" y="59205"/>
                  <a:pt x="81807" y="59179"/>
                </a:cubicBezTo>
                <a:lnTo>
                  <a:pt x="82183" y="59179"/>
                </a:lnTo>
                <a:cubicBezTo>
                  <a:pt x="82093" y="59139"/>
                  <a:pt x="82001" y="59113"/>
                  <a:pt x="81897" y="59101"/>
                </a:cubicBezTo>
                <a:cubicBezTo>
                  <a:pt x="81954" y="59082"/>
                  <a:pt x="82018" y="59069"/>
                  <a:pt x="82084" y="59069"/>
                </a:cubicBezTo>
                <a:cubicBezTo>
                  <a:pt x="82108" y="59069"/>
                  <a:pt x="82133" y="59071"/>
                  <a:pt x="82157" y="59075"/>
                </a:cubicBezTo>
                <a:cubicBezTo>
                  <a:pt x="82067" y="59048"/>
                  <a:pt x="81963" y="59022"/>
                  <a:pt x="81859" y="59009"/>
                </a:cubicBezTo>
                <a:cubicBezTo>
                  <a:pt x="81953" y="58974"/>
                  <a:pt x="82054" y="58957"/>
                  <a:pt x="82157" y="58957"/>
                </a:cubicBezTo>
                <a:cubicBezTo>
                  <a:pt x="82209" y="58957"/>
                  <a:pt x="82261" y="58962"/>
                  <a:pt x="82314" y="58970"/>
                </a:cubicBezTo>
                <a:lnTo>
                  <a:pt x="81923" y="58853"/>
                </a:lnTo>
                <a:cubicBezTo>
                  <a:pt x="82009" y="58834"/>
                  <a:pt x="82089" y="58822"/>
                  <a:pt x="82171" y="58822"/>
                </a:cubicBezTo>
                <a:cubicBezTo>
                  <a:pt x="82200" y="58822"/>
                  <a:pt x="82230" y="58823"/>
                  <a:pt x="82261" y="58827"/>
                </a:cubicBezTo>
                <a:cubicBezTo>
                  <a:pt x="82183" y="58801"/>
                  <a:pt x="82105" y="58775"/>
                  <a:pt x="82027" y="58775"/>
                </a:cubicBezTo>
                <a:cubicBezTo>
                  <a:pt x="82086" y="58746"/>
                  <a:pt x="82144" y="58731"/>
                  <a:pt x="82197" y="58731"/>
                </a:cubicBezTo>
                <a:cubicBezTo>
                  <a:pt x="82215" y="58731"/>
                  <a:pt x="82232" y="58733"/>
                  <a:pt x="82249" y="58736"/>
                </a:cubicBezTo>
                <a:cubicBezTo>
                  <a:pt x="82183" y="58723"/>
                  <a:pt x="82105" y="58697"/>
                  <a:pt x="82027" y="58697"/>
                </a:cubicBezTo>
                <a:cubicBezTo>
                  <a:pt x="82145" y="58645"/>
                  <a:pt x="82275" y="58619"/>
                  <a:pt x="82392" y="58619"/>
                </a:cubicBezTo>
                <a:cubicBezTo>
                  <a:pt x="82301" y="58580"/>
                  <a:pt x="82197" y="58567"/>
                  <a:pt x="82093" y="58567"/>
                </a:cubicBezTo>
                <a:cubicBezTo>
                  <a:pt x="82171" y="58554"/>
                  <a:pt x="82261" y="58540"/>
                  <a:pt x="82340" y="58540"/>
                </a:cubicBezTo>
                <a:cubicBezTo>
                  <a:pt x="82261" y="58540"/>
                  <a:pt x="82197" y="58528"/>
                  <a:pt x="82119" y="58514"/>
                </a:cubicBezTo>
                <a:cubicBezTo>
                  <a:pt x="82184" y="58501"/>
                  <a:pt x="82249" y="58495"/>
                  <a:pt x="82314" y="58495"/>
                </a:cubicBezTo>
                <a:cubicBezTo>
                  <a:pt x="82379" y="58495"/>
                  <a:pt x="82444" y="58501"/>
                  <a:pt x="82509" y="58514"/>
                </a:cubicBezTo>
                <a:cubicBezTo>
                  <a:pt x="82392" y="58450"/>
                  <a:pt x="82261" y="58410"/>
                  <a:pt x="82131" y="58398"/>
                </a:cubicBezTo>
                <a:cubicBezTo>
                  <a:pt x="82197" y="58372"/>
                  <a:pt x="82275" y="58358"/>
                  <a:pt x="82353" y="58358"/>
                </a:cubicBezTo>
                <a:cubicBezTo>
                  <a:pt x="82288" y="58346"/>
                  <a:pt x="82249" y="58332"/>
                  <a:pt x="82183" y="58320"/>
                </a:cubicBezTo>
                <a:cubicBezTo>
                  <a:pt x="82237" y="58305"/>
                  <a:pt x="82293" y="58298"/>
                  <a:pt x="82348" y="58298"/>
                </a:cubicBezTo>
                <a:cubicBezTo>
                  <a:pt x="82441" y="58298"/>
                  <a:pt x="82532" y="58318"/>
                  <a:pt x="82613" y="58358"/>
                </a:cubicBezTo>
                <a:cubicBezTo>
                  <a:pt x="82509" y="58306"/>
                  <a:pt x="82392" y="58254"/>
                  <a:pt x="82261" y="58242"/>
                </a:cubicBezTo>
                <a:cubicBezTo>
                  <a:pt x="82314" y="58229"/>
                  <a:pt x="82369" y="58222"/>
                  <a:pt x="82424" y="58222"/>
                </a:cubicBezTo>
                <a:cubicBezTo>
                  <a:pt x="82455" y="58222"/>
                  <a:pt x="82485" y="58224"/>
                  <a:pt x="82515" y="58228"/>
                </a:cubicBezTo>
                <a:lnTo>
                  <a:pt x="82515" y="58228"/>
                </a:lnTo>
                <a:cubicBezTo>
                  <a:pt x="82453" y="58214"/>
                  <a:pt x="82396" y="58195"/>
                  <a:pt x="82340" y="58176"/>
                </a:cubicBezTo>
                <a:cubicBezTo>
                  <a:pt x="82382" y="58171"/>
                  <a:pt x="82429" y="58168"/>
                  <a:pt x="82477" y="58168"/>
                </a:cubicBezTo>
                <a:cubicBezTo>
                  <a:pt x="82546" y="58168"/>
                  <a:pt x="82616" y="58174"/>
                  <a:pt x="82678" y="58190"/>
                </a:cubicBezTo>
                <a:cubicBezTo>
                  <a:pt x="82598" y="58145"/>
                  <a:pt x="82506" y="58125"/>
                  <a:pt x="82415" y="58125"/>
                </a:cubicBezTo>
                <a:cubicBezTo>
                  <a:pt x="82372" y="58125"/>
                  <a:pt x="82329" y="58129"/>
                  <a:pt x="82288" y="58138"/>
                </a:cubicBezTo>
                <a:cubicBezTo>
                  <a:pt x="82405" y="58098"/>
                  <a:pt x="82561" y="58060"/>
                  <a:pt x="82678" y="58020"/>
                </a:cubicBezTo>
                <a:cubicBezTo>
                  <a:pt x="82587" y="58020"/>
                  <a:pt x="82496" y="58008"/>
                  <a:pt x="82405" y="58008"/>
                </a:cubicBezTo>
                <a:cubicBezTo>
                  <a:pt x="82470" y="57981"/>
                  <a:pt x="82574" y="57942"/>
                  <a:pt x="82652" y="57916"/>
                </a:cubicBezTo>
                <a:lnTo>
                  <a:pt x="82470" y="57916"/>
                </a:lnTo>
                <a:lnTo>
                  <a:pt x="82587" y="57838"/>
                </a:lnTo>
                <a:lnTo>
                  <a:pt x="82587" y="57838"/>
                </a:lnTo>
                <a:cubicBezTo>
                  <a:pt x="82548" y="57851"/>
                  <a:pt x="82496" y="57864"/>
                  <a:pt x="82457" y="57890"/>
                </a:cubicBezTo>
                <a:cubicBezTo>
                  <a:pt x="82496" y="57838"/>
                  <a:pt x="82548" y="57799"/>
                  <a:pt x="82600" y="57747"/>
                </a:cubicBezTo>
                <a:lnTo>
                  <a:pt x="82600" y="57747"/>
                </a:lnTo>
                <a:cubicBezTo>
                  <a:pt x="82457" y="57812"/>
                  <a:pt x="82327" y="57903"/>
                  <a:pt x="82235" y="58008"/>
                </a:cubicBezTo>
                <a:cubicBezTo>
                  <a:pt x="82275" y="57955"/>
                  <a:pt x="82314" y="57890"/>
                  <a:pt x="82366" y="57825"/>
                </a:cubicBezTo>
                <a:lnTo>
                  <a:pt x="82366" y="57825"/>
                </a:lnTo>
                <a:cubicBezTo>
                  <a:pt x="82223" y="57968"/>
                  <a:pt x="82093" y="58124"/>
                  <a:pt x="81963" y="58294"/>
                </a:cubicBezTo>
                <a:cubicBezTo>
                  <a:pt x="82027" y="58190"/>
                  <a:pt x="82079" y="58086"/>
                  <a:pt x="82145" y="57981"/>
                </a:cubicBezTo>
                <a:lnTo>
                  <a:pt x="82145" y="57981"/>
                </a:lnTo>
                <a:cubicBezTo>
                  <a:pt x="81975" y="58164"/>
                  <a:pt x="81859" y="58372"/>
                  <a:pt x="81755" y="58593"/>
                </a:cubicBezTo>
                <a:cubicBezTo>
                  <a:pt x="81755" y="58606"/>
                  <a:pt x="81741" y="58606"/>
                  <a:pt x="81741" y="58619"/>
                </a:cubicBezTo>
                <a:cubicBezTo>
                  <a:pt x="81741" y="58567"/>
                  <a:pt x="81729" y="58514"/>
                  <a:pt x="81741" y="58476"/>
                </a:cubicBezTo>
                <a:lnTo>
                  <a:pt x="81741" y="58476"/>
                </a:lnTo>
                <a:cubicBezTo>
                  <a:pt x="81676" y="58606"/>
                  <a:pt x="81637" y="58749"/>
                  <a:pt x="81559" y="58879"/>
                </a:cubicBezTo>
                <a:lnTo>
                  <a:pt x="81637" y="58606"/>
                </a:lnTo>
                <a:lnTo>
                  <a:pt x="81637" y="58606"/>
                </a:lnTo>
                <a:cubicBezTo>
                  <a:pt x="81533" y="58749"/>
                  <a:pt x="81468" y="58944"/>
                  <a:pt x="81455" y="59127"/>
                </a:cubicBezTo>
                <a:lnTo>
                  <a:pt x="81455" y="58866"/>
                </a:lnTo>
                <a:cubicBezTo>
                  <a:pt x="81429" y="58918"/>
                  <a:pt x="81403" y="58970"/>
                  <a:pt x="81377" y="59035"/>
                </a:cubicBezTo>
                <a:cubicBezTo>
                  <a:pt x="81377" y="59009"/>
                  <a:pt x="81377" y="58996"/>
                  <a:pt x="81364" y="58970"/>
                </a:cubicBezTo>
                <a:cubicBezTo>
                  <a:pt x="81221" y="58436"/>
                  <a:pt x="80870" y="57955"/>
                  <a:pt x="80401" y="57656"/>
                </a:cubicBezTo>
                <a:cubicBezTo>
                  <a:pt x="80310" y="57604"/>
                  <a:pt x="80206" y="57578"/>
                  <a:pt x="80101" y="57552"/>
                </a:cubicBezTo>
                <a:lnTo>
                  <a:pt x="80101" y="57552"/>
                </a:lnTo>
                <a:cubicBezTo>
                  <a:pt x="80180" y="57591"/>
                  <a:pt x="80245" y="57630"/>
                  <a:pt x="80323" y="57669"/>
                </a:cubicBezTo>
                <a:cubicBezTo>
                  <a:pt x="80258" y="57656"/>
                  <a:pt x="80193" y="57656"/>
                  <a:pt x="80115" y="57643"/>
                </a:cubicBezTo>
                <a:lnTo>
                  <a:pt x="80115" y="57643"/>
                </a:lnTo>
                <a:cubicBezTo>
                  <a:pt x="80206" y="57682"/>
                  <a:pt x="80284" y="57708"/>
                  <a:pt x="80375" y="57747"/>
                </a:cubicBezTo>
                <a:cubicBezTo>
                  <a:pt x="80296" y="57725"/>
                  <a:pt x="80217" y="57716"/>
                  <a:pt x="80138" y="57716"/>
                </a:cubicBezTo>
                <a:cubicBezTo>
                  <a:pt x="80074" y="57716"/>
                  <a:pt x="80010" y="57722"/>
                  <a:pt x="79945" y="57734"/>
                </a:cubicBezTo>
                <a:cubicBezTo>
                  <a:pt x="79971" y="57732"/>
                  <a:pt x="79997" y="57731"/>
                  <a:pt x="80023" y="57731"/>
                </a:cubicBezTo>
                <a:cubicBezTo>
                  <a:pt x="80208" y="57731"/>
                  <a:pt x="80399" y="57769"/>
                  <a:pt x="80570" y="57838"/>
                </a:cubicBezTo>
                <a:lnTo>
                  <a:pt x="80427" y="57838"/>
                </a:lnTo>
                <a:lnTo>
                  <a:pt x="80596" y="57903"/>
                </a:lnTo>
                <a:cubicBezTo>
                  <a:pt x="80492" y="57903"/>
                  <a:pt x="80388" y="57890"/>
                  <a:pt x="80284" y="57890"/>
                </a:cubicBezTo>
                <a:lnTo>
                  <a:pt x="80674" y="58008"/>
                </a:lnTo>
                <a:cubicBezTo>
                  <a:pt x="80570" y="58020"/>
                  <a:pt x="80479" y="58020"/>
                  <a:pt x="80388" y="58020"/>
                </a:cubicBezTo>
                <a:cubicBezTo>
                  <a:pt x="80531" y="58034"/>
                  <a:pt x="80688" y="58086"/>
                  <a:pt x="80818" y="58150"/>
                </a:cubicBezTo>
                <a:cubicBezTo>
                  <a:pt x="80714" y="58150"/>
                  <a:pt x="80609" y="58150"/>
                  <a:pt x="80518" y="58190"/>
                </a:cubicBezTo>
                <a:cubicBezTo>
                  <a:pt x="80596" y="58202"/>
                  <a:pt x="80662" y="58228"/>
                  <a:pt x="80740" y="58242"/>
                </a:cubicBezTo>
                <a:lnTo>
                  <a:pt x="80427" y="58268"/>
                </a:lnTo>
                <a:cubicBezTo>
                  <a:pt x="80544" y="58294"/>
                  <a:pt x="80674" y="58306"/>
                  <a:pt x="80792" y="58332"/>
                </a:cubicBezTo>
                <a:cubicBezTo>
                  <a:pt x="80628" y="58376"/>
                  <a:pt x="80455" y="58419"/>
                  <a:pt x="80290" y="58463"/>
                </a:cubicBezTo>
                <a:lnTo>
                  <a:pt x="80290" y="58463"/>
                </a:lnTo>
                <a:cubicBezTo>
                  <a:pt x="80423" y="58431"/>
                  <a:pt x="80560" y="58414"/>
                  <a:pt x="80696" y="58414"/>
                </a:cubicBezTo>
                <a:cubicBezTo>
                  <a:pt x="80754" y="58414"/>
                  <a:pt x="80812" y="58417"/>
                  <a:pt x="80870" y="58424"/>
                </a:cubicBezTo>
                <a:cubicBezTo>
                  <a:pt x="80766" y="58450"/>
                  <a:pt x="80648" y="58476"/>
                  <a:pt x="80544" y="58488"/>
                </a:cubicBezTo>
                <a:cubicBezTo>
                  <a:pt x="80648" y="58502"/>
                  <a:pt x="80766" y="58502"/>
                  <a:pt x="80870" y="58514"/>
                </a:cubicBezTo>
                <a:lnTo>
                  <a:pt x="80514" y="58598"/>
                </a:lnTo>
                <a:lnTo>
                  <a:pt x="80514" y="58598"/>
                </a:lnTo>
                <a:cubicBezTo>
                  <a:pt x="80589" y="58582"/>
                  <a:pt x="80663" y="58574"/>
                  <a:pt x="80738" y="58574"/>
                </a:cubicBezTo>
                <a:cubicBezTo>
                  <a:pt x="80808" y="58574"/>
                  <a:pt x="80878" y="58581"/>
                  <a:pt x="80948" y="58593"/>
                </a:cubicBezTo>
                <a:cubicBezTo>
                  <a:pt x="80844" y="58619"/>
                  <a:pt x="80740" y="58645"/>
                  <a:pt x="80648" y="58671"/>
                </a:cubicBezTo>
                <a:cubicBezTo>
                  <a:pt x="80720" y="58658"/>
                  <a:pt x="80791" y="58651"/>
                  <a:pt x="80861" y="58651"/>
                </a:cubicBezTo>
                <a:cubicBezTo>
                  <a:pt x="80931" y="58651"/>
                  <a:pt x="80999" y="58658"/>
                  <a:pt x="81064" y="58671"/>
                </a:cubicBezTo>
                <a:cubicBezTo>
                  <a:pt x="80960" y="58697"/>
                  <a:pt x="80870" y="58736"/>
                  <a:pt x="80766" y="58762"/>
                </a:cubicBezTo>
                <a:cubicBezTo>
                  <a:pt x="80818" y="58762"/>
                  <a:pt x="80870" y="58775"/>
                  <a:pt x="80934" y="58775"/>
                </a:cubicBezTo>
                <a:cubicBezTo>
                  <a:pt x="80844" y="58801"/>
                  <a:pt x="80752" y="58840"/>
                  <a:pt x="80662" y="58866"/>
                </a:cubicBezTo>
                <a:cubicBezTo>
                  <a:pt x="80742" y="58850"/>
                  <a:pt x="80823" y="58839"/>
                  <a:pt x="80907" y="58839"/>
                </a:cubicBezTo>
                <a:cubicBezTo>
                  <a:pt x="80958" y="58839"/>
                  <a:pt x="81011" y="58843"/>
                  <a:pt x="81064" y="58853"/>
                </a:cubicBezTo>
                <a:cubicBezTo>
                  <a:pt x="80948" y="58879"/>
                  <a:pt x="80844" y="58918"/>
                  <a:pt x="80726" y="58957"/>
                </a:cubicBezTo>
                <a:cubicBezTo>
                  <a:pt x="80714" y="58918"/>
                  <a:pt x="80688" y="58892"/>
                  <a:pt x="80662" y="58866"/>
                </a:cubicBezTo>
                <a:cubicBezTo>
                  <a:pt x="80636" y="58840"/>
                  <a:pt x="80609" y="58827"/>
                  <a:pt x="80583" y="58801"/>
                </a:cubicBezTo>
                <a:lnTo>
                  <a:pt x="80583" y="58801"/>
                </a:lnTo>
                <a:cubicBezTo>
                  <a:pt x="80609" y="58853"/>
                  <a:pt x="80648" y="58918"/>
                  <a:pt x="80674" y="58970"/>
                </a:cubicBezTo>
                <a:lnTo>
                  <a:pt x="80662" y="58970"/>
                </a:lnTo>
                <a:cubicBezTo>
                  <a:pt x="80596" y="58879"/>
                  <a:pt x="80531" y="58788"/>
                  <a:pt x="80466" y="58710"/>
                </a:cubicBezTo>
                <a:lnTo>
                  <a:pt x="80466" y="58710"/>
                </a:lnTo>
                <a:cubicBezTo>
                  <a:pt x="80479" y="58749"/>
                  <a:pt x="80479" y="58801"/>
                  <a:pt x="80492" y="58840"/>
                </a:cubicBezTo>
                <a:lnTo>
                  <a:pt x="80479" y="58827"/>
                </a:lnTo>
                <a:cubicBezTo>
                  <a:pt x="80323" y="58632"/>
                  <a:pt x="80154" y="58462"/>
                  <a:pt x="79945" y="58320"/>
                </a:cubicBezTo>
                <a:lnTo>
                  <a:pt x="79945" y="58320"/>
                </a:lnTo>
                <a:cubicBezTo>
                  <a:pt x="80023" y="58410"/>
                  <a:pt x="80101" y="58502"/>
                  <a:pt x="80193" y="58580"/>
                </a:cubicBezTo>
                <a:cubicBezTo>
                  <a:pt x="80023" y="58462"/>
                  <a:pt x="79867" y="58346"/>
                  <a:pt x="79685" y="58242"/>
                </a:cubicBezTo>
                <a:lnTo>
                  <a:pt x="79685" y="58242"/>
                </a:lnTo>
                <a:cubicBezTo>
                  <a:pt x="79751" y="58294"/>
                  <a:pt x="79803" y="58332"/>
                  <a:pt x="79867" y="58384"/>
                </a:cubicBezTo>
                <a:cubicBezTo>
                  <a:pt x="79737" y="58306"/>
                  <a:pt x="79595" y="58254"/>
                  <a:pt x="79438" y="58228"/>
                </a:cubicBezTo>
                <a:lnTo>
                  <a:pt x="79438" y="58228"/>
                </a:lnTo>
                <a:cubicBezTo>
                  <a:pt x="79503" y="58254"/>
                  <a:pt x="79555" y="58280"/>
                  <a:pt x="79621" y="58320"/>
                </a:cubicBezTo>
                <a:cubicBezTo>
                  <a:pt x="79569" y="58320"/>
                  <a:pt x="79516" y="58306"/>
                  <a:pt x="79477" y="58306"/>
                </a:cubicBezTo>
                <a:cubicBezTo>
                  <a:pt x="79516" y="58320"/>
                  <a:pt x="79569" y="58332"/>
                  <a:pt x="79607" y="58358"/>
                </a:cubicBezTo>
                <a:cubicBezTo>
                  <a:pt x="79555" y="58372"/>
                  <a:pt x="79490" y="58384"/>
                  <a:pt x="79438" y="58398"/>
                </a:cubicBezTo>
                <a:cubicBezTo>
                  <a:pt x="79516" y="58398"/>
                  <a:pt x="79621" y="58410"/>
                  <a:pt x="79699" y="58424"/>
                </a:cubicBezTo>
                <a:lnTo>
                  <a:pt x="79425" y="58502"/>
                </a:lnTo>
                <a:cubicBezTo>
                  <a:pt x="79555" y="58514"/>
                  <a:pt x="79725" y="58514"/>
                  <a:pt x="79841" y="58528"/>
                </a:cubicBezTo>
                <a:cubicBezTo>
                  <a:pt x="79699" y="58528"/>
                  <a:pt x="79581" y="58580"/>
                  <a:pt x="79477" y="58671"/>
                </a:cubicBezTo>
                <a:cubicBezTo>
                  <a:pt x="79569" y="58619"/>
                  <a:pt x="79685" y="58580"/>
                  <a:pt x="79803" y="58567"/>
                </a:cubicBezTo>
                <a:lnTo>
                  <a:pt x="79803" y="58567"/>
                </a:lnTo>
                <a:cubicBezTo>
                  <a:pt x="79739" y="58617"/>
                  <a:pt x="79664" y="58656"/>
                  <a:pt x="79589" y="58693"/>
                </a:cubicBezTo>
                <a:lnTo>
                  <a:pt x="79589" y="58693"/>
                </a:lnTo>
                <a:cubicBezTo>
                  <a:pt x="79690" y="58643"/>
                  <a:pt x="79792" y="58619"/>
                  <a:pt x="79893" y="58619"/>
                </a:cubicBezTo>
                <a:cubicBezTo>
                  <a:pt x="79777" y="58658"/>
                  <a:pt x="79673" y="58736"/>
                  <a:pt x="79581" y="58814"/>
                </a:cubicBezTo>
                <a:cubicBezTo>
                  <a:pt x="79689" y="58730"/>
                  <a:pt x="79818" y="58669"/>
                  <a:pt x="79949" y="58669"/>
                </a:cubicBezTo>
                <a:cubicBezTo>
                  <a:pt x="79961" y="58669"/>
                  <a:pt x="79973" y="58670"/>
                  <a:pt x="79985" y="58671"/>
                </a:cubicBezTo>
                <a:cubicBezTo>
                  <a:pt x="79933" y="58697"/>
                  <a:pt x="79893" y="58723"/>
                  <a:pt x="79841" y="58749"/>
                </a:cubicBezTo>
                <a:cubicBezTo>
                  <a:pt x="79887" y="58740"/>
                  <a:pt x="79940" y="58731"/>
                  <a:pt x="79994" y="58731"/>
                </a:cubicBezTo>
                <a:cubicBezTo>
                  <a:pt x="80017" y="58731"/>
                  <a:pt x="80040" y="58732"/>
                  <a:pt x="80063" y="58736"/>
                </a:cubicBezTo>
                <a:cubicBezTo>
                  <a:pt x="79933" y="58788"/>
                  <a:pt x="79829" y="58853"/>
                  <a:pt x="79725" y="58944"/>
                </a:cubicBezTo>
                <a:cubicBezTo>
                  <a:pt x="79841" y="58892"/>
                  <a:pt x="79971" y="58853"/>
                  <a:pt x="80101" y="58840"/>
                </a:cubicBezTo>
                <a:lnTo>
                  <a:pt x="80101" y="58840"/>
                </a:lnTo>
                <a:cubicBezTo>
                  <a:pt x="80023" y="58866"/>
                  <a:pt x="79971" y="58905"/>
                  <a:pt x="79893" y="58931"/>
                </a:cubicBezTo>
                <a:cubicBezTo>
                  <a:pt x="79971" y="58905"/>
                  <a:pt x="80049" y="58892"/>
                  <a:pt x="80128" y="58879"/>
                </a:cubicBezTo>
                <a:lnTo>
                  <a:pt x="80128" y="58879"/>
                </a:lnTo>
                <a:cubicBezTo>
                  <a:pt x="80037" y="58905"/>
                  <a:pt x="79945" y="58957"/>
                  <a:pt x="79855" y="59009"/>
                </a:cubicBezTo>
                <a:cubicBezTo>
                  <a:pt x="79935" y="58993"/>
                  <a:pt x="80015" y="58982"/>
                  <a:pt x="80091" y="58982"/>
                </a:cubicBezTo>
                <a:cubicBezTo>
                  <a:pt x="80140" y="58982"/>
                  <a:pt x="80187" y="58986"/>
                  <a:pt x="80232" y="58996"/>
                </a:cubicBezTo>
                <a:cubicBezTo>
                  <a:pt x="80154" y="59022"/>
                  <a:pt x="80089" y="59048"/>
                  <a:pt x="80023" y="59087"/>
                </a:cubicBezTo>
                <a:cubicBezTo>
                  <a:pt x="80072" y="59068"/>
                  <a:pt x="80133" y="59056"/>
                  <a:pt x="80188" y="59056"/>
                </a:cubicBezTo>
                <a:cubicBezTo>
                  <a:pt x="80208" y="59056"/>
                  <a:pt x="80228" y="59058"/>
                  <a:pt x="80245" y="59061"/>
                </a:cubicBezTo>
                <a:cubicBezTo>
                  <a:pt x="80180" y="59087"/>
                  <a:pt x="80101" y="59127"/>
                  <a:pt x="80037" y="59179"/>
                </a:cubicBezTo>
                <a:cubicBezTo>
                  <a:pt x="80154" y="59139"/>
                  <a:pt x="80258" y="59113"/>
                  <a:pt x="80375" y="59113"/>
                </a:cubicBezTo>
                <a:cubicBezTo>
                  <a:pt x="80258" y="59191"/>
                  <a:pt x="80154" y="59257"/>
                  <a:pt x="80037" y="59335"/>
                </a:cubicBezTo>
                <a:cubicBezTo>
                  <a:pt x="80145" y="59280"/>
                  <a:pt x="80271" y="59253"/>
                  <a:pt x="80399" y="59253"/>
                </a:cubicBezTo>
                <a:cubicBezTo>
                  <a:pt x="80426" y="59253"/>
                  <a:pt x="80453" y="59254"/>
                  <a:pt x="80479" y="59257"/>
                </a:cubicBezTo>
                <a:cubicBezTo>
                  <a:pt x="80388" y="59295"/>
                  <a:pt x="80297" y="59347"/>
                  <a:pt x="80206" y="59387"/>
                </a:cubicBezTo>
                <a:cubicBezTo>
                  <a:pt x="80284" y="59361"/>
                  <a:pt x="80375" y="59347"/>
                  <a:pt x="80466" y="59347"/>
                </a:cubicBezTo>
                <a:cubicBezTo>
                  <a:pt x="80362" y="59387"/>
                  <a:pt x="80271" y="59439"/>
                  <a:pt x="80193" y="59503"/>
                </a:cubicBezTo>
                <a:cubicBezTo>
                  <a:pt x="80310" y="59477"/>
                  <a:pt x="80453" y="59425"/>
                  <a:pt x="80570" y="59399"/>
                </a:cubicBezTo>
                <a:lnTo>
                  <a:pt x="80570" y="59399"/>
                </a:lnTo>
                <a:cubicBezTo>
                  <a:pt x="80505" y="59439"/>
                  <a:pt x="80440" y="59491"/>
                  <a:pt x="80362" y="59529"/>
                </a:cubicBezTo>
                <a:cubicBezTo>
                  <a:pt x="80453" y="59503"/>
                  <a:pt x="80518" y="59503"/>
                  <a:pt x="80609" y="59491"/>
                </a:cubicBezTo>
                <a:lnTo>
                  <a:pt x="80609" y="59491"/>
                </a:lnTo>
                <a:cubicBezTo>
                  <a:pt x="80479" y="59543"/>
                  <a:pt x="80349" y="59621"/>
                  <a:pt x="80258" y="59725"/>
                </a:cubicBezTo>
                <a:cubicBezTo>
                  <a:pt x="80375" y="59633"/>
                  <a:pt x="80518" y="59581"/>
                  <a:pt x="80648" y="59555"/>
                </a:cubicBezTo>
                <a:lnTo>
                  <a:pt x="80648" y="59555"/>
                </a:lnTo>
                <a:cubicBezTo>
                  <a:pt x="80557" y="59607"/>
                  <a:pt x="80453" y="59673"/>
                  <a:pt x="80375" y="59751"/>
                </a:cubicBezTo>
                <a:cubicBezTo>
                  <a:pt x="80362" y="59725"/>
                  <a:pt x="80349" y="59712"/>
                  <a:pt x="80336" y="59686"/>
                </a:cubicBezTo>
                <a:lnTo>
                  <a:pt x="80336" y="59686"/>
                </a:lnTo>
                <a:cubicBezTo>
                  <a:pt x="80349" y="59712"/>
                  <a:pt x="80349" y="59738"/>
                  <a:pt x="80362" y="59764"/>
                </a:cubicBezTo>
                <a:cubicBezTo>
                  <a:pt x="80336" y="59790"/>
                  <a:pt x="80323" y="59803"/>
                  <a:pt x="80310" y="59829"/>
                </a:cubicBezTo>
                <a:cubicBezTo>
                  <a:pt x="80323" y="59816"/>
                  <a:pt x="80349" y="59803"/>
                  <a:pt x="80362" y="59790"/>
                </a:cubicBezTo>
                <a:cubicBezTo>
                  <a:pt x="80375" y="59842"/>
                  <a:pt x="80401" y="59894"/>
                  <a:pt x="80427" y="59933"/>
                </a:cubicBezTo>
                <a:lnTo>
                  <a:pt x="80414" y="59933"/>
                </a:lnTo>
                <a:cubicBezTo>
                  <a:pt x="80388" y="59894"/>
                  <a:pt x="80349" y="59868"/>
                  <a:pt x="80310" y="59829"/>
                </a:cubicBezTo>
                <a:cubicBezTo>
                  <a:pt x="80180" y="59712"/>
                  <a:pt x="80023" y="59607"/>
                  <a:pt x="79867" y="59543"/>
                </a:cubicBezTo>
                <a:lnTo>
                  <a:pt x="79867" y="59543"/>
                </a:lnTo>
                <a:cubicBezTo>
                  <a:pt x="79985" y="59660"/>
                  <a:pt x="80101" y="59764"/>
                  <a:pt x="80219" y="59881"/>
                </a:cubicBezTo>
                <a:cubicBezTo>
                  <a:pt x="80049" y="59738"/>
                  <a:pt x="79841" y="59633"/>
                  <a:pt x="79633" y="59569"/>
                </a:cubicBezTo>
                <a:lnTo>
                  <a:pt x="79633" y="59569"/>
                </a:lnTo>
                <a:lnTo>
                  <a:pt x="79905" y="59750"/>
                </a:lnTo>
                <a:lnTo>
                  <a:pt x="79905" y="59750"/>
                </a:lnTo>
                <a:cubicBezTo>
                  <a:pt x="79671" y="59594"/>
                  <a:pt x="79398" y="59503"/>
                  <a:pt x="79113" y="59477"/>
                </a:cubicBezTo>
                <a:lnTo>
                  <a:pt x="79113" y="59477"/>
                </a:lnTo>
                <a:cubicBezTo>
                  <a:pt x="79282" y="59529"/>
                  <a:pt x="79438" y="59607"/>
                  <a:pt x="79581" y="59712"/>
                </a:cubicBezTo>
                <a:cubicBezTo>
                  <a:pt x="79412" y="59633"/>
                  <a:pt x="79230" y="59595"/>
                  <a:pt x="79048" y="59581"/>
                </a:cubicBezTo>
                <a:lnTo>
                  <a:pt x="79048" y="59581"/>
                </a:lnTo>
                <a:cubicBezTo>
                  <a:pt x="79152" y="59607"/>
                  <a:pt x="79256" y="59647"/>
                  <a:pt x="79347" y="59699"/>
                </a:cubicBezTo>
                <a:cubicBezTo>
                  <a:pt x="79269" y="59686"/>
                  <a:pt x="79204" y="59660"/>
                  <a:pt x="79126" y="59647"/>
                </a:cubicBezTo>
                <a:lnTo>
                  <a:pt x="79126" y="59647"/>
                </a:lnTo>
                <a:cubicBezTo>
                  <a:pt x="79178" y="59673"/>
                  <a:pt x="79217" y="59686"/>
                  <a:pt x="79269" y="59712"/>
                </a:cubicBezTo>
                <a:cubicBezTo>
                  <a:pt x="79124" y="59664"/>
                  <a:pt x="78973" y="59637"/>
                  <a:pt x="78824" y="59637"/>
                </a:cubicBezTo>
                <a:cubicBezTo>
                  <a:pt x="78772" y="59637"/>
                  <a:pt x="78721" y="59640"/>
                  <a:pt x="78670" y="59647"/>
                </a:cubicBezTo>
                <a:cubicBezTo>
                  <a:pt x="78748" y="59647"/>
                  <a:pt x="78814" y="59660"/>
                  <a:pt x="78878" y="59699"/>
                </a:cubicBezTo>
                <a:cubicBezTo>
                  <a:pt x="78776" y="59687"/>
                  <a:pt x="78663" y="59676"/>
                  <a:pt x="78557" y="59664"/>
                </a:cubicBezTo>
                <a:lnTo>
                  <a:pt x="78557" y="59664"/>
                </a:lnTo>
                <a:cubicBezTo>
                  <a:pt x="78577" y="59668"/>
                  <a:pt x="78595" y="59673"/>
                  <a:pt x="78618" y="59673"/>
                </a:cubicBezTo>
                <a:lnTo>
                  <a:pt x="78320" y="59710"/>
                </a:lnTo>
                <a:lnTo>
                  <a:pt x="78320" y="59710"/>
                </a:lnTo>
                <a:cubicBezTo>
                  <a:pt x="78338" y="59708"/>
                  <a:pt x="78355" y="59707"/>
                  <a:pt x="78372" y="59707"/>
                </a:cubicBezTo>
                <a:cubicBezTo>
                  <a:pt x="78436" y="59707"/>
                  <a:pt x="78495" y="59721"/>
                  <a:pt x="78554" y="59751"/>
                </a:cubicBezTo>
                <a:cubicBezTo>
                  <a:pt x="78510" y="59745"/>
                  <a:pt x="78466" y="59742"/>
                  <a:pt x="78424" y="59742"/>
                </a:cubicBezTo>
                <a:cubicBezTo>
                  <a:pt x="78364" y="59742"/>
                  <a:pt x="78307" y="59748"/>
                  <a:pt x="78254" y="59764"/>
                </a:cubicBezTo>
                <a:cubicBezTo>
                  <a:pt x="78332" y="59764"/>
                  <a:pt x="78397" y="59777"/>
                  <a:pt x="78476" y="59777"/>
                </a:cubicBezTo>
                <a:cubicBezTo>
                  <a:pt x="78462" y="59777"/>
                  <a:pt x="78450" y="59790"/>
                  <a:pt x="78436" y="59803"/>
                </a:cubicBezTo>
                <a:cubicBezTo>
                  <a:pt x="78476" y="59803"/>
                  <a:pt x="78502" y="59803"/>
                  <a:pt x="78528" y="59790"/>
                </a:cubicBezTo>
                <a:lnTo>
                  <a:pt x="78528" y="59790"/>
                </a:lnTo>
                <a:cubicBezTo>
                  <a:pt x="78454" y="59864"/>
                  <a:pt x="78380" y="59926"/>
                  <a:pt x="78316" y="59988"/>
                </a:cubicBezTo>
                <a:lnTo>
                  <a:pt x="78316" y="59988"/>
                </a:lnTo>
                <a:cubicBezTo>
                  <a:pt x="78419" y="59890"/>
                  <a:pt x="78545" y="59841"/>
                  <a:pt x="78684" y="59829"/>
                </a:cubicBezTo>
                <a:lnTo>
                  <a:pt x="78684" y="59829"/>
                </a:lnTo>
                <a:cubicBezTo>
                  <a:pt x="78658" y="59842"/>
                  <a:pt x="78632" y="59868"/>
                  <a:pt x="78606" y="59894"/>
                </a:cubicBezTo>
                <a:cubicBezTo>
                  <a:pt x="78658" y="59881"/>
                  <a:pt x="78696" y="59868"/>
                  <a:pt x="78748" y="59855"/>
                </a:cubicBezTo>
                <a:lnTo>
                  <a:pt x="78748" y="59855"/>
                </a:lnTo>
                <a:lnTo>
                  <a:pt x="78618" y="59985"/>
                </a:lnTo>
                <a:cubicBezTo>
                  <a:pt x="78710" y="59946"/>
                  <a:pt x="78814" y="59907"/>
                  <a:pt x="78904" y="59868"/>
                </a:cubicBezTo>
                <a:lnTo>
                  <a:pt x="78904" y="59868"/>
                </a:lnTo>
                <a:cubicBezTo>
                  <a:pt x="78774" y="59959"/>
                  <a:pt x="78658" y="60089"/>
                  <a:pt x="78566" y="60232"/>
                </a:cubicBezTo>
                <a:cubicBezTo>
                  <a:pt x="78748" y="60037"/>
                  <a:pt x="78982" y="59920"/>
                  <a:pt x="79230" y="59881"/>
                </a:cubicBezTo>
                <a:lnTo>
                  <a:pt x="79230" y="59881"/>
                </a:lnTo>
                <a:cubicBezTo>
                  <a:pt x="79165" y="59946"/>
                  <a:pt x="79087" y="59998"/>
                  <a:pt x="79008" y="60063"/>
                </a:cubicBezTo>
                <a:lnTo>
                  <a:pt x="79165" y="60011"/>
                </a:lnTo>
                <a:lnTo>
                  <a:pt x="79165" y="60011"/>
                </a:lnTo>
                <a:lnTo>
                  <a:pt x="79022" y="60154"/>
                </a:lnTo>
                <a:cubicBezTo>
                  <a:pt x="79087" y="60102"/>
                  <a:pt x="79165" y="60063"/>
                  <a:pt x="79243" y="60037"/>
                </a:cubicBezTo>
                <a:lnTo>
                  <a:pt x="79243" y="60037"/>
                </a:lnTo>
                <a:cubicBezTo>
                  <a:pt x="79100" y="60128"/>
                  <a:pt x="78982" y="60232"/>
                  <a:pt x="78866" y="60362"/>
                </a:cubicBezTo>
                <a:cubicBezTo>
                  <a:pt x="79035" y="60206"/>
                  <a:pt x="79256" y="60102"/>
                  <a:pt x="79477" y="60050"/>
                </a:cubicBezTo>
                <a:lnTo>
                  <a:pt x="79477" y="60050"/>
                </a:lnTo>
                <a:cubicBezTo>
                  <a:pt x="79386" y="60102"/>
                  <a:pt x="79308" y="60168"/>
                  <a:pt x="79230" y="60246"/>
                </a:cubicBezTo>
                <a:cubicBezTo>
                  <a:pt x="79308" y="60206"/>
                  <a:pt x="79373" y="60168"/>
                  <a:pt x="79438" y="60141"/>
                </a:cubicBezTo>
                <a:lnTo>
                  <a:pt x="79438" y="60141"/>
                </a:lnTo>
                <a:cubicBezTo>
                  <a:pt x="79334" y="60206"/>
                  <a:pt x="79243" y="60298"/>
                  <a:pt x="79178" y="60414"/>
                </a:cubicBezTo>
                <a:cubicBezTo>
                  <a:pt x="79282" y="60310"/>
                  <a:pt x="79399" y="60220"/>
                  <a:pt x="79543" y="60180"/>
                </a:cubicBezTo>
                <a:lnTo>
                  <a:pt x="79543" y="60180"/>
                </a:lnTo>
                <a:cubicBezTo>
                  <a:pt x="79438" y="60246"/>
                  <a:pt x="79373" y="60324"/>
                  <a:pt x="79321" y="60428"/>
                </a:cubicBezTo>
                <a:cubicBezTo>
                  <a:pt x="79477" y="60298"/>
                  <a:pt x="79685" y="60206"/>
                  <a:pt x="79893" y="60180"/>
                </a:cubicBezTo>
                <a:lnTo>
                  <a:pt x="79893" y="60180"/>
                </a:lnTo>
                <a:cubicBezTo>
                  <a:pt x="79815" y="60232"/>
                  <a:pt x="79737" y="60284"/>
                  <a:pt x="79659" y="60350"/>
                </a:cubicBezTo>
                <a:cubicBezTo>
                  <a:pt x="79737" y="60298"/>
                  <a:pt x="79815" y="60258"/>
                  <a:pt x="79919" y="60232"/>
                </a:cubicBezTo>
                <a:lnTo>
                  <a:pt x="79919" y="60232"/>
                </a:lnTo>
                <a:cubicBezTo>
                  <a:pt x="79777" y="60336"/>
                  <a:pt x="79647" y="60454"/>
                  <a:pt x="79529" y="60570"/>
                </a:cubicBezTo>
                <a:cubicBezTo>
                  <a:pt x="79699" y="60414"/>
                  <a:pt x="79907" y="60298"/>
                  <a:pt x="80141" y="60272"/>
                </a:cubicBezTo>
                <a:lnTo>
                  <a:pt x="80141" y="60272"/>
                </a:lnTo>
                <a:cubicBezTo>
                  <a:pt x="80023" y="60336"/>
                  <a:pt x="79907" y="60402"/>
                  <a:pt x="79803" y="60466"/>
                </a:cubicBezTo>
                <a:cubicBezTo>
                  <a:pt x="79890" y="60412"/>
                  <a:pt x="79995" y="60385"/>
                  <a:pt x="80104" y="60385"/>
                </a:cubicBezTo>
                <a:cubicBezTo>
                  <a:pt x="80125" y="60385"/>
                  <a:pt x="80146" y="60386"/>
                  <a:pt x="80167" y="60388"/>
                </a:cubicBezTo>
                <a:cubicBezTo>
                  <a:pt x="79945" y="60440"/>
                  <a:pt x="79725" y="60570"/>
                  <a:pt x="79595" y="60753"/>
                </a:cubicBezTo>
                <a:cubicBezTo>
                  <a:pt x="79789" y="60596"/>
                  <a:pt x="80453" y="60362"/>
                  <a:pt x="80700" y="60324"/>
                </a:cubicBezTo>
                <a:cubicBezTo>
                  <a:pt x="80700" y="60324"/>
                  <a:pt x="80766" y="60362"/>
                  <a:pt x="80830" y="60440"/>
                </a:cubicBezTo>
                <a:cubicBezTo>
                  <a:pt x="80830" y="60440"/>
                  <a:pt x="80830" y="60454"/>
                  <a:pt x="80818" y="60454"/>
                </a:cubicBezTo>
                <a:cubicBezTo>
                  <a:pt x="80804" y="60506"/>
                  <a:pt x="80804" y="60570"/>
                  <a:pt x="80818" y="60622"/>
                </a:cubicBezTo>
                <a:cubicBezTo>
                  <a:pt x="80688" y="60648"/>
                  <a:pt x="80557" y="60674"/>
                  <a:pt x="80440" y="60714"/>
                </a:cubicBezTo>
                <a:cubicBezTo>
                  <a:pt x="80317" y="60677"/>
                  <a:pt x="80195" y="60687"/>
                  <a:pt x="80127" y="60645"/>
                </a:cubicBezTo>
                <a:lnTo>
                  <a:pt x="80127" y="60645"/>
                </a:lnTo>
                <a:cubicBezTo>
                  <a:pt x="80162" y="60670"/>
                  <a:pt x="80197" y="60703"/>
                  <a:pt x="80232" y="60727"/>
                </a:cubicBezTo>
                <a:cubicBezTo>
                  <a:pt x="80186" y="60714"/>
                  <a:pt x="80139" y="60709"/>
                  <a:pt x="80092" y="60709"/>
                </a:cubicBezTo>
                <a:cubicBezTo>
                  <a:pt x="79992" y="60709"/>
                  <a:pt x="79891" y="60735"/>
                  <a:pt x="79803" y="60779"/>
                </a:cubicBezTo>
                <a:cubicBezTo>
                  <a:pt x="79881" y="60779"/>
                  <a:pt x="79997" y="60753"/>
                  <a:pt x="80075" y="60753"/>
                </a:cubicBezTo>
                <a:cubicBezTo>
                  <a:pt x="79867" y="60766"/>
                  <a:pt x="79621" y="60896"/>
                  <a:pt x="79451" y="61026"/>
                </a:cubicBezTo>
                <a:cubicBezTo>
                  <a:pt x="79555" y="61000"/>
                  <a:pt x="79659" y="60987"/>
                  <a:pt x="79763" y="60961"/>
                </a:cubicBezTo>
                <a:lnTo>
                  <a:pt x="79763" y="60961"/>
                </a:lnTo>
                <a:cubicBezTo>
                  <a:pt x="79555" y="61026"/>
                  <a:pt x="79347" y="61143"/>
                  <a:pt x="79204" y="61313"/>
                </a:cubicBezTo>
                <a:lnTo>
                  <a:pt x="79516" y="61156"/>
                </a:lnTo>
                <a:lnTo>
                  <a:pt x="79516" y="61156"/>
                </a:lnTo>
                <a:cubicBezTo>
                  <a:pt x="79373" y="61261"/>
                  <a:pt x="79230" y="61351"/>
                  <a:pt x="79087" y="61455"/>
                </a:cubicBezTo>
                <a:cubicBezTo>
                  <a:pt x="79124" y="61430"/>
                  <a:pt x="79185" y="61442"/>
                  <a:pt x="79248" y="61431"/>
                </a:cubicBezTo>
                <a:lnTo>
                  <a:pt x="79248" y="61431"/>
                </a:lnTo>
                <a:cubicBezTo>
                  <a:pt x="79238" y="61434"/>
                  <a:pt x="79230" y="61443"/>
                  <a:pt x="79230" y="61443"/>
                </a:cubicBezTo>
                <a:cubicBezTo>
                  <a:pt x="78996" y="61625"/>
                  <a:pt x="78774" y="61807"/>
                  <a:pt x="78606" y="62054"/>
                </a:cubicBezTo>
                <a:cubicBezTo>
                  <a:pt x="78722" y="61963"/>
                  <a:pt x="78826" y="61872"/>
                  <a:pt x="78930" y="61781"/>
                </a:cubicBezTo>
                <a:lnTo>
                  <a:pt x="78930" y="61781"/>
                </a:lnTo>
                <a:cubicBezTo>
                  <a:pt x="78774" y="61963"/>
                  <a:pt x="78632" y="62145"/>
                  <a:pt x="78502" y="62354"/>
                </a:cubicBezTo>
                <a:cubicBezTo>
                  <a:pt x="78554" y="62288"/>
                  <a:pt x="78618" y="62223"/>
                  <a:pt x="78670" y="62145"/>
                </a:cubicBezTo>
                <a:lnTo>
                  <a:pt x="78670" y="62145"/>
                </a:lnTo>
                <a:cubicBezTo>
                  <a:pt x="78580" y="62301"/>
                  <a:pt x="78502" y="62470"/>
                  <a:pt x="78476" y="62640"/>
                </a:cubicBezTo>
                <a:lnTo>
                  <a:pt x="78592" y="62444"/>
                </a:lnTo>
                <a:lnTo>
                  <a:pt x="78592" y="62444"/>
                </a:lnTo>
                <a:cubicBezTo>
                  <a:pt x="78580" y="62496"/>
                  <a:pt x="78580" y="62548"/>
                  <a:pt x="78566" y="62614"/>
                </a:cubicBezTo>
                <a:cubicBezTo>
                  <a:pt x="78592" y="62562"/>
                  <a:pt x="78606" y="62510"/>
                  <a:pt x="78632" y="62458"/>
                </a:cubicBezTo>
                <a:lnTo>
                  <a:pt x="78670" y="62652"/>
                </a:lnTo>
                <a:cubicBezTo>
                  <a:pt x="78684" y="62574"/>
                  <a:pt x="78696" y="62444"/>
                  <a:pt x="78710" y="62354"/>
                </a:cubicBezTo>
                <a:cubicBezTo>
                  <a:pt x="78736" y="62458"/>
                  <a:pt x="78774" y="62574"/>
                  <a:pt x="78800" y="62678"/>
                </a:cubicBezTo>
                <a:cubicBezTo>
                  <a:pt x="78814" y="62522"/>
                  <a:pt x="78826" y="62327"/>
                  <a:pt x="78840" y="62184"/>
                </a:cubicBezTo>
                <a:cubicBezTo>
                  <a:pt x="78840" y="62340"/>
                  <a:pt x="78892" y="62496"/>
                  <a:pt x="79008" y="62626"/>
                </a:cubicBezTo>
                <a:cubicBezTo>
                  <a:pt x="78944" y="62510"/>
                  <a:pt x="78904" y="62366"/>
                  <a:pt x="78892" y="62223"/>
                </a:cubicBezTo>
                <a:lnTo>
                  <a:pt x="78892" y="62223"/>
                </a:lnTo>
                <a:cubicBezTo>
                  <a:pt x="78941" y="62309"/>
                  <a:pt x="78990" y="62395"/>
                  <a:pt x="79027" y="62480"/>
                </a:cubicBezTo>
                <a:lnTo>
                  <a:pt x="79027" y="62480"/>
                </a:lnTo>
                <a:cubicBezTo>
                  <a:pt x="78980" y="62367"/>
                  <a:pt x="78956" y="62244"/>
                  <a:pt x="78956" y="62132"/>
                </a:cubicBezTo>
                <a:lnTo>
                  <a:pt x="78956" y="62132"/>
                </a:lnTo>
                <a:cubicBezTo>
                  <a:pt x="79005" y="62252"/>
                  <a:pt x="79075" y="62373"/>
                  <a:pt x="79158" y="62473"/>
                </a:cubicBezTo>
                <a:lnTo>
                  <a:pt x="79158" y="62473"/>
                </a:lnTo>
                <a:cubicBezTo>
                  <a:pt x="79055" y="62345"/>
                  <a:pt x="79009" y="62174"/>
                  <a:pt x="79022" y="62015"/>
                </a:cubicBezTo>
                <a:lnTo>
                  <a:pt x="79022" y="62015"/>
                </a:lnTo>
                <a:cubicBezTo>
                  <a:pt x="79061" y="62080"/>
                  <a:pt x="79087" y="62119"/>
                  <a:pt x="79113" y="62197"/>
                </a:cubicBezTo>
                <a:cubicBezTo>
                  <a:pt x="79087" y="62106"/>
                  <a:pt x="79087" y="62015"/>
                  <a:pt x="79100" y="61937"/>
                </a:cubicBezTo>
                <a:lnTo>
                  <a:pt x="79100" y="61937"/>
                </a:lnTo>
                <a:cubicBezTo>
                  <a:pt x="79152" y="62093"/>
                  <a:pt x="79230" y="62223"/>
                  <a:pt x="79334" y="62354"/>
                </a:cubicBezTo>
                <a:cubicBezTo>
                  <a:pt x="79269" y="62197"/>
                  <a:pt x="79243" y="62054"/>
                  <a:pt x="79230" y="61898"/>
                </a:cubicBezTo>
                <a:lnTo>
                  <a:pt x="79230" y="61898"/>
                </a:lnTo>
                <a:cubicBezTo>
                  <a:pt x="79256" y="61976"/>
                  <a:pt x="79295" y="62041"/>
                  <a:pt x="79321" y="62132"/>
                </a:cubicBezTo>
                <a:cubicBezTo>
                  <a:pt x="79295" y="62041"/>
                  <a:pt x="79282" y="61950"/>
                  <a:pt x="79282" y="61846"/>
                </a:cubicBezTo>
                <a:lnTo>
                  <a:pt x="79282" y="61846"/>
                </a:lnTo>
                <a:cubicBezTo>
                  <a:pt x="79308" y="61963"/>
                  <a:pt x="79360" y="62080"/>
                  <a:pt x="79425" y="62184"/>
                </a:cubicBezTo>
                <a:cubicBezTo>
                  <a:pt x="79386" y="62041"/>
                  <a:pt x="79386" y="61885"/>
                  <a:pt x="79425" y="61741"/>
                </a:cubicBezTo>
                <a:cubicBezTo>
                  <a:pt x="79438" y="61820"/>
                  <a:pt x="79477" y="61911"/>
                  <a:pt x="79529" y="61989"/>
                </a:cubicBezTo>
                <a:cubicBezTo>
                  <a:pt x="79490" y="61911"/>
                  <a:pt x="79477" y="61807"/>
                  <a:pt x="79503" y="61729"/>
                </a:cubicBezTo>
                <a:lnTo>
                  <a:pt x="79503" y="61729"/>
                </a:lnTo>
                <a:cubicBezTo>
                  <a:pt x="79529" y="61807"/>
                  <a:pt x="79569" y="61898"/>
                  <a:pt x="79621" y="61976"/>
                </a:cubicBezTo>
                <a:cubicBezTo>
                  <a:pt x="79581" y="61846"/>
                  <a:pt x="79555" y="61715"/>
                  <a:pt x="79569" y="61573"/>
                </a:cubicBezTo>
                <a:lnTo>
                  <a:pt x="79569" y="61573"/>
                </a:lnTo>
                <a:cubicBezTo>
                  <a:pt x="79647" y="61715"/>
                  <a:pt x="79737" y="61846"/>
                  <a:pt x="79815" y="61989"/>
                </a:cubicBezTo>
                <a:cubicBezTo>
                  <a:pt x="79737" y="61820"/>
                  <a:pt x="79711" y="61637"/>
                  <a:pt x="79737" y="61469"/>
                </a:cubicBezTo>
                <a:lnTo>
                  <a:pt x="79737" y="61469"/>
                </a:lnTo>
                <a:cubicBezTo>
                  <a:pt x="79777" y="61573"/>
                  <a:pt x="79829" y="61689"/>
                  <a:pt x="79881" y="61793"/>
                </a:cubicBezTo>
                <a:cubicBezTo>
                  <a:pt x="79855" y="61689"/>
                  <a:pt x="79841" y="61585"/>
                  <a:pt x="79855" y="61481"/>
                </a:cubicBezTo>
                <a:lnTo>
                  <a:pt x="79855" y="61481"/>
                </a:lnTo>
                <a:cubicBezTo>
                  <a:pt x="79893" y="61599"/>
                  <a:pt x="79945" y="61703"/>
                  <a:pt x="80023" y="61807"/>
                </a:cubicBezTo>
                <a:cubicBezTo>
                  <a:pt x="79997" y="61663"/>
                  <a:pt x="79945" y="61495"/>
                  <a:pt x="79907" y="61365"/>
                </a:cubicBezTo>
                <a:lnTo>
                  <a:pt x="79907" y="61365"/>
                </a:lnTo>
                <a:cubicBezTo>
                  <a:pt x="79959" y="61443"/>
                  <a:pt x="80011" y="61521"/>
                  <a:pt x="80049" y="61599"/>
                </a:cubicBezTo>
                <a:cubicBezTo>
                  <a:pt x="80023" y="61495"/>
                  <a:pt x="80023" y="61417"/>
                  <a:pt x="80023" y="61313"/>
                </a:cubicBezTo>
                <a:lnTo>
                  <a:pt x="80023" y="61313"/>
                </a:lnTo>
                <a:cubicBezTo>
                  <a:pt x="80075" y="61469"/>
                  <a:pt x="80167" y="61625"/>
                  <a:pt x="80284" y="61729"/>
                </a:cubicBezTo>
                <a:cubicBezTo>
                  <a:pt x="80180" y="61599"/>
                  <a:pt x="80128" y="61429"/>
                  <a:pt x="80101" y="61261"/>
                </a:cubicBezTo>
                <a:lnTo>
                  <a:pt x="80101" y="61261"/>
                </a:lnTo>
                <a:cubicBezTo>
                  <a:pt x="80180" y="61443"/>
                  <a:pt x="80297" y="61599"/>
                  <a:pt x="80440" y="61729"/>
                </a:cubicBezTo>
                <a:cubicBezTo>
                  <a:pt x="80336" y="61573"/>
                  <a:pt x="80258" y="61417"/>
                  <a:pt x="80206" y="61247"/>
                </a:cubicBezTo>
                <a:lnTo>
                  <a:pt x="80206" y="61247"/>
                </a:lnTo>
                <a:cubicBezTo>
                  <a:pt x="80245" y="61351"/>
                  <a:pt x="80310" y="61429"/>
                  <a:pt x="80388" y="61507"/>
                </a:cubicBezTo>
                <a:cubicBezTo>
                  <a:pt x="80349" y="61403"/>
                  <a:pt x="80310" y="61287"/>
                  <a:pt x="80271" y="61182"/>
                </a:cubicBezTo>
                <a:lnTo>
                  <a:pt x="80271" y="61182"/>
                </a:lnTo>
                <a:cubicBezTo>
                  <a:pt x="80336" y="61339"/>
                  <a:pt x="80453" y="61481"/>
                  <a:pt x="80583" y="61599"/>
                </a:cubicBezTo>
                <a:cubicBezTo>
                  <a:pt x="80440" y="61729"/>
                  <a:pt x="80323" y="61885"/>
                  <a:pt x="80219" y="62054"/>
                </a:cubicBezTo>
                <a:cubicBezTo>
                  <a:pt x="79919" y="62536"/>
                  <a:pt x="79777" y="63095"/>
                  <a:pt x="79815" y="63655"/>
                </a:cubicBezTo>
                <a:cubicBezTo>
                  <a:pt x="79867" y="63719"/>
                  <a:pt x="79919" y="63797"/>
                  <a:pt x="79971" y="63875"/>
                </a:cubicBezTo>
                <a:cubicBezTo>
                  <a:pt x="79945" y="63785"/>
                  <a:pt x="79907" y="63667"/>
                  <a:pt x="79881" y="63589"/>
                </a:cubicBezTo>
                <a:lnTo>
                  <a:pt x="79881" y="63589"/>
                </a:lnTo>
                <a:cubicBezTo>
                  <a:pt x="79945" y="63667"/>
                  <a:pt x="80023" y="63745"/>
                  <a:pt x="80089" y="63837"/>
                </a:cubicBezTo>
                <a:cubicBezTo>
                  <a:pt x="80049" y="63693"/>
                  <a:pt x="79971" y="63525"/>
                  <a:pt x="79919" y="63381"/>
                </a:cubicBezTo>
                <a:lnTo>
                  <a:pt x="79919" y="63381"/>
                </a:lnTo>
                <a:cubicBezTo>
                  <a:pt x="79997" y="63537"/>
                  <a:pt x="80101" y="63641"/>
                  <a:pt x="80245" y="63707"/>
                </a:cubicBezTo>
                <a:cubicBezTo>
                  <a:pt x="80141" y="63629"/>
                  <a:pt x="80063" y="63525"/>
                  <a:pt x="79997" y="63407"/>
                </a:cubicBezTo>
                <a:lnTo>
                  <a:pt x="79997" y="63407"/>
                </a:lnTo>
                <a:cubicBezTo>
                  <a:pt x="80075" y="63459"/>
                  <a:pt x="80154" y="63525"/>
                  <a:pt x="80232" y="63577"/>
                </a:cubicBezTo>
                <a:cubicBezTo>
                  <a:pt x="80128" y="63499"/>
                  <a:pt x="80049" y="63407"/>
                  <a:pt x="79997" y="63303"/>
                </a:cubicBezTo>
                <a:lnTo>
                  <a:pt x="79997" y="63303"/>
                </a:lnTo>
                <a:cubicBezTo>
                  <a:pt x="80101" y="63394"/>
                  <a:pt x="80219" y="63473"/>
                  <a:pt x="80349" y="63525"/>
                </a:cubicBezTo>
                <a:cubicBezTo>
                  <a:pt x="80193" y="63459"/>
                  <a:pt x="80075" y="63329"/>
                  <a:pt x="80023" y="63173"/>
                </a:cubicBezTo>
                <a:lnTo>
                  <a:pt x="80023" y="63173"/>
                </a:lnTo>
                <a:cubicBezTo>
                  <a:pt x="80075" y="63212"/>
                  <a:pt x="80115" y="63238"/>
                  <a:pt x="80167" y="63290"/>
                </a:cubicBezTo>
                <a:cubicBezTo>
                  <a:pt x="80115" y="63225"/>
                  <a:pt x="80075" y="63147"/>
                  <a:pt x="80049" y="63069"/>
                </a:cubicBezTo>
                <a:lnTo>
                  <a:pt x="80049" y="63069"/>
                </a:lnTo>
                <a:cubicBezTo>
                  <a:pt x="80154" y="63186"/>
                  <a:pt x="80284" y="63264"/>
                  <a:pt x="80414" y="63329"/>
                </a:cubicBezTo>
                <a:cubicBezTo>
                  <a:pt x="80310" y="63225"/>
                  <a:pt x="80219" y="63108"/>
                  <a:pt x="80154" y="62978"/>
                </a:cubicBezTo>
                <a:lnTo>
                  <a:pt x="80154" y="62978"/>
                </a:lnTo>
                <a:cubicBezTo>
                  <a:pt x="80206" y="63043"/>
                  <a:pt x="80271" y="63082"/>
                  <a:pt x="80323" y="63147"/>
                </a:cubicBezTo>
                <a:cubicBezTo>
                  <a:pt x="80271" y="63082"/>
                  <a:pt x="80219" y="63004"/>
                  <a:pt x="80180" y="62926"/>
                </a:cubicBezTo>
                <a:lnTo>
                  <a:pt x="80180" y="62926"/>
                </a:lnTo>
                <a:cubicBezTo>
                  <a:pt x="80245" y="63017"/>
                  <a:pt x="80336" y="63095"/>
                  <a:pt x="80427" y="63147"/>
                </a:cubicBezTo>
                <a:cubicBezTo>
                  <a:pt x="80336" y="63043"/>
                  <a:pt x="80284" y="62913"/>
                  <a:pt x="80245" y="62770"/>
                </a:cubicBezTo>
                <a:lnTo>
                  <a:pt x="80245" y="62770"/>
                </a:lnTo>
                <a:cubicBezTo>
                  <a:pt x="80310" y="62834"/>
                  <a:pt x="80375" y="62886"/>
                  <a:pt x="80440" y="62939"/>
                </a:cubicBezTo>
                <a:cubicBezTo>
                  <a:pt x="80375" y="62886"/>
                  <a:pt x="80323" y="62808"/>
                  <a:pt x="80310" y="62718"/>
                </a:cubicBezTo>
                <a:lnTo>
                  <a:pt x="80310" y="62718"/>
                </a:lnTo>
                <a:cubicBezTo>
                  <a:pt x="80375" y="62782"/>
                  <a:pt x="80440" y="62848"/>
                  <a:pt x="80518" y="62886"/>
                </a:cubicBezTo>
                <a:cubicBezTo>
                  <a:pt x="80427" y="62796"/>
                  <a:pt x="80362" y="62692"/>
                  <a:pt x="80310" y="62574"/>
                </a:cubicBezTo>
                <a:lnTo>
                  <a:pt x="80310" y="62574"/>
                </a:lnTo>
                <a:cubicBezTo>
                  <a:pt x="80440" y="62652"/>
                  <a:pt x="80570" y="62744"/>
                  <a:pt x="80688" y="62822"/>
                </a:cubicBezTo>
                <a:cubicBezTo>
                  <a:pt x="80557" y="62718"/>
                  <a:pt x="80466" y="62562"/>
                  <a:pt x="80401" y="62406"/>
                </a:cubicBezTo>
                <a:lnTo>
                  <a:pt x="80401" y="62406"/>
                </a:lnTo>
                <a:cubicBezTo>
                  <a:pt x="80492" y="62484"/>
                  <a:pt x="80583" y="62548"/>
                  <a:pt x="80674" y="62626"/>
                </a:cubicBezTo>
                <a:cubicBezTo>
                  <a:pt x="80609" y="62548"/>
                  <a:pt x="80557" y="62458"/>
                  <a:pt x="80518" y="62366"/>
                </a:cubicBezTo>
                <a:lnTo>
                  <a:pt x="80518" y="62366"/>
                </a:lnTo>
                <a:cubicBezTo>
                  <a:pt x="80596" y="62458"/>
                  <a:pt x="80700" y="62522"/>
                  <a:pt x="80804" y="62574"/>
                </a:cubicBezTo>
                <a:cubicBezTo>
                  <a:pt x="80714" y="62470"/>
                  <a:pt x="80609" y="62340"/>
                  <a:pt x="80518" y="62236"/>
                </a:cubicBezTo>
                <a:lnTo>
                  <a:pt x="80518" y="62236"/>
                </a:lnTo>
                <a:cubicBezTo>
                  <a:pt x="80596" y="62288"/>
                  <a:pt x="80674" y="62340"/>
                  <a:pt x="80740" y="62392"/>
                </a:cubicBezTo>
                <a:cubicBezTo>
                  <a:pt x="80674" y="62314"/>
                  <a:pt x="80648" y="62249"/>
                  <a:pt x="80596" y="62158"/>
                </a:cubicBezTo>
                <a:lnTo>
                  <a:pt x="80596" y="62158"/>
                </a:lnTo>
                <a:cubicBezTo>
                  <a:pt x="80700" y="62275"/>
                  <a:pt x="80844" y="62366"/>
                  <a:pt x="81000" y="62418"/>
                </a:cubicBezTo>
                <a:cubicBezTo>
                  <a:pt x="80856" y="62340"/>
                  <a:pt x="80740" y="62210"/>
                  <a:pt x="80648" y="62080"/>
                </a:cubicBezTo>
                <a:lnTo>
                  <a:pt x="80648" y="62080"/>
                </a:lnTo>
                <a:cubicBezTo>
                  <a:pt x="80778" y="62197"/>
                  <a:pt x="80948" y="62288"/>
                  <a:pt x="81130" y="62340"/>
                </a:cubicBezTo>
                <a:cubicBezTo>
                  <a:pt x="80986" y="62249"/>
                  <a:pt x="80844" y="62145"/>
                  <a:pt x="80726" y="62028"/>
                </a:cubicBezTo>
                <a:lnTo>
                  <a:pt x="80726" y="62028"/>
                </a:lnTo>
                <a:cubicBezTo>
                  <a:pt x="80804" y="62093"/>
                  <a:pt x="80896" y="62132"/>
                  <a:pt x="81000" y="62171"/>
                </a:cubicBezTo>
                <a:cubicBezTo>
                  <a:pt x="80922" y="62106"/>
                  <a:pt x="80830" y="62015"/>
                  <a:pt x="80752" y="61950"/>
                </a:cubicBezTo>
                <a:lnTo>
                  <a:pt x="80752" y="61950"/>
                </a:lnTo>
                <a:cubicBezTo>
                  <a:pt x="80908" y="62067"/>
                  <a:pt x="81116" y="62171"/>
                  <a:pt x="81312" y="62197"/>
                </a:cubicBezTo>
                <a:cubicBezTo>
                  <a:pt x="81116" y="62119"/>
                  <a:pt x="80934" y="61976"/>
                  <a:pt x="80818" y="61781"/>
                </a:cubicBezTo>
                <a:lnTo>
                  <a:pt x="80818" y="61781"/>
                </a:lnTo>
                <a:cubicBezTo>
                  <a:pt x="80908" y="61885"/>
                  <a:pt x="81038" y="61950"/>
                  <a:pt x="81156" y="61989"/>
                </a:cubicBezTo>
                <a:cubicBezTo>
                  <a:pt x="81078" y="61937"/>
                  <a:pt x="81012" y="61859"/>
                  <a:pt x="80960" y="61793"/>
                </a:cubicBezTo>
                <a:lnTo>
                  <a:pt x="80960" y="61793"/>
                </a:lnTo>
                <a:cubicBezTo>
                  <a:pt x="81064" y="61872"/>
                  <a:pt x="81168" y="61924"/>
                  <a:pt x="81286" y="61950"/>
                </a:cubicBezTo>
                <a:cubicBezTo>
                  <a:pt x="81104" y="61885"/>
                  <a:pt x="80948" y="61741"/>
                  <a:pt x="80870" y="61547"/>
                </a:cubicBezTo>
                <a:lnTo>
                  <a:pt x="80870" y="61547"/>
                </a:lnTo>
                <a:cubicBezTo>
                  <a:pt x="80974" y="61689"/>
                  <a:pt x="81142" y="61781"/>
                  <a:pt x="81312" y="61807"/>
                </a:cubicBezTo>
                <a:cubicBezTo>
                  <a:pt x="81156" y="61781"/>
                  <a:pt x="81000" y="61663"/>
                  <a:pt x="80908" y="61521"/>
                </a:cubicBezTo>
                <a:cubicBezTo>
                  <a:pt x="80974" y="61481"/>
                  <a:pt x="81038" y="61443"/>
                  <a:pt x="81104" y="61443"/>
                </a:cubicBezTo>
                <a:cubicBezTo>
                  <a:pt x="81142" y="61429"/>
                  <a:pt x="81168" y="61429"/>
                  <a:pt x="81195" y="61417"/>
                </a:cubicBezTo>
                <a:lnTo>
                  <a:pt x="81234" y="61377"/>
                </a:lnTo>
                <a:lnTo>
                  <a:pt x="81234" y="61377"/>
                </a:lnTo>
                <a:cubicBezTo>
                  <a:pt x="81221" y="61455"/>
                  <a:pt x="81195" y="61533"/>
                  <a:pt x="81168" y="61611"/>
                </a:cubicBezTo>
                <a:cubicBezTo>
                  <a:pt x="81234" y="61559"/>
                  <a:pt x="81286" y="61507"/>
                  <a:pt x="81325" y="61455"/>
                </a:cubicBezTo>
                <a:cubicBezTo>
                  <a:pt x="81533" y="62886"/>
                  <a:pt x="81507" y="65008"/>
                  <a:pt x="81403" y="66738"/>
                </a:cubicBezTo>
                <a:cubicBezTo>
                  <a:pt x="81299" y="66738"/>
                  <a:pt x="81182" y="66752"/>
                  <a:pt x="81078" y="66764"/>
                </a:cubicBezTo>
                <a:cubicBezTo>
                  <a:pt x="80206" y="66920"/>
                  <a:pt x="79321" y="67194"/>
                  <a:pt x="78514" y="67519"/>
                </a:cubicBezTo>
                <a:cubicBezTo>
                  <a:pt x="77955" y="67740"/>
                  <a:pt x="77409" y="67987"/>
                  <a:pt x="76875" y="68273"/>
                </a:cubicBezTo>
                <a:cubicBezTo>
                  <a:pt x="76576" y="68430"/>
                  <a:pt x="76263" y="68677"/>
                  <a:pt x="75951" y="68846"/>
                </a:cubicBezTo>
                <a:cubicBezTo>
                  <a:pt x="75938" y="67623"/>
                  <a:pt x="75899" y="66387"/>
                  <a:pt x="75821" y="65151"/>
                </a:cubicBezTo>
                <a:lnTo>
                  <a:pt x="75821" y="65151"/>
                </a:lnTo>
                <a:cubicBezTo>
                  <a:pt x="75847" y="65216"/>
                  <a:pt x="75886" y="65281"/>
                  <a:pt x="75912" y="65346"/>
                </a:cubicBezTo>
                <a:cubicBezTo>
                  <a:pt x="75912" y="65255"/>
                  <a:pt x="75912" y="65164"/>
                  <a:pt x="75899" y="65073"/>
                </a:cubicBezTo>
                <a:lnTo>
                  <a:pt x="75899" y="65073"/>
                </a:lnTo>
                <a:cubicBezTo>
                  <a:pt x="75964" y="65151"/>
                  <a:pt x="76003" y="65268"/>
                  <a:pt x="75990" y="65372"/>
                </a:cubicBezTo>
                <a:cubicBezTo>
                  <a:pt x="76094" y="65203"/>
                  <a:pt x="76133" y="64982"/>
                  <a:pt x="76042" y="64800"/>
                </a:cubicBezTo>
                <a:lnTo>
                  <a:pt x="76042" y="64800"/>
                </a:lnTo>
                <a:cubicBezTo>
                  <a:pt x="76224" y="64826"/>
                  <a:pt x="76328" y="64890"/>
                  <a:pt x="76328" y="64890"/>
                </a:cubicBezTo>
                <a:cubicBezTo>
                  <a:pt x="76406" y="65112"/>
                  <a:pt x="76510" y="65775"/>
                  <a:pt x="76458" y="66023"/>
                </a:cubicBezTo>
                <a:cubicBezTo>
                  <a:pt x="76562" y="65827"/>
                  <a:pt x="76576" y="65580"/>
                  <a:pt x="76524" y="65372"/>
                </a:cubicBezTo>
                <a:lnTo>
                  <a:pt x="76524" y="65372"/>
                </a:lnTo>
                <a:cubicBezTo>
                  <a:pt x="76588" y="65476"/>
                  <a:pt x="76614" y="65607"/>
                  <a:pt x="76614" y="65723"/>
                </a:cubicBezTo>
                <a:cubicBezTo>
                  <a:pt x="76628" y="65593"/>
                  <a:pt x="76628" y="65463"/>
                  <a:pt x="76628" y="65346"/>
                </a:cubicBezTo>
                <a:cubicBezTo>
                  <a:pt x="76703" y="65533"/>
                  <a:pt x="76717" y="65757"/>
                  <a:pt x="76649" y="65959"/>
                </a:cubicBezTo>
                <a:lnTo>
                  <a:pt x="76649" y="65959"/>
                </a:lnTo>
                <a:cubicBezTo>
                  <a:pt x="76697" y="65821"/>
                  <a:pt x="76733" y="65662"/>
                  <a:pt x="76758" y="65515"/>
                </a:cubicBezTo>
                <a:cubicBezTo>
                  <a:pt x="76784" y="65606"/>
                  <a:pt x="76796" y="65696"/>
                  <a:pt x="76784" y="65787"/>
                </a:cubicBezTo>
                <a:lnTo>
                  <a:pt x="76784" y="65787"/>
                </a:lnTo>
                <a:lnTo>
                  <a:pt x="76822" y="65502"/>
                </a:lnTo>
                <a:cubicBezTo>
                  <a:pt x="76888" y="65697"/>
                  <a:pt x="76901" y="65905"/>
                  <a:pt x="76862" y="66101"/>
                </a:cubicBezTo>
                <a:cubicBezTo>
                  <a:pt x="76927" y="66009"/>
                  <a:pt x="76966" y="65919"/>
                  <a:pt x="76966" y="65815"/>
                </a:cubicBezTo>
                <a:lnTo>
                  <a:pt x="76966" y="65815"/>
                </a:lnTo>
                <a:cubicBezTo>
                  <a:pt x="77005" y="65945"/>
                  <a:pt x="76992" y="66087"/>
                  <a:pt x="76940" y="66218"/>
                </a:cubicBezTo>
                <a:cubicBezTo>
                  <a:pt x="77005" y="66113"/>
                  <a:pt x="77044" y="65997"/>
                  <a:pt x="77057" y="65879"/>
                </a:cubicBezTo>
                <a:lnTo>
                  <a:pt x="77057" y="66087"/>
                </a:lnTo>
                <a:cubicBezTo>
                  <a:pt x="77083" y="65997"/>
                  <a:pt x="77109" y="65893"/>
                  <a:pt x="77109" y="65801"/>
                </a:cubicBezTo>
                <a:cubicBezTo>
                  <a:pt x="77174" y="66023"/>
                  <a:pt x="77187" y="66257"/>
                  <a:pt x="77213" y="66491"/>
                </a:cubicBezTo>
                <a:lnTo>
                  <a:pt x="77252" y="66139"/>
                </a:lnTo>
                <a:cubicBezTo>
                  <a:pt x="77291" y="66296"/>
                  <a:pt x="77304" y="66465"/>
                  <a:pt x="77291" y="66621"/>
                </a:cubicBezTo>
                <a:cubicBezTo>
                  <a:pt x="77317" y="66478"/>
                  <a:pt x="77330" y="66322"/>
                  <a:pt x="77357" y="66166"/>
                </a:cubicBezTo>
                <a:cubicBezTo>
                  <a:pt x="77369" y="66400"/>
                  <a:pt x="77369" y="66621"/>
                  <a:pt x="77383" y="66842"/>
                </a:cubicBezTo>
                <a:lnTo>
                  <a:pt x="77461" y="66257"/>
                </a:lnTo>
                <a:cubicBezTo>
                  <a:pt x="77499" y="66413"/>
                  <a:pt x="77525" y="66582"/>
                  <a:pt x="77539" y="66764"/>
                </a:cubicBezTo>
                <a:cubicBezTo>
                  <a:pt x="77551" y="66621"/>
                  <a:pt x="77577" y="66478"/>
                  <a:pt x="77591" y="66335"/>
                </a:cubicBezTo>
                <a:cubicBezTo>
                  <a:pt x="77695" y="66517"/>
                  <a:pt x="77747" y="66712"/>
                  <a:pt x="77773" y="66920"/>
                </a:cubicBezTo>
                <a:cubicBezTo>
                  <a:pt x="77785" y="66752"/>
                  <a:pt x="77785" y="66595"/>
                  <a:pt x="77799" y="66439"/>
                </a:cubicBezTo>
                <a:cubicBezTo>
                  <a:pt x="77863" y="66686"/>
                  <a:pt x="77903" y="66960"/>
                  <a:pt x="77915" y="67220"/>
                </a:cubicBezTo>
                <a:cubicBezTo>
                  <a:pt x="77955" y="66920"/>
                  <a:pt x="77955" y="66621"/>
                  <a:pt x="77903" y="66322"/>
                </a:cubicBezTo>
                <a:lnTo>
                  <a:pt x="77903" y="66322"/>
                </a:lnTo>
                <a:cubicBezTo>
                  <a:pt x="77942" y="66361"/>
                  <a:pt x="77981" y="66400"/>
                  <a:pt x="78020" y="66452"/>
                </a:cubicBezTo>
                <a:cubicBezTo>
                  <a:pt x="77981" y="66335"/>
                  <a:pt x="77955" y="66218"/>
                  <a:pt x="77929" y="66101"/>
                </a:cubicBezTo>
                <a:cubicBezTo>
                  <a:pt x="77955" y="66101"/>
                  <a:pt x="77981" y="66101"/>
                  <a:pt x="78007" y="66113"/>
                </a:cubicBezTo>
                <a:cubicBezTo>
                  <a:pt x="77981" y="66101"/>
                  <a:pt x="77863" y="65919"/>
                  <a:pt x="77837" y="65879"/>
                </a:cubicBezTo>
                <a:cubicBezTo>
                  <a:pt x="77773" y="65801"/>
                  <a:pt x="77695" y="65737"/>
                  <a:pt x="77629" y="65659"/>
                </a:cubicBezTo>
                <a:cubicBezTo>
                  <a:pt x="77487" y="65528"/>
                  <a:pt x="77343" y="65398"/>
                  <a:pt x="77161" y="65307"/>
                </a:cubicBezTo>
                <a:lnTo>
                  <a:pt x="77161" y="65307"/>
                </a:lnTo>
                <a:cubicBezTo>
                  <a:pt x="77265" y="65359"/>
                  <a:pt x="77357" y="65398"/>
                  <a:pt x="77461" y="65450"/>
                </a:cubicBezTo>
                <a:cubicBezTo>
                  <a:pt x="77304" y="65294"/>
                  <a:pt x="77122" y="65177"/>
                  <a:pt x="76927" y="65099"/>
                </a:cubicBezTo>
                <a:lnTo>
                  <a:pt x="76927" y="65099"/>
                </a:lnTo>
                <a:cubicBezTo>
                  <a:pt x="77070" y="65138"/>
                  <a:pt x="77213" y="65190"/>
                  <a:pt x="77369" y="65242"/>
                </a:cubicBezTo>
                <a:cubicBezTo>
                  <a:pt x="77239" y="65138"/>
                  <a:pt x="77083" y="65060"/>
                  <a:pt x="76927" y="65008"/>
                </a:cubicBezTo>
                <a:cubicBezTo>
                  <a:pt x="76940" y="64982"/>
                  <a:pt x="76953" y="64956"/>
                  <a:pt x="76953" y="64930"/>
                </a:cubicBezTo>
                <a:cubicBezTo>
                  <a:pt x="76979" y="64930"/>
                  <a:pt x="77005" y="64916"/>
                  <a:pt x="77031" y="64916"/>
                </a:cubicBezTo>
                <a:cubicBezTo>
                  <a:pt x="77005" y="64904"/>
                  <a:pt x="76979" y="64904"/>
                  <a:pt x="76966" y="64904"/>
                </a:cubicBezTo>
                <a:cubicBezTo>
                  <a:pt x="76992" y="64800"/>
                  <a:pt x="77005" y="64696"/>
                  <a:pt x="77005" y="64592"/>
                </a:cubicBezTo>
                <a:cubicBezTo>
                  <a:pt x="77044" y="64722"/>
                  <a:pt x="77070" y="64864"/>
                  <a:pt x="77031" y="64994"/>
                </a:cubicBezTo>
                <a:cubicBezTo>
                  <a:pt x="77083" y="64864"/>
                  <a:pt x="77096" y="64734"/>
                  <a:pt x="77070" y="64592"/>
                </a:cubicBezTo>
                <a:lnTo>
                  <a:pt x="77070" y="64592"/>
                </a:lnTo>
                <a:cubicBezTo>
                  <a:pt x="77109" y="64670"/>
                  <a:pt x="77135" y="64734"/>
                  <a:pt x="77161" y="64812"/>
                </a:cubicBezTo>
                <a:cubicBezTo>
                  <a:pt x="77161" y="64734"/>
                  <a:pt x="77161" y="64670"/>
                  <a:pt x="77174" y="64592"/>
                </a:cubicBezTo>
                <a:cubicBezTo>
                  <a:pt x="77200" y="64696"/>
                  <a:pt x="77226" y="64838"/>
                  <a:pt x="77252" y="64956"/>
                </a:cubicBezTo>
                <a:cubicBezTo>
                  <a:pt x="77265" y="64852"/>
                  <a:pt x="77265" y="64748"/>
                  <a:pt x="77252" y="64656"/>
                </a:cubicBezTo>
                <a:lnTo>
                  <a:pt x="77252" y="64656"/>
                </a:lnTo>
                <a:cubicBezTo>
                  <a:pt x="77304" y="64722"/>
                  <a:pt x="77330" y="64812"/>
                  <a:pt x="77343" y="64890"/>
                </a:cubicBezTo>
                <a:lnTo>
                  <a:pt x="77343" y="64604"/>
                </a:lnTo>
                <a:cubicBezTo>
                  <a:pt x="77409" y="64722"/>
                  <a:pt x="77461" y="64864"/>
                  <a:pt x="77473" y="65008"/>
                </a:cubicBezTo>
                <a:cubicBezTo>
                  <a:pt x="77473" y="64878"/>
                  <a:pt x="77487" y="64760"/>
                  <a:pt x="77499" y="64630"/>
                </a:cubicBezTo>
                <a:cubicBezTo>
                  <a:pt x="77551" y="64722"/>
                  <a:pt x="77591" y="64826"/>
                  <a:pt x="77603" y="64930"/>
                </a:cubicBezTo>
                <a:lnTo>
                  <a:pt x="77603" y="64708"/>
                </a:lnTo>
                <a:cubicBezTo>
                  <a:pt x="77643" y="64760"/>
                  <a:pt x="77669" y="64838"/>
                  <a:pt x="77669" y="64904"/>
                </a:cubicBezTo>
                <a:cubicBezTo>
                  <a:pt x="77681" y="64838"/>
                  <a:pt x="77669" y="64760"/>
                  <a:pt x="77669" y="64696"/>
                </a:cubicBezTo>
                <a:lnTo>
                  <a:pt x="77669" y="64696"/>
                </a:lnTo>
                <a:cubicBezTo>
                  <a:pt x="77773" y="64786"/>
                  <a:pt x="77811" y="64982"/>
                  <a:pt x="77863" y="65099"/>
                </a:cubicBezTo>
                <a:cubicBezTo>
                  <a:pt x="77837" y="65008"/>
                  <a:pt x="77811" y="64930"/>
                  <a:pt x="77785" y="64838"/>
                </a:cubicBezTo>
                <a:lnTo>
                  <a:pt x="77785" y="64838"/>
                </a:lnTo>
                <a:cubicBezTo>
                  <a:pt x="77825" y="64930"/>
                  <a:pt x="77877" y="65008"/>
                  <a:pt x="77915" y="65099"/>
                </a:cubicBezTo>
                <a:cubicBezTo>
                  <a:pt x="77889" y="64994"/>
                  <a:pt x="77863" y="64890"/>
                  <a:pt x="77837" y="64774"/>
                </a:cubicBezTo>
                <a:lnTo>
                  <a:pt x="77837" y="64774"/>
                </a:lnTo>
                <a:cubicBezTo>
                  <a:pt x="77915" y="64916"/>
                  <a:pt x="77994" y="65060"/>
                  <a:pt x="78046" y="65216"/>
                </a:cubicBezTo>
                <a:lnTo>
                  <a:pt x="77994" y="64826"/>
                </a:lnTo>
                <a:lnTo>
                  <a:pt x="77994" y="64826"/>
                </a:lnTo>
                <a:cubicBezTo>
                  <a:pt x="78059" y="64916"/>
                  <a:pt x="78124" y="65020"/>
                  <a:pt x="78189" y="65112"/>
                </a:cubicBezTo>
                <a:cubicBezTo>
                  <a:pt x="78176" y="65008"/>
                  <a:pt x="78176" y="64890"/>
                  <a:pt x="78163" y="64786"/>
                </a:cubicBezTo>
                <a:lnTo>
                  <a:pt x="78163" y="64786"/>
                </a:lnTo>
                <a:cubicBezTo>
                  <a:pt x="78306" y="64930"/>
                  <a:pt x="78410" y="65112"/>
                  <a:pt x="78450" y="65307"/>
                </a:cubicBezTo>
                <a:lnTo>
                  <a:pt x="78476" y="65008"/>
                </a:lnTo>
                <a:lnTo>
                  <a:pt x="78592" y="65255"/>
                </a:lnTo>
                <a:cubicBezTo>
                  <a:pt x="78580" y="65034"/>
                  <a:pt x="78488" y="64812"/>
                  <a:pt x="78332" y="64670"/>
                </a:cubicBezTo>
                <a:lnTo>
                  <a:pt x="78332" y="64670"/>
                </a:lnTo>
                <a:lnTo>
                  <a:pt x="78462" y="64722"/>
                </a:lnTo>
                <a:cubicBezTo>
                  <a:pt x="78358" y="64604"/>
                  <a:pt x="78215" y="64526"/>
                  <a:pt x="78072" y="64474"/>
                </a:cubicBezTo>
                <a:cubicBezTo>
                  <a:pt x="78007" y="64448"/>
                  <a:pt x="77929" y="64422"/>
                  <a:pt x="77851" y="64422"/>
                </a:cubicBezTo>
                <a:cubicBezTo>
                  <a:pt x="77825" y="64416"/>
                  <a:pt x="77796" y="64416"/>
                  <a:pt x="77766" y="64416"/>
                </a:cubicBezTo>
                <a:cubicBezTo>
                  <a:pt x="77737" y="64416"/>
                  <a:pt x="77707" y="64416"/>
                  <a:pt x="77681" y="64409"/>
                </a:cubicBezTo>
                <a:cubicBezTo>
                  <a:pt x="77721" y="64383"/>
                  <a:pt x="77759" y="64370"/>
                  <a:pt x="77811" y="64370"/>
                </a:cubicBezTo>
                <a:cubicBezTo>
                  <a:pt x="77681" y="64344"/>
                  <a:pt x="77551" y="64331"/>
                  <a:pt x="77435" y="64305"/>
                </a:cubicBezTo>
                <a:lnTo>
                  <a:pt x="77669" y="64305"/>
                </a:lnTo>
                <a:cubicBezTo>
                  <a:pt x="77591" y="64279"/>
                  <a:pt x="77499" y="64253"/>
                  <a:pt x="77421" y="64240"/>
                </a:cubicBezTo>
                <a:cubicBezTo>
                  <a:pt x="77383" y="64097"/>
                  <a:pt x="77357" y="63953"/>
                  <a:pt x="77330" y="63811"/>
                </a:cubicBezTo>
                <a:lnTo>
                  <a:pt x="77330" y="63811"/>
                </a:lnTo>
                <a:cubicBezTo>
                  <a:pt x="77409" y="63915"/>
                  <a:pt x="77473" y="64045"/>
                  <a:pt x="77499" y="64175"/>
                </a:cubicBezTo>
                <a:cubicBezTo>
                  <a:pt x="77487" y="64084"/>
                  <a:pt x="77473" y="63979"/>
                  <a:pt x="77447" y="63889"/>
                </a:cubicBezTo>
                <a:lnTo>
                  <a:pt x="77447" y="63889"/>
                </a:lnTo>
                <a:cubicBezTo>
                  <a:pt x="77487" y="63927"/>
                  <a:pt x="77513" y="63979"/>
                  <a:pt x="77539" y="64019"/>
                </a:cubicBezTo>
                <a:cubicBezTo>
                  <a:pt x="77525" y="63927"/>
                  <a:pt x="77499" y="63823"/>
                  <a:pt x="77487" y="63719"/>
                </a:cubicBezTo>
                <a:lnTo>
                  <a:pt x="77487" y="63719"/>
                </a:lnTo>
                <a:cubicBezTo>
                  <a:pt x="77565" y="63823"/>
                  <a:pt x="77629" y="63953"/>
                  <a:pt x="77669" y="64071"/>
                </a:cubicBezTo>
                <a:cubicBezTo>
                  <a:pt x="77655" y="63979"/>
                  <a:pt x="77629" y="63889"/>
                  <a:pt x="77603" y="63785"/>
                </a:cubicBezTo>
                <a:lnTo>
                  <a:pt x="77603" y="63785"/>
                </a:lnTo>
                <a:cubicBezTo>
                  <a:pt x="77685" y="63889"/>
                  <a:pt x="77746" y="64015"/>
                  <a:pt x="77786" y="64143"/>
                </a:cubicBezTo>
                <a:lnTo>
                  <a:pt x="77786" y="64143"/>
                </a:lnTo>
                <a:cubicBezTo>
                  <a:pt x="77753" y="64030"/>
                  <a:pt x="77730" y="63926"/>
                  <a:pt x="77707" y="63811"/>
                </a:cubicBezTo>
                <a:lnTo>
                  <a:pt x="77707" y="63811"/>
                </a:lnTo>
                <a:lnTo>
                  <a:pt x="77863" y="64084"/>
                </a:lnTo>
                <a:cubicBezTo>
                  <a:pt x="77837" y="63979"/>
                  <a:pt x="77799" y="63875"/>
                  <a:pt x="77773" y="63771"/>
                </a:cubicBezTo>
                <a:lnTo>
                  <a:pt x="77773" y="63771"/>
                </a:lnTo>
                <a:cubicBezTo>
                  <a:pt x="77875" y="63930"/>
                  <a:pt x="77957" y="64109"/>
                  <a:pt x="78011" y="64290"/>
                </a:cubicBezTo>
                <a:lnTo>
                  <a:pt x="78011" y="64290"/>
                </a:lnTo>
                <a:cubicBezTo>
                  <a:pt x="77969" y="64131"/>
                  <a:pt x="77934" y="63965"/>
                  <a:pt x="77889" y="63797"/>
                </a:cubicBezTo>
                <a:lnTo>
                  <a:pt x="77889" y="63797"/>
                </a:lnTo>
                <a:cubicBezTo>
                  <a:pt x="77968" y="63901"/>
                  <a:pt x="78033" y="63993"/>
                  <a:pt x="78111" y="64084"/>
                </a:cubicBezTo>
                <a:lnTo>
                  <a:pt x="77994" y="63811"/>
                </a:lnTo>
                <a:lnTo>
                  <a:pt x="77994" y="63811"/>
                </a:lnTo>
                <a:cubicBezTo>
                  <a:pt x="78033" y="63863"/>
                  <a:pt x="78085" y="63915"/>
                  <a:pt x="78137" y="63967"/>
                </a:cubicBezTo>
                <a:cubicBezTo>
                  <a:pt x="78124" y="63875"/>
                  <a:pt x="78085" y="63785"/>
                  <a:pt x="78033" y="63707"/>
                </a:cubicBezTo>
                <a:lnTo>
                  <a:pt x="78033" y="63707"/>
                </a:lnTo>
                <a:cubicBezTo>
                  <a:pt x="78098" y="63759"/>
                  <a:pt x="78163" y="63811"/>
                  <a:pt x="78228" y="63875"/>
                </a:cubicBezTo>
                <a:lnTo>
                  <a:pt x="78241" y="63823"/>
                </a:lnTo>
                <a:lnTo>
                  <a:pt x="78215" y="63759"/>
                </a:lnTo>
                <a:lnTo>
                  <a:pt x="78254" y="63797"/>
                </a:lnTo>
                <a:lnTo>
                  <a:pt x="78293" y="63681"/>
                </a:lnTo>
                <a:cubicBezTo>
                  <a:pt x="78063" y="63593"/>
                  <a:pt x="77813" y="63549"/>
                  <a:pt x="77564" y="63549"/>
                </a:cubicBezTo>
                <a:cubicBezTo>
                  <a:pt x="77406" y="63549"/>
                  <a:pt x="77248" y="63567"/>
                  <a:pt x="77096" y="63603"/>
                </a:cubicBezTo>
                <a:cubicBezTo>
                  <a:pt x="77044" y="63615"/>
                  <a:pt x="77005" y="63629"/>
                  <a:pt x="76953" y="63641"/>
                </a:cubicBezTo>
                <a:cubicBezTo>
                  <a:pt x="76849" y="63511"/>
                  <a:pt x="76718" y="63394"/>
                  <a:pt x="76576" y="63316"/>
                </a:cubicBezTo>
                <a:lnTo>
                  <a:pt x="76576" y="63316"/>
                </a:lnTo>
                <a:cubicBezTo>
                  <a:pt x="76744" y="63368"/>
                  <a:pt x="76914" y="63433"/>
                  <a:pt x="77044" y="63551"/>
                </a:cubicBezTo>
                <a:cubicBezTo>
                  <a:pt x="76940" y="63421"/>
                  <a:pt x="76796" y="63316"/>
                  <a:pt x="76628" y="63238"/>
                </a:cubicBezTo>
                <a:lnTo>
                  <a:pt x="76628" y="63238"/>
                </a:lnTo>
                <a:cubicBezTo>
                  <a:pt x="76744" y="63251"/>
                  <a:pt x="76822" y="63264"/>
                  <a:pt x="76927" y="63303"/>
                </a:cubicBezTo>
                <a:cubicBezTo>
                  <a:pt x="76849" y="63251"/>
                  <a:pt x="76770" y="63186"/>
                  <a:pt x="76692" y="63134"/>
                </a:cubicBezTo>
                <a:lnTo>
                  <a:pt x="76692" y="63134"/>
                </a:lnTo>
                <a:cubicBezTo>
                  <a:pt x="76822" y="63173"/>
                  <a:pt x="77005" y="63251"/>
                  <a:pt x="77135" y="63290"/>
                </a:cubicBezTo>
                <a:cubicBezTo>
                  <a:pt x="77044" y="63199"/>
                  <a:pt x="76940" y="63134"/>
                  <a:pt x="76810" y="63082"/>
                </a:cubicBezTo>
                <a:cubicBezTo>
                  <a:pt x="76927" y="63082"/>
                  <a:pt x="77031" y="63108"/>
                  <a:pt x="77135" y="63147"/>
                </a:cubicBezTo>
                <a:lnTo>
                  <a:pt x="76810" y="62952"/>
                </a:lnTo>
                <a:cubicBezTo>
                  <a:pt x="77005" y="62952"/>
                  <a:pt x="77187" y="63004"/>
                  <a:pt x="77357" y="63095"/>
                </a:cubicBezTo>
                <a:cubicBezTo>
                  <a:pt x="77213" y="62991"/>
                  <a:pt x="77083" y="62900"/>
                  <a:pt x="76940" y="62796"/>
                </a:cubicBezTo>
                <a:lnTo>
                  <a:pt x="76940" y="62796"/>
                </a:lnTo>
                <a:cubicBezTo>
                  <a:pt x="77083" y="62808"/>
                  <a:pt x="77226" y="62834"/>
                  <a:pt x="77343" y="62886"/>
                </a:cubicBezTo>
                <a:cubicBezTo>
                  <a:pt x="77278" y="62834"/>
                  <a:pt x="77187" y="62782"/>
                  <a:pt x="77109" y="62744"/>
                </a:cubicBezTo>
                <a:cubicBezTo>
                  <a:pt x="77131" y="62741"/>
                  <a:pt x="77152" y="62739"/>
                  <a:pt x="77174" y="62739"/>
                </a:cubicBezTo>
                <a:cubicBezTo>
                  <a:pt x="77243" y="62739"/>
                  <a:pt x="77310" y="62756"/>
                  <a:pt x="77369" y="62796"/>
                </a:cubicBezTo>
                <a:cubicBezTo>
                  <a:pt x="77291" y="62744"/>
                  <a:pt x="77213" y="62692"/>
                  <a:pt x="77135" y="62666"/>
                </a:cubicBezTo>
                <a:cubicBezTo>
                  <a:pt x="77183" y="62657"/>
                  <a:pt x="77233" y="62653"/>
                  <a:pt x="77283" y="62653"/>
                </a:cubicBezTo>
                <a:cubicBezTo>
                  <a:pt x="77382" y="62653"/>
                  <a:pt x="77483" y="62670"/>
                  <a:pt x="77577" y="62704"/>
                </a:cubicBezTo>
                <a:cubicBezTo>
                  <a:pt x="77487" y="62626"/>
                  <a:pt x="77369" y="62574"/>
                  <a:pt x="77252" y="62522"/>
                </a:cubicBezTo>
                <a:lnTo>
                  <a:pt x="77252" y="62522"/>
                </a:lnTo>
                <a:cubicBezTo>
                  <a:pt x="77357" y="62536"/>
                  <a:pt x="77447" y="62562"/>
                  <a:pt x="77539" y="62600"/>
                </a:cubicBezTo>
                <a:lnTo>
                  <a:pt x="77304" y="62484"/>
                </a:lnTo>
                <a:lnTo>
                  <a:pt x="77304" y="62484"/>
                </a:lnTo>
                <a:cubicBezTo>
                  <a:pt x="77461" y="62510"/>
                  <a:pt x="77617" y="62548"/>
                  <a:pt x="77759" y="62626"/>
                </a:cubicBezTo>
                <a:cubicBezTo>
                  <a:pt x="77643" y="62510"/>
                  <a:pt x="77513" y="62418"/>
                  <a:pt x="77357" y="62354"/>
                </a:cubicBezTo>
                <a:cubicBezTo>
                  <a:pt x="77381" y="62350"/>
                  <a:pt x="77405" y="62348"/>
                  <a:pt x="77430" y="62348"/>
                </a:cubicBezTo>
                <a:cubicBezTo>
                  <a:pt x="77496" y="62348"/>
                  <a:pt x="77563" y="62361"/>
                  <a:pt x="77629" y="62380"/>
                </a:cubicBezTo>
                <a:cubicBezTo>
                  <a:pt x="77551" y="62354"/>
                  <a:pt x="77513" y="62314"/>
                  <a:pt x="77447" y="62275"/>
                </a:cubicBezTo>
                <a:cubicBezTo>
                  <a:pt x="77605" y="62275"/>
                  <a:pt x="77762" y="62334"/>
                  <a:pt x="77878" y="62434"/>
                </a:cubicBezTo>
                <a:lnTo>
                  <a:pt x="77878" y="62434"/>
                </a:lnTo>
                <a:cubicBezTo>
                  <a:pt x="77787" y="62347"/>
                  <a:pt x="77687" y="62265"/>
                  <a:pt x="77577" y="62210"/>
                </a:cubicBezTo>
                <a:lnTo>
                  <a:pt x="77577" y="62210"/>
                </a:lnTo>
                <a:cubicBezTo>
                  <a:pt x="77707" y="62223"/>
                  <a:pt x="77825" y="62275"/>
                  <a:pt x="77942" y="62340"/>
                </a:cubicBezTo>
                <a:cubicBezTo>
                  <a:pt x="77851" y="62288"/>
                  <a:pt x="77773" y="62223"/>
                  <a:pt x="77681" y="62171"/>
                </a:cubicBezTo>
                <a:lnTo>
                  <a:pt x="77681" y="62171"/>
                </a:lnTo>
                <a:cubicBezTo>
                  <a:pt x="77825" y="62184"/>
                  <a:pt x="77955" y="62236"/>
                  <a:pt x="78085" y="62314"/>
                </a:cubicBezTo>
                <a:cubicBezTo>
                  <a:pt x="77955" y="62197"/>
                  <a:pt x="77811" y="62119"/>
                  <a:pt x="77629" y="62106"/>
                </a:cubicBezTo>
                <a:cubicBezTo>
                  <a:pt x="77785" y="62106"/>
                  <a:pt x="77994" y="62119"/>
                  <a:pt x="78150" y="62119"/>
                </a:cubicBezTo>
                <a:cubicBezTo>
                  <a:pt x="78046" y="62080"/>
                  <a:pt x="77929" y="62028"/>
                  <a:pt x="77825" y="61989"/>
                </a:cubicBezTo>
                <a:cubicBezTo>
                  <a:pt x="77915" y="61989"/>
                  <a:pt x="78059" y="61976"/>
                  <a:pt x="78150" y="61976"/>
                </a:cubicBezTo>
                <a:cubicBezTo>
                  <a:pt x="78059" y="61950"/>
                  <a:pt x="77955" y="61924"/>
                  <a:pt x="77863" y="61898"/>
                </a:cubicBezTo>
                <a:cubicBezTo>
                  <a:pt x="77291" y="62067"/>
                  <a:pt x="76770" y="62418"/>
                  <a:pt x="76394" y="62886"/>
                </a:cubicBezTo>
                <a:cubicBezTo>
                  <a:pt x="76368" y="62926"/>
                  <a:pt x="76342" y="62952"/>
                  <a:pt x="76316" y="62991"/>
                </a:cubicBezTo>
                <a:cubicBezTo>
                  <a:pt x="76276" y="63043"/>
                  <a:pt x="76250" y="63095"/>
                  <a:pt x="76211" y="63147"/>
                </a:cubicBezTo>
                <a:cubicBezTo>
                  <a:pt x="76133" y="63108"/>
                  <a:pt x="76029" y="63082"/>
                  <a:pt x="75938" y="63082"/>
                </a:cubicBezTo>
                <a:cubicBezTo>
                  <a:pt x="76029" y="63056"/>
                  <a:pt x="76094" y="63043"/>
                  <a:pt x="76172" y="63043"/>
                </a:cubicBezTo>
                <a:cubicBezTo>
                  <a:pt x="76107" y="63030"/>
                  <a:pt x="76029" y="63004"/>
                  <a:pt x="75964" y="62978"/>
                </a:cubicBezTo>
                <a:cubicBezTo>
                  <a:pt x="76068" y="62978"/>
                  <a:pt x="76211" y="62991"/>
                  <a:pt x="76316" y="62991"/>
                </a:cubicBezTo>
                <a:cubicBezTo>
                  <a:pt x="76237" y="62952"/>
                  <a:pt x="76133" y="62926"/>
                  <a:pt x="76042" y="62913"/>
                </a:cubicBezTo>
                <a:cubicBezTo>
                  <a:pt x="76099" y="62893"/>
                  <a:pt x="76164" y="62882"/>
                  <a:pt x="76225" y="62882"/>
                </a:cubicBezTo>
                <a:cubicBezTo>
                  <a:pt x="76247" y="62882"/>
                  <a:pt x="76269" y="62883"/>
                  <a:pt x="76290" y="62886"/>
                </a:cubicBezTo>
                <a:cubicBezTo>
                  <a:pt x="76198" y="62860"/>
                  <a:pt x="76107" y="62834"/>
                  <a:pt x="76003" y="62822"/>
                </a:cubicBezTo>
                <a:cubicBezTo>
                  <a:pt x="76099" y="62787"/>
                  <a:pt x="76195" y="62776"/>
                  <a:pt x="76291" y="62776"/>
                </a:cubicBezTo>
                <a:cubicBezTo>
                  <a:pt x="76338" y="62776"/>
                  <a:pt x="76385" y="62778"/>
                  <a:pt x="76432" y="62782"/>
                </a:cubicBezTo>
                <a:cubicBezTo>
                  <a:pt x="76316" y="62756"/>
                  <a:pt x="76198" y="62704"/>
                  <a:pt x="76068" y="62666"/>
                </a:cubicBezTo>
                <a:cubicBezTo>
                  <a:pt x="76144" y="62647"/>
                  <a:pt x="76220" y="62634"/>
                  <a:pt x="76301" y="62634"/>
                </a:cubicBezTo>
                <a:cubicBezTo>
                  <a:pt x="76331" y="62634"/>
                  <a:pt x="76362" y="62636"/>
                  <a:pt x="76394" y="62640"/>
                </a:cubicBezTo>
                <a:cubicBezTo>
                  <a:pt x="76316" y="62614"/>
                  <a:pt x="76250" y="62600"/>
                  <a:pt x="76172" y="62588"/>
                </a:cubicBezTo>
                <a:cubicBezTo>
                  <a:pt x="76220" y="62569"/>
                  <a:pt x="76274" y="62556"/>
                  <a:pt x="76325" y="62556"/>
                </a:cubicBezTo>
                <a:cubicBezTo>
                  <a:pt x="76344" y="62556"/>
                  <a:pt x="76363" y="62558"/>
                  <a:pt x="76380" y="62562"/>
                </a:cubicBezTo>
                <a:cubicBezTo>
                  <a:pt x="76316" y="62548"/>
                  <a:pt x="76237" y="62536"/>
                  <a:pt x="76172" y="62522"/>
                </a:cubicBezTo>
                <a:cubicBezTo>
                  <a:pt x="76276" y="62470"/>
                  <a:pt x="76394" y="62444"/>
                  <a:pt x="76524" y="62444"/>
                </a:cubicBezTo>
                <a:cubicBezTo>
                  <a:pt x="76432" y="62418"/>
                  <a:pt x="76328" y="62392"/>
                  <a:pt x="76237" y="62392"/>
                </a:cubicBezTo>
                <a:cubicBezTo>
                  <a:pt x="76302" y="62380"/>
                  <a:pt x="76380" y="62380"/>
                  <a:pt x="76458" y="62380"/>
                </a:cubicBezTo>
                <a:cubicBezTo>
                  <a:pt x="76394" y="62366"/>
                  <a:pt x="76328" y="62366"/>
                  <a:pt x="76250" y="62354"/>
                </a:cubicBezTo>
                <a:cubicBezTo>
                  <a:pt x="76315" y="62341"/>
                  <a:pt x="76380" y="62334"/>
                  <a:pt x="76444" y="62334"/>
                </a:cubicBezTo>
                <a:cubicBezTo>
                  <a:pt x="76507" y="62334"/>
                  <a:pt x="76569" y="62341"/>
                  <a:pt x="76628" y="62354"/>
                </a:cubicBezTo>
                <a:cubicBezTo>
                  <a:pt x="76510" y="62288"/>
                  <a:pt x="76394" y="62249"/>
                  <a:pt x="76263" y="62236"/>
                </a:cubicBezTo>
                <a:cubicBezTo>
                  <a:pt x="76328" y="62210"/>
                  <a:pt x="76406" y="62197"/>
                  <a:pt x="76472" y="62197"/>
                </a:cubicBezTo>
                <a:cubicBezTo>
                  <a:pt x="76406" y="62197"/>
                  <a:pt x="76380" y="62184"/>
                  <a:pt x="76316" y="62171"/>
                </a:cubicBezTo>
                <a:cubicBezTo>
                  <a:pt x="76370" y="62150"/>
                  <a:pt x="76429" y="62139"/>
                  <a:pt x="76488" y="62139"/>
                </a:cubicBezTo>
                <a:cubicBezTo>
                  <a:pt x="76550" y="62139"/>
                  <a:pt x="76613" y="62151"/>
                  <a:pt x="76669" y="62174"/>
                </a:cubicBezTo>
                <a:lnTo>
                  <a:pt x="76669" y="62174"/>
                </a:lnTo>
                <a:cubicBezTo>
                  <a:pt x="76581" y="62133"/>
                  <a:pt x="76492" y="62104"/>
                  <a:pt x="76394" y="62093"/>
                </a:cubicBezTo>
                <a:cubicBezTo>
                  <a:pt x="76446" y="62080"/>
                  <a:pt x="76498" y="62074"/>
                  <a:pt x="76548" y="62074"/>
                </a:cubicBezTo>
                <a:cubicBezTo>
                  <a:pt x="76598" y="62074"/>
                  <a:pt x="76647" y="62080"/>
                  <a:pt x="76692" y="62093"/>
                </a:cubicBezTo>
                <a:cubicBezTo>
                  <a:pt x="76614" y="62067"/>
                  <a:pt x="76536" y="62054"/>
                  <a:pt x="76458" y="62028"/>
                </a:cubicBezTo>
                <a:cubicBezTo>
                  <a:pt x="76506" y="62023"/>
                  <a:pt x="76552" y="62020"/>
                  <a:pt x="76598" y="62020"/>
                </a:cubicBezTo>
                <a:cubicBezTo>
                  <a:pt x="76663" y="62020"/>
                  <a:pt x="76728" y="62026"/>
                  <a:pt x="76796" y="62041"/>
                </a:cubicBezTo>
                <a:cubicBezTo>
                  <a:pt x="76708" y="61997"/>
                  <a:pt x="76625" y="61977"/>
                  <a:pt x="76536" y="61977"/>
                </a:cubicBezTo>
                <a:cubicBezTo>
                  <a:pt x="76495" y="61977"/>
                  <a:pt x="76452" y="61981"/>
                  <a:pt x="76406" y="61989"/>
                </a:cubicBezTo>
                <a:cubicBezTo>
                  <a:pt x="76524" y="61950"/>
                  <a:pt x="76680" y="61911"/>
                  <a:pt x="76796" y="61872"/>
                </a:cubicBezTo>
                <a:cubicBezTo>
                  <a:pt x="76706" y="61872"/>
                  <a:pt x="76614" y="61859"/>
                  <a:pt x="76524" y="61859"/>
                </a:cubicBezTo>
                <a:cubicBezTo>
                  <a:pt x="76588" y="61833"/>
                  <a:pt x="76692" y="61793"/>
                  <a:pt x="76758" y="61781"/>
                </a:cubicBezTo>
                <a:lnTo>
                  <a:pt x="76588" y="61781"/>
                </a:lnTo>
                <a:lnTo>
                  <a:pt x="76706" y="61703"/>
                </a:lnTo>
                <a:lnTo>
                  <a:pt x="76706" y="61703"/>
                </a:lnTo>
                <a:cubicBezTo>
                  <a:pt x="76654" y="61715"/>
                  <a:pt x="76614" y="61729"/>
                  <a:pt x="76576" y="61741"/>
                </a:cubicBezTo>
                <a:lnTo>
                  <a:pt x="76706" y="61625"/>
                </a:lnTo>
                <a:lnTo>
                  <a:pt x="76706" y="61625"/>
                </a:lnTo>
                <a:cubicBezTo>
                  <a:pt x="76576" y="61677"/>
                  <a:pt x="76458" y="61767"/>
                  <a:pt x="76354" y="61872"/>
                </a:cubicBezTo>
                <a:cubicBezTo>
                  <a:pt x="76406" y="61807"/>
                  <a:pt x="76446" y="61755"/>
                  <a:pt x="76484" y="61689"/>
                </a:cubicBezTo>
                <a:lnTo>
                  <a:pt x="76484" y="61689"/>
                </a:lnTo>
                <a:cubicBezTo>
                  <a:pt x="76354" y="61833"/>
                  <a:pt x="76224" y="61976"/>
                  <a:pt x="76107" y="62132"/>
                </a:cubicBezTo>
                <a:lnTo>
                  <a:pt x="76276" y="61833"/>
                </a:lnTo>
                <a:lnTo>
                  <a:pt x="76276" y="61833"/>
                </a:lnTo>
                <a:cubicBezTo>
                  <a:pt x="76107" y="62002"/>
                  <a:pt x="76003" y="62210"/>
                  <a:pt x="75912" y="62432"/>
                </a:cubicBezTo>
                <a:cubicBezTo>
                  <a:pt x="75899" y="62432"/>
                  <a:pt x="75899" y="62444"/>
                  <a:pt x="75886" y="62444"/>
                </a:cubicBezTo>
                <a:cubicBezTo>
                  <a:pt x="75899" y="62406"/>
                  <a:pt x="75873" y="62354"/>
                  <a:pt x="75886" y="62314"/>
                </a:cubicBezTo>
                <a:lnTo>
                  <a:pt x="75886" y="62314"/>
                </a:lnTo>
                <a:cubicBezTo>
                  <a:pt x="75821" y="62444"/>
                  <a:pt x="75782" y="62574"/>
                  <a:pt x="75729" y="62704"/>
                </a:cubicBezTo>
                <a:cubicBezTo>
                  <a:pt x="75743" y="62614"/>
                  <a:pt x="75769" y="62522"/>
                  <a:pt x="75795" y="62432"/>
                </a:cubicBezTo>
                <a:lnTo>
                  <a:pt x="75795" y="62432"/>
                </a:lnTo>
                <a:cubicBezTo>
                  <a:pt x="75691" y="62574"/>
                  <a:pt x="75625" y="62756"/>
                  <a:pt x="75625" y="62939"/>
                </a:cubicBezTo>
                <a:cubicBezTo>
                  <a:pt x="75613" y="62848"/>
                  <a:pt x="75613" y="62770"/>
                  <a:pt x="75613" y="62678"/>
                </a:cubicBezTo>
                <a:cubicBezTo>
                  <a:pt x="75587" y="62730"/>
                  <a:pt x="75573" y="62782"/>
                  <a:pt x="75547" y="62848"/>
                </a:cubicBezTo>
                <a:cubicBezTo>
                  <a:pt x="75547" y="62822"/>
                  <a:pt x="75535" y="62808"/>
                  <a:pt x="75535" y="62782"/>
                </a:cubicBezTo>
                <a:cubicBezTo>
                  <a:pt x="75391" y="62275"/>
                  <a:pt x="75053" y="61820"/>
                  <a:pt x="74610" y="61533"/>
                </a:cubicBezTo>
                <a:cubicBezTo>
                  <a:pt x="74520" y="61481"/>
                  <a:pt x="74416" y="61455"/>
                  <a:pt x="74324" y="61429"/>
                </a:cubicBezTo>
                <a:lnTo>
                  <a:pt x="74324" y="61429"/>
                </a:lnTo>
                <a:lnTo>
                  <a:pt x="74546" y="61547"/>
                </a:lnTo>
                <a:cubicBezTo>
                  <a:pt x="74468" y="61533"/>
                  <a:pt x="74402" y="61521"/>
                  <a:pt x="74338" y="61521"/>
                </a:cubicBezTo>
                <a:cubicBezTo>
                  <a:pt x="74416" y="61547"/>
                  <a:pt x="74506" y="61585"/>
                  <a:pt x="74584" y="61611"/>
                </a:cubicBezTo>
                <a:cubicBezTo>
                  <a:pt x="74519" y="61592"/>
                  <a:pt x="74451" y="61582"/>
                  <a:pt x="74381" y="61582"/>
                </a:cubicBezTo>
                <a:cubicBezTo>
                  <a:pt x="74311" y="61582"/>
                  <a:pt x="74240" y="61592"/>
                  <a:pt x="74168" y="61611"/>
                </a:cubicBezTo>
                <a:cubicBezTo>
                  <a:pt x="74201" y="61609"/>
                  <a:pt x="74234" y="61608"/>
                  <a:pt x="74267" y="61608"/>
                </a:cubicBezTo>
                <a:cubicBezTo>
                  <a:pt x="74442" y="61608"/>
                  <a:pt x="74615" y="61637"/>
                  <a:pt x="74780" y="61703"/>
                </a:cubicBezTo>
                <a:lnTo>
                  <a:pt x="74636" y="61703"/>
                </a:lnTo>
                <a:cubicBezTo>
                  <a:pt x="74689" y="61729"/>
                  <a:pt x="74754" y="61755"/>
                  <a:pt x="74806" y="61767"/>
                </a:cubicBezTo>
                <a:cubicBezTo>
                  <a:pt x="74702" y="61767"/>
                  <a:pt x="74598" y="61755"/>
                  <a:pt x="74494" y="61755"/>
                </a:cubicBezTo>
                <a:cubicBezTo>
                  <a:pt x="74624" y="61793"/>
                  <a:pt x="74741" y="61833"/>
                  <a:pt x="74871" y="61872"/>
                </a:cubicBezTo>
                <a:lnTo>
                  <a:pt x="74598" y="61885"/>
                </a:lnTo>
                <a:cubicBezTo>
                  <a:pt x="74741" y="61898"/>
                  <a:pt x="74884" y="61937"/>
                  <a:pt x="75001" y="62002"/>
                </a:cubicBezTo>
                <a:cubicBezTo>
                  <a:pt x="74910" y="62002"/>
                  <a:pt x="74819" y="62002"/>
                  <a:pt x="74728" y="62028"/>
                </a:cubicBezTo>
                <a:cubicBezTo>
                  <a:pt x="74793" y="62054"/>
                  <a:pt x="74871" y="62067"/>
                  <a:pt x="74936" y="62093"/>
                </a:cubicBezTo>
                <a:cubicBezTo>
                  <a:pt x="74832" y="62093"/>
                  <a:pt x="74741" y="62106"/>
                  <a:pt x="74636" y="62119"/>
                </a:cubicBezTo>
                <a:cubicBezTo>
                  <a:pt x="74754" y="62132"/>
                  <a:pt x="74871" y="62145"/>
                  <a:pt x="74988" y="62171"/>
                </a:cubicBezTo>
                <a:cubicBezTo>
                  <a:pt x="74834" y="62212"/>
                  <a:pt x="74680" y="62253"/>
                  <a:pt x="74533" y="62288"/>
                </a:cubicBezTo>
                <a:lnTo>
                  <a:pt x="74533" y="62288"/>
                </a:lnTo>
                <a:cubicBezTo>
                  <a:pt x="74649" y="62265"/>
                  <a:pt x="74768" y="62252"/>
                  <a:pt x="74889" y="62252"/>
                </a:cubicBezTo>
                <a:cubicBezTo>
                  <a:pt x="74948" y="62252"/>
                  <a:pt x="75007" y="62255"/>
                  <a:pt x="75066" y="62262"/>
                </a:cubicBezTo>
                <a:lnTo>
                  <a:pt x="74741" y="62327"/>
                </a:lnTo>
                <a:cubicBezTo>
                  <a:pt x="74845" y="62340"/>
                  <a:pt x="74949" y="62340"/>
                  <a:pt x="75066" y="62340"/>
                </a:cubicBezTo>
                <a:cubicBezTo>
                  <a:pt x="74936" y="62380"/>
                  <a:pt x="74819" y="62406"/>
                  <a:pt x="74689" y="62444"/>
                </a:cubicBezTo>
                <a:cubicBezTo>
                  <a:pt x="74782" y="62419"/>
                  <a:pt x="74880" y="62405"/>
                  <a:pt x="74977" y="62405"/>
                </a:cubicBezTo>
                <a:cubicBezTo>
                  <a:pt x="75029" y="62405"/>
                  <a:pt x="75081" y="62409"/>
                  <a:pt x="75131" y="62418"/>
                </a:cubicBezTo>
                <a:cubicBezTo>
                  <a:pt x="75040" y="62444"/>
                  <a:pt x="74936" y="62470"/>
                  <a:pt x="74845" y="62496"/>
                </a:cubicBezTo>
                <a:cubicBezTo>
                  <a:pt x="74910" y="62483"/>
                  <a:pt x="74978" y="62477"/>
                  <a:pt x="75047" y="62477"/>
                </a:cubicBezTo>
                <a:cubicBezTo>
                  <a:pt x="75115" y="62477"/>
                  <a:pt x="75184" y="62483"/>
                  <a:pt x="75249" y="62496"/>
                </a:cubicBezTo>
                <a:cubicBezTo>
                  <a:pt x="75144" y="62522"/>
                  <a:pt x="75053" y="62562"/>
                  <a:pt x="74949" y="62588"/>
                </a:cubicBezTo>
                <a:cubicBezTo>
                  <a:pt x="75014" y="62588"/>
                  <a:pt x="75066" y="62600"/>
                  <a:pt x="75118" y="62600"/>
                </a:cubicBezTo>
                <a:cubicBezTo>
                  <a:pt x="75027" y="62626"/>
                  <a:pt x="74949" y="62652"/>
                  <a:pt x="74858" y="62692"/>
                </a:cubicBezTo>
                <a:cubicBezTo>
                  <a:pt x="74932" y="62667"/>
                  <a:pt x="75016" y="62658"/>
                  <a:pt x="75098" y="62658"/>
                </a:cubicBezTo>
                <a:cubicBezTo>
                  <a:pt x="75145" y="62658"/>
                  <a:pt x="75192" y="62661"/>
                  <a:pt x="75235" y="62666"/>
                </a:cubicBezTo>
                <a:cubicBezTo>
                  <a:pt x="75131" y="62704"/>
                  <a:pt x="75027" y="62730"/>
                  <a:pt x="74923" y="62770"/>
                </a:cubicBezTo>
                <a:cubicBezTo>
                  <a:pt x="74910" y="62744"/>
                  <a:pt x="74884" y="62718"/>
                  <a:pt x="74858" y="62692"/>
                </a:cubicBezTo>
                <a:cubicBezTo>
                  <a:pt x="74832" y="62666"/>
                  <a:pt x="74806" y="62640"/>
                  <a:pt x="74780" y="62626"/>
                </a:cubicBezTo>
                <a:lnTo>
                  <a:pt x="74780" y="62626"/>
                </a:lnTo>
                <a:cubicBezTo>
                  <a:pt x="74819" y="62678"/>
                  <a:pt x="74845" y="62730"/>
                  <a:pt x="74871" y="62782"/>
                </a:cubicBezTo>
                <a:lnTo>
                  <a:pt x="74858" y="62782"/>
                </a:lnTo>
                <a:cubicBezTo>
                  <a:pt x="74793" y="62704"/>
                  <a:pt x="74741" y="62614"/>
                  <a:pt x="74663" y="62536"/>
                </a:cubicBezTo>
                <a:lnTo>
                  <a:pt x="74663" y="62536"/>
                </a:lnTo>
                <a:cubicBezTo>
                  <a:pt x="74689" y="62574"/>
                  <a:pt x="74689" y="62614"/>
                  <a:pt x="74702" y="62666"/>
                </a:cubicBezTo>
                <a:cubicBezTo>
                  <a:pt x="74689" y="62666"/>
                  <a:pt x="74689" y="62652"/>
                  <a:pt x="74676" y="62652"/>
                </a:cubicBezTo>
                <a:cubicBezTo>
                  <a:pt x="74532" y="62458"/>
                  <a:pt x="74376" y="62301"/>
                  <a:pt x="74168" y="62171"/>
                </a:cubicBezTo>
                <a:lnTo>
                  <a:pt x="74168" y="62171"/>
                </a:lnTo>
                <a:cubicBezTo>
                  <a:pt x="74246" y="62249"/>
                  <a:pt x="74324" y="62340"/>
                  <a:pt x="74402" y="62418"/>
                </a:cubicBezTo>
                <a:cubicBezTo>
                  <a:pt x="74260" y="62301"/>
                  <a:pt x="74090" y="62184"/>
                  <a:pt x="73934" y="62080"/>
                </a:cubicBezTo>
                <a:lnTo>
                  <a:pt x="73934" y="62080"/>
                </a:lnTo>
                <a:cubicBezTo>
                  <a:pt x="73986" y="62132"/>
                  <a:pt x="74038" y="62184"/>
                  <a:pt x="74104" y="62223"/>
                </a:cubicBezTo>
                <a:cubicBezTo>
                  <a:pt x="73973" y="62145"/>
                  <a:pt x="73843" y="62093"/>
                  <a:pt x="73700" y="62067"/>
                </a:cubicBezTo>
                <a:lnTo>
                  <a:pt x="73700" y="62067"/>
                </a:lnTo>
                <a:cubicBezTo>
                  <a:pt x="73752" y="62106"/>
                  <a:pt x="73804" y="62132"/>
                  <a:pt x="73856" y="62158"/>
                </a:cubicBezTo>
                <a:lnTo>
                  <a:pt x="73726" y="62145"/>
                </a:lnTo>
                <a:lnTo>
                  <a:pt x="73726" y="62145"/>
                </a:lnTo>
                <a:cubicBezTo>
                  <a:pt x="73765" y="62158"/>
                  <a:pt x="73804" y="62184"/>
                  <a:pt x="73856" y="62197"/>
                </a:cubicBezTo>
                <a:cubicBezTo>
                  <a:pt x="73804" y="62210"/>
                  <a:pt x="73739" y="62223"/>
                  <a:pt x="73687" y="62236"/>
                </a:cubicBezTo>
                <a:cubicBezTo>
                  <a:pt x="73765" y="62236"/>
                  <a:pt x="73869" y="62249"/>
                  <a:pt x="73934" y="62262"/>
                </a:cubicBezTo>
                <a:cubicBezTo>
                  <a:pt x="73856" y="62275"/>
                  <a:pt x="73765" y="62314"/>
                  <a:pt x="73674" y="62340"/>
                </a:cubicBezTo>
                <a:cubicBezTo>
                  <a:pt x="73804" y="62354"/>
                  <a:pt x="73960" y="62354"/>
                  <a:pt x="74077" y="62354"/>
                </a:cubicBezTo>
                <a:cubicBezTo>
                  <a:pt x="73947" y="62366"/>
                  <a:pt x="73817" y="62406"/>
                  <a:pt x="73726" y="62496"/>
                </a:cubicBezTo>
                <a:cubicBezTo>
                  <a:pt x="73817" y="62444"/>
                  <a:pt x="73934" y="62418"/>
                  <a:pt x="74038" y="62406"/>
                </a:cubicBezTo>
                <a:lnTo>
                  <a:pt x="74038" y="62406"/>
                </a:lnTo>
                <a:lnTo>
                  <a:pt x="73836" y="62519"/>
                </a:lnTo>
                <a:lnTo>
                  <a:pt x="73836" y="62519"/>
                </a:lnTo>
                <a:cubicBezTo>
                  <a:pt x="73926" y="62469"/>
                  <a:pt x="74028" y="62444"/>
                  <a:pt x="74116" y="62444"/>
                </a:cubicBezTo>
                <a:cubicBezTo>
                  <a:pt x="74018" y="62493"/>
                  <a:pt x="73932" y="62554"/>
                  <a:pt x="73846" y="62626"/>
                </a:cubicBezTo>
                <a:lnTo>
                  <a:pt x="73846" y="62626"/>
                </a:lnTo>
                <a:cubicBezTo>
                  <a:pt x="73948" y="62543"/>
                  <a:pt x="74085" y="62496"/>
                  <a:pt x="74220" y="62496"/>
                </a:cubicBezTo>
                <a:cubicBezTo>
                  <a:pt x="74168" y="62522"/>
                  <a:pt x="74130" y="62548"/>
                  <a:pt x="74077" y="62574"/>
                </a:cubicBezTo>
                <a:cubicBezTo>
                  <a:pt x="74123" y="62565"/>
                  <a:pt x="74175" y="62556"/>
                  <a:pt x="74225" y="62556"/>
                </a:cubicBezTo>
                <a:cubicBezTo>
                  <a:pt x="74246" y="62556"/>
                  <a:pt x="74266" y="62558"/>
                  <a:pt x="74286" y="62562"/>
                </a:cubicBezTo>
                <a:cubicBezTo>
                  <a:pt x="74156" y="62600"/>
                  <a:pt x="74064" y="62666"/>
                  <a:pt x="73960" y="62756"/>
                </a:cubicBezTo>
                <a:cubicBezTo>
                  <a:pt x="74077" y="62704"/>
                  <a:pt x="74194" y="62678"/>
                  <a:pt x="74324" y="62666"/>
                </a:cubicBezTo>
                <a:lnTo>
                  <a:pt x="74324" y="62666"/>
                </a:lnTo>
                <a:lnTo>
                  <a:pt x="74130" y="62744"/>
                </a:lnTo>
                <a:cubicBezTo>
                  <a:pt x="74208" y="62718"/>
                  <a:pt x="74272" y="62704"/>
                  <a:pt x="74350" y="62704"/>
                </a:cubicBezTo>
                <a:cubicBezTo>
                  <a:pt x="74260" y="62730"/>
                  <a:pt x="74168" y="62770"/>
                  <a:pt x="74090" y="62822"/>
                </a:cubicBezTo>
                <a:cubicBezTo>
                  <a:pt x="74163" y="62806"/>
                  <a:pt x="74241" y="62794"/>
                  <a:pt x="74318" y="62794"/>
                </a:cubicBezTo>
                <a:cubicBezTo>
                  <a:pt x="74364" y="62794"/>
                  <a:pt x="74410" y="62799"/>
                  <a:pt x="74454" y="62808"/>
                </a:cubicBezTo>
                <a:cubicBezTo>
                  <a:pt x="74376" y="62834"/>
                  <a:pt x="74312" y="62860"/>
                  <a:pt x="74260" y="62900"/>
                </a:cubicBezTo>
                <a:cubicBezTo>
                  <a:pt x="74292" y="62875"/>
                  <a:pt x="74336" y="62866"/>
                  <a:pt x="74383" y="62866"/>
                </a:cubicBezTo>
                <a:cubicBezTo>
                  <a:pt x="74410" y="62866"/>
                  <a:pt x="74439" y="62869"/>
                  <a:pt x="74468" y="62874"/>
                </a:cubicBezTo>
                <a:cubicBezTo>
                  <a:pt x="74390" y="62900"/>
                  <a:pt x="74324" y="62939"/>
                  <a:pt x="74272" y="62978"/>
                </a:cubicBezTo>
                <a:cubicBezTo>
                  <a:pt x="74364" y="62939"/>
                  <a:pt x="74480" y="62926"/>
                  <a:pt x="74584" y="62926"/>
                </a:cubicBezTo>
                <a:cubicBezTo>
                  <a:pt x="74468" y="62991"/>
                  <a:pt x="74364" y="63069"/>
                  <a:pt x="74260" y="63134"/>
                </a:cubicBezTo>
                <a:cubicBezTo>
                  <a:pt x="74368" y="63080"/>
                  <a:pt x="74484" y="63053"/>
                  <a:pt x="74602" y="63053"/>
                </a:cubicBezTo>
                <a:cubicBezTo>
                  <a:pt x="74627" y="63053"/>
                  <a:pt x="74651" y="63054"/>
                  <a:pt x="74676" y="63056"/>
                </a:cubicBezTo>
                <a:cubicBezTo>
                  <a:pt x="74598" y="63095"/>
                  <a:pt x="74506" y="63147"/>
                  <a:pt x="74416" y="63186"/>
                </a:cubicBezTo>
                <a:cubicBezTo>
                  <a:pt x="74506" y="63160"/>
                  <a:pt x="74584" y="63147"/>
                  <a:pt x="74676" y="63147"/>
                </a:cubicBezTo>
                <a:cubicBezTo>
                  <a:pt x="74584" y="63186"/>
                  <a:pt x="74494" y="63238"/>
                  <a:pt x="74416" y="63303"/>
                </a:cubicBezTo>
                <a:cubicBezTo>
                  <a:pt x="74520" y="63277"/>
                  <a:pt x="74663" y="63225"/>
                  <a:pt x="74767" y="63199"/>
                </a:cubicBezTo>
                <a:lnTo>
                  <a:pt x="74767" y="63199"/>
                </a:lnTo>
                <a:lnTo>
                  <a:pt x="74572" y="63316"/>
                </a:lnTo>
                <a:cubicBezTo>
                  <a:pt x="74663" y="63290"/>
                  <a:pt x="74728" y="63290"/>
                  <a:pt x="74806" y="63290"/>
                </a:cubicBezTo>
                <a:cubicBezTo>
                  <a:pt x="74676" y="63329"/>
                  <a:pt x="74572" y="63407"/>
                  <a:pt x="74480" y="63511"/>
                </a:cubicBezTo>
                <a:cubicBezTo>
                  <a:pt x="74584" y="63421"/>
                  <a:pt x="74715" y="63368"/>
                  <a:pt x="74845" y="63342"/>
                </a:cubicBezTo>
                <a:lnTo>
                  <a:pt x="74845" y="63342"/>
                </a:lnTo>
                <a:cubicBezTo>
                  <a:pt x="74754" y="63394"/>
                  <a:pt x="74663" y="63459"/>
                  <a:pt x="74584" y="63525"/>
                </a:cubicBezTo>
                <a:cubicBezTo>
                  <a:pt x="74572" y="63511"/>
                  <a:pt x="74558" y="63499"/>
                  <a:pt x="74558" y="63473"/>
                </a:cubicBezTo>
                <a:lnTo>
                  <a:pt x="74558" y="63473"/>
                </a:lnTo>
                <a:cubicBezTo>
                  <a:pt x="74558" y="63499"/>
                  <a:pt x="74558" y="63525"/>
                  <a:pt x="74572" y="63551"/>
                </a:cubicBezTo>
                <a:cubicBezTo>
                  <a:pt x="74546" y="63563"/>
                  <a:pt x="74532" y="63589"/>
                  <a:pt x="74520" y="63603"/>
                </a:cubicBezTo>
                <a:cubicBezTo>
                  <a:pt x="74546" y="63603"/>
                  <a:pt x="74558" y="63589"/>
                  <a:pt x="74572" y="63577"/>
                </a:cubicBezTo>
                <a:cubicBezTo>
                  <a:pt x="74584" y="63615"/>
                  <a:pt x="74610" y="63667"/>
                  <a:pt x="74624" y="63707"/>
                </a:cubicBezTo>
                <a:lnTo>
                  <a:pt x="74520" y="63603"/>
                </a:lnTo>
                <a:cubicBezTo>
                  <a:pt x="74390" y="63485"/>
                  <a:pt x="74246" y="63394"/>
                  <a:pt x="74104" y="63329"/>
                </a:cubicBezTo>
                <a:lnTo>
                  <a:pt x="74104" y="63329"/>
                </a:lnTo>
                <a:cubicBezTo>
                  <a:pt x="74208" y="63433"/>
                  <a:pt x="74324" y="63551"/>
                  <a:pt x="74442" y="63655"/>
                </a:cubicBezTo>
                <a:cubicBezTo>
                  <a:pt x="74272" y="63511"/>
                  <a:pt x="74077" y="63407"/>
                  <a:pt x="73882" y="63355"/>
                </a:cubicBezTo>
                <a:lnTo>
                  <a:pt x="73882" y="63355"/>
                </a:lnTo>
                <a:lnTo>
                  <a:pt x="74142" y="63537"/>
                </a:lnTo>
                <a:cubicBezTo>
                  <a:pt x="73908" y="63381"/>
                  <a:pt x="73648" y="63290"/>
                  <a:pt x="73387" y="63277"/>
                </a:cubicBezTo>
                <a:lnTo>
                  <a:pt x="73387" y="63277"/>
                </a:lnTo>
                <a:cubicBezTo>
                  <a:pt x="73543" y="63329"/>
                  <a:pt x="73687" y="63394"/>
                  <a:pt x="73830" y="63499"/>
                </a:cubicBezTo>
                <a:cubicBezTo>
                  <a:pt x="73674" y="63421"/>
                  <a:pt x="73491" y="63381"/>
                  <a:pt x="73309" y="63368"/>
                </a:cubicBezTo>
                <a:lnTo>
                  <a:pt x="73309" y="63368"/>
                </a:lnTo>
                <a:cubicBezTo>
                  <a:pt x="73413" y="63394"/>
                  <a:pt x="73505" y="63433"/>
                  <a:pt x="73596" y="63485"/>
                </a:cubicBezTo>
                <a:cubicBezTo>
                  <a:pt x="73531" y="63459"/>
                  <a:pt x="73465" y="63447"/>
                  <a:pt x="73387" y="63433"/>
                </a:cubicBezTo>
                <a:lnTo>
                  <a:pt x="73387" y="63433"/>
                </a:lnTo>
                <a:cubicBezTo>
                  <a:pt x="73439" y="63447"/>
                  <a:pt x="73479" y="63473"/>
                  <a:pt x="73517" y="63485"/>
                </a:cubicBezTo>
                <a:cubicBezTo>
                  <a:pt x="73394" y="63447"/>
                  <a:pt x="73256" y="63423"/>
                  <a:pt x="73115" y="63423"/>
                </a:cubicBezTo>
                <a:cubicBezTo>
                  <a:pt x="73071" y="63423"/>
                  <a:pt x="73026" y="63425"/>
                  <a:pt x="72982" y="63430"/>
                </a:cubicBezTo>
                <a:lnTo>
                  <a:pt x="72982" y="63430"/>
                </a:lnTo>
                <a:cubicBezTo>
                  <a:pt x="72986" y="63430"/>
                  <a:pt x="72990" y="63430"/>
                  <a:pt x="72994" y="63430"/>
                </a:cubicBezTo>
                <a:cubicBezTo>
                  <a:pt x="73050" y="63430"/>
                  <a:pt x="73110" y="63451"/>
                  <a:pt x="73153" y="63473"/>
                </a:cubicBezTo>
                <a:lnTo>
                  <a:pt x="72802" y="63433"/>
                </a:lnTo>
                <a:lnTo>
                  <a:pt x="72802" y="63433"/>
                </a:lnTo>
                <a:cubicBezTo>
                  <a:pt x="72841" y="63447"/>
                  <a:pt x="72867" y="63459"/>
                  <a:pt x="72906" y="63459"/>
                </a:cubicBezTo>
                <a:lnTo>
                  <a:pt x="72607" y="63485"/>
                </a:lnTo>
                <a:cubicBezTo>
                  <a:pt x="72685" y="63485"/>
                  <a:pt x="72763" y="63499"/>
                  <a:pt x="72841" y="63525"/>
                </a:cubicBezTo>
                <a:cubicBezTo>
                  <a:pt x="72816" y="63521"/>
                  <a:pt x="72791" y="63519"/>
                  <a:pt x="72765" y="63519"/>
                </a:cubicBezTo>
                <a:cubicBezTo>
                  <a:pt x="72695" y="63519"/>
                  <a:pt x="72621" y="63532"/>
                  <a:pt x="72555" y="63551"/>
                </a:cubicBezTo>
                <a:lnTo>
                  <a:pt x="72763" y="63551"/>
                </a:lnTo>
                <a:lnTo>
                  <a:pt x="72737" y="63577"/>
                </a:lnTo>
                <a:lnTo>
                  <a:pt x="72815" y="63577"/>
                </a:lnTo>
                <a:cubicBezTo>
                  <a:pt x="72769" y="63622"/>
                  <a:pt x="72717" y="63668"/>
                  <a:pt x="72667" y="63714"/>
                </a:cubicBezTo>
                <a:lnTo>
                  <a:pt x="72667" y="63714"/>
                </a:lnTo>
                <a:cubicBezTo>
                  <a:pt x="72752" y="63648"/>
                  <a:pt x="72857" y="63613"/>
                  <a:pt x="72971" y="63603"/>
                </a:cubicBezTo>
                <a:lnTo>
                  <a:pt x="72971" y="63603"/>
                </a:lnTo>
                <a:cubicBezTo>
                  <a:pt x="72945" y="63629"/>
                  <a:pt x="72919" y="63641"/>
                  <a:pt x="72893" y="63667"/>
                </a:cubicBezTo>
                <a:cubicBezTo>
                  <a:pt x="72932" y="63655"/>
                  <a:pt x="72984" y="63641"/>
                  <a:pt x="73037" y="63641"/>
                </a:cubicBezTo>
                <a:cubicBezTo>
                  <a:pt x="72984" y="63681"/>
                  <a:pt x="72945" y="63707"/>
                  <a:pt x="72906" y="63745"/>
                </a:cubicBezTo>
                <a:cubicBezTo>
                  <a:pt x="72997" y="63719"/>
                  <a:pt x="73089" y="63681"/>
                  <a:pt x="73179" y="63641"/>
                </a:cubicBezTo>
                <a:lnTo>
                  <a:pt x="73179" y="63641"/>
                </a:lnTo>
                <a:cubicBezTo>
                  <a:pt x="73049" y="63733"/>
                  <a:pt x="72945" y="63849"/>
                  <a:pt x="72867" y="63993"/>
                </a:cubicBezTo>
                <a:cubicBezTo>
                  <a:pt x="73023" y="63811"/>
                  <a:pt x="73257" y="63693"/>
                  <a:pt x="73491" y="63655"/>
                </a:cubicBezTo>
                <a:lnTo>
                  <a:pt x="73491" y="63655"/>
                </a:lnTo>
                <a:cubicBezTo>
                  <a:pt x="73427" y="63719"/>
                  <a:pt x="73349" y="63771"/>
                  <a:pt x="73283" y="63823"/>
                </a:cubicBezTo>
                <a:cubicBezTo>
                  <a:pt x="73335" y="63811"/>
                  <a:pt x="73375" y="63797"/>
                  <a:pt x="73427" y="63785"/>
                </a:cubicBezTo>
                <a:lnTo>
                  <a:pt x="73427" y="63785"/>
                </a:lnTo>
                <a:cubicBezTo>
                  <a:pt x="73377" y="63821"/>
                  <a:pt x="73339" y="63870"/>
                  <a:pt x="73291" y="63909"/>
                </a:cubicBezTo>
                <a:lnTo>
                  <a:pt x="73291" y="63909"/>
                </a:lnTo>
                <a:cubicBezTo>
                  <a:pt x="73355" y="63860"/>
                  <a:pt x="73430" y="63823"/>
                  <a:pt x="73505" y="63811"/>
                </a:cubicBezTo>
                <a:lnTo>
                  <a:pt x="73505" y="63811"/>
                </a:lnTo>
                <a:cubicBezTo>
                  <a:pt x="73375" y="63889"/>
                  <a:pt x="73245" y="63993"/>
                  <a:pt x="73153" y="64123"/>
                </a:cubicBezTo>
                <a:cubicBezTo>
                  <a:pt x="73309" y="63967"/>
                  <a:pt x="73517" y="63863"/>
                  <a:pt x="73726" y="63811"/>
                </a:cubicBezTo>
                <a:lnTo>
                  <a:pt x="73726" y="63811"/>
                </a:lnTo>
                <a:cubicBezTo>
                  <a:pt x="73648" y="63863"/>
                  <a:pt x="73570" y="63927"/>
                  <a:pt x="73491" y="64006"/>
                </a:cubicBezTo>
                <a:cubicBezTo>
                  <a:pt x="73557" y="63967"/>
                  <a:pt x="73622" y="63941"/>
                  <a:pt x="73687" y="63901"/>
                </a:cubicBezTo>
                <a:lnTo>
                  <a:pt x="73687" y="63901"/>
                </a:lnTo>
                <a:cubicBezTo>
                  <a:pt x="73583" y="63967"/>
                  <a:pt x="73505" y="64058"/>
                  <a:pt x="73439" y="64162"/>
                </a:cubicBezTo>
                <a:cubicBezTo>
                  <a:pt x="73531" y="64058"/>
                  <a:pt x="73661" y="63979"/>
                  <a:pt x="73791" y="63941"/>
                </a:cubicBezTo>
                <a:lnTo>
                  <a:pt x="73791" y="63941"/>
                </a:lnTo>
                <a:cubicBezTo>
                  <a:pt x="73687" y="64006"/>
                  <a:pt x="73622" y="64071"/>
                  <a:pt x="73583" y="64175"/>
                </a:cubicBezTo>
                <a:cubicBezTo>
                  <a:pt x="73726" y="64045"/>
                  <a:pt x="73921" y="63967"/>
                  <a:pt x="74116" y="63941"/>
                </a:cubicBezTo>
                <a:lnTo>
                  <a:pt x="74116" y="63941"/>
                </a:lnTo>
                <a:lnTo>
                  <a:pt x="73895" y="64097"/>
                </a:lnTo>
                <a:cubicBezTo>
                  <a:pt x="73973" y="64045"/>
                  <a:pt x="74051" y="64019"/>
                  <a:pt x="74142" y="63993"/>
                </a:cubicBezTo>
                <a:lnTo>
                  <a:pt x="74142" y="63993"/>
                </a:lnTo>
                <a:cubicBezTo>
                  <a:pt x="74015" y="64095"/>
                  <a:pt x="73901" y="64197"/>
                  <a:pt x="73786" y="64310"/>
                </a:cubicBezTo>
                <a:lnTo>
                  <a:pt x="73786" y="64310"/>
                </a:lnTo>
                <a:cubicBezTo>
                  <a:pt x="73941" y="64158"/>
                  <a:pt x="74146" y="64057"/>
                  <a:pt x="74364" y="64032"/>
                </a:cubicBezTo>
                <a:lnTo>
                  <a:pt x="74364" y="64032"/>
                </a:lnTo>
                <a:cubicBezTo>
                  <a:pt x="74246" y="64084"/>
                  <a:pt x="74142" y="64149"/>
                  <a:pt x="74038" y="64227"/>
                </a:cubicBezTo>
                <a:cubicBezTo>
                  <a:pt x="74142" y="64162"/>
                  <a:pt x="74260" y="64136"/>
                  <a:pt x="74376" y="64136"/>
                </a:cubicBezTo>
                <a:cubicBezTo>
                  <a:pt x="74168" y="64188"/>
                  <a:pt x="73973" y="64318"/>
                  <a:pt x="73843" y="64487"/>
                </a:cubicBezTo>
                <a:cubicBezTo>
                  <a:pt x="74025" y="64344"/>
                  <a:pt x="74663" y="64110"/>
                  <a:pt x="74897" y="64071"/>
                </a:cubicBezTo>
                <a:cubicBezTo>
                  <a:pt x="74897" y="64071"/>
                  <a:pt x="74949" y="64110"/>
                  <a:pt x="75027" y="64188"/>
                </a:cubicBezTo>
                <a:cubicBezTo>
                  <a:pt x="75014" y="64188"/>
                  <a:pt x="75014" y="64201"/>
                  <a:pt x="75014" y="64201"/>
                </a:cubicBezTo>
                <a:cubicBezTo>
                  <a:pt x="74988" y="64253"/>
                  <a:pt x="74988" y="64305"/>
                  <a:pt x="75014" y="64370"/>
                </a:cubicBezTo>
                <a:cubicBezTo>
                  <a:pt x="74884" y="64383"/>
                  <a:pt x="74767" y="64409"/>
                  <a:pt x="74636" y="64448"/>
                </a:cubicBezTo>
                <a:cubicBezTo>
                  <a:pt x="74520" y="64422"/>
                  <a:pt x="74390" y="64422"/>
                  <a:pt x="74338" y="64370"/>
                </a:cubicBezTo>
                <a:lnTo>
                  <a:pt x="74338" y="64370"/>
                </a:lnTo>
                <a:cubicBezTo>
                  <a:pt x="74376" y="64409"/>
                  <a:pt x="74416" y="64435"/>
                  <a:pt x="74454" y="64461"/>
                </a:cubicBezTo>
                <a:cubicBezTo>
                  <a:pt x="74408" y="64449"/>
                  <a:pt x="74361" y="64443"/>
                  <a:pt x="74314" y="64443"/>
                </a:cubicBezTo>
                <a:cubicBezTo>
                  <a:pt x="74215" y="64443"/>
                  <a:pt x="74118" y="64469"/>
                  <a:pt x="74038" y="64514"/>
                </a:cubicBezTo>
                <a:cubicBezTo>
                  <a:pt x="74049" y="64515"/>
                  <a:pt x="74060" y="64516"/>
                  <a:pt x="74072" y="64516"/>
                </a:cubicBezTo>
                <a:cubicBezTo>
                  <a:pt x="74145" y="64516"/>
                  <a:pt x="74231" y="64487"/>
                  <a:pt x="74298" y="64487"/>
                </a:cubicBezTo>
                <a:cubicBezTo>
                  <a:pt x="74090" y="64500"/>
                  <a:pt x="73869" y="64618"/>
                  <a:pt x="73713" y="64748"/>
                </a:cubicBezTo>
                <a:cubicBezTo>
                  <a:pt x="73804" y="64734"/>
                  <a:pt x="73908" y="64708"/>
                  <a:pt x="74012" y="64682"/>
                </a:cubicBezTo>
                <a:lnTo>
                  <a:pt x="74012" y="64682"/>
                </a:lnTo>
                <a:cubicBezTo>
                  <a:pt x="73791" y="64748"/>
                  <a:pt x="73609" y="64864"/>
                  <a:pt x="73465" y="65034"/>
                </a:cubicBezTo>
                <a:cubicBezTo>
                  <a:pt x="73570" y="64968"/>
                  <a:pt x="73661" y="64916"/>
                  <a:pt x="73765" y="64864"/>
                </a:cubicBezTo>
                <a:lnTo>
                  <a:pt x="73765" y="64864"/>
                </a:lnTo>
                <a:cubicBezTo>
                  <a:pt x="73622" y="64982"/>
                  <a:pt x="73479" y="65060"/>
                  <a:pt x="73349" y="65164"/>
                </a:cubicBezTo>
                <a:cubicBezTo>
                  <a:pt x="73401" y="65138"/>
                  <a:pt x="73453" y="65151"/>
                  <a:pt x="73505" y="65125"/>
                </a:cubicBezTo>
                <a:lnTo>
                  <a:pt x="73505" y="65125"/>
                </a:lnTo>
                <a:cubicBezTo>
                  <a:pt x="73505" y="65138"/>
                  <a:pt x="73491" y="65151"/>
                  <a:pt x="73491" y="65151"/>
                </a:cubicBezTo>
                <a:cubicBezTo>
                  <a:pt x="73257" y="65320"/>
                  <a:pt x="73063" y="65502"/>
                  <a:pt x="72906" y="65737"/>
                </a:cubicBezTo>
                <a:cubicBezTo>
                  <a:pt x="72997" y="65645"/>
                  <a:pt x="73101" y="65554"/>
                  <a:pt x="73205" y="65463"/>
                </a:cubicBezTo>
                <a:lnTo>
                  <a:pt x="73205" y="65463"/>
                </a:lnTo>
                <a:cubicBezTo>
                  <a:pt x="73049" y="65645"/>
                  <a:pt x="72919" y="65827"/>
                  <a:pt x="72789" y="66023"/>
                </a:cubicBezTo>
                <a:cubicBezTo>
                  <a:pt x="72854" y="65957"/>
                  <a:pt x="72906" y="65893"/>
                  <a:pt x="72958" y="65827"/>
                </a:cubicBezTo>
                <a:lnTo>
                  <a:pt x="72958" y="65827"/>
                </a:lnTo>
                <a:cubicBezTo>
                  <a:pt x="72867" y="65971"/>
                  <a:pt x="72802" y="66127"/>
                  <a:pt x="72763" y="66296"/>
                </a:cubicBezTo>
                <a:lnTo>
                  <a:pt x="72880" y="66101"/>
                </a:lnTo>
                <a:lnTo>
                  <a:pt x="72880" y="66101"/>
                </a:lnTo>
                <a:cubicBezTo>
                  <a:pt x="72867" y="66153"/>
                  <a:pt x="72867" y="66218"/>
                  <a:pt x="72854" y="66270"/>
                </a:cubicBezTo>
                <a:cubicBezTo>
                  <a:pt x="72880" y="66218"/>
                  <a:pt x="72893" y="66166"/>
                  <a:pt x="72919" y="66113"/>
                </a:cubicBezTo>
                <a:lnTo>
                  <a:pt x="72958" y="66309"/>
                </a:lnTo>
                <a:cubicBezTo>
                  <a:pt x="72971" y="66231"/>
                  <a:pt x="72984" y="66101"/>
                  <a:pt x="72997" y="66023"/>
                </a:cubicBezTo>
                <a:cubicBezTo>
                  <a:pt x="73023" y="66127"/>
                  <a:pt x="73063" y="66231"/>
                  <a:pt x="73089" y="66322"/>
                </a:cubicBezTo>
                <a:cubicBezTo>
                  <a:pt x="73101" y="66179"/>
                  <a:pt x="73101" y="65997"/>
                  <a:pt x="73115" y="65853"/>
                </a:cubicBezTo>
                <a:cubicBezTo>
                  <a:pt x="73115" y="66009"/>
                  <a:pt x="73167" y="66153"/>
                  <a:pt x="73271" y="66283"/>
                </a:cubicBezTo>
                <a:cubicBezTo>
                  <a:pt x="73219" y="66166"/>
                  <a:pt x="73179" y="66035"/>
                  <a:pt x="73167" y="65893"/>
                </a:cubicBezTo>
                <a:lnTo>
                  <a:pt x="73167" y="65893"/>
                </a:lnTo>
                <a:lnTo>
                  <a:pt x="73309" y="66153"/>
                </a:lnTo>
                <a:cubicBezTo>
                  <a:pt x="73257" y="66049"/>
                  <a:pt x="73219" y="65931"/>
                  <a:pt x="73219" y="65801"/>
                </a:cubicBezTo>
                <a:lnTo>
                  <a:pt x="73219" y="65801"/>
                </a:lnTo>
                <a:cubicBezTo>
                  <a:pt x="73271" y="65931"/>
                  <a:pt x="73349" y="66061"/>
                  <a:pt x="73439" y="66153"/>
                </a:cubicBezTo>
                <a:cubicBezTo>
                  <a:pt x="73335" y="66035"/>
                  <a:pt x="73283" y="65853"/>
                  <a:pt x="73297" y="65697"/>
                </a:cubicBezTo>
                <a:lnTo>
                  <a:pt x="73297" y="65697"/>
                </a:lnTo>
                <a:cubicBezTo>
                  <a:pt x="73323" y="65763"/>
                  <a:pt x="73349" y="65801"/>
                  <a:pt x="73375" y="65867"/>
                </a:cubicBezTo>
                <a:cubicBezTo>
                  <a:pt x="73361" y="65789"/>
                  <a:pt x="73361" y="65697"/>
                  <a:pt x="73375" y="65619"/>
                </a:cubicBezTo>
                <a:cubicBezTo>
                  <a:pt x="73413" y="65763"/>
                  <a:pt x="73491" y="65893"/>
                  <a:pt x="73583" y="66009"/>
                </a:cubicBezTo>
                <a:cubicBezTo>
                  <a:pt x="73531" y="65879"/>
                  <a:pt x="73505" y="65723"/>
                  <a:pt x="73491" y="65580"/>
                </a:cubicBezTo>
                <a:lnTo>
                  <a:pt x="73491" y="65580"/>
                </a:lnTo>
                <a:cubicBezTo>
                  <a:pt x="73517" y="65659"/>
                  <a:pt x="73557" y="65723"/>
                  <a:pt x="73583" y="65801"/>
                </a:cubicBezTo>
                <a:cubicBezTo>
                  <a:pt x="73557" y="65723"/>
                  <a:pt x="73543" y="65633"/>
                  <a:pt x="73543" y="65541"/>
                </a:cubicBezTo>
                <a:lnTo>
                  <a:pt x="73543" y="65541"/>
                </a:lnTo>
                <a:cubicBezTo>
                  <a:pt x="73570" y="65659"/>
                  <a:pt x="73609" y="65763"/>
                  <a:pt x="73674" y="65853"/>
                </a:cubicBezTo>
                <a:cubicBezTo>
                  <a:pt x="73635" y="65723"/>
                  <a:pt x="73635" y="65567"/>
                  <a:pt x="73674" y="65437"/>
                </a:cubicBezTo>
                <a:cubicBezTo>
                  <a:pt x="73700" y="65515"/>
                  <a:pt x="73726" y="65593"/>
                  <a:pt x="73778" y="65671"/>
                </a:cubicBezTo>
                <a:cubicBezTo>
                  <a:pt x="73739" y="65593"/>
                  <a:pt x="73726" y="65502"/>
                  <a:pt x="73752" y="65411"/>
                </a:cubicBezTo>
                <a:lnTo>
                  <a:pt x="73752" y="65411"/>
                </a:lnTo>
                <a:cubicBezTo>
                  <a:pt x="73778" y="65502"/>
                  <a:pt x="73817" y="65580"/>
                  <a:pt x="73869" y="65659"/>
                </a:cubicBezTo>
                <a:cubicBezTo>
                  <a:pt x="73830" y="65528"/>
                  <a:pt x="73804" y="65411"/>
                  <a:pt x="73817" y="65281"/>
                </a:cubicBezTo>
                <a:lnTo>
                  <a:pt x="73817" y="65281"/>
                </a:lnTo>
                <a:lnTo>
                  <a:pt x="74051" y="65671"/>
                </a:lnTo>
                <a:cubicBezTo>
                  <a:pt x="73986" y="65515"/>
                  <a:pt x="73960" y="65333"/>
                  <a:pt x="73973" y="65164"/>
                </a:cubicBezTo>
                <a:lnTo>
                  <a:pt x="73973" y="65164"/>
                </a:lnTo>
                <a:cubicBezTo>
                  <a:pt x="74025" y="65268"/>
                  <a:pt x="74064" y="65385"/>
                  <a:pt x="74116" y="65489"/>
                </a:cubicBezTo>
                <a:cubicBezTo>
                  <a:pt x="74090" y="65385"/>
                  <a:pt x="74077" y="65281"/>
                  <a:pt x="74090" y="65177"/>
                </a:cubicBezTo>
                <a:lnTo>
                  <a:pt x="74090" y="65177"/>
                </a:lnTo>
                <a:cubicBezTo>
                  <a:pt x="74116" y="65294"/>
                  <a:pt x="74182" y="65398"/>
                  <a:pt x="74246" y="65502"/>
                </a:cubicBezTo>
                <a:cubicBezTo>
                  <a:pt x="74220" y="65359"/>
                  <a:pt x="74168" y="65203"/>
                  <a:pt x="74142" y="65073"/>
                </a:cubicBezTo>
                <a:lnTo>
                  <a:pt x="74142" y="65073"/>
                </a:lnTo>
                <a:cubicBezTo>
                  <a:pt x="74194" y="65151"/>
                  <a:pt x="74234" y="65229"/>
                  <a:pt x="74272" y="65307"/>
                </a:cubicBezTo>
                <a:cubicBezTo>
                  <a:pt x="74246" y="65203"/>
                  <a:pt x="74246" y="65125"/>
                  <a:pt x="74246" y="65020"/>
                </a:cubicBezTo>
                <a:lnTo>
                  <a:pt x="74246" y="65020"/>
                </a:lnTo>
                <a:cubicBezTo>
                  <a:pt x="74298" y="65177"/>
                  <a:pt x="74390" y="65320"/>
                  <a:pt x="74506" y="65424"/>
                </a:cubicBezTo>
                <a:cubicBezTo>
                  <a:pt x="74390" y="65307"/>
                  <a:pt x="74350" y="65138"/>
                  <a:pt x="74324" y="64982"/>
                </a:cubicBezTo>
                <a:lnTo>
                  <a:pt x="74324" y="64982"/>
                </a:lnTo>
                <a:cubicBezTo>
                  <a:pt x="74402" y="65138"/>
                  <a:pt x="74506" y="65294"/>
                  <a:pt x="74650" y="65411"/>
                </a:cubicBezTo>
                <a:cubicBezTo>
                  <a:pt x="74558" y="65281"/>
                  <a:pt x="74468" y="65125"/>
                  <a:pt x="74416" y="64968"/>
                </a:cubicBezTo>
                <a:lnTo>
                  <a:pt x="74416" y="64968"/>
                </a:lnTo>
                <a:cubicBezTo>
                  <a:pt x="74468" y="65060"/>
                  <a:pt x="74532" y="65138"/>
                  <a:pt x="74598" y="65203"/>
                </a:cubicBezTo>
                <a:cubicBezTo>
                  <a:pt x="74558" y="65112"/>
                  <a:pt x="74520" y="64994"/>
                  <a:pt x="74480" y="64904"/>
                </a:cubicBezTo>
                <a:lnTo>
                  <a:pt x="74480" y="64904"/>
                </a:lnTo>
                <a:cubicBezTo>
                  <a:pt x="74546" y="65046"/>
                  <a:pt x="74650" y="65190"/>
                  <a:pt x="74780" y="65294"/>
                </a:cubicBezTo>
                <a:cubicBezTo>
                  <a:pt x="74650" y="65424"/>
                  <a:pt x="74532" y="65580"/>
                  <a:pt x="74428" y="65737"/>
                </a:cubicBezTo>
                <a:cubicBezTo>
                  <a:pt x="74156" y="66192"/>
                  <a:pt x="74012" y="66726"/>
                  <a:pt x="74051" y="67259"/>
                </a:cubicBezTo>
                <a:cubicBezTo>
                  <a:pt x="74104" y="67324"/>
                  <a:pt x="74156" y="67402"/>
                  <a:pt x="74208" y="67467"/>
                </a:cubicBezTo>
                <a:cubicBezTo>
                  <a:pt x="74182" y="67389"/>
                  <a:pt x="74142" y="67285"/>
                  <a:pt x="74116" y="67206"/>
                </a:cubicBezTo>
                <a:lnTo>
                  <a:pt x="74116" y="67206"/>
                </a:lnTo>
                <a:cubicBezTo>
                  <a:pt x="74182" y="67285"/>
                  <a:pt x="74260" y="67350"/>
                  <a:pt x="74312" y="67428"/>
                </a:cubicBezTo>
                <a:cubicBezTo>
                  <a:pt x="74272" y="67298"/>
                  <a:pt x="74194" y="67142"/>
                  <a:pt x="74156" y="67012"/>
                </a:cubicBezTo>
                <a:lnTo>
                  <a:pt x="74156" y="67012"/>
                </a:lnTo>
                <a:cubicBezTo>
                  <a:pt x="74220" y="67142"/>
                  <a:pt x="74324" y="67246"/>
                  <a:pt x="74468" y="67311"/>
                </a:cubicBezTo>
                <a:cubicBezTo>
                  <a:pt x="74364" y="67232"/>
                  <a:pt x="74286" y="67142"/>
                  <a:pt x="74220" y="67024"/>
                </a:cubicBezTo>
                <a:lnTo>
                  <a:pt x="74220" y="67024"/>
                </a:lnTo>
                <a:cubicBezTo>
                  <a:pt x="74298" y="67076"/>
                  <a:pt x="74364" y="67142"/>
                  <a:pt x="74442" y="67194"/>
                </a:cubicBezTo>
                <a:cubicBezTo>
                  <a:pt x="74350" y="67116"/>
                  <a:pt x="74272" y="67024"/>
                  <a:pt x="74234" y="66920"/>
                </a:cubicBezTo>
                <a:lnTo>
                  <a:pt x="74234" y="66920"/>
                </a:lnTo>
                <a:cubicBezTo>
                  <a:pt x="74324" y="67012"/>
                  <a:pt x="74442" y="67090"/>
                  <a:pt x="74558" y="67142"/>
                </a:cubicBezTo>
                <a:cubicBezTo>
                  <a:pt x="74416" y="67076"/>
                  <a:pt x="74298" y="66946"/>
                  <a:pt x="74246" y="66804"/>
                </a:cubicBezTo>
                <a:lnTo>
                  <a:pt x="74246" y="66804"/>
                </a:lnTo>
                <a:cubicBezTo>
                  <a:pt x="74298" y="66842"/>
                  <a:pt x="74338" y="66868"/>
                  <a:pt x="74390" y="66920"/>
                </a:cubicBezTo>
                <a:cubicBezTo>
                  <a:pt x="74338" y="66856"/>
                  <a:pt x="74298" y="66778"/>
                  <a:pt x="74272" y="66700"/>
                </a:cubicBezTo>
                <a:lnTo>
                  <a:pt x="74272" y="66700"/>
                </a:lnTo>
                <a:cubicBezTo>
                  <a:pt x="74376" y="66816"/>
                  <a:pt x="74494" y="66894"/>
                  <a:pt x="74624" y="66960"/>
                </a:cubicBezTo>
                <a:cubicBezTo>
                  <a:pt x="74520" y="66856"/>
                  <a:pt x="74442" y="66738"/>
                  <a:pt x="74364" y="66621"/>
                </a:cubicBezTo>
                <a:lnTo>
                  <a:pt x="74364" y="66621"/>
                </a:lnTo>
                <a:cubicBezTo>
                  <a:pt x="74428" y="66673"/>
                  <a:pt x="74480" y="66726"/>
                  <a:pt x="74532" y="66778"/>
                </a:cubicBezTo>
                <a:cubicBezTo>
                  <a:pt x="74480" y="66712"/>
                  <a:pt x="74428" y="66647"/>
                  <a:pt x="74390" y="66569"/>
                </a:cubicBezTo>
                <a:lnTo>
                  <a:pt x="74390" y="66569"/>
                </a:lnTo>
                <a:cubicBezTo>
                  <a:pt x="74468" y="66647"/>
                  <a:pt x="74546" y="66726"/>
                  <a:pt x="74636" y="66778"/>
                </a:cubicBezTo>
                <a:cubicBezTo>
                  <a:pt x="74558" y="66673"/>
                  <a:pt x="74494" y="66556"/>
                  <a:pt x="74468" y="66413"/>
                </a:cubicBezTo>
                <a:lnTo>
                  <a:pt x="74468" y="66413"/>
                </a:lnTo>
                <a:cubicBezTo>
                  <a:pt x="74520" y="66478"/>
                  <a:pt x="74584" y="66530"/>
                  <a:pt x="74650" y="66582"/>
                </a:cubicBezTo>
                <a:cubicBezTo>
                  <a:pt x="74584" y="66530"/>
                  <a:pt x="74532" y="66452"/>
                  <a:pt x="74520" y="66374"/>
                </a:cubicBezTo>
                <a:lnTo>
                  <a:pt x="74520" y="66374"/>
                </a:lnTo>
                <a:cubicBezTo>
                  <a:pt x="74584" y="66439"/>
                  <a:pt x="74650" y="66491"/>
                  <a:pt x="74728" y="66530"/>
                </a:cubicBezTo>
                <a:cubicBezTo>
                  <a:pt x="74636" y="66439"/>
                  <a:pt x="74572" y="66335"/>
                  <a:pt x="74520" y="66231"/>
                </a:cubicBezTo>
                <a:lnTo>
                  <a:pt x="74520" y="66231"/>
                </a:lnTo>
                <a:cubicBezTo>
                  <a:pt x="74650" y="66309"/>
                  <a:pt x="74767" y="66387"/>
                  <a:pt x="74884" y="66478"/>
                </a:cubicBezTo>
                <a:cubicBezTo>
                  <a:pt x="74767" y="66361"/>
                  <a:pt x="74676" y="66218"/>
                  <a:pt x="74610" y="66061"/>
                </a:cubicBezTo>
                <a:lnTo>
                  <a:pt x="74610" y="66061"/>
                </a:lnTo>
                <a:cubicBezTo>
                  <a:pt x="74702" y="66139"/>
                  <a:pt x="74780" y="66205"/>
                  <a:pt x="74871" y="66283"/>
                </a:cubicBezTo>
                <a:cubicBezTo>
                  <a:pt x="74806" y="66205"/>
                  <a:pt x="74754" y="66127"/>
                  <a:pt x="74715" y="66035"/>
                </a:cubicBezTo>
                <a:lnTo>
                  <a:pt x="74715" y="66035"/>
                </a:lnTo>
                <a:cubicBezTo>
                  <a:pt x="74793" y="66113"/>
                  <a:pt x="74897" y="66179"/>
                  <a:pt x="74988" y="66231"/>
                </a:cubicBezTo>
                <a:cubicBezTo>
                  <a:pt x="74910" y="66139"/>
                  <a:pt x="74806" y="66009"/>
                  <a:pt x="74728" y="65905"/>
                </a:cubicBezTo>
                <a:lnTo>
                  <a:pt x="74728" y="65905"/>
                </a:lnTo>
                <a:cubicBezTo>
                  <a:pt x="74793" y="65957"/>
                  <a:pt x="74871" y="66009"/>
                  <a:pt x="74936" y="66061"/>
                </a:cubicBezTo>
                <a:cubicBezTo>
                  <a:pt x="74871" y="65983"/>
                  <a:pt x="74845" y="65919"/>
                  <a:pt x="74793" y="65827"/>
                </a:cubicBezTo>
                <a:lnTo>
                  <a:pt x="74793" y="65827"/>
                </a:lnTo>
                <a:cubicBezTo>
                  <a:pt x="74897" y="65945"/>
                  <a:pt x="75040" y="66023"/>
                  <a:pt x="75183" y="66075"/>
                </a:cubicBezTo>
                <a:cubicBezTo>
                  <a:pt x="75040" y="66009"/>
                  <a:pt x="74936" y="65893"/>
                  <a:pt x="74845" y="65763"/>
                </a:cubicBezTo>
                <a:lnTo>
                  <a:pt x="74845" y="65763"/>
                </a:lnTo>
                <a:cubicBezTo>
                  <a:pt x="74975" y="65867"/>
                  <a:pt x="75131" y="65957"/>
                  <a:pt x="75301" y="66009"/>
                </a:cubicBezTo>
                <a:cubicBezTo>
                  <a:pt x="75170" y="65919"/>
                  <a:pt x="75027" y="65827"/>
                  <a:pt x="74923" y="65711"/>
                </a:cubicBezTo>
                <a:lnTo>
                  <a:pt x="74923" y="65711"/>
                </a:lnTo>
                <a:cubicBezTo>
                  <a:pt x="75001" y="65763"/>
                  <a:pt x="75092" y="65815"/>
                  <a:pt x="75183" y="65841"/>
                </a:cubicBezTo>
                <a:cubicBezTo>
                  <a:pt x="75105" y="65775"/>
                  <a:pt x="75014" y="65697"/>
                  <a:pt x="74949" y="65633"/>
                </a:cubicBezTo>
                <a:lnTo>
                  <a:pt x="74949" y="65633"/>
                </a:lnTo>
                <a:cubicBezTo>
                  <a:pt x="75092" y="65749"/>
                  <a:pt x="75301" y="65841"/>
                  <a:pt x="75483" y="65867"/>
                </a:cubicBezTo>
                <a:cubicBezTo>
                  <a:pt x="75287" y="65801"/>
                  <a:pt x="75118" y="65659"/>
                  <a:pt x="75014" y="65476"/>
                </a:cubicBezTo>
                <a:lnTo>
                  <a:pt x="75014" y="65476"/>
                </a:lnTo>
                <a:cubicBezTo>
                  <a:pt x="75092" y="65567"/>
                  <a:pt x="75223" y="65633"/>
                  <a:pt x="75327" y="65671"/>
                </a:cubicBezTo>
                <a:cubicBezTo>
                  <a:pt x="75261" y="65619"/>
                  <a:pt x="75197" y="65554"/>
                  <a:pt x="75144" y="65489"/>
                </a:cubicBezTo>
                <a:lnTo>
                  <a:pt x="75144" y="65489"/>
                </a:lnTo>
                <a:cubicBezTo>
                  <a:pt x="75235" y="65554"/>
                  <a:pt x="75339" y="65607"/>
                  <a:pt x="75457" y="65633"/>
                </a:cubicBezTo>
                <a:cubicBezTo>
                  <a:pt x="75275" y="65567"/>
                  <a:pt x="75131" y="65437"/>
                  <a:pt x="75066" y="65255"/>
                </a:cubicBezTo>
                <a:lnTo>
                  <a:pt x="75066" y="65255"/>
                </a:lnTo>
                <a:cubicBezTo>
                  <a:pt x="75157" y="65385"/>
                  <a:pt x="75313" y="65476"/>
                  <a:pt x="75483" y="65502"/>
                </a:cubicBezTo>
                <a:cubicBezTo>
                  <a:pt x="75327" y="65463"/>
                  <a:pt x="75183" y="65359"/>
                  <a:pt x="75105" y="65216"/>
                </a:cubicBezTo>
                <a:cubicBezTo>
                  <a:pt x="75157" y="65177"/>
                  <a:pt x="75223" y="65151"/>
                  <a:pt x="75287" y="65138"/>
                </a:cubicBezTo>
                <a:cubicBezTo>
                  <a:pt x="75313" y="65138"/>
                  <a:pt x="75353" y="65138"/>
                  <a:pt x="75379" y="65125"/>
                </a:cubicBezTo>
                <a:cubicBezTo>
                  <a:pt x="75389" y="65114"/>
                  <a:pt x="75400" y="65103"/>
                  <a:pt x="75404" y="65093"/>
                </a:cubicBezTo>
                <a:lnTo>
                  <a:pt x="75404" y="65093"/>
                </a:lnTo>
                <a:cubicBezTo>
                  <a:pt x="75390" y="65168"/>
                  <a:pt x="75378" y="65244"/>
                  <a:pt x="75339" y="65307"/>
                </a:cubicBezTo>
                <a:cubicBezTo>
                  <a:pt x="75405" y="65268"/>
                  <a:pt x="75457" y="65216"/>
                  <a:pt x="75495" y="65151"/>
                </a:cubicBezTo>
                <a:cubicBezTo>
                  <a:pt x="75651" y="66218"/>
                  <a:pt x="75665" y="67649"/>
                  <a:pt x="75625" y="69002"/>
                </a:cubicBezTo>
                <a:cubicBezTo>
                  <a:pt x="75301" y="69106"/>
                  <a:pt x="74949" y="69106"/>
                  <a:pt x="74636" y="69236"/>
                </a:cubicBezTo>
                <a:cubicBezTo>
                  <a:pt x="74532" y="69276"/>
                  <a:pt x="74442" y="69314"/>
                  <a:pt x="74350" y="69366"/>
                </a:cubicBezTo>
                <a:cubicBezTo>
                  <a:pt x="74312" y="69366"/>
                  <a:pt x="74260" y="69366"/>
                  <a:pt x="74208" y="69354"/>
                </a:cubicBezTo>
                <a:cubicBezTo>
                  <a:pt x="73986" y="69302"/>
                  <a:pt x="73895" y="69146"/>
                  <a:pt x="73752" y="68964"/>
                </a:cubicBezTo>
                <a:cubicBezTo>
                  <a:pt x="73489" y="68649"/>
                  <a:pt x="73031" y="68312"/>
                  <a:pt x="72590" y="68312"/>
                </a:cubicBezTo>
                <a:cubicBezTo>
                  <a:pt x="72574" y="68312"/>
                  <a:pt x="72558" y="68312"/>
                  <a:pt x="72542" y="68313"/>
                </a:cubicBezTo>
                <a:cubicBezTo>
                  <a:pt x="72216" y="68325"/>
                  <a:pt x="72126" y="68612"/>
                  <a:pt x="71891" y="68690"/>
                </a:cubicBezTo>
                <a:cubicBezTo>
                  <a:pt x="71857" y="68701"/>
                  <a:pt x="71828" y="68705"/>
                  <a:pt x="71804" y="68705"/>
                </a:cubicBezTo>
                <a:cubicBezTo>
                  <a:pt x="71711" y="68705"/>
                  <a:pt x="71677" y="68635"/>
                  <a:pt x="71553" y="68573"/>
                </a:cubicBezTo>
                <a:cubicBezTo>
                  <a:pt x="71305" y="68456"/>
                  <a:pt x="71163" y="68495"/>
                  <a:pt x="70915" y="68443"/>
                </a:cubicBezTo>
                <a:cubicBezTo>
                  <a:pt x="70733" y="68391"/>
                  <a:pt x="70603" y="68261"/>
                  <a:pt x="70408" y="68221"/>
                </a:cubicBezTo>
                <a:cubicBezTo>
                  <a:pt x="70290" y="68196"/>
                  <a:pt x="70170" y="68189"/>
                  <a:pt x="70051" y="68189"/>
                </a:cubicBezTo>
                <a:cubicBezTo>
                  <a:pt x="69899" y="68189"/>
                  <a:pt x="69747" y="68201"/>
                  <a:pt x="69599" y="68201"/>
                </a:cubicBezTo>
                <a:cubicBezTo>
                  <a:pt x="69323" y="68201"/>
                  <a:pt x="69059" y="68161"/>
                  <a:pt x="68833" y="67935"/>
                </a:cubicBezTo>
                <a:cubicBezTo>
                  <a:pt x="68287" y="67402"/>
                  <a:pt x="68717" y="66283"/>
                  <a:pt x="67910" y="65931"/>
                </a:cubicBezTo>
                <a:cubicBezTo>
                  <a:pt x="67844" y="65904"/>
                  <a:pt x="67784" y="65891"/>
                  <a:pt x="67730" y="65891"/>
                </a:cubicBezTo>
                <a:cubicBezTo>
                  <a:pt x="67331" y="65891"/>
                  <a:pt x="67264" y="66588"/>
                  <a:pt x="67207" y="66920"/>
                </a:cubicBezTo>
                <a:cubicBezTo>
                  <a:pt x="67188" y="66923"/>
                  <a:pt x="67170" y="66925"/>
                  <a:pt x="67151" y="66925"/>
                </a:cubicBezTo>
                <a:cubicBezTo>
                  <a:pt x="66856" y="66925"/>
                  <a:pt x="66646" y="66548"/>
                  <a:pt x="66400" y="66426"/>
                </a:cubicBezTo>
                <a:cubicBezTo>
                  <a:pt x="66240" y="66345"/>
                  <a:pt x="66118" y="66310"/>
                  <a:pt x="66007" y="66310"/>
                </a:cubicBezTo>
                <a:cubicBezTo>
                  <a:pt x="65830" y="66310"/>
                  <a:pt x="65682" y="66400"/>
                  <a:pt x="65450" y="66543"/>
                </a:cubicBezTo>
                <a:cubicBezTo>
                  <a:pt x="65372" y="66582"/>
                  <a:pt x="65307" y="66621"/>
                  <a:pt x="65255" y="66673"/>
                </a:cubicBezTo>
                <a:cubicBezTo>
                  <a:pt x="65047" y="66491"/>
                  <a:pt x="64839" y="66322"/>
                  <a:pt x="64643" y="66139"/>
                </a:cubicBezTo>
                <a:cubicBezTo>
                  <a:pt x="64045" y="65607"/>
                  <a:pt x="63576" y="64942"/>
                  <a:pt x="63095" y="64279"/>
                </a:cubicBezTo>
                <a:cubicBezTo>
                  <a:pt x="63108" y="63667"/>
                  <a:pt x="63108" y="62965"/>
                  <a:pt x="63108" y="62470"/>
                </a:cubicBezTo>
                <a:cubicBezTo>
                  <a:pt x="63095" y="62015"/>
                  <a:pt x="63121" y="61625"/>
                  <a:pt x="63134" y="61313"/>
                </a:cubicBezTo>
                <a:cubicBezTo>
                  <a:pt x="63226" y="61755"/>
                  <a:pt x="63330" y="62197"/>
                  <a:pt x="63446" y="62626"/>
                </a:cubicBezTo>
                <a:cubicBezTo>
                  <a:pt x="63576" y="62054"/>
                  <a:pt x="63564" y="61481"/>
                  <a:pt x="63420" y="60935"/>
                </a:cubicBezTo>
                <a:lnTo>
                  <a:pt x="63420" y="60935"/>
                </a:lnTo>
                <a:cubicBezTo>
                  <a:pt x="63680" y="61481"/>
                  <a:pt x="64006" y="62002"/>
                  <a:pt x="64383" y="62470"/>
                </a:cubicBezTo>
                <a:cubicBezTo>
                  <a:pt x="64435" y="61950"/>
                  <a:pt x="64305" y="61417"/>
                  <a:pt x="64058" y="60948"/>
                </a:cubicBezTo>
                <a:cubicBezTo>
                  <a:pt x="63967" y="60779"/>
                  <a:pt x="63876" y="60636"/>
                  <a:pt x="63759" y="60506"/>
                </a:cubicBezTo>
                <a:lnTo>
                  <a:pt x="63759" y="60506"/>
                </a:lnTo>
                <a:cubicBezTo>
                  <a:pt x="64071" y="60674"/>
                  <a:pt x="64423" y="60779"/>
                  <a:pt x="64773" y="60831"/>
                </a:cubicBezTo>
                <a:cubicBezTo>
                  <a:pt x="64631" y="60648"/>
                  <a:pt x="64487" y="60506"/>
                  <a:pt x="64319" y="60350"/>
                </a:cubicBezTo>
                <a:cubicBezTo>
                  <a:pt x="64188" y="60246"/>
                  <a:pt x="64058" y="60141"/>
                  <a:pt x="63915" y="60050"/>
                </a:cubicBezTo>
                <a:cubicBezTo>
                  <a:pt x="64253" y="60037"/>
                  <a:pt x="64539" y="59933"/>
                  <a:pt x="64813" y="59725"/>
                </a:cubicBezTo>
                <a:cubicBezTo>
                  <a:pt x="64577" y="59662"/>
                  <a:pt x="64335" y="59628"/>
                  <a:pt x="64095" y="59628"/>
                </a:cubicBezTo>
                <a:cubicBezTo>
                  <a:pt x="63938" y="59628"/>
                  <a:pt x="63782" y="59642"/>
                  <a:pt x="63628" y="59673"/>
                </a:cubicBezTo>
                <a:lnTo>
                  <a:pt x="63785" y="59555"/>
                </a:lnTo>
                <a:cubicBezTo>
                  <a:pt x="64071" y="59321"/>
                  <a:pt x="64293" y="59061"/>
                  <a:pt x="64501" y="58749"/>
                </a:cubicBezTo>
                <a:lnTo>
                  <a:pt x="64501" y="58749"/>
                </a:lnTo>
                <a:cubicBezTo>
                  <a:pt x="64019" y="58801"/>
                  <a:pt x="63550" y="59022"/>
                  <a:pt x="63186" y="59361"/>
                </a:cubicBezTo>
                <a:cubicBezTo>
                  <a:pt x="63212" y="59257"/>
                  <a:pt x="63238" y="59139"/>
                  <a:pt x="63264" y="59035"/>
                </a:cubicBezTo>
                <a:cubicBezTo>
                  <a:pt x="63342" y="58632"/>
                  <a:pt x="63238" y="58176"/>
                  <a:pt x="63056" y="57799"/>
                </a:cubicBezTo>
                <a:cubicBezTo>
                  <a:pt x="62770" y="58254"/>
                  <a:pt x="62679" y="58801"/>
                  <a:pt x="62705" y="59335"/>
                </a:cubicBezTo>
                <a:cubicBezTo>
                  <a:pt x="62587" y="58892"/>
                  <a:pt x="62367" y="58514"/>
                  <a:pt x="61950" y="58176"/>
                </a:cubicBezTo>
                <a:lnTo>
                  <a:pt x="61950" y="58176"/>
                </a:lnTo>
                <a:cubicBezTo>
                  <a:pt x="61937" y="58671"/>
                  <a:pt x="62119" y="59179"/>
                  <a:pt x="62431" y="59569"/>
                </a:cubicBezTo>
                <a:cubicBezTo>
                  <a:pt x="62126" y="59362"/>
                  <a:pt x="61766" y="59255"/>
                  <a:pt x="61393" y="59255"/>
                </a:cubicBezTo>
                <a:cubicBezTo>
                  <a:pt x="61224" y="59255"/>
                  <a:pt x="61053" y="59277"/>
                  <a:pt x="60883" y="59321"/>
                </a:cubicBezTo>
                <a:cubicBezTo>
                  <a:pt x="61300" y="59581"/>
                  <a:pt x="61781" y="59777"/>
                  <a:pt x="62263" y="59868"/>
                </a:cubicBezTo>
                <a:cubicBezTo>
                  <a:pt x="61638" y="59933"/>
                  <a:pt x="61040" y="60258"/>
                  <a:pt x="60649" y="60766"/>
                </a:cubicBezTo>
                <a:cubicBezTo>
                  <a:pt x="60673" y="60767"/>
                  <a:pt x="60697" y="60767"/>
                  <a:pt x="60720" y="60767"/>
                </a:cubicBezTo>
                <a:cubicBezTo>
                  <a:pt x="61139" y="60767"/>
                  <a:pt x="61555" y="60663"/>
                  <a:pt x="61924" y="60466"/>
                </a:cubicBezTo>
                <a:lnTo>
                  <a:pt x="61924" y="60466"/>
                </a:lnTo>
                <a:cubicBezTo>
                  <a:pt x="61560" y="60831"/>
                  <a:pt x="61286" y="61299"/>
                  <a:pt x="61156" y="61793"/>
                </a:cubicBezTo>
                <a:cubicBezTo>
                  <a:pt x="61378" y="61651"/>
                  <a:pt x="61599" y="61507"/>
                  <a:pt x="61807" y="61339"/>
                </a:cubicBezTo>
                <a:lnTo>
                  <a:pt x="61807" y="61339"/>
                </a:lnTo>
                <a:cubicBezTo>
                  <a:pt x="61651" y="61677"/>
                  <a:pt x="61546" y="62054"/>
                  <a:pt x="61534" y="62432"/>
                </a:cubicBezTo>
                <a:cubicBezTo>
                  <a:pt x="61924" y="62132"/>
                  <a:pt x="62197" y="61793"/>
                  <a:pt x="62405" y="61365"/>
                </a:cubicBezTo>
                <a:cubicBezTo>
                  <a:pt x="62445" y="61299"/>
                  <a:pt x="62471" y="61234"/>
                  <a:pt x="62497" y="61169"/>
                </a:cubicBezTo>
                <a:lnTo>
                  <a:pt x="62497" y="61169"/>
                </a:lnTo>
                <a:cubicBezTo>
                  <a:pt x="62379" y="61599"/>
                  <a:pt x="62289" y="62028"/>
                  <a:pt x="62223" y="62470"/>
                </a:cubicBezTo>
                <a:cubicBezTo>
                  <a:pt x="62535" y="62171"/>
                  <a:pt x="62757" y="61807"/>
                  <a:pt x="62900" y="61417"/>
                </a:cubicBezTo>
                <a:lnTo>
                  <a:pt x="62900" y="61417"/>
                </a:lnTo>
                <a:cubicBezTo>
                  <a:pt x="62887" y="62314"/>
                  <a:pt x="62861" y="63199"/>
                  <a:pt x="62835" y="63927"/>
                </a:cubicBezTo>
                <a:cubicBezTo>
                  <a:pt x="62575" y="63577"/>
                  <a:pt x="62289" y="63238"/>
                  <a:pt x="61989" y="62926"/>
                </a:cubicBezTo>
                <a:cubicBezTo>
                  <a:pt x="61156" y="62106"/>
                  <a:pt x="60285" y="61325"/>
                  <a:pt x="59386" y="60596"/>
                </a:cubicBezTo>
                <a:lnTo>
                  <a:pt x="59386" y="60388"/>
                </a:lnTo>
                <a:lnTo>
                  <a:pt x="59491" y="60388"/>
                </a:lnTo>
                <a:cubicBezTo>
                  <a:pt x="59543" y="60388"/>
                  <a:pt x="59582" y="60376"/>
                  <a:pt x="59621" y="60362"/>
                </a:cubicBezTo>
                <a:cubicBezTo>
                  <a:pt x="59660" y="60350"/>
                  <a:pt x="59686" y="60310"/>
                  <a:pt x="59725" y="60298"/>
                </a:cubicBezTo>
                <a:cubicBezTo>
                  <a:pt x="59732" y="60291"/>
                  <a:pt x="59741" y="60291"/>
                  <a:pt x="59753" y="60291"/>
                </a:cubicBezTo>
                <a:cubicBezTo>
                  <a:pt x="59764" y="60291"/>
                  <a:pt x="59777" y="60291"/>
                  <a:pt x="59790" y="60284"/>
                </a:cubicBezTo>
                <a:cubicBezTo>
                  <a:pt x="59803" y="60284"/>
                  <a:pt x="59803" y="60284"/>
                  <a:pt x="59816" y="60272"/>
                </a:cubicBezTo>
                <a:cubicBezTo>
                  <a:pt x="59855" y="60246"/>
                  <a:pt x="59855" y="60220"/>
                  <a:pt x="59881" y="60180"/>
                </a:cubicBezTo>
                <a:cubicBezTo>
                  <a:pt x="59907" y="60141"/>
                  <a:pt x="59959" y="60128"/>
                  <a:pt x="59985" y="60076"/>
                </a:cubicBezTo>
                <a:cubicBezTo>
                  <a:pt x="59999" y="60037"/>
                  <a:pt x="60011" y="59998"/>
                  <a:pt x="60011" y="59959"/>
                </a:cubicBezTo>
                <a:cubicBezTo>
                  <a:pt x="60011" y="59933"/>
                  <a:pt x="60011" y="59881"/>
                  <a:pt x="59999" y="59855"/>
                </a:cubicBezTo>
                <a:cubicBezTo>
                  <a:pt x="59985" y="59842"/>
                  <a:pt x="59959" y="59842"/>
                  <a:pt x="59947" y="59829"/>
                </a:cubicBezTo>
                <a:cubicBezTo>
                  <a:pt x="59894" y="59790"/>
                  <a:pt x="59842" y="59738"/>
                  <a:pt x="59777" y="59738"/>
                </a:cubicBezTo>
                <a:cubicBezTo>
                  <a:pt x="59738" y="59738"/>
                  <a:pt x="59712" y="59764"/>
                  <a:pt x="59673" y="59777"/>
                </a:cubicBezTo>
                <a:cubicBezTo>
                  <a:pt x="59660" y="59790"/>
                  <a:pt x="59634" y="59790"/>
                  <a:pt x="59608" y="59790"/>
                </a:cubicBezTo>
                <a:cubicBezTo>
                  <a:pt x="59582" y="59790"/>
                  <a:pt x="59556" y="59816"/>
                  <a:pt x="59530" y="59829"/>
                </a:cubicBezTo>
                <a:cubicBezTo>
                  <a:pt x="59491" y="59842"/>
                  <a:pt x="59452" y="59842"/>
                  <a:pt x="59413" y="59868"/>
                </a:cubicBezTo>
                <a:lnTo>
                  <a:pt x="59400" y="59868"/>
                </a:lnTo>
                <a:cubicBezTo>
                  <a:pt x="59400" y="59803"/>
                  <a:pt x="59413" y="59725"/>
                  <a:pt x="59413" y="59647"/>
                </a:cubicBezTo>
                <a:cubicBezTo>
                  <a:pt x="59413" y="59660"/>
                  <a:pt x="59426" y="59660"/>
                  <a:pt x="59439" y="59660"/>
                </a:cubicBezTo>
                <a:cubicBezTo>
                  <a:pt x="59443" y="59664"/>
                  <a:pt x="59447" y="59666"/>
                  <a:pt x="59452" y="59666"/>
                </a:cubicBezTo>
                <a:cubicBezTo>
                  <a:pt x="59461" y="59666"/>
                  <a:pt x="59469" y="59660"/>
                  <a:pt x="59478" y="59660"/>
                </a:cubicBezTo>
                <a:cubicBezTo>
                  <a:pt x="59486" y="59660"/>
                  <a:pt x="59495" y="59666"/>
                  <a:pt x="59504" y="59666"/>
                </a:cubicBezTo>
                <a:cubicBezTo>
                  <a:pt x="59508" y="59666"/>
                  <a:pt x="59512" y="59664"/>
                  <a:pt x="59517" y="59660"/>
                </a:cubicBezTo>
                <a:cubicBezTo>
                  <a:pt x="59530" y="59660"/>
                  <a:pt x="59530" y="59647"/>
                  <a:pt x="59543" y="59647"/>
                </a:cubicBezTo>
                <a:cubicBezTo>
                  <a:pt x="59556" y="59647"/>
                  <a:pt x="59569" y="59647"/>
                  <a:pt x="59569" y="59660"/>
                </a:cubicBezTo>
                <a:cubicBezTo>
                  <a:pt x="59595" y="59673"/>
                  <a:pt x="59608" y="59686"/>
                  <a:pt x="59634" y="59686"/>
                </a:cubicBezTo>
                <a:cubicBezTo>
                  <a:pt x="59660" y="59686"/>
                  <a:pt x="59673" y="59686"/>
                  <a:pt x="59673" y="59660"/>
                </a:cubicBezTo>
                <a:lnTo>
                  <a:pt x="59673" y="59595"/>
                </a:lnTo>
                <a:cubicBezTo>
                  <a:pt x="59673" y="59569"/>
                  <a:pt x="59660" y="59543"/>
                  <a:pt x="59647" y="59517"/>
                </a:cubicBezTo>
                <a:cubicBezTo>
                  <a:pt x="59647" y="59491"/>
                  <a:pt x="59634" y="59477"/>
                  <a:pt x="59621" y="59477"/>
                </a:cubicBezTo>
                <a:cubicBezTo>
                  <a:pt x="59608" y="59477"/>
                  <a:pt x="59608" y="59477"/>
                  <a:pt x="59608" y="59465"/>
                </a:cubicBezTo>
                <a:cubicBezTo>
                  <a:pt x="59595" y="59465"/>
                  <a:pt x="59582" y="59451"/>
                  <a:pt x="59569" y="59451"/>
                </a:cubicBezTo>
                <a:cubicBezTo>
                  <a:pt x="59582" y="59439"/>
                  <a:pt x="59569" y="59413"/>
                  <a:pt x="59569" y="59399"/>
                </a:cubicBezTo>
                <a:cubicBezTo>
                  <a:pt x="59556" y="59373"/>
                  <a:pt x="59543" y="59373"/>
                  <a:pt x="59517" y="59361"/>
                </a:cubicBezTo>
                <a:cubicBezTo>
                  <a:pt x="59491" y="59335"/>
                  <a:pt x="59465" y="59321"/>
                  <a:pt x="59439" y="59295"/>
                </a:cubicBezTo>
                <a:cubicBezTo>
                  <a:pt x="59426" y="59295"/>
                  <a:pt x="59426" y="59295"/>
                  <a:pt x="59413" y="59283"/>
                </a:cubicBezTo>
                <a:cubicBezTo>
                  <a:pt x="59413" y="59217"/>
                  <a:pt x="59426" y="59165"/>
                  <a:pt x="59426" y="59101"/>
                </a:cubicBezTo>
                <a:lnTo>
                  <a:pt x="59439" y="59101"/>
                </a:lnTo>
                <a:cubicBezTo>
                  <a:pt x="59465" y="59087"/>
                  <a:pt x="59491" y="59087"/>
                  <a:pt x="59504" y="59087"/>
                </a:cubicBezTo>
                <a:cubicBezTo>
                  <a:pt x="59530" y="59087"/>
                  <a:pt x="59556" y="59087"/>
                  <a:pt x="59556" y="59061"/>
                </a:cubicBezTo>
                <a:cubicBezTo>
                  <a:pt x="59556" y="59048"/>
                  <a:pt x="59543" y="59048"/>
                  <a:pt x="59543" y="59048"/>
                </a:cubicBezTo>
                <a:cubicBezTo>
                  <a:pt x="59504" y="59022"/>
                  <a:pt x="59491" y="58996"/>
                  <a:pt x="59452" y="58996"/>
                </a:cubicBezTo>
                <a:lnTo>
                  <a:pt x="59426" y="58996"/>
                </a:lnTo>
                <a:lnTo>
                  <a:pt x="59426" y="58892"/>
                </a:lnTo>
                <a:cubicBezTo>
                  <a:pt x="59439" y="58905"/>
                  <a:pt x="59452" y="58918"/>
                  <a:pt x="59465" y="58944"/>
                </a:cubicBezTo>
                <a:cubicBezTo>
                  <a:pt x="59491" y="58957"/>
                  <a:pt x="59504" y="58983"/>
                  <a:pt x="59530" y="58996"/>
                </a:cubicBezTo>
                <a:cubicBezTo>
                  <a:pt x="59543" y="59009"/>
                  <a:pt x="59569" y="59022"/>
                  <a:pt x="59595" y="59035"/>
                </a:cubicBezTo>
                <a:cubicBezTo>
                  <a:pt x="59608" y="59048"/>
                  <a:pt x="59608" y="59061"/>
                  <a:pt x="59634" y="59075"/>
                </a:cubicBezTo>
                <a:lnTo>
                  <a:pt x="59660" y="59075"/>
                </a:lnTo>
                <a:cubicBezTo>
                  <a:pt x="59686" y="59087"/>
                  <a:pt x="59712" y="59101"/>
                  <a:pt x="59725" y="59113"/>
                </a:cubicBezTo>
                <a:cubicBezTo>
                  <a:pt x="59777" y="59139"/>
                  <a:pt x="59829" y="59153"/>
                  <a:pt x="59881" y="59179"/>
                </a:cubicBezTo>
                <a:cubicBezTo>
                  <a:pt x="59933" y="59191"/>
                  <a:pt x="59985" y="59231"/>
                  <a:pt x="60051" y="59231"/>
                </a:cubicBezTo>
                <a:cubicBezTo>
                  <a:pt x="60061" y="59234"/>
                  <a:pt x="60074" y="59236"/>
                  <a:pt x="60088" y="59236"/>
                </a:cubicBezTo>
                <a:cubicBezTo>
                  <a:pt x="60128" y="59236"/>
                  <a:pt x="60178" y="59224"/>
                  <a:pt x="60207" y="59205"/>
                </a:cubicBezTo>
                <a:cubicBezTo>
                  <a:pt x="60245" y="59191"/>
                  <a:pt x="60259" y="59153"/>
                  <a:pt x="60297" y="59139"/>
                </a:cubicBezTo>
                <a:cubicBezTo>
                  <a:pt x="60305" y="59137"/>
                  <a:pt x="60312" y="59136"/>
                  <a:pt x="60318" y="59136"/>
                </a:cubicBezTo>
                <a:cubicBezTo>
                  <a:pt x="60347" y="59136"/>
                  <a:pt x="60370" y="59155"/>
                  <a:pt x="60401" y="59165"/>
                </a:cubicBezTo>
                <a:cubicBezTo>
                  <a:pt x="60453" y="59165"/>
                  <a:pt x="60453" y="59139"/>
                  <a:pt x="60453" y="59101"/>
                </a:cubicBezTo>
                <a:cubicBezTo>
                  <a:pt x="60467" y="59075"/>
                  <a:pt x="60467" y="59048"/>
                  <a:pt x="60467" y="59022"/>
                </a:cubicBezTo>
                <a:lnTo>
                  <a:pt x="60467" y="58957"/>
                </a:lnTo>
                <a:lnTo>
                  <a:pt x="60467" y="58866"/>
                </a:lnTo>
                <a:cubicBezTo>
                  <a:pt x="60453" y="58840"/>
                  <a:pt x="60453" y="58827"/>
                  <a:pt x="60441" y="58801"/>
                </a:cubicBezTo>
                <a:cubicBezTo>
                  <a:pt x="60441" y="58736"/>
                  <a:pt x="60427" y="58645"/>
                  <a:pt x="60375" y="58593"/>
                </a:cubicBezTo>
                <a:cubicBezTo>
                  <a:pt x="60349" y="58580"/>
                  <a:pt x="60337" y="58567"/>
                  <a:pt x="60311" y="58554"/>
                </a:cubicBezTo>
                <a:cubicBezTo>
                  <a:pt x="60323" y="58554"/>
                  <a:pt x="60311" y="58554"/>
                  <a:pt x="60323" y="58540"/>
                </a:cubicBezTo>
                <a:cubicBezTo>
                  <a:pt x="60337" y="58528"/>
                  <a:pt x="60337" y="58514"/>
                  <a:pt x="60349" y="58502"/>
                </a:cubicBezTo>
                <a:cubicBezTo>
                  <a:pt x="60375" y="58476"/>
                  <a:pt x="60401" y="58462"/>
                  <a:pt x="60415" y="58436"/>
                </a:cubicBezTo>
                <a:cubicBezTo>
                  <a:pt x="60415" y="58424"/>
                  <a:pt x="60427" y="58398"/>
                  <a:pt x="60427" y="58372"/>
                </a:cubicBezTo>
                <a:cubicBezTo>
                  <a:pt x="60427" y="58358"/>
                  <a:pt x="60427" y="58332"/>
                  <a:pt x="60415" y="58320"/>
                </a:cubicBezTo>
                <a:cubicBezTo>
                  <a:pt x="60415" y="58320"/>
                  <a:pt x="60401" y="58320"/>
                  <a:pt x="60389" y="58306"/>
                </a:cubicBezTo>
                <a:cubicBezTo>
                  <a:pt x="60363" y="58294"/>
                  <a:pt x="60337" y="58254"/>
                  <a:pt x="60297" y="58254"/>
                </a:cubicBezTo>
                <a:cubicBezTo>
                  <a:pt x="60285" y="58254"/>
                  <a:pt x="60271" y="58268"/>
                  <a:pt x="60245" y="58280"/>
                </a:cubicBezTo>
                <a:lnTo>
                  <a:pt x="60219" y="58280"/>
                </a:lnTo>
                <a:cubicBezTo>
                  <a:pt x="60193" y="58294"/>
                  <a:pt x="60181" y="58294"/>
                  <a:pt x="60167" y="58306"/>
                </a:cubicBezTo>
                <a:lnTo>
                  <a:pt x="60155" y="58306"/>
                </a:lnTo>
                <a:cubicBezTo>
                  <a:pt x="60129" y="58280"/>
                  <a:pt x="60115" y="58254"/>
                  <a:pt x="60077" y="58242"/>
                </a:cubicBezTo>
                <a:cubicBezTo>
                  <a:pt x="60051" y="58228"/>
                  <a:pt x="60037" y="58228"/>
                  <a:pt x="60025" y="58216"/>
                </a:cubicBezTo>
                <a:cubicBezTo>
                  <a:pt x="60037" y="58216"/>
                  <a:pt x="60037" y="58216"/>
                  <a:pt x="60051" y="58202"/>
                </a:cubicBezTo>
                <a:cubicBezTo>
                  <a:pt x="60063" y="58202"/>
                  <a:pt x="60077" y="58190"/>
                  <a:pt x="60077" y="58176"/>
                </a:cubicBezTo>
                <a:lnTo>
                  <a:pt x="60077" y="58164"/>
                </a:lnTo>
                <a:lnTo>
                  <a:pt x="60089" y="58164"/>
                </a:lnTo>
                <a:cubicBezTo>
                  <a:pt x="60115" y="58150"/>
                  <a:pt x="60129" y="58138"/>
                  <a:pt x="60141" y="58138"/>
                </a:cubicBezTo>
                <a:cubicBezTo>
                  <a:pt x="60155" y="58124"/>
                  <a:pt x="60181" y="58124"/>
                  <a:pt x="60193" y="58112"/>
                </a:cubicBezTo>
                <a:cubicBezTo>
                  <a:pt x="60207" y="58098"/>
                  <a:pt x="60193" y="58086"/>
                  <a:pt x="60193" y="58072"/>
                </a:cubicBezTo>
                <a:cubicBezTo>
                  <a:pt x="60181" y="58060"/>
                  <a:pt x="60181" y="58060"/>
                  <a:pt x="60167" y="58060"/>
                </a:cubicBezTo>
                <a:cubicBezTo>
                  <a:pt x="60141" y="58046"/>
                  <a:pt x="60129" y="58034"/>
                  <a:pt x="60115" y="58020"/>
                </a:cubicBezTo>
                <a:cubicBezTo>
                  <a:pt x="60103" y="58008"/>
                  <a:pt x="60089" y="57994"/>
                  <a:pt x="60063" y="57994"/>
                </a:cubicBezTo>
                <a:lnTo>
                  <a:pt x="60077" y="57981"/>
                </a:lnTo>
                <a:cubicBezTo>
                  <a:pt x="60103" y="57955"/>
                  <a:pt x="60077" y="57903"/>
                  <a:pt x="60077" y="57877"/>
                </a:cubicBezTo>
                <a:cubicBezTo>
                  <a:pt x="60077" y="57838"/>
                  <a:pt x="60063" y="57838"/>
                  <a:pt x="60051" y="57825"/>
                </a:cubicBezTo>
                <a:cubicBezTo>
                  <a:pt x="59999" y="57799"/>
                  <a:pt x="59985" y="57747"/>
                  <a:pt x="59947" y="57695"/>
                </a:cubicBezTo>
                <a:lnTo>
                  <a:pt x="59907" y="57656"/>
                </a:lnTo>
                <a:lnTo>
                  <a:pt x="59907" y="57630"/>
                </a:lnTo>
                <a:cubicBezTo>
                  <a:pt x="59907" y="57643"/>
                  <a:pt x="59921" y="57643"/>
                  <a:pt x="59921" y="57643"/>
                </a:cubicBezTo>
                <a:cubicBezTo>
                  <a:pt x="59947" y="57656"/>
                  <a:pt x="59933" y="57656"/>
                  <a:pt x="59947" y="57669"/>
                </a:cubicBezTo>
                <a:cubicBezTo>
                  <a:pt x="59959" y="57682"/>
                  <a:pt x="59973" y="57695"/>
                  <a:pt x="59973" y="57708"/>
                </a:cubicBezTo>
                <a:cubicBezTo>
                  <a:pt x="59985" y="57721"/>
                  <a:pt x="59985" y="57747"/>
                  <a:pt x="59999" y="57747"/>
                </a:cubicBezTo>
                <a:cubicBezTo>
                  <a:pt x="60005" y="57754"/>
                  <a:pt x="60011" y="57757"/>
                  <a:pt x="60016" y="57757"/>
                </a:cubicBezTo>
                <a:cubicBezTo>
                  <a:pt x="60021" y="57757"/>
                  <a:pt x="60025" y="57754"/>
                  <a:pt x="60025" y="57747"/>
                </a:cubicBezTo>
                <a:cubicBezTo>
                  <a:pt x="60037" y="57747"/>
                  <a:pt x="60051" y="57760"/>
                  <a:pt x="60063" y="57760"/>
                </a:cubicBezTo>
                <a:cubicBezTo>
                  <a:pt x="60089" y="57773"/>
                  <a:pt x="60089" y="57786"/>
                  <a:pt x="60103" y="57799"/>
                </a:cubicBezTo>
                <a:cubicBezTo>
                  <a:pt x="60115" y="57812"/>
                  <a:pt x="60129" y="57812"/>
                  <a:pt x="60141" y="57825"/>
                </a:cubicBezTo>
                <a:cubicBezTo>
                  <a:pt x="60155" y="57838"/>
                  <a:pt x="60155" y="57851"/>
                  <a:pt x="60167" y="57864"/>
                </a:cubicBezTo>
                <a:cubicBezTo>
                  <a:pt x="60181" y="57864"/>
                  <a:pt x="60193" y="57877"/>
                  <a:pt x="60207" y="57877"/>
                </a:cubicBezTo>
                <a:cubicBezTo>
                  <a:pt x="60207" y="57890"/>
                  <a:pt x="60219" y="57903"/>
                  <a:pt x="60219" y="57903"/>
                </a:cubicBezTo>
                <a:lnTo>
                  <a:pt x="60245" y="57903"/>
                </a:lnTo>
                <a:cubicBezTo>
                  <a:pt x="60259" y="57903"/>
                  <a:pt x="60259" y="57916"/>
                  <a:pt x="60271" y="57929"/>
                </a:cubicBezTo>
                <a:cubicBezTo>
                  <a:pt x="60297" y="57942"/>
                  <a:pt x="60337" y="57942"/>
                  <a:pt x="60363" y="57955"/>
                </a:cubicBezTo>
                <a:cubicBezTo>
                  <a:pt x="60389" y="57968"/>
                  <a:pt x="60415" y="57981"/>
                  <a:pt x="60441" y="57981"/>
                </a:cubicBezTo>
                <a:cubicBezTo>
                  <a:pt x="60454" y="57986"/>
                  <a:pt x="60465" y="57987"/>
                  <a:pt x="60476" y="57987"/>
                </a:cubicBezTo>
                <a:cubicBezTo>
                  <a:pt x="60497" y="57987"/>
                  <a:pt x="60514" y="57981"/>
                  <a:pt x="60532" y="57981"/>
                </a:cubicBezTo>
                <a:cubicBezTo>
                  <a:pt x="60558" y="57968"/>
                  <a:pt x="60558" y="57942"/>
                  <a:pt x="60584" y="57942"/>
                </a:cubicBezTo>
                <a:cubicBezTo>
                  <a:pt x="60588" y="57938"/>
                  <a:pt x="60594" y="57936"/>
                  <a:pt x="60600" y="57936"/>
                </a:cubicBezTo>
                <a:cubicBezTo>
                  <a:pt x="60613" y="57936"/>
                  <a:pt x="60627" y="57942"/>
                  <a:pt x="60636" y="57942"/>
                </a:cubicBezTo>
                <a:cubicBezTo>
                  <a:pt x="60643" y="57946"/>
                  <a:pt x="60648" y="57947"/>
                  <a:pt x="60652" y="57947"/>
                </a:cubicBezTo>
                <a:cubicBezTo>
                  <a:pt x="60662" y="57947"/>
                  <a:pt x="60662" y="57935"/>
                  <a:pt x="60662" y="57916"/>
                </a:cubicBezTo>
                <a:cubicBezTo>
                  <a:pt x="60675" y="57903"/>
                  <a:pt x="60675" y="57890"/>
                  <a:pt x="60675" y="57877"/>
                </a:cubicBezTo>
                <a:lnTo>
                  <a:pt x="60675" y="57838"/>
                </a:lnTo>
                <a:lnTo>
                  <a:pt x="60675" y="57786"/>
                </a:lnTo>
                <a:cubicBezTo>
                  <a:pt x="60662" y="57773"/>
                  <a:pt x="60662" y="57773"/>
                  <a:pt x="60662" y="57760"/>
                </a:cubicBezTo>
                <a:cubicBezTo>
                  <a:pt x="60662" y="57721"/>
                  <a:pt x="60649" y="57669"/>
                  <a:pt x="60623" y="57643"/>
                </a:cubicBezTo>
                <a:cubicBezTo>
                  <a:pt x="60610" y="57630"/>
                  <a:pt x="60597" y="57630"/>
                  <a:pt x="60584" y="57617"/>
                </a:cubicBezTo>
                <a:cubicBezTo>
                  <a:pt x="60571" y="57604"/>
                  <a:pt x="60558" y="57591"/>
                  <a:pt x="60545" y="57565"/>
                </a:cubicBezTo>
                <a:cubicBezTo>
                  <a:pt x="60519" y="57526"/>
                  <a:pt x="60506" y="57474"/>
                  <a:pt x="60467" y="57447"/>
                </a:cubicBezTo>
                <a:cubicBezTo>
                  <a:pt x="60441" y="57435"/>
                  <a:pt x="60427" y="57447"/>
                  <a:pt x="60427" y="57409"/>
                </a:cubicBezTo>
                <a:cubicBezTo>
                  <a:pt x="60427" y="57383"/>
                  <a:pt x="60441" y="57357"/>
                  <a:pt x="60441" y="57343"/>
                </a:cubicBezTo>
                <a:cubicBezTo>
                  <a:pt x="60453" y="57317"/>
                  <a:pt x="60453" y="57317"/>
                  <a:pt x="60467" y="57317"/>
                </a:cubicBezTo>
                <a:cubicBezTo>
                  <a:pt x="60479" y="57305"/>
                  <a:pt x="60467" y="57265"/>
                  <a:pt x="60467" y="57253"/>
                </a:cubicBezTo>
                <a:cubicBezTo>
                  <a:pt x="60467" y="57239"/>
                  <a:pt x="60453" y="57239"/>
                  <a:pt x="60453" y="57239"/>
                </a:cubicBezTo>
                <a:cubicBezTo>
                  <a:pt x="60427" y="57213"/>
                  <a:pt x="60415" y="57187"/>
                  <a:pt x="60389" y="57161"/>
                </a:cubicBezTo>
                <a:cubicBezTo>
                  <a:pt x="60389" y="57161"/>
                  <a:pt x="60375" y="57149"/>
                  <a:pt x="60375" y="57135"/>
                </a:cubicBezTo>
                <a:cubicBezTo>
                  <a:pt x="60363" y="57123"/>
                  <a:pt x="60363" y="57123"/>
                  <a:pt x="60363" y="57109"/>
                </a:cubicBezTo>
                <a:cubicBezTo>
                  <a:pt x="60349" y="57097"/>
                  <a:pt x="60337" y="57097"/>
                  <a:pt x="60323" y="57083"/>
                </a:cubicBezTo>
                <a:cubicBezTo>
                  <a:pt x="60311" y="57071"/>
                  <a:pt x="60297" y="57057"/>
                  <a:pt x="60297" y="57045"/>
                </a:cubicBezTo>
                <a:cubicBezTo>
                  <a:pt x="60297" y="57031"/>
                  <a:pt x="60311" y="57031"/>
                  <a:pt x="60311" y="57019"/>
                </a:cubicBezTo>
                <a:cubicBezTo>
                  <a:pt x="60311" y="56993"/>
                  <a:pt x="60271" y="56979"/>
                  <a:pt x="60271" y="56953"/>
                </a:cubicBezTo>
                <a:cubicBezTo>
                  <a:pt x="60259" y="56941"/>
                  <a:pt x="60259" y="56915"/>
                  <a:pt x="60259" y="56901"/>
                </a:cubicBezTo>
                <a:lnTo>
                  <a:pt x="60259" y="56862"/>
                </a:lnTo>
                <a:cubicBezTo>
                  <a:pt x="60259" y="56858"/>
                  <a:pt x="60257" y="56856"/>
                  <a:pt x="60255" y="56856"/>
                </a:cubicBezTo>
                <a:cubicBezTo>
                  <a:pt x="60250" y="56856"/>
                  <a:pt x="60241" y="56862"/>
                  <a:pt x="60233" y="56862"/>
                </a:cubicBezTo>
                <a:cubicBezTo>
                  <a:pt x="60207" y="56875"/>
                  <a:pt x="60181" y="56888"/>
                  <a:pt x="60155" y="56888"/>
                </a:cubicBezTo>
                <a:cubicBezTo>
                  <a:pt x="60150" y="56893"/>
                  <a:pt x="60147" y="56894"/>
                  <a:pt x="60144" y="56894"/>
                </a:cubicBezTo>
                <a:cubicBezTo>
                  <a:pt x="60138" y="56894"/>
                  <a:pt x="60133" y="56888"/>
                  <a:pt x="60115" y="56888"/>
                </a:cubicBezTo>
                <a:cubicBezTo>
                  <a:pt x="60103" y="56888"/>
                  <a:pt x="60089" y="56901"/>
                  <a:pt x="60077" y="56915"/>
                </a:cubicBezTo>
                <a:cubicBezTo>
                  <a:pt x="60067" y="56924"/>
                  <a:pt x="60014" y="56976"/>
                  <a:pt x="59982" y="56976"/>
                </a:cubicBezTo>
                <a:cubicBezTo>
                  <a:pt x="59971" y="56976"/>
                  <a:pt x="59963" y="56970"/>
                  <a:pt x="59959" y="56953"/>
                </a:cubicBezTo>
                <a:lnTo>
                  <a:pt x="59959" y="56915"/>
                </a:lnTo>
                <a:lnTo>
                  <a:pt x="59999" y="56901"/>
                </a:lnTo>
                <a:cubicBezTo>
                  <a:pt x="60011" y="56901"/>
                  <a:pt x="60025" y="56888"/>
                  <a:pt x="60025" y="56875"/>
                </a:cubicBezTo>
                <a:cubicBezTo>
                  <a:pt x="60037" y="56862"/>
                  <a:pt x="60025" y="56849"/>
                  <a:pt x="60025" y="56836"/>
                </a:cubicBezTo>
                <a:cubicBezTo>
                  <a:pt x="60037" y="56823"/>
                  <a:pt x="60051" y="56823"/>
                  <a:pt x="60051" y="56823"/>
                </a:cubicBezTo>
                <a:cubicBezTo>
                  <a:pt x="60063" y="56810"/>
                  <a:pt x="60063" y="56797"/>
                  <a:pt x="60077" y="56784"/>
                </a:cubicBezTo>
                <a:cubicBezTo>
                  <a:pt x="60089" y="56758"/>
                  <a:pt x="60103" y="56745"/>
                  <a:pt x="60103" y="56719"/>
                </a:cubicBezTo>
                <a:cubicBezTo>
                  <a:pt x="60115" y="56706"/>
                  <a:pt x="60129" y="56693"/>
                  <a:pt x="60129" y="56680"/>
                </a:cubicBezTo>
                <a:cubicBezTo>
                  <a:pt x="60129" y="56667"/>
                  <a:pt x="60118" y="56664"/>
                  <a:pt x="60105" y="56664"/>
                </a:cubicBezTo>
                <a:cubicBezTo>
                  <a:pt x="60092" y="56664"/>
                  <a:pt x="60076" y="56667"/>
                  <a:pt x="60063" y="56667"/>
                </a:cubicBezTo>
                <a:cubicBezTo>
                  <a:pt x="60059" y="56671"/>
                  <a:pt x="60056" y="56673"/>
                  <a:pt x="60054" y="56673"/>
                </a:cubicBezTo>
                <a:cubicBezTo>
                  <a:pt x="60049" y="56673"/>
                  <a:pt x="60046" y="56667"/>
                  <a:pt x="60037" y="56667"/>
                </a:cubicBezTo>
                <a:cubicBezTo>
                  <a:pt x="60025" y="56654"/>
                  <a:pt x="60025" y="56654"/>
                  <a:pt x="60011" y="56654"/>
                </a:cubicBezTo>
                <a:lnTo>
                  <a:pt x="60011" y="56641"/>
                </a:lnTo>
                <a:lnTo>
                  <a:pt x="59985" y="56641"/>
                </a:lnTo>
                <a:cubicBezTo>
                  <a:pt x="59985" y="56641"/>
                  <a:pt x="59973" y="56628"/>
                  <a:pt x="59973" y="56615"/>
                </a:cubicBezTo>
                <a:cubicBezTo>
                  <a:pt x="59973" y="56594"/>
                  <a:pt x="59964" y="56573"/>
                  <a:pt x="59946" y="56573"/>
                </a:cubicBezTo>
                <a:cubicBezTo>
                  <a:pt x="59942" y="56573"/>
                  <a:pt x="59938" y="56574"/>
                  <a:pt x="59933" y="56576"/>
                </a:cubicBezTo>
                <a:cubicBezTo>
                  <a:pt x="59921" y="56589"/>
                  <a:pt x="59894" y="56602"/>
                  <a:pt x="59881" y="56615"/>
                </a:cubicBezTo>
                <a:lnTo>
                  <a:pt x="59868" y="56628"/>
                </a:lnTo>
                <a:cubicBezTo>
                  <a:pt x="59855" y="56615"/>
                  <a:pt x="59855" y="56615"/>
                  <a:pt x="59855" y="56602"/>
                </a:cubicBezTo>
                <a:lnTo>
                  <a:pt x="59842" y="56589"/>
                </a:lnTo>
                <a:cubicBezTo>
                  <a:pt x="59829" y="56576"/>
                  <a:pt x="59842" y="56550"/>
                  <a:pt x="59842" y="56550"/>
                </a:cubicBezTo>
                <a:cubicBezTo>
                  <a:pt x="59855" y="56537"/>
                  <a:pt x="59881" y="56524"/>
                  <a:pt x="59894" y="56524"/>
                </a:cubicBezTo>
                <a:cubicBezTo>
                  <a:pt x="59894" y="56511"/>
                  <a:pt x="59894" y="56511"/>
                  <a:pt x="59907" y="56511"/>
                </a:cubicBezTo>
                <a:cubicBezTo>
                  <a:pt x="59907" y="56498"/>
                  <a:pt x="59921" y="56498"/>
                  <a:pt x="59921" y="56498"/>
                </a:cubicBezTo>
                <a:cubicBezTo>
                  <a:pt x="59933" y="56472"/>
                  <a:pt x="59881" y="56472"/>
                  <a:pt x="59894" y="56433"/>
                </a:cubicBezTo>
                <a:cubicBezTo>
                  <a:pt x="59907" y="56420"/>
                  <a:pt x="59921" y="56420"/>
                  <a:pt x="59921" y="56394"/>
                </a:cubicBezTo>
                <a:lnTo>
                  <a:pt x="59921" y="56342"/>
                </a:lnTo>
                <a:cubicBezTo>
                  <a:pt x="59894" y="56342"/>
                  <a:pt x="59881" y="56381"/>
                  <a:pt x="59868" y="56381"/>
                </a:cubicBezTo>
                <a:cubicBezTo>
                  <a:pt x="59862" y="56387"/>
                  <a:pt x="59855" y="56387"/>
                  <a:pt x="59849" y="56387"/>
                </a:cubicBezTo>
                <a:cubicBezTo>
                  <a:pt x="59842" y="56387"/>
                  <a:pt x="59836" y="56387"/>
                  <a:pt x="59829" y="56394"/>
                </a:cubicBezTo>
                <a:lnTo>
                  <a:pt x="59803" y="56420"/>
                </a:lnTo>
                <a:cubicBezTo>
                  <a:pt x="59790" y="56433"/>
                  <a:pt x="59777" y="56433"/>
                  <a:pt x="59764" y="56446"/>
                </a:cubicBezTo>
                <a:lnTo>
                  <a:pt x="59751" y="56459"/>
                </a:lnTo>
                <a:cubicBezTo>
                  <a:pt x="59738" y="56459"/>
                  <a:pt x="59738" y="56446"/>
                  <a:pt x="59738" y="56446"/>
                </a:cubicBezTo>
                <a:cubicBezTo>
                  <a:pt x="59725" y="56446"/>
                  <a:pt x="59699" y="56459"/>
                  <a:pt x="59686" y="56472"/>
                </a:cubicBezTo>
                <a:lnTo>
                  <a:pt x="59660" y="56498"/>
                </a:lnTo>
                <a:cubicBezTo>
                  <a:pt x="59660" y="56472"/>
                  <a:pt x="59673" y="56446"/>
                  <a:pt x="59660" y="56433"/>
                </a:cubicBezTo>
                <a:cubicBezTo>
                  <a:pt x="59660" y="56426"/>
                  <a:pt x="59660" y="56426"/>
                  <a:pt x="59659" y="56426"/>
                </a:cubicBezTo>
                <a:cubicBezTo>
                  <a:pt x="59657" y="56426"/>
                  <a:pt x="59653" y="56426"/>
                  <a:pt x="59647" y="56420"/>
                </a:cubicBezTo>
                <a:cubicBezTo>
                  <a:pt x="59647" y="56407"/>
                  <a:pt x="59647" y="56407"/>
                  <a:pt x="59634" y="56407"/>
                </a:cubicBezTo>
                <a:cubicBezTo>
                  <a:pt x="59634" y="56394"/>
                  <a:pt x="59595" y="56394"/>
                  <a:pt x="59595" y="56381"/>
                </a:cubicBezTo>
                <a:lnTo>
                  <a:pt x="59608" y="56368"/>
                </a:lnTo>
                <a:lnTo>
                  <a:pt x="59608" y="56342"/>
                </a:lnTo>
                <a:lnTo>
                  <a:pt x="59608" y="56328"/>
                </a:lnTo>
                <a:cubicBezTo>
                  <a:pt x="59621" y="56316"/>
                  <a:pt x="59647" y="56316"/>
                  <a:pt x="59660" y="56290"/>
                </a:cubicBezTo>
                <a:lnTo>
                  <a:pt x="59660" y="56264"/>
                </a:lnTo>
                <a:lnTo>
                  <a:pt x="59673" y="56250"/>
                </a:lnTo>
                <a:lnTo>
                  <a:pt x="59673" y="56212"/>
                </a:lnTo>
                <a:lnTo>
                  <a:pt x="59699" y="56186"/>
                </a:lnTo>
                <a:cubicBezTo>
                  <a:pt x="59699" y="56172"/>
                  <a:pt x="59712" y="56160"/>
                  <a:pt x="59699" y="56146"/>
                </a:cubicBezTo>
                <a:lnTo>
                  <a:pt x="59686" y="56134"/>
                </a:lnTo>
                <a:lnTo>
                  <a:pt x="59660" y="56134"/>
                </a:lnTo>
                <a:cubicBezTo>
                  <a:pt x="59657" y="56132"/>
                  <a:pt x="59654" y="56131"/>
                  <a:pt x="59651" y="56131"/>
                </a:cubicBezTo>
                <a:cubicBezTo>
                  <a:pt x="59637" y="56131"/>
                  <a:pt x="59643" y="56162"/>
                  <a:pt x="59621" y="56172"/>
                </a:cubicBezTo>
                <a:cubicBezTo>
                  <a:pt x="59608" y="56172"/>
                  <a:pt x="59595" y="56172"/>
                  <a:pt x="59595" y="56160"/>
                </a:cubicBezTo>
                <a:cubicBezTo>
                  <a:pt x="59595" y="56160"/>
                  <a:pt x="59608" y="56146"/>
                  <a:pt x="59608" y="56134"/>
                </a:cubicBezTo>
                <a:lnTo>
                  <a:pt x="59608" y="56082"/>
                </a:lnTo>
                <a:cubicBezTo>
                  <a:pt x="59608" y="56068"/>
                  <a:pt x="59608" y="55990"/>
                  <a:pt x="59595" y="55990"/>
                </a:cubicBezTo>
                <a:cubicBezTo>
                  <a:pt x="59569" y="55990"/>
                  <a:pt x="59582" y="55990"/>
                  <a:pt x="59569" y="55978"/>
                </a:cubicBezTo>
                <a:lnTo>
                  <a:pt x="59556" y="55964"/>
                </a:lnTo>
                <a:cubicBezTo>
                  <a:pt x="59543" y="55952"/>
                  <a:pt x="59543" y="55938"/>
                  <a:pt x="59543" y="55912"/>
                </a:cubicBezTo>
                <a:cubicBezTo>
                  <a:pt x="59543" y="55900"/>
                  <a:pt x="59543" y="55874"/>
                  <a:pt x="59530" y="55874"/>
                </a:cubicBezTo>
                <a:cubicBezTo>
                  <a:pt x="59530" y="55871"/>
                  <a:pt x="59529" y="55870"/>
                  <a:pt x="59528" y="55870"/>
                </a:cubicBezTo>
                <a:cubicBezTo>
                  <a:pt x="59521" y="55870"/>
                  <a:pt x="59504" y="55889"/>
                  <a:pt x="59504" y="55900"/>
                </a:cubicBezTo>
                <a:cubicBezTo>
                  <a:pt x="59465" y="55926"/>
                  <a:pt x="59478" y="55978"/>
                  <a:pt x="59465" y="56016"/>
                </a:cubicBezTo>
                <a:cubicBezTo>
                  <a:pt x="59452" y="56016"/>
                  <a:pt x="59452" y="56004"/>
                  <a:pt x="59452" y="55990"/>
                </a:cubicBezTo>
                <a:cubicBezTo>
                  <a:pt x="59439" y="55964"/>
                  <a:pt x="59452" y="55938"/>
                  <a:pt x="59439" y="55912"/>
                </a:cubicBezTo>
                <a:cubicBezTo>
                  <a:pt x="59426" y="55886"/>
                  <a:pt x="59413" y="55886"/>
                  <a:pt x="59400" y="55860"/>
                </a:cubicBezTo>
                <a:cubicBezTo>
                  <a:pt x="59400" y="55860"/>
                  <a:pt x="59392" y="55844"/>
                  <a:pt x="59382" y="55844"/>
                </a:cubicBezTo>
                <a:cubicBezTo>
                  <a:pt x="59379" y="55844"/>
                  <a:pt x="59377" y="55845"/>
                  <a:pt x="59374" y="55848"/>
                </a:cubicBezTo>
                <a:cubicBezTo>
                  <a:pt x="59360" y="55848"/>
                  <a:pt x="59374" y="55874"/>
                  <a:pt x="59360" y="55886"/>
                </a:cubicBezTo>
                <a:cubicBezTo>
                  <a:pt x="59360" y="55893"/>
                  <a:pt x="59357" y="55893"/>
                  <a:pt x="59354" y="55893"/>
                </a:cubicBezTo>
                <a:cubicBezTo>
                  <a:pt x="59351" y="55893"/>
                  <a:pt x="59348" y="55893"/>
                  <a:pt x="59348" y="55900"/>
                </a:cubicBezTo>
                <a:cubicBezTo>
                  <a:pt x="59334" y="55900"/>
                  <a:pt x="59334" y="55912"/>
                  <a:pt x="59334" y="55926"/>
                </a:cubicBezTo>
                <a:cubicBezTo>
                  <a:pt x="59334" y="55938"/>
                  <a:pt x="59334" y="55952"/>
                  <a:pt x="59322" y="55964"/>
                </a:cubicBezTo>
                <a:lnTo>
                  <a:pt x="59322" y="55990"/>
                </a:lnTo>
                <a:lnTo>
                  <a:pt x="59322" y="56004"/>
                </a:lnTo>
                <a:cubicBezTo>
                  <a:pt x="59322" y="56010"/>
                  <a:pt x="59315" y="56010"/>
                  <a:pt x="59307" y="56010"/>
                </a:cubicBezTo>
                <a:cubicBezTo>
                  <a:pt x="59299" y="56010"/>
                  <a:pt x="59289" y="56010"/>
                  <a:pt x="59282" y="56016"/>
                </a:cubicBezTo>
                <a:cubicBezTo>
                  <a:pt x="59270" y="56016"/>
                  <a:pt x="59256" y="56056"/>
                  <a:pt x="59256" y="56068"/>
                </a:cubicBezTo>
                <a:lnTo>
                  <a:pt x="59256" y="56094"/>
                </a:lnTo>
                <a:cubicBezTo>
                  <a:pt x="59244" y="56094"/>
                  <a:pt x="59230" y="56082"/>
                  <a:pt x="59230" y="56082"/>
                </a:cubicBezTo>
                <a:cubicBezTo>
                  <a:pt x="59218" y="56082"/>
                  <a:pt x="59218" y="56082"/>
                  <a:pt x="59204" y="56068"/>
                </a:cubicBezTo>
                <a:cubicBezTo>
                  <a:pt x="59192" y="56068"/>
                  <a:pt x="59192" y="56068"/>
                  <a:pt x="59192" y="56056"/>
                </a:cubicBezTo>
                <a:cubicBezTo>
                  <a:pt x="59178" y="56042"/>
                  <a:pt x="59178" y="56030"/>
                  <a:pt x="59152" y="56030"/>
                </a:cubicBezTo>
                <a:lnTo>
                  <a:pt x="59140" y="56042"/>
                </a:lnTo>
                <a:cubicBezTo>
                  <a:pt x="59127" y="56049"/>
                  <a:pt x="59117" y="56052"/>
                  <a:pt x="59109" y="56052"/>
                </a:cubicBezTo>
                <a:cubicBezTo>
                  <a:pt x="59100" y="56052"/>
                  <a:pt x="59094" y="56049"/>
                  <a:pt x="59088" y="56042"/>
                </a:cubicBezTo>
                <a:cubicBezTo>
                  <a:pt x="59074" y="56030"/>
                  <a:pt x="59074" y="56030"/>
                  <a:pt x="59062" y="56030"/>
                </a:cubicBezTo>
                <a:cubicBezTo>
                  <a:pt x="59048" y="56030"/>
                  <a:pt x="59048" y="56030"/>
                  <a:pt x="59048" y="56042"/>
                </a:cubicBezTo>
                <a:lnTo>
                  <a:pt x="59048" y="56094"/>
                </a:lnTo>
                <a:cubicBezTo>
                  <a:pt x="59062" y="56120"/>
                  <a:pt x="59062" y="56146"/>
                  <a:pt x="59074" y="56172"/>
                </a:cubicBezTo>
                <a:cubicBezTo>
                  <a:pt x="59074" y="56172"/>
                  <a:pt x="59088" y="56186"/>
                  <a:pt x="59088" y="56198"/>
                </a:cubicBezTo>
                <a:cubicBezTo>
                  <a:pt x="59074" y="56198"/>
                  <a:pt x="59074" y="56186"/>
                  <a:pt x="59062" y="56186"/>
                </a:cubicBezTo>
                <a:cubicBezTo>
                  <a:pt x="59062" y="56181"/>
                  <a:pt x="59060" y="56180"/>
                  <a:pt x="59058" y="56180"/>
                </a:cubicBezTo>
                <a:cubicBezTo>
                  <a:pt x="59053" y="56180"/>
                  <a:pt x="59044" y="56186"/>
                  <a:pt x="59036" y="56186"/>
                </a:cubicBezTo>
                <a:cubicBezTo>
                  <a:pt x="59022" y="56186"/>
                  <a:pt x="59022" y="56186"/>
                  <a:pt x="59010" y="56172"/>
                </a:cubicBezTo>
                <a:cubicBezTo>
                  <a:pt x="58996" y="56172"/>
                  <a:pt x="58996" y="56146"/>
                  <a:pt x="58984" y="56146"/>
                </a:cubicBezTo>
                <a:lnTo>
                  <a:pt x="58918" y="56146"/>
                </a:lnTo>
                <a:cubicBezTo>
                  <a:pt x="58906" y="56146"/>
                  <a:pt x="58906" y="56134"/>
                  <a:pt x="58892" y="56120"/>
                </a:cubicBezTo>
                <a:cubicBezTo>
                  <a:pt x="58880" y="56108"/>
                  <a:pt x="58866" y="56094"/>
                  <a:pt x="58854" y="56094"/>
                </a:cubicBezTo>
                <a:cubicBezTo>
                  <a:pt x="58828" y="56094"/>
                  <a:pt x="58840" y="56108"/>
                  <a:pt x="58840" y="56120"/>
                </a:cubicBezTo>
                <a:cubicBezTo>
                  <a:pt x="58840" y="56134"/>
                  <a:pt x="58840" y="56146"/>
                  <a:pt x="58828" y="56160"/>
                </a:cubicBezTo>
                <a:lnTo>
                  <a:pt x="58801" y="56186"/>
                </a:lnTo>
                <a:cubicBezTo>
                  <a:pt x="58801" y="56198"/>
                  <a:pt x="58801" y="56224"/>
                  <a:pt x="58814" y="56238"/>
                </a:cubicBezTo>
                <a:cubicBezTo>
                  <a:pt x="58814" y="56250"/>
                  <a:pt x="58828" y="56250"/>
                  <a:pt x="58828" y="56264"/>
                </a:cubicBezTo>
                <a:cubicBezTo>
                  <a:pt x="58840" y="56276"/>
                  <a:pt x="58840" y="56290"/>
                  <a:pt x="58866" y="56290"/>
                </a:cubicBezTo>
                <a:lnTo>
                  <a:pt x="58866" y="56302"/>
                </a:lnTo>
                <a:lnTo>
                  <a:pt x="58854" y="56316"/>
                </a:lnTo>
                <a:cubicBezTo>
                  <a:pt x="58840" y="56328"/>
                  <a:pt x="58828" y="56328"/>
                  <a:pt x="58814" y="56342"/>
                </a:cubicBezTo>
                <a:cubicBezTo>
                  <a:pt x="58814" y="56332"/>
                  <a:pt x="58808" y="56323"/>
                  <a:pt x="58799" y="56323"/>
                </a:cubicBezTo>
                <a:cubicBezTo>
                  <a:pt x="58796" y="56323"/>
                  <a:pt x="58792" y="56325"/>
                  <a:pt x="58788" y="56328"/>
                </a:cubicBezTo>
                <a:cubicBezTo>
                  <a:pt x="58788" y="56328"/>
                  <a:pt x="58788" y="56342"/>
                  <a:pt x="58801" y="56354"/>
                </a:cubicBezTo>
                <a:cubicBezTo>
                  <a:pt x="58788" y="56354"/>
                  <a:pt x="58775" y="56354"/>
                  <a:pt x="58775" y="56368"/>
                </a:cubicBezTo>
                <a:lnTo>
                  <a:pt x="58762" y="56368"/>
                </a:lnTo>
                <a:cubicBezTo>
                  <a:pt x="58749" y="56368"/>
                  <a:pt x="58749" y="56354"/>
                  <a:pt x="58749" y="56354"/>
                </a:cubicBezTo>
                <a:cubicBezTo>
                  <a:pt x="58736" y="56354"/>
                  <a:pt x="58736" y="56328"/>
                  <a:pt x="58723" y="56328"/>
                </a:cubicBezTo>
                <a:cubicBezTo>
                  <a:pt x="58710" y="56328"/>
                  <a:pt x="58710" y="56342"/>
                  <a:pt x="58697" y="56342"/>
                </a:cubicBezTo>
                <a:cubicBezTo>
                  <a:pt x="58697" y="56348"/>
                  <a:pt x="58694" y="56348"/>
                  <a:pt x="58691" y="56348"/>
                </a:cubicBezTo>
                <a:cubicBezTo>
                  <a:pt x="58687" y="56348"/>
                  <a:pt x="58684" y="56348"/>
                  <a:pt x="58684" y="56354"/>
                </a:cubicBezTo>
                <a:lnTo>
                  <a:pt x="58684" y="56381"/>
                </a:lnTo>
                <a:cubicBezTo>
                  <a:pt x="58671" y="56394"/>
                  <a:pt x="58645" y="56394"/>
                  <a:pt x="58632" y="56407"/>
                </a:cubicBezTo>
                <a:lnTo>
                  <a:pt x="58593" y="56446"/>
                </a:lnTo>
                <a:cubicBezTo>
                  <a:pt x="58593" y="56420"/>
                  <a:pt x="58606" y="56368"/>
                  <a:pt x="58580" y="56342"/>
                </a:cubicBezTo>
                <a:cubicBezTo>
                  <a:pt x="58580" y="56328"/>
                  <a:pt x="58580" y="56328"/>
                  <a:pt x="58567" y="56316"/>
                </a:cubicBezTo>
                <a:cubicBezTo>
                  <a:pt x="58567" y="56290"/>
                  <a:pt x="58567" y="56290"/>
                  <a:pt x="58541" y="56276"/>
                </a:cubicBezTo>
                <a:cubicBezTo>
                  <a:pt x="58528" y="56276"/>
                  <a:pt x="58463" y="56264"/>
                  <a:pt x="58463" y="56250"/>
                </a:cubicBezTo>
                <a:lnTo>
                  <a:pt x="58489" y="56212"/>
                </a:lnTo>
                <a:lnTo>
                  <a:pt x="58489" y="56172"/>
                </a:lnTo>
                <a:lnTo>
                  <a:pt x="58489" y="56134"/>
                </a:lnTo>
                <a:cubicBezTo>
                  <a:pt x="58515" y="56108"/>
                  <a:pt x="58554" y="56120"/>
                  <a:pt x="58580" y="56082"/>
                </a:cubicBezTo>
                <a:lnTo>
                  <a:pt x="58580" y="56042"/>
                </a:lnTo>
                <a:cubicBezTo>
                  <a:pt x="58593" y="56016"/>
                  <a:pt x="58606" y="56004"/>
                  <a:pt x="58606" y="55990"/>
                </a:cubicBezTo>
                <a:lnTo>
                  <a:pt x="58606" y="55926"/>
                </a:lnTo>
                <a:lnTo>
                  <a:pt x="58645" y="55886"/>
                </a:lnTo>
                <a:cubicBezTo>
                  <a:pt x="58658" y="55860"/>
                  <a:pt x="58671" y="55834"/>
                  <a:pt x="58658" y="55808"/>
                </a:cubicBezTo>
                <a:cubicBezTo>
                  <a:pt x="58645" y="55795"/>
                  <a:pt x="58632" y="55795"/>
                  <a:pt x="58619" y="55782"/>
                </a:cubicBezTo>
                <a:lnTo>
                  <a:pt x="58580" y="55782"/>
                </a:lnTo>
                <a:cubicBezTo>
                  <a:pt x="58576" y="55781"/>
                  <a:pt x="58573" y="55781"/>
                  <a:pt x="58569" y="55781"/>
                </a:cubicBezTo>
                <a:cubicBezTo>
                  <a:pt x="58531" y="55781"/>
                  <a:pt x="58551" y="55848"/>
                  <a:pt x="58515" y="55860"/>
                </a:cubicBezTo>
                <a:cubicBezTo>
                  <a:pt x="58502" y="55860"/>
                  <a:pt x="58463" y="55860"/>
                  <a:pt x="58463" y="55834"/>
                </a:cubicBezTo>
                <a:cubicBezTo>
                  <a:pt x="58463" y="55822"/>
                  <a:pt x="58476" y="55795"/>
                  <a:pt x="58476" y="55782"/>
                </a:cubicBezTo>
                <a:lnTo>
                  <a:pt x="58476" y="55691"/>
                </a:lnTo>
                <a:cubicBezTo>
                  <a:pt x="58476" y="55652"/>
                  <a:pt x="58489" y="55522"/>
                  <a:pt x="58450" y="55509"/>
                </a:cubicBezTo>
                <a:cubicBezTo>
                  <a:pt x="58437" y="55509"/>
                  <a:pt x="58430" y="55512"/>
                  <a:pt x="58426" y="55512"/>
                </a:cubicBezTo>
                <a:cubicBezTo>
                  <a:pt x="58421" y="55512"/>
                  <a:pt x="58417" y="55509"/>
                  <a:pt x="58411" y="55496"/>
                </a:cubicBezTo>
                <a:lnTo>
                  <a:pt x="58385" y="55470"/>
                </a:lnTo>
                <a:cubicBezTo>
                  <a:pt x="58359" y="55444"/>
                  <a:pt x="58372" y="55405"/>
                  <a:pt x="58372" y="55366"/>
                </a:cubicBezTo>
                <a:cubicBezTo>
                  <a:pt x="58372" y="55353"/>
                  <a:pt x="58372" y="55287"/>
                  <a:pt x="58346" y="55287"/>
                </a:cubicBezTo>
                <a:cubicBezTo>
                  <a:pt x="58333" y="55287"/>
                  <a:pt x="58293" y="55327"/>
                  <a:pt x="58281" y="55340"/>
                </a:cubicBezTo>
                <a:cubicBezTo>
                  <a:pt x="58229" y="55405"/>
                  <a:pt x="58241" y="55483"/>
                  <a:pt x="58215" y="55574"/>
                </a:cubicBezTo>
                <a:cubicBezTo>
                  <a:pt x="58203" y="55574"/>
                  <a:pt x="58189" y="55535"/>
                  <a:pt x="58189" y="55509"/>
                </a:cubicBezTo>
                <a:cubicBezTo>
                  <a:pt x="58163" y="55470"/>
                  <a:pt x="58189" y="55405"/>
                  <a:pt x="58163" y="55353"/>
                </a:cubicBezTo>
                <a:cubicBezTo>
                  <a:pt x="58151" y="55327"/>
                  <a:pt x="58125" y="55314"/>
                  <a:pt x="58111" y="55287"/>
                </a:cubicBezTo>
                <a:cubicBezTo>
                  <a:pt x="58100" y="55265"/>
                  <a:pt x="58089" y="55233"/>
                  <a:pt x="58061" y="55233"/>
                </a:cubicBezTo>
                <a:cubicBezTo>
                  <a:pt x="58057" y="55233"/>
                  <a:pt x="58052" y="55234"/>
                  <a:pt x="58047" y="55235"/>
                </a:cubicBezTo>
                <a:cubicBezTo>
                  <a:pt x="58021" y="55249"/>
                  <a:pt x="58047" y="55301"/>
                  <a:pt x="58021" y="55327"/>
                </a:cubicBezTo>
                <a:cubicBezTo>
                  <a:pt x="58014" y="55333"/>
                  <a:pt x="58007" y="55333"/>
                  <a:pt x="58003" y="55333"/>
                </a:cubicBezTo>
                <a:cubicBezTo>
                  <a:pt x="57998" y="55333"/>
                  <a:pt x="57995" y="55333"/>
                  <a:pt x="57995" y="55340"/>
                </a:cubicBezTo>
                <a:cubicBezTo>
                  <a:pt x="57981" y="55353"/>
                  <a:pt x="57969" y="55366"/>
                  <a:pt x="57969" y="55392"/>
                </a:cubicBezTo>
                <a:cubicBezTo>
                  <a:pt x="57969" y="55418"/>
                  <a:pt x="57969" y="55444"/>
                  <a:pt x="57955" y="55470"/>
                </a:cubicBezTo>
                <a:lnTo>
                  <a:pt x="57955" y="55509"/>
                </a:lnTo>
                <a:lnTo>
                  <a:pt x="57955" y="55535"/>
                </a:lnTo>
                <a:cubicBezTo>
                  <a:pt x="57943" y="55561"/>
                  <a:pt x="57903" y="55548"/>
                  <a:pt x="57877" y="55561"/>
                </a:cubicBezTo>
                <a:cubicBezTo>
                  <a:pt x="57851" y="55574"/>
                  <a:pt x="57839" y="55626"/>
                  <a:pt x="57839" y="55652"/>
                </a:cubicBezTo>
                <a:cubicBezTo>
                  <a:pt x="57825" y="55678"/>
                  <a:pt x="57839" y="55691"/>
                  <a:pt x="57825" y="55704"/>
                </a:cubicBezTo>
                <a:cubicBezTo>
                  <a:pt x="57820" y="55707"/>
                  <a:pt x="57815" y="55708"/>
                  <a:pt x="57811" y="55708"/>
                </a:cubicBezTo>
                <a:cubicBezTo>
                  <a:pt x="57794" y="55708"/>
                  <a:pt x="57784" y="55689"/>
                  <a:pt x="57773" y="55678"/>
                </a:cubicBezTo>
                <a:lnTo>
                  <a:pt x="57734" y="55678"/>
                </a:lnTo>
                <a:lnTo>
                  <a:pt x="57695" y="55639"/>
                </a:lnTo>
                <a:cubicBezTo>
                  <a:pt x="57682" y="55613"/>
                  <a:pt x="57669" y="55600"/>
                  <a:pt x="57643" y="55600"/>
                </a:cubicBezTo>
                <a:cubicBezTo>
                  <a:pt x="57630" y="55600"/>
                  <a:pt x="57617" y="55613"/>
                  <a:pt x="57604" y="55613"/>
                </a:cubicBezTo>
                <a:cubicBezTo>
                  <a:pt x="57591" y="55620"/>
                  <a:pt x="57575" y="55623"/>
                  <a:pt x="57559" y="55623"/>
                </a:cubicBezTo>
                <a:cubicBezTo>
                  <a:pt x="57542" y="55623"/>
                  <a:pt x="57526" y="55620"/>
                  <a:pt x="57513" y="55613"/>
                </a:cubicBezTo>
                <a:cubicBezTo>
                  <a:pt x="57487" y="55600"/>
                  <a:pt x="57487" y="55587"/>
                  <a:pt x="57461" y="55587"/>
                </a:cubicBezTo>
                <a:cubicBezTo>
                  <a:pt x="57435" y="55587"/>
                  <a:pt x="57448" y="55587"/>
                  <a:pt x="57435" y="55613"/>
                </a:cubicBezTo>
                <a:cubicBezTo>
                  <a:pt x="57435" y="55639"/>
                  <a:pt x="57435" y="55678"/>
                  <a:pt x="57448" y="55704"/>
                </a:cubicBezTo>
                <a:cubicBezTo>
                  <a:pt x="57461" y="55756"/>
                  <a:pt x="57461" y="55808"/>
                  <a:pt x="57487" y="55848"/>
                </a:cubicBezTo>
                <a:cubicBezTo>
                  <a:pt x="57500" y="55860"/>
                  <a:pt x="57513" y="55874"/>
                  <a:pt x="57513" y="55886"/>
                </a:cubicBezTo>
                <a:cubicBezTo>
                  <a:pt x="57504" y="55891"/>
                  <a:pt x="57497" y="55892"/>
                  <a:pt x="57491" y="55892"/>
                </a:cubicBezTo>
                <a:cubicBezTo>
                  <a:pt x="57478" y="55892"/>
                  <a:pt x="57470" y="55886"/>
                  <a:pt x="57461" y="55886"/>
                </a:cubicBezTo>
                <a:lnTo>
                  <a:pt x="57422" y="55886"/>
                </a:lnTo>
                <a:cubicBezTo>
                  <a:pt x="57409" y="55886"/>
                  <a:pt x="57383" y="55874"/>
                  <a:pt x="57370" y="55860"/>
                </a:cubicBezTo>
                <a:cubicBezTo>
                  <a:pt x="57357" y="55848"/>
                  <a:pt x="57344" y="55822"/>
                  <a:pt x="57318" y="55808"/>
                </a:cubicBezTo>
                <a:lnTo>
                  <a:pt x="57266" y="55808"/>
                </a:lnTo>
                <a:cubicBezTo>
                  <a:pt x="57240" y="55808"/>
                  <a:pt x="57227" y="55808"/>
                  <a:pt x="57200" y="55795"/>
                </a:cubicBezTo>
                <a:cubicBezTo>
                  <a:pt x="57174" y="55795"/>
                  <a:pt x="57162" y="55769"/>
                  <a:pt x="57148" y="55756"/>
                </a:cubicBezTo>
                <a:cubicBezTo>
                  <a:pt x="57127" y="55735"/>
                  <a:pt x="57106" y="55714"/>
                  <a:pt x="57085" y="55714"/>
                </a:cubicBezTo>
                <a:cubicBezTo>
                  <a:pt x="57080" y="55714"/>
                  <a:pt x="57075" y="55715"/>
                  <a:pt x="57070" y="55717"/>
                </a:cubicBezTo>
                <a:cubicBezTo>
                  <a:pt x="57044" y="55717"/>
                  <a:pt x="57044" y="55743"/>
                  <a:pt x="57044" y="55769"/>
                </a:cubicBezTo>
                <a:cubicBezTo>
                  <a:pt x="57044" y="55795"/>
                  <a:pt x="57058" y="55808"/>
                  <a:pt x="57032" y="55822"/>
                </a:cubicBezTo>
                <a:cubicBezTo>
                  <a:pt x="57018" y="55848"/>
                  <a:pt x="56992" y="55860"/>
                  <a:pt x="56992" y="55886"/>
                </a:cubicBezTo>
                <a:cubicBezTo>
                  <a:pt x="56980" y="55912"/>
                  <a:pt x="56980" y="55952"/>
                  <a:pt x="57006" y="55978"/>
                </a:cubicBezTo>
                <a:lnTo>
                  <a:pt x="57044" y="56016"/>
                </a:lnTo>
                <a:cubicBezTo>
                  <a:pt x="57058" y="56056"/>
                  <a:pt x="57070" y="56068"/>
                  <a:pt x="57096" y="56082"/>
                </a:cubicBezTo>
                <a:cubicBezTo>
                  <a:pt x="57122" y="56094"/>
                  <a:pt x="57136" y="56094"/>
                  <a:pt x="57148" y="56094"/>
                </a:cubicBezTo>
                <a:cubicBezTo>
                  <a:pt x="57174" y="56108"/>
                  <a:pt x="57188" y="56108"/>
                  <a:pt x="57214" y="56120"/>
                </a:cubicBezTo>
                <a:cubicBezTo>
                  <a:pt x="57253" y="56134"/>
                  <a:pt x="57279" y="56120"/>
                  <a:pt x="57292" y="56160"/>
                </a:cubicBezTo>
                <a:cubicBezTo>
                  <a:pt x="57292" y="56186"/>
                  <a:pt x="57279" y="56198"/>
                  <a:pt x="57266" y="56224"/>
                </a:cubicBezTo>
                <a:cubicBezTo>
                  <a:pt x="57253" y="56238"/>
                  <a:pt x="57240" y="56250"/>
                  <a:pt x="57214" y="56250"/>
                </a:cubicBezTo>
                <a:cubicBezTo>
                  <a:pt x="57174" y="56250"/>
                  <a:pt x="57174" y="56198"/>
                  <a:pt x="57136" y="56198"/>
                </a:cubicBezTo>
                <a:lnTo>
                  <a:pt x="57096" y="56198"/>
                </a:lnTo>
                <a:cubicBezTo>
                  <a:pt x="57091" y="56201"/>
                  <a:pt x="57086" y="56202"/>
                  <a:pt x="57081" y="56202"/>
                </a:cubicBezTo>
                <a:cubicBezTo>
                  <a:pt x="57060" y="56202"/>
                  <a:pt x="57039" y="56183"/>
                  <a:pt x="57018" y="56172"/>
                </a:cubicBezTo>
                <a:cubicBezTo>
                  <a:pt x="57009" y="56163"/>
                  <a:pt x="56991" y="56138"/>
                  <a:pt x="56978" y="56138"/>
                </a:cubicBezTo>
                <a:cubicBezTo>
                  <a:pt x="56973" y="56138"/>
                  <a:pt x="56970" y="56140"/>
                  <a:pt x="56966" y="56146"/>
                </a:cubicBezTo>
                <a:cubicBezTo>
                  <a:pt x="56954" y="56160"/>
                  <a:pt x="56966" y="56186"/>
                  <a:pt x="56980" y="56186"/>
                </a:cubicBezTo>
                <a:cubicBezTo>
                  <a:pt x="56986" y="56192"/>
                  <a:pt x="56993" y="56192"/>
                  <a:pt x="56999" y="56192"/>
                </a:cubicBezTo>
                <a:cubicBezTo>
                  <a:pt x="57006" y="56192"/>
                  <a:pt x="57012" y="56192"/>
                  <a:pt x="57018" y="56198"/>
                </a:cubicBezTo>
                <a:cubicBezTo>
                  <a:pt x="57032" y="56212"/>
                  <a:pt x="57032" y="56224"/>
                  <a:pt x="57044" y="56238"/>
                </a:cubicBezTo>
                <a:lnTo>
                  <a:pt x="57084" y="56238"/>
                </a:lnTo>
                <a:cubicBezTo>
                  <a:pt x="57096" y="56238"/>
                  <a:pt x="57110" y="56250"/>
                  <a:pt x="57122" y="56264"/>
                </a:cubicBezTo>
                <a:cubicBezTo>
                  <a:pt x="57148" y="56276"/>
                  <a:pt x="57174" y="56276"/>
                  <a:pt x="57200" y="56290"/>
                </a:cubicBezTo>
                <a:cubicBezTo>
                  <a:pt x="57200" y="56290"/>
                  <a:pt x="57253" y="56290"/>
                  <a:pt x="57253" y="56316"/>
                </a:cubicBezTo>
                <a:cubicBezTo>
                  <a:pt x="57253" y="56329"/>
                  <a:pt x="57231" y="56332"/>
                  <a:pt x="57207" y="56332"/>
                </a:cubicBezTo>
                <a:cubicBezTo>
                  <a:pt x="57182" y="56332"/>
                  <a:pt x="57155" y="56328"/>
                  <a:pt x="57148" y="56328"/>
                </a:cubicBezTo>
                <a:lnTo>
                  <a:pt x="57084" y="56328"/>
                </a:lnTo>
                <a:lnTo>
                  <a:pt x="57032" y="56302"/>
                </a:lnTo>
                <a:cubicBezTo>
                  <a:pt x="57025" y="56290"/>
                  <a:pt x="57019" y="56286"/>
                  <a:pt x="57011" y="56286"/>
                </a:cubicBezTo>
                <a:cubicBezTo>
                  <a:pt x="57003" y="56286"/>
                  <a:pt x="56993" y="56290"/>
                  <a:pt x="56980" y="56290"/>
                </a:cubicBezTo>
                <a:cubicBezTo>
                  <a:pt x="56954" y="56276"/>
                  <a:pt x="56954" y="56250"/>
                  <a:pt x="56940" y="56238"/>
                </a:cubicBezTo>
                <a:cubicBezTo>
                  <a:pt x="56928" y="56224"/>
                  <a:pt x="56914" y="56224"/>
                  <a:pt x="56902" y="56212"/>
                </a:cubicBezTo>
                <a:cubicBezTo>
                  <a:pt x="56888" y="56212"/>
                  <a:pt x="56888" y="56198"/>
                  <a:pt x="56876" y="56198"/>
                </a:cubicBezTo>
                <a:cubicBezTo>
                  <a:pt x="56876" y="56186"/>
                  <a:pt x="56850" y="56146"/>
                  <a:pt x="56836" y="56146"/>
                </a:cubicBezTo>
                <a:lnTo>
                  <a:pt x="56798" y="56186"/>
                </a:lnTo>
                <a:cubicBezTo>
                  <a:pt x="56791" y="56186"/>
                  <a:pt x="56784" y="56182"/>
                  <a:pt x="56777" y="56182"/>
                </a:cubicBezTo>
                <a:cubicBezTo>
                  <a:pt x="56771" y="56182"/>
                  <a:pt x="56765" y="56186"/>
                  <a:pt x="56758" y="56198"/>
                </a:cubicBezTo>
                <a:cubicBezTo>
                  <a:pt x="56746" y="56224"/>
                  <a:pt x="56798" y="56302"/>
                  <a:pt x="56732" y="56302"/>
                </a:cubicBezTo>
                <a:cubicBezTo>
                  <a:pt x="56723" y="56294"/>
                  <a:pt x="56708" y="56284"/>
                  <a:pt x="56695" y="56284"/>
                </a:cubicBezTo>
                <a:cubicBezTo>
                  <a:pt x="56689" y="56284"/>
                  <a:pt x="56684" y="56286"/>
                  <a:pt x="56680" y="56290"/>
                </a:cubicBezTo>
                <a:cubicBezTo>
                  <a:pt x="56654" y="56302"/>
                  <a:pt x="56668" y="56342"/>
                  <a:pt x="56668" y="56368"/>
                </a:cubicBezTo>
                <a:cubicBezTo>
                  <a:pt x="56668" y="56394"/>
                  <a:pt x="56680" y="56420"/>
                  <a:pt x="56706" y="56433"/>
                </a:cubicBezTo>
                <a:lnTo>
                  <a:pt x="56746" y="56472"/>
                </a:lnTo>
                <a:cubicBezTo>
                  <a:pt x="56746" y="56485"/>
                  <a:pt x="56732" y="56498"/>
                  <a:pt x="56746" y="56511"/>
                </a:cubicBezTo>
                <a:cubicBezTo>
                  <a:pt x="56758" y="56537"/>
                  <a:pt x="56784" y="56550"/>
                  <a:pt x="56810" y="56563"/>
                </a:cubicBezTo>
                <a:cubicBezTo>
                  <a:pt x="56836" y="56576"/>
                  <a:pt x="56876" y="56589"/>
                  <a:pt x="56914" y="56602"/>
                </a:cubicBezTo>
                <a:cubicBezTo>
                  <a:pt x="56954" y="56615"/>
                  <a:pt x="56966" y="56628"/>
                  <a:pt x="56980" y="56654"/>
                </a:cubicBezTo>
                <a:cubicBezTo>
                  <a:pt x="56992" y="56680"/>
                  <a:pt x="57018" y="56706"/>
                  <a:pt x="57032" y="56719"/>
                </a:cubicBezTo>
                <a:cubicBezTo>
                  <a:pt x="57044" y="56732"/>
                  <a:pt x="57070" y="56732"/>
                  <a:pt x="57096" y="56732"/>
                </a:cubicBezTo>
                <a:cubicBezTo>
                  <a:pt x="57122" y="56745"/>
                  <a:pt x="57148" y="56771"/>
                  <a:pt x="57162" y="56797"/>
                </a:cubicBezTo>
                <a:cubicBezTo>
                  <a:pt x="57174" y="56810"/>
                  <a:pt x="57174" y="56849"/>
                  <a:pt x="57188" y="56888"/>
                </a:cubicBezTo>
                <a:cubicBezTo>
                  <a:pt x="57200" y="56941"/>
                  <a:pt x="57227" y="56967"/>
                  <a:pt x="57266" y="56993"/>
                </a:cubicBezTo>
                <a:cubicBezTo>
                  <a:pt x="57291" y="57017"/>
                  <a:pt x="57305" y="57026"/>
                  <a:pt x="57322" y="57026"/>
                </a:cubicBezTo>
                <a:cubicBezTo>
                  <a:pt x="57332" y="57026"/>
                  <a:pt x="57343" y="57023"/>
                  <a:pt x="57357" y="57019"/>
                </a:cubicBezTo>
                <a:cubicBezTo>
                  <a:pt x="57383" y="57005"/>
                  <a:pt x="57409" y="56979"/>
                  <a:pt x="57435" y="56979"/>
                </a:cubicBezTo>
                <a:cubicBezTo>
                  <a:pt x="57474" y="56993"/>
                  <a:pt x="57474" y="57019"/>
                  <a:pt x="57474" y="57045"/>
                </a:cubicBezTo>
                <a:cubicBezTo>
                  <a:pt x="57500" y="57083"/>
                  <a:pt x="57539" y="57097"/>
                  <a:pt x="57565" y="57109"/>
                </a:cubicBezTo>
                <a:cubicBezTo>
                  <a:pt x="57591" y="57123"/>
                  <a:pt x="57669" y="57123"/>
                  <a:pt x="57669" y="57161"/>
                </a:cubicBezTo>
                <a:cubicBezTo>
                  <a:pt x="57669" y="57187"/>
                  <a:pt x="57643" y="57213"/>
                  <a:pt x="57630" y="57213"/>
                </a:cubicBezTo>
                <a:cubicBezTo>
                  <a:pt x="57618" y="57222"/>
                  <a:pt x="57606" y="57226"/>
                  <a:pt x="57594" y="57226"/>
                </a:cubicBezTo>
                <a:cubicBezTo>
                  <a:pt x="57554" y="57226"/>
                  <a:pt x="57514" y="57187"/>
                  <a:pt x="57474" y="57187"/>
                </a:cubicBezTo>
                <a:cubicBezTo>
                  <a:pt x="57435" y="57187"/>
                  <a:pt x="57409" y="57175"/>
                  <a:pt x="57370" y="57175"/>
                </a:cubicBezTo>
                <a:cubicBezTo>
                  <a:pt x="57331" y="57175"/>
                  <a:pt x="57305" y="57201"/>
                  <a:pt x="57266" y="57213"/>
                </a:cubicBezTo>
                <a:lnTo>
                  <a:pt x="57214" y="57213"/>
                </a:lnTo>
                <a:cubicBezTo>
                  <a:pt x="57194" y="57207"/>
                  <a:pt x="57178" y="57204"/>
                  <a:pt x="57163" y="57204"/>
                </a:cubicBezTo>
                <a:cubicBezTo>
                  <a:pt x="57148" y="57204"/>
                  <a:pt x="57135" y="57207"/>
                  <a:pt x="57122" y="57213"/>
                </a:cubicBezTo>
                <a:cubicBezTo>
                  <a:pt x="57084" y="57213"/>
                  <a:pt x="57058" y="57213"/>
                  <a:pt x="57018" y="57227"/>
                </a:cubicBezTo>
                <a:cubicBezTo>
                  <a:pt x="56992" y="57227"/>
                  <a:pt x="56980" y="57239"/>
                  <a:pt x="56954" y="57253"/>
                </a:cubicBezTo>
                <a:cubicBezTo>
                  <a:pt x="56928" y="57253"/>
                  <a:pt x="56914" y="57239"/>
                  <a:pt x="56902" y="57239"/>
                </a:cubicBezTo>
                <a:cubicBezTo>
                  <a:pt x="56876" y="57239"/>
                  <a:pt x="56850" y="57253"/>
                  <a:pt x="56824" y="57253"/>
                </a:cubicBezTo>
                <a:lnTo>
                  <a:pt x="56746" y="57253"/>
                </a:lnTo>
                <a:cubicBezTo>
                  <a:pt x="56720" y="57239"/>
                  <a:pt x="56706" y="57239"/>
                  <a:pt x="56680" y="57239"/>
                </a:cubicBezTo>
                <a:lnTo>
                  <a:pt x="56472" y="57239"/>
                </a:lnTo>
                <a:cubicBezTo>
                  <a:pt x="56459" y="57227"/>
                  <a:pt x="56446" y="57213"/>
                  <a:pt x="56433" y="57213"/>
                </a:cubicBezTo>
                <a:cubicBezTo>
                  <a:pt x="56420" y="57201"/>
                  <a:pt x="56407" y="57201"/>
                  <a:pt x="56394" y="57201"/>
                </a:cubicBezTo>
                <a:cubicBezTo>
                  <a:pt x="56381" y="57201"/>
                  <a:pt x="56355" y="57187"/>
                  <a:pt x="56329" y="57175"/>
                </a:cubicBezTo>
                <a:cubicBezTo>
                  <a:pt x="56316" y="57175"/>
                  <a:pt x="56316" y="57161"/>
                  <a:pt x="56303" y="57149"/>
                </a:cubicBezTo>
                <a:cubicBezTo>
                  <a:pt x="56290" y="57149"/>
                  <a:pt x="56277" y="57149"/>
                  <a:pt x="56264" y="57135"/>
                </a:cubicBezTo>
                <a:cubicBezTo>
                  <a:pt x="56238" y="57109"/>
                  <a:pt x="56212" y="57071"/>
                  <a:pt x="56186" y="57045"/>
                </a:cubicBezTo>
                <a:cubicBezTo>
                  <a:pt x="56160" y="57031"/>
                  <a:pt x="56134" y="57005"/>
                  <a:pt x="56107" y="56993"/>
                </a:cubicBezTo>
                <a:cubicBezTo>
                  <a:pt x="56081" y="56967"/>
                  <a:pt x="56055" y="56967"/>
                  <a:pt x="56017" y="56967"/>
                </a:cubicBezTo>
                <a:cubicBezTo>
                  <a:pt x="55991" y="56967"/>
                  <a:pt x="55977" y="56953"/>
                  <a:pt x="55951" y="56953"/>
                </a:cubicBezTo>
                <a:lnTo>
                  <a:pt x="55939" y="56953"/>
                </a:lnTo>
                <a:cubicBezTo>
                  <a:pt x="55939" y="56924"/>
                  <a:pt x="55910" y="56909"/>
                  <a:pt x="55879" y="56909"/>
                </a:cubicBezTo>
                <a:cubicBezTo>
                  <a:pt x="55868" y="56909"/>
                  <a:pt x="55857" y="56911"/>
                  <a:pt x="55847" y="56915"/>
                </a:cubicBezTo>
                <a:cubicBezTo>
                  <a:pt x="55835" y="56915"/>
                  <a:pt x="55821" y="56927"/>
                  <a:pt x="55795" y="56927"/>
                </a:cubicBezTo>
                <a:cubicBezTo>
                  <a:pt x="55783" y="56927"/>
                  <a:pt x="55769" y="56915"/>
                  <a:pt x="55757" y="56915"/>
                </a:cubicBezTo>
                <a:cubicBezTo>
                  <a:pt x="55743" y="56915"/>
                  <a:pt x="55717" y="56901"/>
                  <a:pt x="55705" y="56901"/>
                </a:cubicBezTo>
                <a:cubicBezTo>
                  <a:pt x="55665" y="56915"/>
                  <a:pt x="55679" y="57045"/>
                  <a:pt x="55679" y="57083"/>
                </a:cubicBezTo>
                <a:cubicBezTo>
                  <a:pt x="55679" y="57123"/>
                  <a:pt x="55665" y="57187"/>
                  <a:pt x="55717" y="57187"/>
                </a:cubicBezTo>
                <a:cubicBezTo>
                  <a:pt x="55722" y="57192"/>
                  <a:pt x="55728" y="57193"/>
                  <a:pt x="55734" y="57193"/>
                </a:cubicBezTo>
                <a:cubicBezTo>
                  <a:pt x="55748" y="57193"/>
                  <a:pt x="55765" y="57187"/>
                  <a:pt x="55783" y="57187"/>
                </a:cubicBezTo>
                <a:cubicBezTo>
                  <a:pt x="55795" y="57227"/>
                  <a:pt x="55769" y="57265"/>
                  <a:pt x="55769" y="57305"/>
                </a:cubicBezTo>
                <a:cubicBezTo>
                  <a:pt x="55783" y="57331"/>
                  <a:pt x="55783" y="57357"/>
                  <a:pt x="55795" y="57369"/>
                </a:cubicBezTo>
                <a:cubicBezTo>
                  <a:pt x="55809" y="57383"/>
                  <a:pt x="55835" y="57395"/>
                  <a:pt x="55861" y="57395"/>
                </a:cubicBezTo>
                <a:cubicBezTo>
                  <a:pt x="55899" y="57421"/>
                  <a:pt x="55925" y="57435"/>
                  <a:pt x="55951" y="57461"/>
                </a:cubicBezTo>
                <a:cubicBezTo>
                  <a:pt x="55991" y="57487"/>
                  <a:pt x="56017" y="57487"/>
                  <a:pt x="56055" y="57487"/>
                </a:cubicBezTo>
                <a:cubicBezTo>
                  <a:pt x="56095" y="57487"/>
                  <a:pt x="56121" y="57500"/>
                  <a:pt x="56160" y="57513"/>
                </a:cubicBezTo>
                <a:cubicBezTo>
                  <a:pt x="56169" y="57513"/>
                  <a:pt x="56183" y="57507"/>
                  <a:pt x="56192" y="57507"/>
                </a:cubicBezTo>
                <a:cubicBezTo>
                  <a:pt x="56196" y="57507"/>
                  <a:pt x="56199" y="57509"/>
                  <a:pt x="56199" y="57513"/>
                </a:cubicBezTo>
                <a:cubicBezTo>
                  <a:pt x="56212" y="57526"/>
                  <a:pt x="56199" y="57552"/>
                  <a:pt x="56212" y="57565"/>
                </a:cubicBezTo>
                <a:cubicBezTo>
                  <a:pt x="56225" y="57604"/>
                  <a:pt x="56329" y="57578"/>
                  <a:pt x="56342" y="57617"/>
                </a:cubicBezTo>
                <a:cubicBezTo>
                  <a:pt x="56342" y="57643"/>
                  <a:pt x="56277" y="57695"/>
                  <a:pt x="56264" y="57708"/>
                </a:cubicBezTo>
                <a:cubicBezTo>
                  <a:pt x="56251" y="57708"/>
                  <a:pt x="56251" y="57708"/>
                  <a:pt x="56238" y="57721"/>
                </a:cubicBezTo>
                <a:lnTo>
                  <a:pt x="56225" y="57734"/>
                </a:lnTo>
                <a:cubicBezTo>
                  <a:pt x="56212" y="57741"/>
                  <a:pt x="56199" y="57741"/>
                  <a:pt x="56188" y="57741"/>
                </a:cubicBezTo>
                <a:cubicBezTo>
                  <a:pt x="56176" y="57741"/>
                  <a:pt x="56166" y="57741"/>
                  <a:pt x="56160" y="57747"/>
                </a:cubicBezTo>
                <a:cubicBezTo>
                  <a:pt x="56134" y="57760"/>
                  <a:pt x="56147" y="57786"/>
                  <a:pt x="56134" y="57812"/>
                </a:cubicBezTo>
                <a:cubicBezTo>
                  <a:pt x="56121" y="57825"/>
                  <a:pt x="56107" y="57825"/>
                  <a:pt x="56081" y="57838"/>
                </a:cubicBezTo>
                <a:cubicBezTo>
                  <a:pt x="56055" y="57851"/>
                  <a:pt x="56043" y="57890"/>
                  <a:pt x="56003" y="57916"/>
                </a:cubicBezTo>
                <a:cubicBezTo>
                  <a:pt x="55991" y="57929"/>
                  <a:pt x="55977" y="57929"/>
                  <a:pt x="55977" y="57955"/>
                </a:cubicBezTo>
                <a:cubicBezTo>
                  <a:pt x="55965" y="57968"/>
                  <a:pt x="55951" y="57994"/>
                  <a:pt x="55951" y="58008"/>
                </a:cubicBezTo>
                <a:cubicBezTo>
                  <a:pt x="55951" y="58060"/>
                  <a:pt x="56029" y="58086"/>
                  <a:pt x="56055" y="58124"/>
                </a:cubicBezTo>
                <a:cubicBezTo>
                  <a:pt x="56069" y="58164"/>
                  <a:pt x="56003" y="58176"/>
                  <a:pt x="56003" y="58216"/>
                </a:cubicBezTo>
                <a:cubicBezTo>
                  <a:pt x="56003" y="58242"/>
                  <a:pt x="56017" y="58242"/>
                  <a:pt x="56029" y="58254"/>
                </a:cubicBezTo>
                <a:cubicBezTo>
                  <a:pt x="56043" y="58268"/>
                  <a:pt x="56043" y="58280"/>
                  <a:pt x="56043" y="58294"/>
                </a:cubicBezTo>
                <a:cubicBezTo>
                  <a:pt x="54884" y="57447"/>
                  <a:pt x="54325" y="55938"/>
                  <a:pt x="53050" y="55223"/>
                </a:cubicBezTo>
                <a:cubicBezTo>
                  <a:pt x="52126" y="54715"/>
                  <a:pt x="51515" y="54052"/>
                  <a:pt x="50851" y="53310"/>
                </a:cubicBezTo>
                <a:cubicBezTo>
                  <a:pt x="50851" y="52308"/>
                  <a:pt x="50864" y="51319"/>
                  <a:pt x="50851" y="50551"/>
                </a:cubicBezTo>
                <a:cubicBezTo>
                  <a:pt x="50851" y="49550"/>
                  <a:pt x="50877" y="48677"/>
                  <a:pt x="50929" y="47988"/>
                </a:cubicBezTo>
                <a:cubicBezTo>
                  <a:pt x="51111" y="48964"/>
                  <a:pt x="51333" y="49940"/>
                  <a:pt x="51605" y="50889"/>
                </a:cubicBezTo>
                <a:cubicBezTo>
                  <a:pt x="51892" y="49614"/>
                  <a:pt x="51853" y="48365"/>
                  <a:pt x="51541" y="47156"/>
                </a:cubicBezTo>
                <a:lnTo>
                  <a:pt x="51541" y="47156"/>
                </a:lnTo>
                <a:cubicBezTo>
                  <a:pt x="52126" y="48365"/>
                  <a:pt x="52854" y="49498"/>
                  <a:pt x="53687" y="50551"/>
                </a:cubicBezTo>
                <a:cubicBezTo>
                  <a:pt x="53791" y="49394"/>
                  <a:pt x="53519" y="48209"/>
                  <a:pt x="52972" y="47182"/>
                </a:cubicBezTo>
                <a:cubicBezTo>
                  <a:pt x="52776" y="46817"/>
                  <a:pt x="52542" y="46491"/>
                  <a:pt x="52296" y="46219"/>
                </a:cubicBezTo>
                <a:lnTo>
                  <a:pt x="52296" y="46219"/>
                </a:lnTo>
                <a:cubicBezTo>
                  <a:pt x="52998" y="46557"/>
                  <a:pt x="53753" y="46804"/>
                  <a:pt x="54534" y="46908"/>
                </a:cubicBezTo>
                <a:cubicBezTo>
                  <a:pt x="54247" y="46517"/>
                  <a:pt x="53909" y="46193"/>
                  <a:pt x="53531" y="45867"/>
                </a:cubicBezTo>
                <a:cubicBezTo>
                  <a:pt x="53245" y="45633"/>
                  <a:pt x="52959" y="45398"/>
                  <a:pt x="52646" y="45204"/>
                </a:cubicBezTo>
                <a:cubicBezTo>
                  <a:pt x="53389" y="45164"/>
                  <a:pt x="54026" y="44930"/>
                  <a:pt x="54624" y="44488"/>
                </a:cubicBezTo>
                <a:cubicBezTo>
                  <a:pt x="54102" y="44335"/>
                  <a:pt x="53560" y="44262"/>
                  <a:pt x="53016" y="44262"/>
                </a:cubicBezTo>
                <a:cubicBezTo>
                  <a:pt x="52680" y="44262"/>
                  <a:pt x="52342" y="44290"/>
                  <a:pt x="52009" y="44345"/>
                </a:cubicBezTo>
                <a:cubicBezTo>
                  <a:pt x="52126" y="44267"/>
                  <a:pt x="52230" y="44189"/>
                  <a:pt x="52348" y="44097"/>
                </a:cubicBezTo>
                <a:cubicBezTo>
                  <a:pt x="52998" y="43577"/>
                  <a:pt x="53467" y="43004"/>
                  <a:pt x="53948" y="42315"/>
                </a:cubicBezTo>
                <a:lnTo>
                  <a:pt x="53948" y="42315"/>
                </a:lnTo>
                <a:cubicBezTo>
                  <a:pt x="52868" y="42432"/>
                  <a:pt x="51827" y="42926"/>
                  <a:pt x="51046" y="43681"/>
                </a:cubicBezTo>
                <a:lnTo>
                  <a:pt x="51203" y="42940"/>
                </a:lnTo>
                <a:cubicBezTo>
                  <a:pt x="51371" y="42041"/>
                  <a:pt x="51150" y="41040"/>
                  <a:pt x="50760" y="40220"/>
                </a:cubicBezTo>
                <a:cubicBezTo>
                  <a:pt x="50122" y="41222"/>
                  <a:pt x="49914" y="42419"/>
                  <a:pt x="49979" y="43616"/>
                </a:cubicBezTo>
                <a:cubicBezTo>
                  <a:pt x="49719" y="42640"/>
                  <a:pt x="49225" y="41795"/>
                  <a:pt x="48314" y="41052"/>
                </a:cubicBezTo>
                <a:lnTo>
                  <a:pt x="48314" y="41052"/>
                </a:lnTo>
                <a:cubicBezTo>
                  <a:pt x="48274" y="42159"/>
                  <a:pt x="48665" y="43264"/>
                  <a:pt x="49355" y="44111"/>
                </a:cubicBezTo>
                <a:cubicBezTo>
                  <a:pt x="48684" y="43663"/>
                  <a:pt x="47902" y="43431"/>
                  <a:pt x="47082" y="43431"/>
                </a:cubicBezTo>
                <a:cubicBezTo>
                  <a:pt x="46709" y="43431"/>
                  <a:pt x="46328" y="43479"/>
                  <a:pt x="45946" y="43577"/>
                </a:cubicBezTo>
                <a:cubicBezTo>
                  <a:pt x="46869" y="44175"/>
                  <a:pt x="47923" y="44579"/>
                  <a:pt x="49003" y="44774"/>
                </a:cubicBezTo>
                <a:cubicBezTo>
                  <a:pt x="47767" y="44917"/>
                  <a:pt x="46583" y="45516"/>
                  <a:pt x="45724" y="46427"/>
                </a:cubicBezTo>
                <a:cubicBezTo>
                  <a:pt x="44917" y="45607"/>
                  <a:pt x="43890" y="45060"/>
                  <a:pt x="42953" y="44357"/>
                </a:cubicBezTo>
                <a:cubicBezTo>
                  <a:pt x="42991" y="43200"/>
                  <a:pt x="43031" y="41651"/>
                  <a:pt x="43057" y="40272"/>
                </a:cubicBezTo>
                <a:cubicBezTo>
                  <a:pt x="43070" y="40272"/>
                  <a:pt x="43096" y="40285"/>
                  <a:pt x="43109" y="40285"/>
                </a:cubicBezTo>
                <a:cubicBezTo>
                  <a:pt x="43118" y="40289"/>
                  <a:pt x="43126" y="40291"/>
                  <a:pt x="43135" y="40291"/>
                </a:cubicBezTo>
                <a:cubicBezTo>
                  <a:pt x="43152" y="40291"/>
                  <a:pt x="43170" y="40285"/>
                  <a:pt x="43187" y="40285"/>
                </a:cubicBezTo>
                <a:cubicBezTo>
                  <a:pt x="43204" y="40285"/>
                  <a:pt x="43222" y="40291"/>
                  <a:pt x="43239" y="40291"/>
                </a:cubicBezTo>
                <a:cubicBezTo>
                  <a:pt x="43248" y="40291"/>
                  <a:pt x="43257" y="40289"/>
                  <a:pt x="43265" y="40285"/>
                </a:cubicBezTo>
                <a:cubicBezTo>
                  <a:pt x="43291" y="40285"/>
                  <a:pt x="43304" y="40259"/>
                  <a:pt x="43317" y="40259"/>
                </a:cubicBezTo>
                <a:cubicBezTo>
                  <a:pt x="43325" y="40255"/>
                  <a:pt x="43331" y="40254"/>
                  <a:pt x="43337" y="40254"/>
                </a:cubicBezTo>
                <a:cubicBezTo>
                  <a:pt x="43351" y="40254"/>
                  <a:pt x="43360" y="40263"/>
                  <a:pt x="43369" y="40272"/>
                </a:cubicBezTo>
                <a:cubicBezTo>
                  <a:pt x="43395" y="40298"/>
                  <a:pt x="43434" y="40324"/>
                  <a:pt x="43473" y="40324"/>
                </a:cubicBezTo>
                <a:cubicBezTo>
                  <a:pt x="43525" y="40324"/>
                  <a:pt x="43551" y="40324"/>
                  <a:pt x="43551" y="40272"/>
                </a:cubicBezTo>
                <a:lnTo>
                  <a:pt x="43551" y="40168"/>
                </a:lnTo>
                <a:cubicBezTo>
                  <a:pt x="43551" y="40103"/>
                  <a:pt x="43538" y="40051"/>
                  <a:pt x="43512" y="39999"/>
                </a:cubicBezTo>
                <a:cubicBezTo>
                  <a:pt x="43499" y="39973"/>
                  <a:pt x="43486" y="39947"/>
                  <a:pt x="43447" y="39933"/>
                </a:cubicBezTo>
                <a:cubicBezTo>
                  <a:pt x="43447" y="39933"/>
                  <a:pt x="43434" y="39933"/>
                  <a:pt x="43421" y="39921"/>
                </a:cubicBezTo>
                <a:cubicBezTo>
                  <a:pt x="43395" y="39921"/>
                  <a:pt x="43382" y="39907"/>
                  <a:pt x="43369" y="39895"/>
                </a:cubicBezTo>
                <a:cubicBezTo>
                  <a:pt x="43330" y="39869"/>
                  <a:pt x="43291" y="39855"/>
                  <a:pt x="43252" y="39829"/>
                </a:cubicBezTo>
                <a:cubicBezTo>
                  <a:pt x="43226" y="39791"/>
                  <a:pt x="43187" y="39765"/>
                  <a:pt x="43148" y="39739"/>
                </a:cubicBezTo>
                <a:cubicBezTo>
                  <a:pt x="43122" y="39725"/>
                  <a:pt x="43096" y="39713"/>
                  <a:pt x="43070" y="39687"/>
                </a:cubicBezTo>
                <a:cubicBezTo>
                  <a:pt x="43083" y="39543"/>
                  <a:pt x="43083" y="39387"/>
                  <a:pt x="43083" y="39244"/>
                </a:cubicBezTo>
                <a:cubicBezTo>
                  <a:pt x="43096" y="39231"/>
                  <a:pt x="43109" y="39231"/>
                  <a:pt x="43122" y="39231"/>
                </a:cubicBezTo>
                <a:cubicBezTo>
                  <a:pt x="43161" y="39218"/>
                  <a:pt x="43200" y="39218"/>
                  <a:pt x="43239" y="39218"/>
                </a:cubicBezTo>
                <a:cubicBezTo>
                  <a:pt x="43278" y="39218"/>
                  <a:pt x="43330" y="39218"/>
                  <a:pt x="43330" y="39179"/>
                </a:cubicBezTo>
                <a:cubicBezTo>
                  <a:pt x="43330" y="39153"/>
                  <a:pt x="43317" y="39153"/>
                  <a:pt x="43304" y="39140"/>
                </a:cubicBezTo>
                <a:cubicBezTo>
                  <a:pt x="43252" y="39101"/>
                  <a:pt x="43226" y="39049"/>
                  <a:pt x="43148" y="39049"/>
                </a:cubicBezTo>
                <a:lnTo>
                  <a:pt x="43096" y="39049"/>
                </a:lnTo>
                <a:cubicBezTo>
                  <a:pt x="43096" y="38776"/>
                  <a:pt x="43096" y="38516"/>
                  <a:pt x="43109" y="38281"/>
                </a:cubicBezTo>
                <a:cubicBezTo>
                  <a:pt x="43122" y="38281"/>
                  <a:pt x="43135" y="38268"/>
                  <a:pt x="43148" y="38268"/>
                </a:cubicBezTo>
                <a:cubicBezTo>
                  <a:pt x="43174" y="38268"/>
                  <a:pt x="43200" y="38255"/>
                  <a:pt x="43226" y="38255"/>
                </a:cubicBezTo>
                <a:cubicBezTo>
                  <a:pt x="43269" y="38255"/>
                  <a:pt x="43307" y="38261"/>
                  <a:pt x="43346" y="38261"/>
                </a:cubicBezTo>
                <a:cubicBezTo>
                  <a:pt x="43366" y="38261"/>
                  <a:pt x="43386" y="38260"/>
                  <a:pt x="43408" y="38255"/>
                </a:cubicBezTo>
                <a:cubicBezTo>
                  <a:pt x="43460" y="38255"/>
                  <a:pt x="43499" y="38229"/>
                  <a:pt x="43551" y="38216"/>
                </a:cubicBezTo>
                <a:cubicBezTo>
                  <a:pt x="43616" y="38190"/>
                  <a:pt x="43682" y="38190"/>
                  <a:pt x="43734" y="38177"/>
                </a:cubicBezTo>
                <a:cubicBezTo>
                  <a:pt x="43760" y="38164"/>
                  <a:pt x="43772" y="38164"/>
                  <a:pt x="43798" y="38164"/>
                </a:cubicBezTo>
                <a:cubicBezTo>
                  <a:pt x="43824" y="38177"/>
                  <a:pt x="43838" y="38177"/>
                  <a:pt x="43850" y="38177"/>
                </a:cubicBezTo>
                <a:cubicBezTo>
                  <a:pt x="43890" y="38177"/>
                  <a:pt x="43902" y="38177"/>
                  <a:pt x="43916" y="38151"/>
                </a:cubicBezTo>
                <a:cubicBezTo>
                  <a:pt x="43954" y="38125"/>
                  <a:pt x="43968" y="38125"/>
                  <a:pt x="44020" y="38125"/>
                </a:cubicBezTo>
                <a:cubicBezTo>
                  <a:pt x="44046" y="38125"/>
                  <a:pt x="44058" y="38138"/>
                  <a:pt x="44084" y="38151"/>
                </a:cubicBezTo>
                <a:cubicBezTo>
                  <a:pt x="44110" y="38164"/>
                  <a:pt x="44124" y="38190"/>
                  <a:pt x="44150" y="38203"/>
                </a:cubicBezTo>
                <a:lnTo>
                  <a:pt x="44176" y="38203"/>
                </a:lnTo>
                <a:cubicBezTo>
                  <a:pt x="44189" y="38203"/>
                  <a:pt x="44202" y="38216"/>
                  <a:pt x="44215" y="38216"/>
                </a:cubicBezTo>
                <a:cubicBezTo>
                  <a:pt x="44254" y="38242"/>
                  <a:pt x="44280" y="38294"/>
                  <a:pt x="44332" y="38307"/>
                </a:cubicBezTo>
                <a:cubicBezTo>
                  <a:pt x="44358" y="38320"/>
                  <a:pt x="44410" y="38320"/>
                  <a:pt x="44449" y="38320"/>
                </a:cubicBezTo>
                <a:cubicBezTo>
                  <a:pt x="44488" y="38320"/>
                  <a:pt x="44527" y="38307"/>
                  <a:pt x="44579" y="38294"/>
                </a:cubicBezTo>
                <a:cubicBezTo>
                  <a:pt x="44618" y="38281"/>
                  <a:pt x="44631" y="38255"/>
                  <a:pt x="44671" y="38229"/>
                </a:cubicBezTo>
                <a:cubicBezTo>
                  <a:pt x="44684" y="38223"/>
                  <a:pt x="44693" y="38223"/>
                  <a:pt x="44703" y="38223"/>
                </a:cubicBezTo>
                <a:cubicBezTo>
                  <a:pt x="44712" y="38223"/>
                  <a:pt x="44722" y="38223"/>
                  <a:pt x="44735" y="38216"/>
                </a:cubicBezTo>
                <a:cubicBezTo>
                  <a:pt x="44749" y="38216"/>
                  <a:pt x="44749" y="38216"/>
                  <a:pt x="44761" y="38203"/>
                </a:cubicBezTo>
                <a:cubicBezTo>
                  <a:pt x="44801" y="38177"/>
                  <a:pt x="44801" y="38151"/>
                  <a:pt x="44827" y="38112"/>
                </a:cubicBezTo>
                <a:cubicBezTo>
                  <a:pt x="44853" y="38073"/>
                  <a:pt x="44917" y="38060"/>
                  <a:pt x="44931" y="38008"/>
                </a:cubicBezTo>
                <a:cubicBezTo>
                  <a:pt x="44943" y="37969"/>
                  <a:pt x="44957" y="37930"/>
                  <a:pt x="44957" y="37891"/>
                </a:cubicBezTo>
                <a:cubicBezTo>
                  <a:pt x="44957" y="37865"/>
                  <a:pt x="44969" y="37813"/>
                  <a:pt x="44943" y="37787"/>
                </a:cubicBezTo>
                <a:cubicBezTo>
                  <a:pt x="44931" y="37773"/>
                  <a:pt x="44905" y="37773"/>
                  <a:pt x="44891" y="37761"/>
                </a:cubicBezTo>
                <a:cubicBezTo>
                  <a:pt x="44853" y="37721"/>
                  <a:pt x="44787" y="37669"/>
                  <a:pt x="44723" y="37669"/>
                </a:cubicBezTo>
                <a:cubicBezTo>
                  <a:pt x="44683" y="37669"/>
                  <a:pt x="44657" y="37695"/>
                  <a:pt x="44631" y="37709"/>
                </a:cubicBezTo>
                <a:cubicBezTo>
                  <a:pt x="44605" y="37721"/>
                  <a:pt x="44579" y="37721"/>
                  <a:pt x="44566" y="37721"/>
                </a:cubicBezTo>
                <a:cubicBezTo>
                  <a:pt x="44527" y="37721"/>
                  <a:pt x="44501" y="37747"/>
                  <a:pt x="44475" y="37761"/>
                </a:cubicBezTo>
                <a:cubicBezTo>
                  <a:pt x="44436" y="37773"/>
                  <a:pt x="44397" y="37773"/>
                  <a:pt x="44358" y="37799"/>
                </a:cubicBezTo>
                <a:cubicBezTo>
                  <a:pt x="44332" y="37813"/>
                  <a:pt x="44306" y="37839"/>
                  <a:pt x="44280" y="37839"/>
                </a:cubicBezTo>
                <a:lnTo>
                  <a:pt x="44189" y="37839"/>
                </a:lnTo>
                <a:cubicBezTo>
                  <a:pt x="44150" y="37851"/>
                  <a:pt x="44124" y="37851"/>
                  <a:pt x="44084" y="37851"/>
                </a:cubicBezTo>
                <a:cubicBezTo>
                  <a:pt x="44061" y="37851"/>
                  <a:pt x="43996" y="37880"/>
                  <a:pt x="43950" y="37880"/>
                </a:cubicBezTo>
                <a:cubicBezTo>
                  <a:pt x="43919" y="37880"/>
                  <a:pt x="43897" y="37867"/>
                  <a:pt x="43902" y="37825"/>
                </a:cubicBezTo>
                <a:cubicBezTo>
                  <a:pt x="43916" y="37799"/>
                  <a:pt x="43942" y="37799"/>
                  <a:pt x="43954" y="37787"/>
                </a:cubicBezTo>
                <a:cubicBezTo>
                  <a:pt x="43968" y="37773"/>
                  <a:pt x="43980" y="37747"/>
                  <a:pt x="43994" y="37735"/>
                </a:cubicBezTo>
                <a:cubicBezTo>
                  <a:pt x="44006" y="37735"/>
                  <a:pt x="44020" y="37735"/>
                  <a:pt x="44020" y="37721"/>
                </a:cubicBezTo>
                <a:cubicBezTo>
                  <a:pt x="44032" y="37721"/>
                  <a:pt x="44032" y="37709"/>
                  <a:pt x="44032" y="37695"/>
                </a:cubicBezTo>
                <a:cubicBezTo>
                  <a:pt x="44046" y="37669"/>
                  <a:pt x="44046" y="37669"/>
                  <a:pt x="44072" y="37657"/>
                </a:cubicBezTo>
                <a:cubicBezTo>
                  <a:pt x="44110" y="37657"/>
                  <a:pt x="44137" y="37643"/>
                  <a:pt x="44163" y="37631"/>
                </a:cubicBezTo>
                <a:cubicBezTo>
                  <a:pt x="44163" y="37617"/>
                  <a:pt x="44176" y="37605"/>
                  <a:pt x="44189" y="37605"/>
                </a:cubicBezTo>
                <a:cubicBezTo>
                  <a:pt x="44202" y="37579"/>
                  <a:pt x="44228" y="37579"/>
                  <a:pt x="44254" y="37565"/>
                </a:cubicBezTo>
                <a:cubicBezTo>
                  <a:pt x="44267" y="37565"/>
                  <a:pt x="44293" y="37553"/>
                  <a:pt x="44306" y="37527"/>
                </a:cubicBezTo>
                <a:cubicBezTo>
                  <a:pt x="44306" y="37513"/>
                  <a:pt x="44293" y="37513"/>
                  <a:pt x="44306" y="37501"/>
                </a:cubicBezTo>
                <a:cubicBezTo>
                  <a:pt x="44306" y="37487"/>
                  <a:pt x="44319" y="37487"/>
                  <a:pt x="44332" y="37487"/>
                </a:cubicBezTo>
                <a:cubicBezTo>
                  <a:pt x="44371" y="37475"/>
                  <a:pt x="44397" y="37449"/>
                  <a:pt x="44436" y="37435"/>
                </a:cubicBezTo>
                <a:cubicBezTo>
                  <a:pt x="44462" y="37435"/>
                  <a:pt x="44501" y="37423"/>
                  <a:pt x="44514" y="37397"/>
                </a:cubicBezTo>
                <a:cubicBezTo>
                  <a:pt x="44540" y="37383"/>
                  <a:pt x="44527" y="37357"/>
                  <a:pt x="44514" y="37331"/>
                </a:cubicBezTo>
                <a:cubicBezTo>
                  <a:pt x="44501" y="37305"/>
                  <a:pt x="44488" y="37305"/>
                  <a:pt x="44462" y="37292"/>
                </a:cubicBezTo>
                <a:cubicBezTo>
                  <a:pt x="44436" y="37279"/>
                  <a:pt x="44410" y="37253"/>
                  <a:pt x="44384" y="37227"/>
                </a:cubicBezTo>
                <a:cubicBezTo>
                  <a:pt x="44345" y="37188"/>
                  <a:pt x="44319" y="37162"/>
                  <a:pt x="44254" y="37149"/>
                </a:cubicBezTo>
                <a:cubicBezTo>
                  <a:pt x="44202" y="37149"/>
                  <a:pt x="44163" y="37136"/>
                  <a:pt x="44110" y="37136"/>
                </a:cubicBezTo>
                <a:cubicBezTo>
                  <a:pt x="44072" y="37123"/>
                  <a:pt x="44032" y="37123"/>
                  <a:pt x="43994" y="37123"/>
                </a:cubicBezTo>
                <a:cubicBezTo>
                  <a:pt x="43980" y="37123"/>
                  <a:pt x="43968" y="37123"/>
                  <a:pt x="43942" y="37110"/>
                </a:cubicBezTo>
                <a:cubicBezTo>
                  <a:pt x="43928" y="37110"/>
                  <a:pt x="43916" y="37084"/>
                  <a:pt x="43902" y="37071"/>
                </a:cubicBezTo>
                <a:cubicBezTo>
                  <a:pt x="43850" y="37032"/>
                  <a:pt x="43812" y="37045"/>
                  <a:pt x="43760" y="37032"/>
                </a:cubicBezTo>
                <a:lnTo>
                  <a:pt x="43604" y="36993"/>
                </a:lnTo>
                <a:lnTo>
                  <a:pt x="43538" y="36993"/>
                </a:lnTo>
                <a:cubicBezTo>
                  <a:pt x="43525" y="36993"/>
                  <a:pt x="43512" y="36993"/>
                  <a:pt x="43499" y="36980"/>
                </a:cubicBezTo>
                <a:cubicBezTo>
                  <a:pt x="43486" y="36980"/>
                  <a:pt x="43499" y="36967"/>
                  <a:pt x="43486" y="36954"/>
                </a:cubicBezTo>
                <a:cubicBezTo>
                  <a:pt x="43460" y="36941"/>
                  <a:pt x="43486" y="36941"/>
                  <a:pt x="43460" y="36941"/>
                </a:cubicBezTo>
                <a:cubicBezTo>
                  <a:pt x="43447" y="36936"/>
                  <a:pt x="43434" y="36935"/>
                  <a:pt x="43422" y="36935"/>
                </a:cubicBezTo>
                <a:cubicBezTo>
                  <a:pt x="43396" y="36935"/>
                  <a:pt x="43373" y="36941"/>
                  <a:pt x="43356" y="36941"/>
                </a:cubicBezTo>
                <a:cubicBezTo>
                  <a:pt x="43291" y="36928"/>
                  <a:pt x="43356" y="36850"/>
                  <a:pt x="43382" y="36837"/>
                </a:cubicBezTo>
                <a:cubicBezTo>
                  <a:pt x="43408" y="36810"/>
                  <a:pt x="43408" y="36810"/>
                  <a:pt x="43421" y="36784"/>
                </a:cubicBezTo>
                <a:cubicBezTo>
                  <a:pt x="43434" y="36758"/>
                  <a:pt x="43434" y="36758"/>
                  <a:pt x="43460" y="36758"/>
                </a:cubicBezTo>
                <a:lnTo>
                  <a:pt x="43538" y="36758"/>
                </a:lnTo>
                <a:cubicBezTo>
                  <a:pt x="43551" y="36772"/>
                  <a:pt x="43578" y="36784"/>
                  <a:pt x="43590" y="36798"/>
                </a:cubicBezTo>
                <a:cubicBezTo>
                  <a:pt x="43630" y="36810"/>
                  <a:pt x="43656" y="36810"/>
                  <a:pt x="43682" y="36810"/>
                </a:cubicBezTo>
                <a:cubicBezTo>
                  <a:pt x="43720" y="36798"/>
                  <a:pt x="43708" y="36784"/>
                  <a:pt x="43720" y="36758"/>
                </a:cubicBezTo>
                <a:cubicBezTo>
                  <a:pt x="43720" y="36739"/>
                  <a:pt x="43727" y="36728"/>
                  <a:pt x="43742" y="36728"/>
                </a:cubicBezTo>
                <a:cubicBezTo>
                  <a:pt x="43747" y="36728"/>
                  <a:pt x="43753" y="36729"/>
                  <a:pt x="43760" y="36732"/>
                </a:cubicBezTo>
                <a:lnTo>
                  <a:pt x="43824" y="36732"/>
                </a:lnTo>
                <a:cubicBezTo>
                  <a:pt x="43876" y="36732"/>
                  <a:pt x="43864" y="36694"/>
                  <a:pt x="43864" y="36654"/>
                </a:cubicBezTo>
                <a:cubicBezTo>
                  <a:pt x="43864" y="36616"/>
                  <a:pt x="43838" y="36564"/>
                  <a:pt x="43876" y="36524"/>
                </a:cubicBezTo>
                <a:cubicBezTo>
                  <a:pt x="43890" y="36498"/>
                  <a:pt x="43942" y="36498"/>
                  <a:pt x="43968" y="36498"/>
                </a:cubicBezTo>
                <a:cubicBezTo>
                  <a:pt x="43980" y="36512"/>
                  <a:pt x="44006" y="36512"/>
                  <a:pt x="44020" y="36524"/>
                </a:cubicBezTo>
                <a:cubicBezTo>
                  <a:pt x="44046" y="36538"/>
                  <a:pt x="44046" y="36538"/>
                  <a:pt x="44072" y="36564"/>
                </a:cubicBezTo>
                <a:cubicBezTo>
                  <a:pt x="44084" y="36602"/>
                  <a:pt x="44098" y="36628"/>
                  <a:pt x="44124" y="36654"/>
                </a:cubicBezTo>
                <a:cubicBezTo>
                  <a:pt x="44137" y="36680"/>
                  <a:pt x="44150" y="36706"/>
                  <a:pt x="44163" y="36720"/>
                </a:cubicBezTo>
                <a:cubicBezTo>
                  <a:pt x="44175" y="36733"/>
                  <a:pt x="44185" y="36736"/>
                  <a:pt x="44193" y="36736"/>
                </a:cubicBezTo>
                <a:cubicBezTo>
                  <a:pt x="44202" y="36736"/>
                  <a:pt x="44208" y="36732"/>
                  <a:pt x="44215" y="36732"/>
                </a:cubicBezTo>
                <a:cubicBezTo>
                  <a:pt x="44222" y="36729"/>
                  <a:pt x="44230" y="36727"/>
                  <a:pt x="44237" y="36727"/>
                </a:cubicBezTo>
                <a:cubicBezTo>
                  <a:pt x="44255" y="36727"/>
                  <a:pt x="44271" y="36736"/>
                  <a:pt x="44280" y="36746"/>
                </a:cubicBezTo>
                <a:cubicBezTo>
                  <a:pt x="44319" y="36758"/>
                  <a:pt x="44332" y="36784"/>
                  <a:pt x="44358" y="36824"/>
                </a:cubicBezTo>
                <a:cubicBezTo>
                  <a:pt x="44384" y="36837"/>
                  <a:pt x="44397" y="36850"/>
                  <a:pt x="44423" y="36876"/>
                </a:cubicBezTo>
                <a:lnTo>
                  <a:pt x="44475" y="36928"/>
                </a:lnTo>
                <a:cubicBezTo>
                  <a:pt x="44501" y="36941"/>
                  <a:pt x="44527" y="36954"/>
                  <a:pt x="44540" y="36967"/>
                </a:cubicBezTo>
                <a:lnTo>
                  <a:pt x="44579" y="37006"/>
                </a:lnTo>
                <a:lnTo>
                  <a:pt x="44605" y="37006"/>
                </a:lnTo>
                <a:lnTo>
                  <a:pt x="44683" y="37045"/>
                </a:lnTo>
                <a:cubicBezTo>
                  <a:pt x="44723" y="37071"/>
                  <a:pt x="44775" y="37084"/>
                  <a:pt x="44827" y="37110"/>
                </a:cubicBezTo>
                <a:cubicBezTo>
                  <a:pt x="44879" y="37123"/>
                  <a:pt x="44931" y="37162"/>
                  <a:pt x="44995" y="37162"/>
                </a:cubicBezTo>
                <a:cubicBezTo>
                  <a:pt x="45009" y="37166"/>
                  <a:pt x="45024" y="37167"/>
                  <a:pt x="45039" y="37167"/>
                </a:cubicBezTo>
                <a:cubicBezTo>
                  <a:pt x="45081" y="37167"/>
                  <a:pt x="45127" y="37155"/>
                  <a:pt x="45165" y="37136"/>
                </a:cubicBezTo>
                <a:cubicBezTo>
                  <a:pt x="45191" y="37123"/>
                  <a:pt x="45217" y="37084"/>
                  <a:pt x="45243" y="37071"/>
                </a:cubicBezTo>
                <a:cubicBezTo>
                  <a:pt x="45250" y="37068"/>
                  <a:pt x="45257" y="37067"/>
                  <a:pt x="45264" y="37067"/>
                </a:cubicBezTo>
                <a:cubicBezTo>
                  <a:pt x="45296" y="37067"/>
                  <a:pt x="45326" y="37087"/>
                  <a:pt x="45347" y="37097"/>
                </a:cubicBezTo>
                <a:cubicBezTo>
                  <a:pt x="45399" y="37097"/>
                  <a:pt x="45399" y="37071"/>
                  <a:pt x="45412" y="37032"/>
                </a:cubicBezTo>
                <a:lnTo>
                  <a:pt x="45412" y="36954"/>
                </a:lnTo>
                <a:lnTo>
                  <a:pt x="45412" y="36889"/>
                </a:lnTo>
                <a:cubicBezTo>
                  <a:pt x="45412" y="36863"/>
                  <a:pt x="45425" y="36824"/>
                  <a:pt x="45412" y="36798"/>
                </a:cubicBezTo>
                <a:cubicBezTo>
                  <a:pt x="45399" y="36772"/>
                  <a:pt x="45399" y="36758"/>
                  <a:pt x="45399" y="36732"/>
                </a:cubicBezTo>
                <a:cubicBezTo>
                  <a:pt x="45386" y="36668"/>
                  <a:pt x="45373" y="36576"/>
                  <a:pt x="45321" y="36524"/>
                </a:cubicBezTo>
                <a:cubicBezTo>
                  <a:pt x="45308" y="36512"/>
                  <a:pt x="45282" y="36498"/>
                  <a:pt x="45256" y="36486"/>
                </a:cubicBezTo>
                <a:cubicBezTo>
                  <a:pt x="45217" y="36460"/>
                  <a:pt x="45191" y="36420"/>
                  <a:pt x="45165" y="36382"/>
                </a:cubicBezTo>
                <a:cubicBezTo>
                  <a:pt x="45125" y="36304"/>
                  <a:pt x="45113" y="36212"/>
                  <a:pt x="45021" y="36173"/>
                </a:cubicBezTo>
                <a:cubicBezTo>
                  <a:pt x="44969" y="36147"/>
                  <a:pt x="44943" y="36160"/>
                  <a:pt x="44957" y="36095"/>
                </a:cubicBezTo>
                <a:cubicBezTo>
                  <a:pt x="44957" y="36043"/>
                  <a:pt x="44969" y="35991"/>
                  <a:pt x="44995" y="35952"/>
                </a:cubicBezTo>
                <a:cubicBezTo>
                  <a:pt x="45009" y="35926"/>
                  <a:pt x="45009" y="35926"/>
                  <a:pt x="45035" y="35913"/>
                </a:cubicBezTo>
                <a:cubicBezTo>
                  <a:pt x="45047" y="35887"/>
                  <a:pt x="45035" y="35835"/>
                  <a:pt x="45021" y="35809"/>
                </a:cubicBezTo>
                <a:cubicBezTo>
                  <a:pt x="45021" y="35783"/>
                  <a:pt x="45021" y="35770"/>
                  <a:pt x="44995" y="35757"/>
                </a:cubicBezTo>
                <a:cubicBezTo>
                  <a:pt x="44943" y="35731"/>
                  <a:pt x="44931" y="35679"/>
                  <a:pt x="44891" y="35627"/>
                </a:cubicBezTo>
                <a:lnTo>
                  <a:pt x="44853" y="35587"/>
                </a:lnTo>
                <a:cubicBezTo>
                  <a:pt x="44853" y="35561"/>
                  <a:pt x="44853" y="35549"/>
                  <a:pt x="44839" y="35523"/>
                </a:cubicBezTo>
                <a:cubicBezTo>
                  <a:pt x="44813" y="35497"/>
                  <a:pt x="44787" y="35497"/>
                  <a:pt x="44761" y="35483"/>
                </a:cubicBezTo>
                <a:cubicBezTo>
                  <a:pt x="44735" y="35457"/>
                  <a:pt x="44709" y="35431"/>
                  <a:pt x="44723" y="35405"/>
                </a:cubicBezTo>
                <a:cubicBezTo>
                  <a:pt x="44723" y="35393"/>
                  <a:pt x="44735" y="35379"/>
                  <a:pt x="44735" y="35353"/>
                </a:cubicBezTo>
                <a:cubicBezTo>
                  <a:pt x="44749" y="35301"/>
                  <a:pt x="44671" y="35289"/>
                  <a:pt x="44657" y="35249"/>
                </a:cubicBezTo>
                <a:cubicBezTo>
                  <a:pt x="44644" y="35211"/>
                  <a:pt x="44644" y="35171"/>
                  <a:pt x="44644" y="35145"/>
                </a:cubicBezTo>
                <a:cubicBezTo>
                  <a:pt x="44644" y="35119"/>
                  <a:pt x="44657" y="35093"/>
                  <a:pt x="44644" y="35080"/>
                </a:cubicBezTo>
                <a:cubicBezTo>
                  <a:pt x="44638" y="35067"/>
                  <a:pt x="44627" y="35064"/>
                  <a:pt x="44616" y="35064"/>
                </a:cubicBezTo>
                <a:cubicBezTo>
                  <a:pt x="44604" y="35064"/>
                  <a:pt x="44592" y="35067"/>
                  <a:pt x="44579" y="35067"/>
                </a:cubicBezTo>
                <a:cubicBezTo>
                  <a:pt x="44540" y="35093"/>
                  <a:pt x="44501" y="35119"/>
                  <a:pt x="44449" y="35119"/>
                </a:cubicBezTo>
                <a:cubicBezTo>
                  <a:pt x="44436" y="35126"/>
                  <a:pt x="44429" y="35129"/>
                  <a:pt x="44421" y="35129"/>
                </a:cubicBezTo>
                <a:cubicBezTo>
                  <a:pt x="44413" y="35129"/>
                  <a:pt x="44404" y="35126"/>
                  <a:pt x="44384" y="35119"/>
                </a:cubicBezTo>
                <a:cubicBezTo>
                  <a:pt x="44358" y="35119"/>
                  <a:pt x="44332" y="35132"/>
                  <a:pt x="44306" y="35158"/>
                </a:cubicBezTo>
                <a:cubicBezTo>
                  <a:pt x="44286" y="35178"/>
                  <a:pt x="44174" y="35283"/>
                  <a:pt x="44117" y="35283"/>
                </a:cubicBezTo>
                <a:cubicBezTo>
                  <a:pt x="44100" y="35283"/>
                  <a:pt x="44088" y="35273"/>
                  <a:pt x="44084" y="35249"/>
                </a:cubicBezTo>
                <a:lnTo>
                  <a:pt x="44084" y="35185"/>
                </a:lnTo>
                <a:cubicBezTo>
                  <a:pt x="44098" y="35158"/>
                  <a:pt x="44150" y="35158"/>
                  <a:pt x="44163" y="35145"/>
                </a:cubicBezTo>
                <a:cubicBezTo>
                  <a:pt x="44189" y="35132"/>
                  <a:pt x="44215" y="35119"/>
                  <a:pt x="44215" y="35106"/>
                </a:cubicBezTo>
                <a:cubicBezTo>
                  <a:pt x="44228" y="35080"/>
                  <a:pt x="44215" y="35054"/>
                  <a:pt x="44215" y="35028"/>
                </a:cubicBezTo>
                <a:cubicBezTo>
                  <a:pt x="44228" y="35002"/>
                  <a:pt x="44254" y="35002"/>
                  <a:pt x="44267" y="34989"/>
                </a:cubicBezTo>
                <a:cubicBezTo>
                  <a:pt x="44280" y="34976"/>
                  <a:pt x="44293" y="34950"/>
                  <a:pt x="44306" y="34924"/>
                </a:cubicBezTo>
                <a:cubicBezTo>
                  <a:pt x="44332" y="34885"/>
                  <a:pt x="44345" y="34846"/>
                  <a:pt x="44358" y="34807"/>
                </a:cubicBezTo>
                <a:cubicBezTo>
                  <a:pt x="44371" y="34781"/>
                  <a:pt x="44397" y="34768"/>
                  <a:pt x="44397" y="34742"/>
                </a:cubicBezTo>
                <a:cubicBezTo>
                  <a:pt x="44403" y="34712"/>
                  <a:pt x="44390" y="34704"/>
                  <a:pt x="44371" y="34704"/>
                </a:cubicBezTo>
                <a:cubicBezTo>
                  <a:pt x="44347" y="34704"/>
                  <a:pt x="44314" y="34716"/>
                  <a:pt x="44293" y="34716"/>
                </a:cubicBezTo>
                <a:cubicBezTo>
                  <a:pt x="44254" y="34716"/>
                  <a:pt x="44254" y="34716"/>
                  <a:pt x="44228" y="34703"/>
                </a:cubicBezTo>
                <a:cubicBezTo>
                  <a:pt x="44215" y="34677"/>
                  <a:pt x="44202" y="34690"/>
                  <a:pt x="44189" y="34677"/>
                </a:cubicBezTo>
                <a:cubicBezTo>
                  <a:pt x="44176" y="34677"/>
                  <a:pt x="44176" y="34664"/>
                  <a:pt x="44176" y="34664"/>
                </a:cubicBezTo>
                <a:lnTo>
                  <a:pt x="44150" y="34664"/>
                </a:lnTo>
                <a:cubicBezTo>
                  <a:pt x="44124" y="34651"/>
                  <a:pt x="44124" y="34638"/>
                  <a:pt x="44110" y="34612"/>
                </a:cubicBezTo>
                <a:cubicBezTo>
                  <a:pt x="44101" y="34571"/>
                  <a:pt x="44099" y="34538"/>
                  <a:pt x="44073" y="34538"/>
                </a:cubicBezTo>
                <a:cubicBezTo>
                  <a:pt x="44066" y="34538"/>
                  <a:pt x="44057" y="34541"/>
                  <a:pt x="44046" y="34546"/>
                </a:cubicBezTo>
                <a:cubicBezTo>
                  <a:pt x="44006" y="34560"/>
                  <a:pt x="43968" y="34572"/>
                  <a:pt x="43942" y="34598"/>
                </a:cubicBezTo>
                <a:cubicBezTo>
                  <a:pt x="43928" y="34612"/>
                  <a:pt x="43928" y="34624"/>
                  <a:pt x="43916" y="34638"/>
                </a:cubicBezTo>
                <a:cubicBezTo>
                  <a:pt x="43902" y="34624"/>
                  <a:pt x="43902" y="34598"/>
                  <a:pt x="43890" y="34586"/>
                </a:cubicBezTo>
                <a:cubicBezTo>
                  <a:pt x="43876" y="34572"/>
                  <a:pt x="43864" y="34572"/>
                  <a:pt x="43864" y="34546"/>
                </a:cubicBezTo>
                <a:cubicBezTo>
                  <a:pt x="43850" y="34534"/>
                  <a:pt x="43864" y="34494"/>
                  <a:pt x="43876" y="34482"/>
                </a:cubicBezTo>
                <a:cubicBezTo>
                  <a:pt x="43890" y="34456"/>
                  <a:pt x="43928" y="34456"/>
                  <a:pt x="43954" y="34430"/>
                </a:cubicBezTo>
                <a:cubicBezTo>
                  <a:pt x="43968" y="34430"/>
                  <a:pt x="43968" y="34416"/>
                  <a:pt x="43980" y="34404"/>
                </a:cubicBezTo>
                <a:cubicBezTo>
                  <a:pt x="43980" y="34404"/>
                  <a:pt x="44006" y="34390"/>
                  <a:pt x="44020" y="34378"/>
                </a:cubicBezTo>
                <a:cubicBezTo>
                  <a:pt x="44046" y="34338"/>
                  <a:pt x="43954" y="34338"/>
                  <a:pt x="43968" y="34286"/>
                </a:cubicBezTo>
                <a:cubicBezTo>
                  <a:pt x="43980" y="34248"/>
                  <a:pt x="44020" y="34234"/>
                  <a:pt x="44020" y="34196"/>
                </a:cubicBezTo>
                <a:lnTo>
                  <a:pt x="44020" y="34118"/>
                </a:lnTo>
                <a:cubicBezTo>
                  <a:pt x="44016" y="34116"/>
                  <a:pt x="44012" y="34116"/>
                  <a:pt x="44008" y="34116"/>
                </a:cubicBezTo>
                <a:cubicBezTo>
                  <a:pt x="43966" y="34116"/>
                  <a:pt x="43951" y="34182"/>
                  <a:pt x="43916" y="34182"/>
                </a:cubicBezTo>
                <a:cubicBezTo>
                  <a:pt x="43890" y="34182"/>
                  <a:pt x="43876" y="34182"/>
                  <a:pt x="43850" y="34196"/>
                </a:cubicBezTo>
                <a:lnTo>
                  <a:pt x="43798" y="34248"/>
                </a:lnTo>
                <a:cubicBezTo>
                  <a:pt x="43772" y="34274"/>
                  <a:pt x="43746" y="34286"/>
                  <a:pt x="43720" y="34300"/>
                </a:cubicBezTo>
                <a:cubicBezTo>
                  <a:pt x="43708" y="34300"/>
                  <a:pt x="43708" y="34312"/>
                  <a:pt x="43694" y="34312"/>
                </a:cubicBezTo>
                <a:cubicBezTo>
                  <a:pt x="43682" y="34312"/>
                  <a:pt x="43682" y="34300"/>
                  <a:pt x="43668" y="34300"/>
                </a:cubicBezTo>
                <a:cubicBezTo>
                  <a:pt x="43642" y="34300"/>
                  <a:pt x="43604" y="34326"/>
                  <a:pt x="43590" y="34338"/>
                </a:cubicBezTo>
                <a:cubicBezTo>
                  <a:pt x="43564" y="34352"/>
                  <a:pt x="43564" y="34364"/>
                  <a:pt x="43538" y="34390"/>
                </a:cubicBezTo>
                <a:cubicBezTo>
                  <a:pt x="43538" y="34352"/>
                  <a:pt x="43551" y="34300"/>
                  <a:pt x="43538" y="34274"/>
                </a:cubicBezTo>
                <a:lnTo>
                  <a:pt x="43512" y="34248"/>
                </a:lnTo>
                <a:cubicBezTo>
                  <a:pt x="43512" y="34222"/>
                  <a:pt x="43512" y="34222"/>
                  <a:pt x="43499" y="34208"/>
                </a:cubicBezTo>
                <a:cubicBezTo>
                  <a:pt x="43473" y="34208"/>
                  <a:pt x="43421" y="34208"/>
                  <a:pt x="43408" y="34182"/>
                </a:cubicBezTo>
                <a:lnTo>
                  <a:pt x="43434" y="34144"/>
                </a:lnTo>
                <a:lnTo>
                  <a:pt x="43434" y="34104"/>
                </a:lnTo>
                <a:cubicBezTo>
                  <a:pt x="43434" y="34092"/>
                  <a:pt x="43434" y="34092"/>
                  <a:pt x="43447" y="34078"/>
                </a:cubicBezTo>
                <a:cubicBezTo>
                  <a:pt x="43460" y="34039"/>
                  <a:pt x="43512" y="34052"/>
                  <a:pt x="43525" y="34013"/>
                </a:cubicBezTo>
                <a:cubicBezTo>
                  <a:pt x="43525" y="34000"/>
                  <a:pt x="43525" y="33987"/>
                  <a:pt x="43538" y="33974"/>
                </a:cubicBezTo>
                <a:cubicBezTo>
                  <a:pt x="43538" y="33948"/>
                  <a:pt x="43551" y="33935"/>
                  <a:pt x="43551" y="33922"/>
                </a:cubicBezTo>
                <a:cubicBezTo>
                  <a:pt x="43551" y="33896"/>
                  <a:pt x="43551" y="33883"/>
                  <a:pt x="43564" y="33857"/>
                </a:cubicBezTo>
                <a:cubicBezTo>
                  <a:pt x="43564" y="33844"/>
                  <a:pt x="43578" y="33831"/>
                  <a:pt x="43590" y="33818"/>
                </a:cubicBezTo>
                <a:cubicBezTo>
                  <a:pt x="43616" y="33792"/>
                  <a:pt x="43630" y="33766"/>
                  <a:pt x="43604" y="33740"/>
                </a:cubicBezTo>
                <a:cubicBezTo>
                  <a:pt x="43604" y="33727"/>
                  <a:pt x="43578" y="33727"/>
                  <a:pt x="43564" y="33727"/>
                </a:cubicBezTo>
                <a:cubicBezTo>
                  <a:pt x="43564" y="33714"/>
                  <a:pt x="43538" y="33714"/>
                  <a:pt x="43538" y="33714"/>
                </a:cubicBezTo>
                <a:cubicBezTo>
                  <a:pt x="43534" y="33713"/>
                  <a:pt x="43531" y="33712"/>
                  <a:pt x="43527" y="33712"/>
                </a:cubicBezTo>
                <a:cubicBezTo>
                  <a:pt x="43488" y="33712"/>
                  <a:pt x="43497" y="33780"/>
                  <a:pt x="43460" y="33792"/>
                </a:cubicBezTo>
                <a:cubicBezTo>
                  <a:pt x="43447" y="33792"/>
                  <a:pt x="43421" y="33792"/>
                  <a:pt x="43408" y="33766"/>
                </a:cubicBezTo>
                <a:cubicBezTo>
                  <a:pt x="43408" y="33753"/>
                  <a:pt x="43421" y="33727"/>
                  <a:pt x="43421" y="33714"/>
                </a:cubicBezTo>
                <a:lnTo>
                  <a:pt x="43421" y="33623"/>
                </a:lnTo>
                <a:cubicBezTo>
                  <a:pt x="43421" y="33584"/>
                  <a:pt x="43447" y="33453"/>
                  <a:pt x="43395" y="33441"/>
                </a:cubicBezTo>
                <a:cubicBezTo>
                  <a:pt x="43383" y="33441"/>
                  <a:pt x="43376" y="33444"/>
                  <a:pt x="43371" y="33444"/>
                </a:cubicBezTo>
                <a:cubicBezTo>
                  <a:pt x="43366" y="33444"/>
                  <a:pt x="43363" y="33441"/>
                  <a:pt x="43356" y="33427"/>
                </a:cubicBezTo>
                <a:cubicBezTo>
                  <a:pt x="43356" y="33415"/>
                  <a:pt x="43343" y="33415"/>
                  <a:pt x="43330" y="33401"/>
                </a:cubicBezTo>
                <a:cubicBezTo>
                  <a:pt x="43317" y="33375"/>
                  <a:pt x="43317" y="33337"/>
                  <a:pt x="43317" y="33297"/>
                </a:cubicBezTo>
                <a:cubicBezTo>
                  <a:pt x="43317" y="33285"/>
                  <a:pt x="43317" y="33219"/>
                  <a:pt x="43291" y="33219"/>
                </a:cubicBezTo>
                <a:cubicBezTo>
                  <a:pt x="43278" y="33219"/>
                  <a:pt x="43252" y="33259"/>
                  <a:pt x="43239" y="33271"/>
                </a:cubicBezTo>
                <a:cubicBezTo>
                  <a:pt x="43174" y="33337"/>
                  <a:pt x="43187" y="33427"/>
                  <a:pt x="43174" y="33505"/>
                </a:cubicBezTo>
                <a:cubicBezTo>
                  <a:pt x="43148" y="33505"/>
                  <a:pt x="43135" y="33467"/>
                  <a:pt x="43135" y="33453"/>
                </a:cubicBezTo>
                <a:cubicBezTo>
                  <a:pt x="43109" y="33401"/>
                  <a:pt x="43135" y="33337"/>
                  <a:pt x="43109" y="33297"/>
                </a:cubicBezTo>
                <a:cubicBezTo>
                  <a:pt x="43096" y="33259"/>
                  <a:pt x="43070" y="33245"/>
                  <a:pt x="43057" y="33219"/>
                </a:cubicBezTo>
                <a:cubicBezTo>
                  <a:pt x="43045" y="33197"/>
                  <a:pt x="43034" y="33165"/>
                  <a:pt x="43006" y="33165"/>
                </a:cubicBezTo>
                <a:cubicBezTo>
                  <a:pt x="43002" y="33165"/>
                  <a:pt x="42997" y="33165"/>
                  <a:pt x="42991" y="33167"/>
                </a:cubicBezTo>
                <a:cubicBezTo>
                  <a:pt x="42965" y="33181"/>
                  <a:pt x="42991" y="33233"/>
                  <a:pt x="42965" y="33259"/>
                </a:cubicBezTo>
                <a:cubicBezTo>
                  <a:pt x="42965" y="33265"/>
                  <a:pt x="42959" y="33265"/>
                  <a:pt x="42952" y="33265"/>
                </a:cubicBezTo>
                <a:cubicBezTo>
                  <a:pt x="42946" y="33265"/>
                  <a:pt x="42939" y="33265"/>
                  <a:pt x="42939" y="33271"/>
                </a:cubicBezTo>
                <a:cubicBezTo>
                  <a:pt x="42927" y="33285"/>
                  <a:pt x="42927" y="33311"/>
                  <a:pt x="42913" y="33323"/>
                </a:cubicBezTo>
                <a:lnTo>
                  <a:pt x="42913" y="33401"/>
                </a:lnTo>
                <a:cubicBezTo>
                  <a:pt x="42901" y="33415"/>
                  <a:pt x="42901" y="33427"/>
                  <a:pt x="42901" y="33441"/>
                </a:cubicBezTo>
                <a:lnTo>
                  <a:pt x="42901" y="33467"/>
                </a:lnTo>
                <a:cubicBezTo>
                  <a:pt x="42887" y="33493"/>
                  <a:pt x="42849" y="33479"/>
                  <a:pt x="42823" y="33493"/>
                </a:cubicBezTo>
                <a:cubicBezTo>
                  <a:pt x="42797" y="33505"/>
                  <a:pt x="42783" y="33558"/>
                  <a:pt x="42783" y="33584"/>
                </a:cubicBezTo>
                <a:cubicBezTo>
                  <a:pt x="42783" y="33610"/>
                  <a:pt x="42783" y="33623"/>
                  <a:pt x="42771" y="33636"/>
                </a:cubicBezTo>
                <a:cubicBezTo>
                  <a:pt x="42766" y="33638"/>
                  <a:pt x="42762" y="33639"/>
                  <a:pt x="42758" y="33639"/>
                </a:cubicBezTo>
                <a:cubicBezTo>
                  <a:pt x="42744" y="33639"/>
                  <a:pt x="42740" y="33620"/>
                  <a:pt x="42719" y="33610"/>
                </a:cubicBezTo>
                <a:lnTo>
                  <a:pt x="42679" y="33610"/>
                </a:lnTo>
                <a:cubicBezTo>
                  <a:pt x="42667" y="33597"/>
                  <a:pt x="42667" y="33584"/>
                  <a:pt x="42653" y="33571"/>
                </a:cubicBezTo>
                <a:cubicBezTo>
                  <a:pt x="42627" y="33545"/>
                  <a:pt x="42627" y="33531"/>
                  <a:pt x="42589" y="33531"/>
                </a:cubicBezTo>
                <a:cubicBezTo>
                  <a:pt x="42575" y="33531"/>
                  <a:pt x="42563" y="33545"/>
                  <a:pt x="42549" y="33545"/>
                </a:cubicBezTo>
                <a:cubicBezTo>
                  <a:pt x="42536" y="33551"/>
                  <a:pt x="42520" y="33554"/>
                  <a:pt x="42504" y="33554"/>
                </a:cubicBezTo>
                <a:cubicBezTo>
                  <a:pt x="42488" y="33554"/>
                  <a:pt x="42471" y="33551"/>
                  <a:pt x="42458" y="33545"/>
                </a:cubicBezTo>
                <a:cubicBezTo>
                  <a:pt x="42445" y="33531"/>
                  <a:pt x="42432" y="33519"/>
                  <a:pt x="42406" y="33519"/>
                </a:cubicBezTo>
                <a:cubicBezTo>
                  <a:pt x="42393" y="33519"/>
                  <a:pt x="42393" y="33519"/>
                  <a:pt x="42393" y="33545"/>
                </a:cubicBezTo>
                <a:cubicBezTo>
                  <a:pt x="42380" y="33571"/>
                  <a:pt x="42393" y="33610"/>
                  <a:pt x="42393" y="33636"/>
                </a:cubicBezTo>
                <a:cubicBezTo>
                  <a:pt x="42406" y="33688"/>
                  <a:pt x="42406" y="33740"/>
                  <a:pt x="42432" y="33779"/>
                </a:cubicBezTo>
                <a:cubicBezTo>
                  <a:pt x="42445" y="33792"/>
                  <a:pt x="42471" y="33805"/>
                  <a:pt x="42458" y="33831"/>
                </a:cubicBezTo>
                <a:cubicBezTo>
                  <a:pt x="42445" y="33831"/>
                  <a:pt x="42419" y="33818"/>
                  <a:pt x="42406" y="33818"/>
                </a:cubicBezTo>
                <a:lnTo>
                  <a:pt x="42380" y="33818"/>
                </a:lnTo>
                <a:cubicBezTo>
                  <a:pt x="42354" y="33818"/>
                  <a:pt x="42341" y="33805"/>
                  <a:pt x="42315" y="33792"/>
                </a:cubicBezTo>
                <a:cubicBezTo>
                  <a:pt x="42302" y="33779"/>
                  <a:pt x="42289" y="33753"/>
                  <a:pt x="42276" y="33740"/>
                </a:cubicBezTo>
                <a:lnTo>
                  <a:pt x="42211" y="33740"/>
                </a:lnTo>
                <a:cubicBezTo>
                  <a:pt x="42185" y="33740"/>
                  <a:pt x="42172" y="33740"/>
                  <a:pt x="42146" y="33727"/>
                </a:cubicBezTo>
                <a:cubicBezTo>
                  <a:pt x="42120" y="33727"/>
                  <a:pt x="42120" y="33701"/>
                  <a:pt x="42094" y="33688"/>
                </a:cubicBezTo>
                <a:cubicBezTo>
                  <a:pt x="42068" y="33662"/>
                  <a:pt x="42055" y="33649"/>
                  <a:pt x="42016" y="33649"/>
                </a:cubicBezTo>
                <a:cubicBezTo>
                  <a:pt x="41990" y="33649"/>
                  <a:pt x="41990" y="33675"/>
                  <a:pt x="42003" y="33701"/>
                </a:cubicBezTo>
                <a:cubicBezTo>
                  <a:pt x="42003" y="33727"/>
                  <a:pt x="42003" y="33740"/>
                  <a:pt x="41990" y="33753"/>
                </a:cubicBezTo>
                <a:cubicBezTo>
                  <a:pt x="41964" y="33779"/>
                  <a:pt x="41938" y="33792"/>
                  <a:pt x="41938" y="33818"/>
                </a:cubicBezTo>
                <a:cubicBezTo>
                  <a:pt x="41924" y="33844"/>
                  <a:pt x="41938" y="33883"/>
                  <a:pt x="41950" y="33909"/>
                </a:cubicBezTo>
                <a:lnTo>
                  <a:pt x="41990" y="33948"/>
                </a:lnTo>
                <a:cubicBezTo>
                  <a:pt x="42003" y="33987"/>
                  <a:pt x="42016" y="34000"/>
                  <a:pt x="42055" y="34013"/>
                </a:cubicBezTo>
                <a:cubicBezTo>
                  <a:pt x="42068" y="34026"/>
                  <a:pt x="42081" y="34026"/>
                  <a:pt x="42107" y="34026"/>
                </a:cubicBezTo>
                <a:cubicBezTo>
                  <a:pt x="42120" y="34039"/>
                  <a:pt x="42146" y="34039"/>
                  <a:pt x="42159" y="34052"/>
                </a:cubicBezTo>
                <a:cubicBezTo>
                  <a:pt x="42198" y="34065"/>
                  <a:pt x="42224" y="34052"/>
                  <a:pt x="42237" y="34092"/>
                </a:cubicBezTo>
                <a:cubicBezTo>
                  <a:pt x="42237" y="34118"/>
                  <a:pt x="42224" y="34130"/>
                  <a:pt x="42211" y="34156"/>
                </a:cubicBezTo>
                <a:cubicBezTo>
                  <a:pt x="42198" y="34182"/>
                  <a:pt x="42198" y="34182"/>
                  <a:pt x="42159" y="34182"/>
                </a:cubicBezTo>
                <a:cubicBezTo>
                  <a:pt x="42133" y="34182"/>
                  <a:pt x="42120" y="34130"/>
                  <a:pt x="42081" y="34130"/>
                </a:cubicBezTo>
                <a:lnTo>
                  <a:pt x="42042" y="34130"/>
                </a:lnTo>
                <a:cubicBezTo>
                  <a:pt x="42037" y="34133"/>
                  <a:pt x="42032" y="34134"/>
                  <a:pt x="42027" y="34134"/>
                </a:cubicBezTo>
                <a:cubicBezTo>
                  <a:pt x="42006" y="34134"/>
                  <a:pt x="41987" y="34115"/>
                  <a:pt x="41977" y="34104"/>
                </a:cubicBezTo>
                <a:cubicBezTo>
                  <a:pt x="41966" y="34094"/>
                  <a:pt x="41947" y="34075"/>
                  <a:pt x="41926" y="34075"/>
                </a:cubicBezTo>
                <a:cubicBezTo>
                  <a:pt x="41922" y="34075"/>
                  <a:pt x="41917" y="34076"/>
                  <a:pt x="41912" y="34078"/>
                </a:cubicBezTo>
                <a:cubicBezTo>
                  <a:pt x="41898" y="34092"/>
                  <a:pt x="41912" y="34118"/>
                  <a:pt x="41924" y="34130"/>
                </a:cubicBezTo>
                <a:cubicBezTo>
                  <a:pt x="41933" y="34130"/>
                  <a:pt x="41942" y="34124"/>
                  <a:pt x="41951" y="34124"/>
                </a:cubicBezTo>
                <a:cubicBezTo>
                  <a:pt x="41955" y="34124"/>
                  <a:pt x="41960" y="34126"/>
                  <a:pt x="41964" y="34130"/>
                </a:cubicBezTo>
                <a:cubicBezTo>
                  <a:pt x="41977" y="34144"/>
                  <a:pt x="41977" y="34156"/>
                  <a:pt x="41990" y="34170"/>
                </a:cubicBezTo>
                <a:lnTo>
                  <a:pt x="42029" y="34170"/>
                </a:lnTo>
                <a:cubicBezTo>
                  <a:pt x="42055" y="34170"/>
                  <a:pt x="42055" y="34182"/>
                  <a:pt x="42081" y="34196"/>
                </a:cubicBezTo>
                <a:cubicBezTo>
                  <a:pt x="42094" y="34208"/>
                  <a:pt x="42120" y="34208"/>
                  <a:pt x="42146" y="34222"/>
                </a:cubicBezTo>
                <a:cubicBezTo>
                  <a:pt x="42159" y="34222"/>
                  <a:pt x="42198" y="34222"/>
                  <a:pt x="42198" y="34248"/>
                </a:cubicBezTo>
                <a:cubicBezTo>
                  <a:pt x="42204" y="34260"/>
                  <a:pt x="42186" y="34264"/>
                  <a:pt x="42162" y="34264"/>
                </a:cubicBezTo>
                <a:cubicBezTo>
                  <a:pt x="42137" y="34264"/>
                  <a:pt x="42107" y="34260"/>
                  <a:pt x="42094" y="34260"/>
                </a:cubicBezTo>
                <a:lnTo>
                  <a:pt x="42029" y="34260"/>
                </a:lnTo>
                <a:cubicBezTo>
                  <a:pt x="42016" y="34248"/>
                  <a:pt x="42003" y="34248"/>
                  <a:pt x="41990" y="34234"/>
                </a:cubicBezTo>
                <a:cubicBezTo>
                  <a:pt x="41977" y="34221"/>
                  <a:pt x="41968" y="34218"/>
                  <a:pt x="41958" y="34218"/>
                </a:cubicBezTo>
                <a:cubicBezTo>
                  <a:pt x="41948" y="34218"/>
                  <a:pt x="41938" y="34222"/>
                  <a:pt x="41924" y="34222"/>
                </a:cubicBezTo>
                <a:cubicBezTo>
                  <a:pt x="41898" y="34208"/>
                  <a:pt x="41898" y="34182"/>
                  <a:pt x="41886" y="34170"/>
                </a:cubicBezTo>
                <a:cubicBezTo>
                  <a:pt x="41872" y="34156"/>
                  <a:pt x="41860" y="34156"/>
                  <a:pt x="41846" y="34144"/>
                </a:cubicBezTo>
                <a:lnTo>
                  <a:pt x="41834" y="34130"/>
                </a:lnTo>
                <a:cubicBezTo>
                  <a:pt x="41820" y="34118"/>
                  <a:pt x="41794" y="34092"/>
                  <a:pt x="41782" y="34092"/>
                </a:cubicBezTo>
                <a:cubicBezTo>
                  <a:pt x="41768" y="34092"/>
                  <a:pt x="41756" y="34104"/>
                  <a:pt x="41742" y="34118"/>
                </a:cubicBezTo>
                <a:cubicBezTo>
                  <a:pt x="41736" y="34118"/>
                  <a:pt x="41729" y="34114"/>
                  <a:pt x="41724" y="34114"/>
                </a:cubicBezTo>
                <a:cubicBezTo>
                  <a:pt x="41720" y="34114"/>
                  <a:pt x="41716" y="34117"/>
                  <a:pt x="41716" y="34130"/>
                </a:cubicBezTo>
                <a:cubicBezTo>
                  <a:pt x="41704" y="34170"/>
                  <a:pt x="41742" y="34234"/>
                  <a:pt x="41678" y="34234"/>
                </a:cubicBezTo>
                <a:cubicBezTo>
                  <a:pt x="41668" y="34225"/>
                  <a:pt x="41659" y="34216"/>
                  <a:pt x="41646" y="34216"/>
                </a:cubicBezTo>
                <a:cubicBezTo>
                  <a:pt x="41640" y="34216"/>
                  <a:pt x="41633" y="34218"/>
                  <a:pt x="41626" y="34222"/>
                </a:cubicBezTo>
                <a:cubicBezTo>
                  <a:pt x="41612" y="34234"/>
                  <a:pt x="41612" y="34286"/>
                  <a:pt x="41612" y="34300"/>
                </a:cubicBezTo>
                <a:cubicBezTo>
                  <a:pt x="41626" y="34326"/>
                  <a:pt x="41626" y="34352"/>
                  <a:pt x="41652" y="34364"/>
                </a:cubicBezTo>
                <a:lnTo>
                  <a:pt x="41690" y="34404"/>
                </a:lnTo>
                <a:lnTo>
                  <a:pt x="41690" y="34442"/>
                </a:lnTo>
                <a:cubicBezTo>
                  <a:pt x="41704" y="34468"/>
                  <a:pt x="41730" y="34482"/>
                  <a:pt x="41756" y="34494"/>
                </a:cubicBezTo>
                <a:cubicBezTo>
                  <a:pt x="41794" y="34508"/>
                  <a:pt x="41820" y="34520"/>
                  <a:pt x="41860" y="34534"/>
                </a:cubicBezTo>
                <a:cubicBezTo>
                  <a:pt x="41898" y="34546"/>
                  <a:pt x="41912" y="34560"/>
                  <a:pt x="41938" y="34598"/>
                </a:cubicBezTo>
                <a:cubicBezTo>
                  <a:pt x="41950" y="34612"/>
                  <a:pt x="41964" y="34638"/>
                  <a:pt x="41977" y="34651"/>
                </a:cubicBezTo>
                <a:cubicBezTo>
                  <a:pt x="42003" y="34664"/>
                  <a:pt x="42016" y="34664"/>
                  <a:pt x="42042" y="34664"/>
                </a:cubicBezTo>
                <a:cubicBezTo>
                  <a:pt x="42068" y="34677"/>
                  <a:pt x="42094" y="34703"/>
                  <a:pt x="42107" y="34729"/>
                </a:cubicBezTo>
                <a:cubicBezTo>
                  <a:pt x="42120" y="34755"/>
                  <a:pt x="42120" y="34794"/>
                  <a:pt x="42133" y="34820"/>
                </a:cubicBezTo>
                <a:cubicBezTo>
                  <a:pt x="42146" y="34872"/>
                  <a:pt x="42172" y="34898"/>
                  <a:pt x="42224" y="34937"/>
                </a:cubicBezTo>
                <a:cubicBezTo>
                  <a:pt x="42240" y="34952"/>
                  <a:pt x="42250" y="34958"/>
                  <a:pt x="42265" y="34958"/>
                </a:cubicBezTo>
                <a:cubicBezTo>
                  <a:pt x="42274" y="34958"/>
                  <a:pt x="42286" y="34955"/>
                  <a:pt x="42302" y="34950"/>
                </a:cubicBezTo>
                <a:cubicBezTo>
                  <a:pt x="42323" y="34939"/>
                  <a:pt x="42352" y="34920"/>
                  <a:pt x="42376" y="34920"/>
                </a:cubicBezTo>
                <a:cubicBezTo>
                  <a:pt x="42382" y="34920"/>
                  <a:pt x="42388" y="34922"/>
                  <a:pt x="42393" y="34924"/>
                </a:cubicBezTo>
                <a:cubicBezTo>
                  <a:pt x="42419" y="34924"/>
                  <a:pt x="42419" y="34950"/>
                  <a:pt x="42432" y="34976"/>
                </a:cubicBezTo>
                <a:cubicBezTo>
                  <a:pt x="42445" y="35015"/>
                  <a:pt x="42485" y="35028"/>
                  <a:pt x="42523" y="35041"/>
                </a:cubicBezTo>
                <a:cubicBezTo>
                  <a:pt x="42549" y="35054"/>
                  <a:pt x="42615" y="35054"/>
                  <a:pt x="42615" y="35093"/>
                </a:cubicBezTo>
                <a:cubicBezTo>
                  <a:pt x="42615" y="35119"/>
                  <a:pt x="42589" y="35145"/>
                  <a:pt x="42575" y="35145"/>
                </a:cubicBezTo>
                <a:cubicBezTo>
                  <a:pt x="42563" y="35154"/>
                  <a:pt x="42551" y="35158"/>
                  <a:pt x="42539" y="35158"/>
                </a:cubicBezTo>
                <a:cubicBezTo>
                  <a:pt x="42499" y="35158"/>
                  <a:pt x="42459" y="35119"/>
                  <a:pt x="42419" y="35119"/>
                </a:cubicBezTo>
                <a:cubicBezTo>
                  <a:pt x="42380" y="35119"/>
                  <a:pt x="42354" y="35106"/>
                  <a:pt x="42315" y="35106"/>
                </a:cubicBezTo>
                <a:cubicBezTo>
                  <a:pt x="42276" y="35106"/>
                  <a:pt x="42250" y="35132"/>
                  <a:pt x="42211" y="35145"/>
                </a:cubicBezTo>
                <a:lnTo>
                  <a:pt x="42159" y="35145"/>
                </a:lnTo>
                <a:cubicBezTo>
                  <a:pt x="42139" y="35139"/>
                  <a:pt x="42126" y="35136"/>
                  <a:pt x="42113" y="35136"/>
                </a:cubicBezTo>
                <a:cubicBezTo>
                  <a:pt x="42100" y="35136"/>
                  <a:pt x="42087" y="35139"/>
                  <a:pt x="42068" y="35145"/>
                </a:cubicBezTo>
                <a:cubicBezTo>
                  <a:pt x="42029" y="35145"/>
                  <a:pt x="42003" y="35145"/>
                  <a:pt x="41977" y="35158"/>
                </a:cubicBezTo>
                <a:cubicBezTo>
                  <a:pt x="41950" y="35158"/>
                  <a:pt x="41924" y="35185"/>
                  <a:pt x="41898" y="35185"/>
                </a:cubicBezTo>
                <a:cubicBezTo>
                  <a:pt x="41886" y="35185"/>
                  <a:pt x="41872" y="35171"/>
                  <a:pt x="41846" y="35171"/>
                </a:cubicBezTo>
                <a:cubicBezTo>
                  <a:pt x="41820" y="35171"/>
                  <a:pt x="41794" y="35185"/>
                  <a:pt x="41768" y="35185"/>
                </a:cubicBezTo>
                <a:lnTo>
                  <a:pt x="41690" y="35185"/>
                </a:lnTo>
                <a:cubicBezTo>
                  <a:pt x="41664" y="35171"/>
                  <a:pt x="41652" y="35171"/>
                  <a:pt x="41626" y="35171"/>
                </a:cubicBezTo>
                <a:lnTo>
                  <a:pt x="41418" y="35171"/>
                </a:lnTo>
                <a:cubicBezTo>
                  <a:pt x="41404" y="35158"/>
                  <a:pt x="41404" y="35145"/>
                  <a:pt x="41378" y="35145"/>
                </a:cubicBezTo>
                <a:cubicBezTo>
                  <a:pt x="41365" y="35132"/>
                  <a:pt x="41365" y="35132"/>
                  <a:pt x="41339" y="35132"/>
                </a:cubicBezTo>
                <a:cubicBezTo>
                  <a:pt x="41326" y="35132"/>
                  <a:pt x="41300" y="35119"/>
                  <a:pt x="41287" y="35106"/>
                </a:cubicBezTo>
                <a:cubicBezTo>
                  <a:pt x="41274" y="35106"/>
                  <a:pt x="41261" y="35093"/>
                  <a:pt x="41248" y="35080"/>
                </a:cubicBezTo>
                <a:cubicBezTo>
                  <a:pt x="41235" y="35080"/>
                  <a:pt x="41222" y="35080"/>
                  <a:pt x="41209" y="35067"/>
                </a:cubicBezTo>
                <a:cubicBezTo>
                  <a:pt x="41183" y="35041"/>
                  <a:pt x="41157" y="35002"/>
                  <a:pt x="41131" y="34976"/>
                </a:cubicBezTo>
                <a:cubicBezTo>
                  <a:pt x="41105" y="34963"/>
                  <a:pt x="41079" y="34937"/>
                  <a:pt x="41053" y="34924"/>
                </a:cubicBezTo>
                <a:cubicBezTo>
                  <a:pt x="41027" y="34898"/>
                  <a:pt x="41001" y="34898"/>
                  <a:pt x="40962" y="34898"/>
                </a:cubicBezTo>
                <a:cubicBezTo>
                  <a:pt x="40936" y="34898"/>
                  <a:pt x="40923" y="34885"/>
                  <a:pt x="40910" y="34885"/>
                </a:cubicBezTo>
                <a:lnTo>
                  <a:pt x="40897" y="34885"/>
                </a:lnTo>
                <a:cubicBezTo>
                  <a:pt x="40887" y="34856"/>
                  <a:pt x="40855" y="34841"/>
                  <a:pt x="40829" y="34841"/>
                </a:cubicBezTo>
                <a:cubicBezTo>
                  <a:pt x="40820" y="34841"/>
                  <a:pt x="40812" y="34843"/>
                  <a:pt x="40805" y="34846"/>
                </a:cubicBezTo>
                <a:cubicBezTo>
                  <a:pt x="40779" y="34846"/>
                  <a:pt x="40767" y="34859"/>
                  <a:pt x="40753" y="34859"/>
                </a:cubicBezTo>
                <a:cubicBezTo>
                  <a:pt x="40741" y="34859"/>
                  <a:pt x="40715" y="34846"/>
                  <a:pt x="40701" y="34846"/>
                </a:cubicBezTo>
                <a:cubicBezTo>
                  <a:pt x="40689" y="34846"/>
                  <a:pt x="40663" y="34833"/>
                  <a:pt x="40649" y="34833"/>
                </a:cubicBezTo>
                <a:cubicBezTo>
                  <a:pt x="40611" y="34846"/>
                  <a:pt x="40623" y="34976"/>
                  <a:pt x="40623" y="35015"/>
                </a:cubicBezTo>
                <a:cubicBezTo>
                  <a:pt x="40623" y="35054"/>
                  <a:pt x="40611" y="35119"/>
                  <a:pt x="40663" y="35119"/>
                </a:cubicBezTo>
                <a:cubicBezTo>
                  <a:pt x="40672" y="35123"/>
                  <a:pt x="40680" y="35125"/>
                  <a:pt x="40689" y="35125"/>
                </a:cubicBezTo>
                <a:cubicBezTo>
                  <a:pt x="40706" y="35125"/>
                  <a:pt x="40724" y="35119"/>
                  <a:pt x="40741" y="35119"/>
                </a:cubicBezTo>
                <a:cubicBezTo>
                  <a:pt x="40741" y="35158"/>
                  <a:pt x="40727" y="35197"/>
                  <a:pt x="40727" y="35237"/>
                </a:cubicBezTo>
                <a:cubicBezTo>
                  <a:pt x="40727" y="35263"/>
                  <a:pt x="40727" y="35289"/>
                  <a:pt x="40753" y="35301"/>
                </a:cubicBezTo>
                <a:cubicBezTo>
                  <a:pt x="40767" y="35315"/>
                  <a:pt x="40793" y="35327"/>
                  <a:pt x="40805" y="35327"/>
                </a:cubicBezTo>
                <a:cubicBezTo>
                  <a:pt x="40845" y="35353"/>
                  <a:pt x="40871" y="35367"/>
                  <a:pt x="40910" y="35393"/>
                </a:cubicBezTo>
                <a:cubicBezTo>
                  <a:pt x="40936" y="35419"/>
                  <a:pt x="40962" y="35419"/>
                  <a:pt x="41001" y="35419"/>
                </a:cubicBezTo>
                <a:cubicBezTo>
                  <a:pt x="41040" y="35419"/>
                  <a:pt x="41066" y="35431"/>
                  <a:pt x="41105" y="35445"/>
                </a:cubicBezTo>
                <a:cubicBezTo>
                  <a:pt x="41114" y="35445"/>
                  <a:pt x="41128" y="35439"/>
                  <a:pt x="41141" y="35439"/>
                </a:cubicBezTo>
                <a:cubicBezTo>
                  <a:pt x="41147" y="35439"/>
                  <a:pt x="41153" y="35440"/>
                  <a:pt x="41157" y="35445"/>
                </a:cubicBezTo>
                <a:cubicBezTo>
                  <a:pt x="41157" y="35457"/>
                  <a:pt x="41144" y="35483"/>
                  <a:pt x="41157" y="35497"/>
                </a:cubicBezTo>
                <a:cubicBezTo>
                  <a:pt x="41170" y="35535"/>
                  <a:pt x="41274" y="35509"/>
                  <a:pt x="41287" y="35549"/>
                </a:cubicBezTo>
                <a:cubicBezTo>
                  <a:pt x="41287" y="35575"/>
                  <a:pt x="41235" y="35627"/>
                  <a:pt x="41209" y="35639"/>
                </a:cubicBezTo>
                <a:cubicBezTo>
                  <a:pt x="41209" y="35653"/>
                  <a:pt x="41196" y="35653"/>
                  <a:pt x="41183" y="35653"/>
                </a:cubicBezTo>
                <a:lnTo>
                  <a:pt x="41170" y="35665"/>
                </a:lnTo>
                <a:cubicBezTo>
                  <a:pt x="41157" y="35672"/>
                  <a:pt x="41147" y="35672"/>
                  <a:pt x="41138" y="35672"/>
                </a:cubicBezTo>
                <a:cubicBezTo>
                  <a:pt x="41128" y="35672"/>
                  <a:pt x="41118" y="35672"/>
                  <a:pt x="41105" y="35679"/>
                </a:cubicBezTo>
                <a:cubicBezTo>
                  <a:pt x="41079" y="35691"/>
                  <a:pt x="41092" y="35717"/>
                  <a:pt x="41079" y="35744"/>
                </a:cubicBezTo>
                <a:cubicBezTo>
                  <a:pt x="41066" y="35757"/>
                  <a:pt x="41053" y="35757"/>
                  <a:pt x="41040" y="35770"/>
                </a:cubicBezTo>
                <a:cubicBezTo>
                  <a:pt x="41001" y="35783"/>
                  <a:pt x="40988" y="35822"/>
                  <a:pt x="40962" y="35848"/>
                </a:cubicBezTo>
                <a:cubicBezTo>
                  <a:pt x="40936" y="35861"/>
                  <a:pt x="40936" y="35861"/>
                  <a:pt x="40923" y="35887"/>
                </a:cubicBezTo>
                <a:cubicBezTo>
                  <a:pt x="40910" y="35900"/>
                  <a:pt x="40910" y="35926"/>
                  <a:pt x="40897" y="35939"/>
                </a:cubicBezTo>
                <a:cubicBezTo>
                  <a:pt x="40897" y="35991"/>
                  <a:pt x="40988" y="36017"/>
                  <a:pt x="41001" y="36056"/>
                </a:cubicBezTo>
                <a:cubicBezTo>
                  <a:pt x="41014" y="36095"/>
                  <a:pt x="40949" y="36108"/>
                  <a:pt x="40949" y="36147"/>
                </a:cubicBezTo>
                <a:cubicBezTo>
                  <a:pt x="40949" y="36173"/>
                  <a:pt x="40975" y="36173"/>
                  <a:pt x="40975" y="36186"/>
                </a:cubicBezTo>
                <a:cubicBezTo>
                  <a:pt x="40988" y="36199"/>
                  <a:pt x="40988" y="36212"/>
                  <a:pt x="40988" y="36238"/>
                </a:cubicBezTo>
                <a:cubicBezTo>
                  <a:pt x="40988" y="36304"/>
                  <a:pt x="41053" y="36290"/>
                  <a:pt x="41092" y="36330"/>
                </a:cubicBezTo>
                <a:cubicBezTo>
                  <a:pt x="41105" y="36342"/>
                  <a:pt x="41105" y="36356"/>
                  <a:pt x="41118" y="36356"/>
                </a:cubicBezTo>
                <a:cubicBezTo>
                  <a:pt x="41126" y="36360"/>
                  <a:pt x="41135" y="36361"/>
                  <a:pt x="41144" y="36361"/>
                </a:cubicBezTo>
                <a:cubicBezTo>
                  <a:pt x="41161" y="36361"/>
                  <a:pt x="41178" y="36356"/>
                  <a:pt x="41196" y="36356"/>
                </a:cubicBezTo>
                <a:cubicBezTo>
                  <a:pt x="41222" y="36368"/>
                  <a:pt x="41248" y="36394"/>
                  <a:pt x="41274" y="36420"/>
                </a:cubicBezTo>
                <a:cubicBezTo>
                  <a:pt x="41300" y="36434"/>
                  <a:pt x="41313" y="36446"/>
                  <a:pt x="41326" y="36472"/>
                </a:cubicBezTo>
                <a:cubicBezTo>
                  <a:pt x="41352" y="36524"/>
                  <a:pt x="41339" y="36564"/>
                  <a:pt x="41404" y="36576"/>
                </a:cubicBezTo>
                <a:cubicBezTo>
                  <a:pt x="41421" y="36576"/>
                  <a:pt x="41445" y="36571"/>
                  <a:pt x="41466" y="36571"/>
                </a:cubicBezTo>
                <a:cubicBezTo>
                  <a:pt x="41477" y="36571"/>
                  <a:pt x="41487" y="36572"/>
                  <a:pt x="41496" y="36576"/>
                </a:cubicBezTo>
                <a:cubicBezTo>
                  <a:pt x="41508" y="36576"/>
                  <a:pt x="41522" y="36602"/>
                  <a:pt x="41548" y="36616"/>
                </a:cubicBezTo>
                <a:cubicBezTo>
                  <a:pt x="41586" y="36628"/>
                  <a:pt x="41638" y="36668"/>
                  <a:pt x="41678" y="36680"/>
                </a:cubicBezTo>
                <a:cubicBezTo>
                  <a:pt x="41716" y="36696"/>
                  <a:pt x="41763" y="36702"/>
                  <a:pt x="41809" y="36702"/>
                </a:cubicBezTo>
                <a:cubicBezTo>
                  <a:pt x="41841" y="36702"/>
                  <a:pt x="41872" y="36699"/>
                  <a:pt x="41898" y="36694"/>
                </a:cubicBezTo>
                <a:cubicBezTo>
                  <a:pt x="41937" y="36679"/>
                  <a:pt x="41976" y="36672"/>
                  <a:pt x="42014" y="36672"/>
                </a:cubicBezTo>
                <a:cubicBezTo>
                  <a:pt x="42041" y="36672"/>
                  <a:pt x="42067" y="36675"/>
                  <a:pt x="42094" y="36680"/>
                </a:cubicBezTo>
                <a:lnTo>
                  <a:pt x="42159" y="36680"/>
                </a:lnTo>
                <a:lnTo>
                  <a:pt x="42185" y="36654"/>
                </a:lnTo>
                <a:cubicBezTo>
                  <a:pt x="42224" y="36590"/>
                  <a:pt x="42289" y="36538"/>
                  <a:pt x="42354" y="36512"/>
                </a:cubicBezTo>
                <a:cubicBezTo>
                  <a:pt x="42393" y="36498"/>
                  <a:pt x="42445" y="36486"/>
                  <a:pt x="42485" y="36472"/>
                </a:cubicBezTo>
                <a:cubicBezTo>
                  <a:pt x="42523" y="36446"/>
                  <a:pt x="42537" y="36446"/>
                  <a:pt x="42589" y="36434"/>
                </a:cubicBezTo>
                <a:cubicBezTo>
                  <a:pt x="42615" y="36434"/>
                  <a:pt x="42679" y="36434"/>
                  <a:pt x="42679" y="36472"/>
                </a:cubicBezTo>
                <a:cubicBezTo>
                  <a:pt x="42693" y="36512"/>
                  <a:pt x="42653" y="36538"/>
                  <a:pt x="42667" y="36564"/>
                </a:cubicBezTo>
                <a:cubicBezTo>
                  <a:pt x="42679" y="36564"/>
                  <a:pt x="42705" y="36550"/>
                  <a:pt x="42731" y="36550"/>
                </a:cubicBezTo>
                <a:cubicBezTo>
                  <a:pt x="42745" y="36550"/>
                  <a:pt x="42771" y="36550"/>
                  <a:pt x="42783" y="36564"/>
                </a:cubicBezTo>
                <a:cubicBezTo>
                  <a:pt x="42797" y="36590"/>
                  <a:pt x="42757" y="36642"/>
                  <a:pt x="42745" y="36668"/>
                </a:cubicBezTo>
                <a:cubicBezTo>
                  <a:pt x="42719" y="36706"/>
                  <a:pt x="42731" y="36772"/>
                  <a:pt x="42705" y="36810"/>
                </a:cubicBezTo>
                <a:cubicBezTo>
                  <a:pt x="42693" y="36824"/>
                  <a:pt x="42667" y="36824"/>
                  <a:pt x="42653" y="36837"/>
                </a:cubicBezTo>
                <a:cubicBezTo>
                  <a:pt x="42627" y="36863"/>
                  <a:pt x="42615" y="36889"/>
                  <a:pt x="42601" y="36902"/>
                </a:cubicBezTo>
                <a:cubicBezTo>
                  <a:pt x="42589" y="36915"/>
                  <a:pt x="42575" y="36928"/>
                  <a:pt x="42563" y="36954"/>
                </a:cubicBezTo>
                <a:lnTo>
                  <a:pt x="42563" y="36980"/>
                </a:lnTo>
                <a:cubicBezTo>
                  <a:pt x="42523" y="36993"/>
                  <a:pt x="42485" y="37006"/>
                  <a:pt x="42458" y="37032"/>
                </a:cubicBezTo>
                <a:cubicBezTo>
                  <a:pt x="42432" y="37045"/>
                  <a:pt x="42406" y="37045"/>
                  <a:pt x="42380" y="37045"/>
                </a:cubicBezTo>
                <a:cubicBezTo>
                  <a:pt x="42341" y="37058"/>
                  <a:pt x="42289" y="37071"/>
                  <a:pt x="42250" y="37084"/>
                </a:cubicBezTo>
                <a:cubicBezTo>
                  <a:pt x="42224" y="37097"/>
                  <a:pt x="42211" y="37097"/>
                  <a:pt x="42198" y="37123"/>
                </a:cubicBezTo>
                <a:cubicBezTo>
                  <a:pt x="42185" y="37136"/>
                  <a:pt x="42185" y="37149"/>
                  <a:pt x="42172" y="37149"/>
                </a:cubicBezTo>
                <a:cubicBezTo>
                  <a:pt x="42164" y="37153"/>
                  <a:pt x="42155" y="37155"/>
                  <a:pt x="42146" y="37155"/>
                </a:cubicBezTo>
                <a:cubicBezTo>
                  <a:pt x="42129" y="37155"/>
                  <a:pt x="42111" y="37149"/>
                  <a:pt x="42094" y="37149"/>
                </a:cubicBezTo>
                <a:cubicBezTo>
                  <a:pt x="42068" y="37162"/>
                  <a:pt x="42055" y="37175"/>
                  <a:pt x="42029" y="37188"/>
                </a:cubicBezTo>
                <a:cubicBezTo>
                  <a:pt x="42003" y="37201"/>
                  <a:pt x="41990" y="37214"/>
                  <a:pt x="41964" y="37214"/>
                </a:cubicBezTo>
                <a:cubicBezTo>
                  <a:pt x="41938" y="37214"/>
                  <a:pt x="41924" y="37214"/>
                  <a:pt x="41898" y="37240"/>
                </a:cubicBezTo>
                <a:cubicBezTo>
                  <a:pt x="41860" y="37266"/>
                  <a:pt x="41860" y="37318"/>
                  <a:pt x="41860" y="37371"/>
                </a:cubicBezTo>
                <a:cubicBezTo>
                  <a:pt x="41846" y="37409"/>
                  <a:pt x="41820" y="37449"/>
                  <a:pt x="41794" y="37475"/>
                </a:cubicBezTo>
                <a:cubicBezTo>
                  <a:pt x="41768" y="37501"/>
                  <a:pt x="41730" y="37565"/>
                  <a:pt x="41768" y="37579"/>
                </a:cubicBezTo>
                <a:cubicBezTo>
                  <a:pt x="41772" y="37581"/>
                  <a:pt x="41777" y="37581"/>
                  <a:pt x="41782" y="37581"/>
                </a:cubicBezTo>
                <a:cubicBezTo>
                  <a:pt x="41798" y="37581"/>
                  <a:pt x="41819" y="37574"/>
                  <a:pt x="41837" y="37574"/>
                </a:cubicBezTo>
                <a:cubicBezTo>
                  <a:pt x="41851" y="37574"/>
                  <a:pt x="41863" y="37578"/>
                  <a:pt x="41872" y="37591"/>
                </a:cubicBezTo>
                <a:cubicBezTo>
                  <a:pt x="41872" y="37591"/>
                  <a:pt x="41872" y="37631"/>
                  <a:pt x="41860" y="37631"/>
                </a:cubicBezTo>
                <a:cubicBezTo>
                  <a:pt x="41860" y="37669"/>
                  <a:pt x="41834" y="37683"/>
                  <a:pt x="41808" y="37695"/>
                </a:cubicBezTo>
                <a:cubicBezTo>
                  <a:pt x="41782" y="37709"/>
                  <a:pt x="41756" y="37721"/>
                  <a:pt x="41716" y="37735"/>
                </a:cubicBezTo>
                <a:cubicBezTo>
                  <a:pt x="41690" y="37747"/>
                  <a:pt x="41664" y="37747"/>
                  <a:pt x="41652" y="37787"/>
                </a:cubicBezTo>
                <a:cubicBezTo>
                  <a:pt x="41638" y="37813"/>
                  <a:pt x="41626" y="37851"/>
                  <a:pt x="41612" y="37877"/>
                </a:cubicBezTo>
                <a:cubicBezTo>
                  <a:pt x="41601" y="37912"/>
                  <a:pt x="41590" y="37945"/>
                  <a:pt x="41562" y="37945"/>
                </a:cubicBezTo>
                <a:cubicBezTo>
                  <a:pt x="41557" y="37945"/>
                  <a:pt x="41553" y="37945"/>
                  <a:pt x="41548" y="37943"/>
                </a:cubicBezTo>
                <a:cubicBezTo>
                  <a:pt x="41496" y="37943"/>
                  <a:pt x="41470" y="37956"/>
                  <a:pt x="41482" y="38008"/>
                </a:cubicBezTo>
                <a:cubicBezTo>
                  <a:pt x="41499" y="38012"/>
                  <a:pt x="41517" y="38014"/>
                  <a:pt x="41534" y="38014"/>
                </a:cubicBezTo>
                <a:cubicBezTo>
                  <a:pt x="41567" y="38014"/>
                  <a:pt x="41599" y="38008"/>
                  <a:pt x="41626" y="38008"/>
                </a:cubicBezTo>
                <a:cubicBezTo>
                  <a:pt x="41678" y="38021"/>
                  <a:pt x="41704" y="38047"/>
                  <a:pt x="41664" y="38086"/>
                </a:cubicBezTo>
                <a:cubicBezTo>
                  <a:pt x="41626" y="38112"/>
                  <a:pt x="41586" y="38099"/>
                  <a:pt x="41560" y="38138"/>
                </a:cubicBezTo>
                <a:cubicBezTo>
                  <a:pt x="41534" y="38151"/>
                  <a:pt x="41522" y="38177"/>
                  <a:pt x="41508" y="38190"/>
                </a:cubicBezTo>
                <a:lnTo>
                  <a:pt x="41496" y="38203"/>
                </a:lnTo>
                <a:cubicBezTo>
                  <a:pt x="41482" y="38203"/>
                  <a:pt x="41482" y="38203"/>
                  <a:pt x="41482" y="38216"/>
                </a:cubicBezTo>
                <a:cubicBezTo>
                  <a:pt x="41456" y="38229"/>
                  <a:pt x="41470" y="38229"/>
                  <a:pt x="41444" y="38229"/>
                </a:cubicBezTo>
                <a:cubicBezTo>
                  <a:pt x="41418" y="38242"/>
                  <a:pt x="41392" y="38242"/>
                  <a:pt x="41378" y="38281"/>
                </a:cubicBezTo>
                <a:cubicBezTo>
                  <a:pt x="41365" y="38307"/>
                  <a:pt x="41365" y="38372"/>
                  <a:pt x="41392" y="38398"/>
                </a:cubicBezTo>
                <a:cubicBezTo>
                  <a:pt x="41404" y="38438"/>
                  <a:pt x="41456" y="38450"/>
                  <a:pt x="41482" y="38476"/>
                </a:cubicBezTo>
                <a:cubicBezTo>
                  <a:pt x="41534" y="38502"/>
                  <a:pt x="41574" y="38528"/>
                  <a:pt x="41626" y="38542"/>
                </a:cubicBezTo>
                <a:cubicBezTo>
                  <a:pt x="41664" y="38542"/>
                  <a:pt x="41704" y="38542"/>
                  <a:pt x="41756" y="38554"/>
                </a:cubicBezTo>
                <a:cubicBezTo>
                  <a:pt x="41808" y="38554"/>
                  <a:pt x="41860" y="38568"/>
                  <a:pt x="41924" y="38568"/>
                </a:cubicBezTo>
                <a:cubicBezTo>
                  <a:pt x="41964" y="38568"/>
                  <a:pt x="42016" y="38542"/>
                  <a:pt x="42068" y="38542"/>
                </a:cubicBezTo>
                <a:cubicBezTo>
                  <a:pt x="42120" y="38542"/>
                  <a:pt x="42159" y="38580"/>
                  <a:pt x="42198" y="38580"/>
                </a:cubicBezTo>
                <a:cubicBezTo>
                  <a:pt x="42237" y="38580"/>
                  <a:pt x="42250" y="38568"/>
                  <a:pt x="42289" y="38568"/>
                </a:cubicBezTo>
                <a:lnTo>
                  <a:pt x="42419" y="38568"/>
                </a:lnTo>
                <a:cubicBezTo>
                  <a:pt x="42438" y="38568"/>
                  <a:pt x="42464" y="38571"/>
                  <a:pt x="42488" y="38571"/>
                </a:cubicBezTo>
                <a:cubicBezTo>
                  <a:pt x="42512" y="38571"/>
                  <a:pt x="42536" y="38567"/>
                  <a:pt x="42549" y="38554"/>
                </a:cubicBezTo>
                <a:cubicBezTo>
                  <a:pt x="42563" y="38542"/>
                  <a:pt x="42549" y="38516"/>
                  <a:pt x="42549" y="38490"/>
                </a:cubicBezTo>
                <a:lnTo>
                  <a:pt x="42575" y="38464"/>
                </a:lnTo>
                <a:cubicBezTo>
                  <a:pt x="42589" y="38450"/>
                  <a:pt x="42601" y="38438"/>
                  <a:pt x="42615" y="38438"/>
                </a:cubicBezTo>
                <a:cubicBezTo>
                  <a:pt x="42641" y="38411"/>
                  <a:pt x="42653" y="38424"/>
                  <a:pt x="42679" y="38411"/>
                </a:cubicBezTo>
                <a:lnTo>
                  <a:pt x="42719" y="38372"/>
                </a:lnTo>
                <a:cubicBezTo>
                  <a:pt x="42757" y="38346"/>
                  <a:pt x="42783" y="38346"/>
                  <a:pt x="42809" y="38333"/>
                </a:cubicBezTo>
                <a:cubicBezTo>
                  <a:pt x="42823" y="38307"/>
                  <a:pt x="42849" y="38281"/>
                  <a:pt x="42875" y="38281"/>
                </a:cubicBezTo>
                <a:lnTo>
                  <a:pt x="42901" y="38281"/>
                </a:lnTo>
                <a:cubicBezTo>
                  <a:pt x="42887" y="38528"/>
                  <a:pt x="42887" y="38776"/>
                  <a:pt x="42875" y="39023"/>
                </a:cubicBezTo>
                <a:cubicBezTo>
                  <a:pt x="42849" y="39023"/>
                  <a:pt x="42835" y="39023"/>
                  <a:pt x="42823" y="39036"/>
                </a:cubicBezTo>
                <a:cubicBezTo>
                  <a:pt x="42771" y="39036"/>
                  <a:pt x="42705" y="39036"/>
                  <a:pt x="42667" y="39023"/>
                </a:cubicBezTo>
                <a:cubicBezTo>
                  <a:pt x="42647" y="39016"/>
                  <a:pt x="42630" y="39013"/>
                  <a:pt x="42616" y="39013"/>
                </a:cubicBezTo>
                <a:cubicBezTo>
                  <a:pt x="42601" y="39013"/>
                  <a:pt x="42588" y="39016"/>
                  <a:pt x="42575" y="39023"/>
                </a:cubicBezTo>
                <a:cubicBezTo>
                  <a:pt x="42549" y="39023"/>
                  <a:pt x="42523" y="39023"/>
                  <a:pt x="42511" y="39036"/>
                </a:cubicBezTo>
                <a:cubicBezTo>
                  <a:pt x="42497" y="39049"/>
                  <a:pt x="42485" y="39075"/>
                  <a:pt x="42471" y="39088"/>
                </a:cubicBezTo>
                <a:cubicBezTo>
                  <a:pt x="42458" y="39088"/>
                  <a:pt x="42445" y="39101"/>
                  <a:pt x="42432" y="39114"/>
                </a:cubicBezTo>
                <a:cubicBezTo>
                  <a:pt x="42406" y="39127"/>
                  <a:pt x="42367" y="39127"/>
                  <a:pt x="42341" y="39140"/>
                </a:cubicBezTo>
                <a:cubicBezTo>
                  <a:pt x="42315" y="39153"/>
                  <a:pt x="42302" y="39153"/>
                  <a:pt x="42276" y="39153"/>
                </a:cubicBezTo>
                <a:cubicBezTo>
                  <a:pt x="42237" y="39153"/>
                  <a:pt x="42224" y="39166"/>
                  <a:pt x="42198" y="39192"/>
                </a:cubicBezTo>
                <a:cubicBezTo>
                  <a:pt x="42159" y="39218"/>
                  <a:pt x="42133" y="39244"/>
                  <a:pt x="42094" y="39270"/>
                </a:cubicBezTo>
                <a:cubicBezTo>
                  <a:pt x="42068" y="39283"/>
                  <a:pt x="42042" y="39296"/>
                  <a:pt x="42029" y="39322"/>
                </a:cubicBezTo>
                <a:cubicBezTo>
                  <a:pt x="42029" y="39322"/>
                  <a:pt x="42029" y="39335"/>
                  <a:pt x="42016" y="39335"/>
                </a:cubicBezTo>
                <a:cubicBezTo>
                  <a:pt x="41977" y="39374"/>
                  <a:pt x="41950" y="39374"/>
                  <a:pt x="41898" y="39374"/>
                </a:cubicBezTo>
                <a:cubicBezTo>
                  <a:pt x="41860" y="39374"/>
                  <a:pt x="41834" y="39361"/>
                  <a:pt x="41808" y="39361"/>
                </a:cubicBezTo>
                <a:cubicBezTo>
                  <a:pt x="41768" y="39361"/>
                  <a:pt x="41756" y="39387"/>
                  <a:pt x="41716" y="39387"/>
                </a:cubicBezTo>
                <a:cubicBezTo>
                  <a:pt x="41690" y="39387"/>
                  <a:pt x="41690" y="39387"/>
                  <a:pt x="41678" y="39413"/>
                </a:cubicBezTo>
                <a:cubicBezTo>
                  <a:pt x="41652" y="39439"/>
                  <a:pt x="41638" y="39452"/>
                  <a:pt x="41600" y="39465"/>
                </a:cubicBezTo>
                <a:cubicBezTo>
                  <a:pt x="41548" y="39491"/>
                  <a:pt x="41534" y="39504"/>
                  <a:pt x="41534" y="39557"/>
                </a:cubicBezTo>
                <a:cubicBezTo>
                  <a:pt x="41534" y="39583"/>
                  <a:pt x="41534" y="39609"/>
                  <a:pt x="41548" y="39621"/>
                </a:cubicBezTo>
                <a:cubicBezTo>
                  <a:pt x="41574" y="39656"/>
                  <a:pt x="41606" y="39674"/>
                  <a:pt x="41640" y="39682"/>
                </a:cubicBezTo>
                <a:lnTo>
                  <a:pt x="41640" y="39682"/>
                </a:lnTo>
                <a:cubicBezTo>
                  <a:pt x="41634" y="39681"/>
                  <a:pt x="41630" y="39681"/>
                  <a:pt x="41625" y="39681"/>
                </a:cubicBezTo>
                <a:cubicBezTo>
                  <a:pt x="41593" y="39681"/>
                  <a:pt x="41600" y="39690"/>
                  <a:pt x="41600" y="39699"/>
                </a:cubicBezTo>
                <a:cubicBezTo>
                  <a:pt x="41612" y="39713"/>
                  <a:pt x="41626" y="39739"/>
                  <a:pt x="41626" y="39765"/>
                </a:cubicBezTo>
                <a:cubicBezTo>
                  <a:pt x="41638" y="39777"/>
                  <a:pt x="41638" y="39803"/>
                  <a:pt x="41652" y="39817"/>
                </a:cubicBezTo>
                <a:cubicBezTo>
                  <a:pt x="41664" y="39829"/>
                  <a:pt x="41678" y="39829"/>
                  <a:pt x="41690" y="39843"/>
                </a:cubicBezTo>
                <a:cubicBezTo>
                  <a:pt x="41690" y="39855"/>
                  <a:pt x="41704" y="39855"/>
                  <a:pt x="41716" y="39869"/>
                </a:cubicBezTo>
                <a:cubicBezTo>
                  <a:pt x="41716" y="39881"/>
                  <a:pt x="41716" y="39895"/>
                  <a:pt x="41730" y="39907"/>
                </a:cubicBezTo>
                <a:cubicBezTo>
                  <a:pt x="41742" y="39933"/>
                  <a:pt x="41756" y="39933"/>
                  <a:pt x="41768" y="39959"/>
                </a:cubicBezTo>
                <a:cubicBezTo>
                  <a:pt x="41782" y="39999"/>
                  <a:pt x="41808" y="40037"/>
                  <a:pt x="41860" y="40051"/>
                </a:cubicBezTo>
                <a:cubicBezTo>
                  <a:pt x="41872" y="40063"/>
                  <a:pt x="41886" y="40063"/>
                  <a:pt x="41912" y="40077"/>
                </a:cubicBezTo>
                <a:cubicBezTo>
                  <a:pt x="41938" y="40090"/>
                  <a:pt x="41950" y="40116"/>
                  <a:pt x="41977" y="40129"/>
                </a:cubicBezTo>
                <a:cubicBezTo>
                  <a:pt x="42003" y="40142"/>
                  <a:pt x="42029" y="40168"/>
                  <a:pt x="42055" y="40168"/>
                </a:cubicBezTo>
                <a:cubicBezTo>
                  <a:pt x="42068" y="40172"/>
                  <a:pt x="42081" y="40174"/>
                  <a:pt x="42094" y="40174"/>
                </a:cubicBezTo>
                <a:cubicBezTo>
                  <a:pt x="42120" y="40174"/>
                  <a:pt x="42146" y="40168"/>
                  <a:pt x="42172" y="40168"/>
                </a:cubicBezTo>
                <a:cubicBezTo>
                  <a:pt x="42185" y="40161"/>
                  <a:pt x="42192" y="40158"/>
                  <a:pt x="42198" y="40158"/>
                </a:cubicBezTo>
                <a:cubicBezTo>
                  <a:pt x="42205" y="40158"/>
                  <a:pt x="42211" y="40161"/>
                  <a:pt x="42224" y="40168"/>
                </a:cubicBezTo>
                <a:lnTo>
                  <a:pt x="42250" y="40194"/>
                </a:lnTo>
                <a:cubicBezTo>
                  <a:pt x="42256" y="40196"/>
                  <a:pt x="42262" y="40196"/>
                  <a:pt x="42268" y="40196"/>
                </a:cubicBezTo>
                <a:cubicBezTo>
                  <a:pt x="42298" y="40196"/>
                  <a:pt x="42332" y="40178"/>
                  <a:pt x="42362" y="40178"/>
                </a:cubicBezTo>
                <a:cubicBezTo>
                  <a:pt x="42368" y="40178"/>
                  <a:pt x="42374" y="40179"/>
                  <a:pt x="42380" y="40181"/>
                </a:cubicBezTo>
                <a:cubicBezTo>
                  <a:pt x="42406" y="40194"/>
                  <a:pt x="42419" y="40207"/>
                  <a:pt x="42445" y="40220"/>
                </a:cubicBezTo>
                <a:cubicBezTo>
                  <a:pt x="42471" y="40233"/>
                  <a:pt x="42497" y="40233"/>
                  <a:pt x="42523" y="40233"/>
                </a:cubicBezTo>
                <a:lnTo>
                  <a:pt x="42667" y="40233"/>
                </a:lnTo>
                <a:cubicBezTo>
                  <a:pt x="42719" y="40246"/>
                  <a:pt x="42771" y="40246"/>
                  <a:pt x="42823" y="40246"/>
                </a:cubicBezTo>
                <a:cubicBezTo>
                  <a:pt x="42757" y="41821"/>
                  <a:pt x="42679" y="43108"/>
                  <a:pt x="42615" y="44085"/>
                </a:cubicBezTo>
                <a:cubicBezTo>
                  <a:pt x="42393" y="43903"/>
                  <a:pt x="42185" y="43707"/>
                  <a:pt x="41990" y="43499"/>
                </a:cubicBezTo>
                <a:cubicBezTo>
                  <a:pt x="42055" y="43460"/>
                  <a:pt x="42120" y="43421"/>
                  <a:pt x="42172" y="43382"/>
                </a:cubicBezTo>
                <a:cubicBezTo>
                  <a:pt x="42042" y="43304"/>
                  <a:pt x="41886" y="43252"/>
                  <a:pt x="41742" y="43200"/>
                </a:cubicBezTo>
                <a:cubicBezTo>
                  <a:pt x="41522" y="42926"/>
                  <a:pt x="41300" y="42692"/>
                  <a:pt x="41092" y="42510"/>
                </a:cubicBezTo>
                <a:cubicBezTo>
                  <a:pt x="41170" y="42315"/>
                  <a:pt x="41222" y="42119"/>
                  <a:pt x="41209" y="41911"/>
                </a:cubicBezTo>
                <a:lnTo>
                  <a:pt x="41209" y="41911"/>
                </a:lnTo>
                <a:cubicBezTo>
                  <a:pt x="41014" y="41963"/>
                  <a:pt x="40819" y="42055"/>
                  <a:pt x="40663" y="42171"/>
                </a:cubicBezTo>
                <a:cubicBezTo>
                  <a:pt x="40493" y="42055"/>
                  <a:pt x="40311" y="41963"/>
                  <a:pt x="40142" y="41873"/>
                </a:cubicBezTo>
                <a:cubicBezTo>
                  <a:pt x="39986" y="41378"/>
                  <a:pt x="39778" y="40896"/>
                  <a:pt x="39518" y="40467"/>
                </a:cubicBezTo>
                <a:cubicBezTo>
                  <a:pt x="39362" y="40806"/>
                  <a:pt x="39296" y="41156"/>
                  <a:pt x="39296" y="41508"/>
                </a:cubicBezTo>
                <a:cubicBezTo>
                  <a:pt x="38854" y="41365"/>
                  <a:pt x="38385" y="41209"/>
                  <a:pt x="37852" y="41000"/>
                </a:cubicBezTo>
                <a:cubicBezTo>
                  <a:pt x="36057" y="40298"/>
                  <a:pt x="34912" y="38880"/>
                  <a:pt x="33350" y="37865"/>
                </a:cubicBezTo>
                <a:cubicBezTo>
                  <a:pt x="32764" y="37475"/>
                  <a:pt x="32101" y="37175"/>
                  <a:pt x="31450" y="36876"/>
                </a:cubicBezTo>
                <a:lnTo>
                  <a:pt x="31450" y="35717"/>
                </a:lnTo>
                <a:cubicBezTo>
                  <a:pt x="31437" y="35002"/>
                  <a:pt x="31463" y="34390"/>
                  <a:pt x="31502" y="33909"/>
                </a:cubicBezTo>
                <a:cubicBezTo>
                  <a:pt x="31633" y="34598"/>
                  <a:pt x="31789" y="35275"/>
                  <a:pt x="31983" y="35952"/>
                </a:cubicBezTo>
                <a:cubicBezTo>
                  <a:pt x="32179" y="35054"/>
                  <a:pt x="32153" y="34170"/>
                  <a:pt x="31931" y="33311"/>
                </a:cubicBezTo>
                <a:lnTo>
                  <a:pt x="31931" y="33311"/>
                </a:lnTo>
                <a:cubicBezTo>
                  <a:pt x="32348" y="34170"/>
                  <a:pt x="32856" y="34976"/>
                  <a:pt x="33441" y="35717"/>
                </a:cubicBezTo>
                <a:cubicBezTo>
                  <a:pt x="33532" y="34898"/>
                  <a:pt x="33324" y="34065"/>
                  <a:pt x="32946" y="33337"/>
                </a:cubicBezTo>
                <a:cubicBezTo>
                  <a:pt x="32804" y="33077"/>
                  <a:pt x="32647" y="32855"/>
                  <a:pt x="32465" y="32647"/>
                </a:cubicBezTo>
                <a:lnTo>
                  <a:pt x="32465" y="32647"/>
                </a:lnTo>
                <a:cubicBezTo>
                  <a:pt x="32960" y="32894"/>
                  <a:pt x="33493" y="33063"/>
                  <a:pt x="34053" y="33141"/>
                </a:cubicBezTo>
                <a:cubicBezTo>
                  <a:pt x="33845" y="32855"/>
                  <a:pt x="33610" y="32634"/>
                  <a:pt x="33337" y="32400"/>
                </a:cubicBezTo>
                <a:cubicBezTo>
                  <a:pt x="33142" y="32230"/>
                  <a:pt x="32934" y="32074"/>
                  <a:pt x="32712" y="31932"/>
                </a:cubicBezTo>
                <a:cubicBezTo>
                  <a:pt x="33232" y="31906"/>
                  <a:pt x="33688" y="31736"/>
                  <a:pt x="34117" y="31424"/>
                </a:cubicBezTo>
                <a:cubicBezTo>
                  <a:pt x="33754" y="31321"/>
                  <a:pt x="33371" y="31271"/>
                  <a:pt x="32990" y="31271"/>
                </a:cubicBezTo>
                <a:cubicBezTo>
                  <a:pt x="32743" y="31271"/>
                  <a:pt x="32497" y="31292"/>
                  <a:pt x="32257" y="31333"/>
                </a:cubicBezTo>
                <a:cubicBezTo>
                  <a:pt x="32348" y="31281"/>
                  <a:pt x="32426" y="31215"/>
                  <a:pt x="32504" y="31151"/>
                </a:cubicBezTo>
                <a:cubicBezTo>
                  <a:pt x="32960" y="30786"/>
                  <a:pt x="33298" y="30370"/>
                  <a:pt x="33636" y="29888"/>
                </a:cubicBezTo>
                <a:lnTo>
                  <a:pt x="33636" y="29888"/>
                </a:lnTo>
                <a:cubicBezTo>
                  <a:pt x="32868" y="29966"/>
                  <a:pt x="32139" y="30318"/>
                  <a:pt x="31581" y="30851"/>
                </a:cubicBezTo>
                <a:cubicBezTo>
                  <a:pt x="31619" y="30682"/>
                  <a:pt x="31659" y="30513"/>
                  <a:pt x="31685" y="30331"/>
                </a:cubicBezTo>
                <a:cubicBezTo>
                  <a:pt x="31815" y="29706"/>
                  <a:pt x="31659" y="28991"/>
                  <a:pt x="31372" y="28418"/>
                </a:cubicBezTo>
                <a:cubicBezTo>
                  <a:pt x="30930" y="29121"/>
                  <a:pt x="30786" y="29966"/>
                  <a:pt x="30826" y="30812"/>
                </a:cubicBezTo>
                <a:cubicBezTo>
                  <a:pt x="30644" y="30122"/>
                  <a:pt x="30292" y="29524"/>
                  <a:pt x="29655" y="29003"/>
                </a:cubicBezTo>
                <a:lnTo>
                  <a:pt x="29655" y="29003"/>
                </a:lnTo>
                <a:cubicBezTo>
                  <a:pt x="29629" y="29784"/>
                  <a:pt x="29901" y="30565"/>
                  <a:pt x="30383" y="31163"/>
                </a:cubicBezTo>
                <a:cubicBezTo>
                  <a:pt x="29912" y="30843"/>
                  <a:pt x="29362" y="30681"/>
                  <a:pt x="28787" y="30681"/>
                </a:cubicBezTo>
                <a:cubicBezTo>
                  <a:pt x="28520" y="30681"/>
                  <a:pt x="28248" y="30716"/>
                  <a:pt x="27976" y="30786"/>
                </a:cubicBezTo>
                <a:cubicBezTo>
                  <a:pt x="28640" y="31203"/>
                  <a:pt x="29368" y="31489"/>
                  <a:pt x="30136" y="31632"/>
                </a:cubicBezTo>
                <a:cubicBezTo>
                  <a:pt x="29160" y="31749"/>
                  <a:pt x="28223" y="32256"/>
                  <a:pt x="27611" y="33051"/>
                </a:cubicBezTo>
                <a:cubicBezTo>
                  <a:pt x="27636" y="33051"/>
                  <a:pt x="27660" y="33051"/>
                  <a:pt x="27684" y="33051"/>
                </a:cubicBezTo>
                <a:cubicBezTo>
                  <a:pt x="28361" y="33051"/>
                  <a:pt x="29012" y="32884"/>
                  <a:pt x="29603" y="32582"/>
                </a:cubicBezTo>
                <a:lnTo>
                  <a:pt x="29603" y="32582"/>
                </a:lnTo>
                <a:cubicBezTo>
                  <a:pt x="29030" y="33155"/>
                  <a:pt x="28614" y="33870"/>
                  <a:pt x="28406" y="34651"/>
                </a:cubicBezTo>
                <a:cubicBezTo>
                  <a:pt x="28756" y="34442"/>
                  <a:pt x="29095" y="34196"/>
                  <a:pt x="29421" y="33935"/>
                </a:cubicBezTo>
                <a:lnTo>
                  <a:pt x="29421" y="33935"/>
                </a:lnTo>
                <a:cubicBezTo>
                  <a:pt x="29173" y="34456"/>
                  <a:pt x="29030" y="35015"/>
                  <a:pt x="28991" y="35587"/>
                </a:cubicBezTo>
                <a:cubicBezTo>
                  <a:pt x="27573" y="34703"/>
                  <a:pt x="26232" y="33701"/>
                  <a:pt x="24736" y="32933"/>
                </a:cubicBezTo>
                <a:cubicBezTo>
                  <a:pt x="24697" y="32907"/>
                  <a:pt x="24658" y="32894"/>
                  <a:pt x="24619" y="32868"/>
                </a:cubicBezTo>
                <a:cubicBezTo>
                  <a:pt x="24541" y="30903"/>
                  <a:pt x="24450" y="28379"/>
                  <a:pt x="24436" y="25790"/>
                </a:cubicBezTo>
                <a:lnTo>
                  <a:pt x="24436" y="25790"/>
                </a:lnTo>
                <a:cubicBezTo>
                  <a:pt x="24788" y="26765"/>
                  <a:pt x="25361" y="27676"/>
                  <a:pt x="26115" y="28444"/>
                </a:cubicBezTo>
                <a:cubicBezTo>
                  <a:pt x="25972" y="27351"/>
                  <a:pt x="25738" y="26258"/>
                  <a:pt x="25439" y="25191"/>
                </a:cubicBezTo>
                <a:lnTo>
                  <a:pt x="25439" y="25191"/>
                </a:lnTo>
                <a:cubicBezTo>
                  <a:pt x="25503" y="25347"/>
                  <a:pt x="25581" y="25504"/>
                  <a:pt x="25660" y="25660"/>
                </a:cubicBezTo>
                <a:cubicBezTo>
                  <a:pt x="26194" y="26753"/>
                  <a:pt x="26883" y="27612"/>
                  <a:pt x="27859" y="28340"/>
                </a:cubicBezTo>
                <a:cubicBezTo>
                  <a:pt x="27820" y="27390"/>
                  <a:pt x="27573" y="26453"/>
                  <a:pt x="27169" y="25594"/>
                </a:cubicBezTo>
                <a:lnTo>
                  <a:pt x="27169" y="25594"/>
                </a:lnTo>
                <a:cubicBezTo>
                  <a:pt x="27689" y="26011"/>
                  <a:pt x="28236" y="26401"/>
                  <a:pt x="28796" y="26753"/>
                </a:cubicBezTo>
                <a:cubicBezTo>
                  <a:pt x="28470" y="25490"/>
                  <a:pt x="27781" y="24345"/>
                  <a:pt x="26870" y="23422"/>
                </a:cubicBezTo>
                <a:lnTo>
                  <a:pt x="26870" y="23422"/>
                </a:lnTo>
                <a:cubicBezTo>
                  <a:pt x="27796" y="23896"/>
                  <a:pt x="28813" y="24167"/>
                  <a:pt x="29847" y="24167"/>
                </a:cubicBezTo>
                <a:cubicBezTo>
                  <a:pt x="29917" y="24167"/>
                  <a:pt x="29987" y="24165"/>
                  <a:pt x="30058" y="24163"/>
                </a:cubicBezTo>
                <a:cubicBezTo>
                  <a:pt x="29095" y="22901"/>
                  <a:pt x="27585" y="22081"/>
                  <a:pt x="26011" y="21899"/>
                </a:cubicBezTo>
                <a:cubicBezTo>
                  <a:pt x="27247" y="21678"/>
                  <a:pt x="28432" y="21210"/>
                  <a:pt x="29485" y="20546"/>
                </a:cubicBezTo>
                <a:cubicBezTo>
                  <a:pt x="29048" y="20430"/>
                  <a:pt x="28612" y="20374"/>
                  <a:pt x="28184" y="20374"/>
                </a:cubicBezTo>
                <a:cubicBezTo>
                  <a:pt x="27260" y="20374"/>
                  <a:pt x="26377" y="20638"/>
                  <a:pt x="25621" y="21144"/>
                </a:cubicBezTo>
                <a:cubicBezTo>
                  <a:pt x="26388" y="20181"/>
                  <a:pt x="26831" y="18932"/>
                  <a:pt x="26792" y="17683"/>
                </a:cubicBezTo>
                <a:lnTo>
                  <a:pt x="26792" y="17683"/>
                </a:lnTo>
                <a:cubicBezTo>
                  <a:pt x="25764" y="18516"/>
                  <a:pt x="25205" y="19479"/>
                  <a:pt x="24918" y="20585"/>
                </a:cubicBezTo>
                <a:cubicBezTo>
                  <a:pt x="24983" y="19232"/>
                  <a:pt x="24736" y="17865"/>
                  <a:pt x="24034" y="16734"/>
                </a:cubicBezTo>
                <a:cubicBezTo>
                  <a:pt x="23578" y="17657"/>
                  <a:pt x="23331" y="18802"/>
                  <a:pt x="23526" y="19817"/>
                </a:cubicBezTo>
                <a:cubicBezTo>
                  <a:pt x="23578" y="20103"/>
                  <a:pt x="23630" y="20377"/>
                  <a:pt x="23695" y="20650"/>
                </a:cubicBezTo>
                <a:cubicBezTo>
                  <a:pt x="22810" y="19804"/>
                  <a:pt x="21639" y="19232"/>
                  <a:pt x="20403" y="19102"/>
                </a:cubicBezTo>
                <a:lnTo>
                  <a:pt x="20403" y="19102"/>
                </a:lnTo>
                <a:cubicBezTo>
                  <a:pt x="20949" y="19882"/>
                  <a:pt x="21483" y="20546"/>
                  <a:pt x="22224" y="21132"/>
                </a:cubicBezTo>
                <a:cubicBezTo>
                  <a:pt x="22355" y="21236"/>
                  <a:pt x="22485" y="21326"/>
                  <a:pt x="22615" y="21418"/>
                </a:cubicBezTo>
                <a:cubicBezTo>
                  <a:pt x="22226" y="21346"/>
                  <a:pt x="21831" y="21311"/>
                  <a:pt x="21436" y="21311"/>
                </a:cubicBezTo>
                <a:cubicBezTo>
                  <a:pt x="20828" y="21311"/>
                  <a:pt x="20220" y="21395"/>
                  <a:pt x="19636" y="21560"/>
                </a:cubicBezTo>
                <a:cubicBezTo>
                  <a:pt x="20325" y="22068"/>
                  <a:pt x="21041" y="22329"/>
                  <a:pt x="21886" y="22381"/>
                </a:cubicBezTo>
                <a:cubicBezTo>
                  <a:pt x="21522" y="22601"/>
                  <a:pt x="21197" y="22862"/>
                  <a:pt x="20885" y="23135"/>
                </a:cubicBezTo>
                <a:cubicBezTo>
                  <a:pt x="20455" y="23500"/>
                  <a:pt x="20078" y="23864"/>
                  <a:pt x="19740" y="24319"/>
                </a:cubicBezTo>
                <a:cubicBezTo>
                  <a:pt x="20624" y="24202"/>
                  <a:pt x="21483" y="23929"/>
                  <a:pt x="22290" y="23526"/>
                </a:cubicBezTo>
                <a:lnTo>
                  <a:pt x="22290" y="23526"/>
                </a:lnTo>
                <a:cubicBezTo>
                  <a:pt x="22004" y="23851"/>
                  <a:pt x="21743" y="24215"/>
                  <a:pt x="21522" y="24631"/>
                </a:cubicBezTo>
                <a:cubicBezTo>
                  <a:pt x="21145" y="25321"/>
                  <a:pt x="20885" y="26089"/>
                  <a:pt x="20767" y="26857"/>
                </a:cubicBezTo>
                <a:cubicBezTo>
                  <a:pt x="20325" y="27260"/>
                  <a:pt x="19960" y="27716"/>
                  <a:pt x="19674" y="28236"/>
                </a:cubicBezTo>
                <a:cubicBezTo>
                  <a:pt x="19804" y="27429"/>
                  <a:pt x="20116" y="26661"/>
                  <a:pt x="20598" y="25998"/>
                </a:cubicBezTo>
                <a:lnTo>
                  <a:pt x="20598" y="25998"/>
                </a:lnTo>
                <a:cubicBezTo>
                  <a:pt x="20260" y="26232"/>
                  <a:pt x="19948" y="26519"/>
                  <a:pt x="19674" y="26831"/>
                </a:cubicBezTo>
                <a:cubicBezTo>
                  <a:pt x="19974" y="25998"/>
                  <a:pt x="20169" y="25139"/>
                  <a:pt x="20234" y="24267"/>
                </a:cubicBezTo>
                <a:lnTo>
                  <a:pt x="20234" y="24267"/>
                </a:lnTo>
                <a:cubicBezTo>
                  <a:pt x="19752" y="25035"/>
                  <a:pt x="19284" y="25802"/>
                  <a:pt x="18803" y="26571"/>
                </a:cubicBezTo>
                <a:cubicBezTo>
                  <a:pt x="18971" y="25426"/>
                  <a:pt x="19128" y="24280"/>
                  <a:pt x="19297" y="23148"/>
                </a:cubicBezTo>
                <a:lnTo>
                  <a:pt x="19297" y="23148"/>
                </a:lnTo>
                <a:cubicBezTo>
                  <a:pt x="18841" y="23994"/>
                  <a:pt x="18399" y="24853"/>
                  <a:pt x="17944" y="25712"/>
                </a:cubicBezTo>
                <a:cubicBezTo>
                  <a:pt x="17956" y="24839"/>
                  <a:pt x="17956" y="23968"/>
                  <a:pt x="17956" y="23096"/>
                </a:cubicBezTo>
                <a:lnTo>
                  <a:pt x="17956" y="23096"/>
                </a:lnTo>
                <a:cubicBezTo>
                  <a:pt x="17670" y="23994"/>
                  <a:pt x="17476" y="24918"/>
                  <a:pt x="17358" y="25842"/>
                </a:cubicBezTo>
                <a:cubicBezTo>
                  <a:pt x="17358" y="25842"/>
                  <a:pt x="17358" y="25828"/>
                  <a:pt x="17345" y="25828"/>
                </a:cubicBezTo>
                <a:cubicBezTo>
                  <a:pt x="17059" y="24697"/>
                  <a:pt x="16916" y="23526"/>
                  <a:pt x="16942" y="22355"/>
                </a:cubicBezTo>
                <a:lnTo>
                  <a:pt x="16942" y="22355"/>
                </a:lnTo>
                <a:cubicBezTo>
                  <a:pt x="16617" y="23240"/>
                  <a:pt x="16551" y="24215"/>
                  <a:pt x="16721" y="25139"/>
                </a:cubicBezTo>
                <a:cubicBezTo>
                  <a:pt x="16655" y="25126"/>
                  <a:pt x="16577" y="25113"/>
                  <a:pt x="16447" y="25087"/>
                </a:cubicBezTo>
                <a:cubicBezTo>
                  <a:pt x="16447" y="25087"/>
                  <a:pt x="16435" y="25087"/>
                  <a:pt x="16435" y="25074"/>
                </a:cubicBezTo>
                <a:cubicBezTo>
                  <a:pt x="16174" y="24605"/>
                  <a:pt x="15992" y="24085"/>
                  <a:pt x="15888" y="23552"/>
                </a:cubicBezTo>
                <a:cubicBezTo>
                  <a:pt x="15823" y="23942"/>
                  <a:pt x="15810" y="24345"/>
                  <a:pt x="15849" y="24749"/>
                </a:cubicBezTo>
                <a:cubicBezTo>
                  <a:pt x="15758" y="24645"/>
                  <a:pt x="15732" y="24567"/>
                  <a:pt x="15602" y="24489"/>
                </a:cubicBezTo>
                <a:cubicBezTo>
                  <a:pt x="15432" y="24371"/>
                  <a:pt x="15420" y="24423"/>
                  <a:pt x="15276" y="24228"/>
                </a:cubicBezTo>
                <a:cubicBezTo>
                  <a:pt x="15120" y="23981"/>
                  <a:pt x="15185" y="23512"/>
                  <a:pt x="14977" y="23330"/>
                </a:cubicBezTo>
                <a:cubicBezTo>
                  <a:pt x="14902" y="23262"/>
                  <a:pt x="14820" y="23238"/>
                  <a:pt x="14733" y="23238"/>
                </a:cubicBezTo>
                <a:cubicBezTo>
                  <a:pt x="14505" y="23238"/>
                  <a:pt x="14246" y="23408"/>
                  <a:pt x="14001" y="23408"/>
                </a:cubicBezTo>
                <a:cubicBezTo>
                  <a:pt x="14014" y="23382"/>
                  <a:pt x="14014" y="23356"/>
                  <a:pt x="14014" y="23330"/>
                </a:cubicBezTo>
                <a:cubicBezTo>
                  <a:pt x="14014" y="23240"/>
                  <a:pt x="13988" y="23226"/>
                  <a:pt x="13897" y="23187"/>
                </a:cubicBezTo>
                <a:cubicBezTo>
                  <a:pt x="13845" y="23161"/>
                  <a:pt x="13806" y="23135"/>
                  <a:pt x="13780" y="23083"/>
                </a:cubicBezTo>
                <a:cubicBezTo>
                  <a:pt x="13765" y="23060"/>
                  <a:pt x="13758" y="23055"/>
                  <a:pt x="13745" y="23055"/>
                </a:cubicBezTo>
                <a:cubicBezTo>
                  <a:pt x="13736" y="23055"/>
                  <a:pt x="13723" y="23057"/>
                  <a:pt x="13702" y="23057"/>
                </a:cubicBezTo>
                <a:cubicBezTo>
                  <a:pt x="13650" y="23044"/>
                  <a:pt x="13610" y="23005"/>
                  <a:pt x="13558" y="23005"/>
                </a:cubicBezTo>
                <a:cubicBezTo>
                  <a:pt x="13520" y="23005"/>
                  <a:pt x="13480" y="23018"/>
                  <a:pt x="13442" y="23031"/>
                </a:cubicBezTo>
                <a:cubicBezTo>
                  <a:pt x="13208" y="22679"/>
                  <a:pt x="13038" y="22159"/>
                  <a:pt x="12856" y="21704"/>
                </a:cubicBezTo>
                <a:cubicBezTo>
                  <a:pt x="12869" y="21704"/>
                  <a:pt x="12882" y="21717"/>
                  <a:pt x="12895" y="21717"/>
                </a:cubicBezTo>
                <a:cubicBezTo>
                  <a:pt x="12986" y="21717"/>
                  <a:pt x="13051" y="21652"/>
                  <a:pt x="13130" y="21652"/>
                </a:cubicBezTo>
                <a:cubicBezTo>
                  <a:pt x="13208" y="21652"/>
                  <a:pt x="13286" y="21678"/>
                  <a:pt x="13364" y="21691"/>
                </a:cubicBezTo>
                <a:cubicBezTo>
                  <a:pt x="13384" y="21693"/>
                  <a:pt x="13404" y="21694"/>
                  <a:pt x="13424" y="21694"/>
                </a:cubicBezTo>
                <a:cubicBezTo>
                  <a:pt x="13503" y="21694"/>
                  <a:pt x="13576" y="21675"/>
                  <a:pt x="13650" y="21665"/>
                </a:cubicBezTo>
                <a:cubicBezTo>
                  <a:pt x="13715" y="21652"/>
                  <a:pt x="13793" y="21652"/>
                  <a:pt x="13858" y="21652"/>
                </a:cubicBezTo>
                <a:cubicBezTo>
                  <a:pt x="13949" y="21639"/>
                  <a:pt x="14014" y="21574"/>
                  <a:pt x="14079" y="21534"/>
                </a:cubicBezTo>
                <a:cubicBezTo>
                  <a:pt x="14131" y="21508"/>
                  <a:pt x="14223" y="21470"/>
                  <a:pt x="14249" y="21418"/>
                </a:cubicBezTo>
                <a:cubicBezTo>
                  <a:pt x="14275" y="21366"/>
                  <a:pt x="14275" y="21274"/>
                  <a:pt x="14261" y="21222"/>
                </a:cubicBezTo>
                <a:cubicBezTo>
                  <a:pt x="14249" y="21158"/>
                  <a:pt x="14197" y="21158"/>
                  <a:pt x="14145" y="21144"/>
                </a:cubicBezTo>
                <a:cubicBezTo>
                  <a:pt x="14118" y="21132"/>
                  <a:pt x="14131" y="21144"/>
                  <a:pt x="14105" y="21118"/>
                </a:cubicBezTo>
                <a:cubicBezTo>
                  <a:pt x="14105" y="21092"/>
                  <a:pt x="14092" y="21092"/>
                  <a:pt x="14079" y="21080"/>
                </a:cubicBezTo>
                <a:lnTo>
                  <a:pt x="14053" y="21080"/>
                </a:lnTo>
                <a:cubicBezTo>
                  <a:pt x="14027" y="21040"/>
                  <a:pt x="14001" y="21001"/>
                  <a:pt x="13975" y="20975"/>
                </a:cubicBezTo>
                <a:cubicBezTo>
                  <a:pt x="13923" y="20923"/>
                  <a:pt x="13845" y="20923"/>
                  <a:pt x="13793" y="20884"/>
                </a:cubicBezTo>
                <a:cubicBezTo>
                  <a:pt x="13715" y="20832"/>
                  <a:pt x="13780" y="20780"/>
                  <a:pt x="13858" y="20767"/>
                </a:cubicBezTo>
                <a:cubicBezTo>
                  <a:pt x="13875" y="20764"/>
                  <a:pt x="13892" y="20763"/>
                  <a:pt x="13909" y="20763"/>
                </a:cubicBezTo>
                <a:cubicBezTo>
                  <a:pt x="13954" y="20763"/>
                  <a:pt x="13999" y="20771"/>
                  <a:pt x="14045" y="20771"/>
                </a:cubicBezTo>
                <a:cubicBezTo>
                  <a:pt x="14061" y="20771"/>
                  <a:pt x="14076" y="20770"/>
                  <a:pt x="14092" y="20767"/>
                </a:cubicBezTo>
                <a:cubicBezTo>
                  <a:pt x="14118" y="20676"/>
                  <a:pt x="14066" y="20663"/>
                  <a:pt x="13988" y="20663"/>
                </a:cubicBezTo>
                <a:cubicBezTo>
                  <a:pt x="13923" y="20663"/>
                  <a:pt x="13897" y="20624"/>
                  <a:pt x="13871" y="20559"/>
                </a:cubicBezTo>
                <a:cubicBezTo>
                  <a:pt x="13858" y="20507"/>
                  <a:pt x="13845" y="20441"/>
                  <a:pt x="13819" y="20389"/>
                </a:cubicBezTo>
                <a:cubicBezTo>
                  <a:pt x="13793" y="20337"/>
                  <a:pt x="13754" y="20325"/>
                  <a:pt x="13702" y="20311"/>
                </a:cubicBezTo>
                <a:cubicBezTo>
                  <a:pt x="13650" y="20285"/>
                  <a:pt x="13598" y="20285"/>
                  <a:pt x="13558" y="20259"/>
                </a:cubicBezTo>
                <a:cubicBezTo>
                  <a:pt x="13506" y="20233"/>
                  <a:pt x="13480" y="20207"/>
                  <a:pt x="13468" y="20155"/>
                </a:cubicBezTo>
                <a:cubicBezTo>
                  <a:pt x="13454" y="20143"/>
                  <a:pt x="13454" y="20091"/>
                  <a:pt x="13454" y="20077"/>
                </a:cubicBezTo>
                <a:cubicBezTo>
                  <a:pt x="13466" y="20061"/>
                  <a:pt x="13483" y="20056"/>
                  <a:pt x="13501" y="20056"/>
                </a:cubicBezTo>
                <a:cubicBezTo>
                  <a:pt x="13533" y="20056"/>
                  <a:pt x="13570" y="20071"/>
                  <a:pt x="13599" y="20071"/>
                </a:cubicBezTo>
                <a:cubicBezTo>
                  <a:pt x="13608" y="20071"/>
                  <a:pt x="13617" y="20069"/>
                  <a:pt x="13624" y="20065"/>
                </a:cubicBezTo>
                <a:cubicBezTo>
                  <a:pt x="13689" y="20025"/>
                  <a:pt x="13610" y="19921"/>
                  <a:pt x="13572" y="19882"/>
                </a:cubicBezTo>
                <a:cubicBezTo>
                  <a:pt x="13520" y="19843"/>
                  <a:pt x="13480" y="19778"/>
                  <a:pt x="13480" y="19700"/>
                </a:cubicBezTo>
                <a:cubicBezTo>
                  <a:pt x="13480" y="19622"/>
                  <a:pt x="13468" y="19544"/>
                  <a:pt x="13402" y="19479"/>
                </a:cubicBezTo>
                <a:cubicBezTo>
                  <a:pt x="13364" y="19453"/>
                  <a:pt x="13350" y="19453"/>
                  <a:pt x="13298" y="19453"/>
                </a:cubicBezTo>
                <a:cubicBezTo>
                  <a:pt x="13246" y="19440"/>
                  <a:pt x="13220" y="19427"/>
                  <a:pt x="13182" y="19400"/>
                </a:cubicBezTo>
                <a:cubicBezTo>
                  <a:pt x="13156" y="19374"/>
                  <a:pt x="13116" y="19362"/>
                  <a:pt x="13078" y="19348"/>
                </a:cubicBezTo>
                <a:cubicBezTo>
                  <a:pt x="13051" y="19348"/>
                  <a:pt x="13025" y="19354"/>
                  <a:pt x="12999" y="19354"/>
                </a:cubicBezTo>
                <a:cubicBezTo>
                  <a:pt x="12986" y="19354"/>
                  <a:pt x="12973" y="19353"/>
                  <a:pt x="12960" y="19348"/>
                </a:cubicBezTo>
                <a:cubicBezTo>
                  <a:pt x="12921" y="19336"/>
                  <a:pt x="12934" y="19322"/>
                  <a:pt x="12908" y="19296"/>
                </a:cubicBezTo>
                <a:cubicBezTo>
                  <a:pt x="12882" y="19270"/>
                  <a:pt x="12856" y="19258"/>
                  <a:pt x="12830" y="19232"/>
                </a:cubicBezTo>
                <a:cubicBezTo>
                  <a:pt x="12765" y="19206"/>
                  <a:pt x="12687" y="19192"/>
                  <a:pt x="12609" y="19180"/>
                </a:cubicBezTo>
                <a:cubicBezTo>
                  <a:pt x="12557" y="19166"/>
                  <a:pt x="12531" y="19166"/>
                  <a:pt x="12491" y="19140"/>
                </a:cubicBezTo>
                <a:cubicBezTo>
                  <a:pt x="12427" y="19102"/>
                  <a:pt x="12361" y="19088"/>
                  <a:pt x="12297" y="19062"/>
                </a:cubicBezTo>
                <a:lnTo>
                  <a:pt x="12297" y="19010"/>
                </a:lnTo>
                <a:cubicBezTo>
                  <a:pt x="12297" y="18972"/>
                  <a:pt x="12257" y="18958"/>
                  <a:pt x="12245" y="18932"/>
                </a:cubicBezTo>
                <a:cubicBezTo>
                  <a:pt x="12205" y="18906"/>
                  <a:pt x="12193" y="18854"/>
                  <a:pt x="12153" y="18828"/>
                </a:cubicBezTo>
                <a:cubicBezTo>
                  <a:pt x="12127" y="18815"/>
                  <a:pt x="12101" y="18802"/>
                  <a:pt x="12075" y="18776"/>
                </a:cubicBezTo>
                <a:cubicBezTo>
                  <a:pt x="12023" y="18711"/>
                  <a:pt x="12037" y="18620"/>
                  <a:pt x="11997" y="18542"/>
                </a:cubicBezTo>
                <a:cubicBezTo>
                  <a:pt x="11985" y="18490"/>
                  <a:pt x="11906" y="18412"/>
                  <a:pt x="11932" y="18360"/>
                </a:cubicBezTo>
                <a:cubicBezTo>
                  <a:pt x="11958" y="18360"/>
                  <a:pt x="11997" y="18347"/>
                  <a:pt x="12037" y="18347"/>
                </a:cubicBezTo>
                <a:cubicBezTo>
                  <a:pt x="12063" y="18347"/>
                  <a:pt x="12101" y="18360"/>
                  <a:pt x="12141" y="18360"/>
                </a:cubicBezTo>
                <a:cubicBezTo>
                  <a:pt x="12153" y="18321"/>
                  <a:pt x="12089" y="18269"/>
                  <a:pt x="12101" y="18217"/>
                </a:cubicBezTo>
                <a:cubicBezTo>
                  <a:pt x="12111" y="18170"/>
                  <a:pt x="12159" y="18164"/>
                  <a:pt x="12209" y="18164"/>
                </a:cubicBezTo>
                <a:cubicBezTo>
                  <a:pt x="12230" y="18164"/>
                  <a:pt x="12252" y="18165"/>
                  <a:pt x="12271" y="18165"/>
                </a:cubicBezTo>
                <a:cubicBezTo>
                  <a:pt x="12335" y="18165"/>
                  <a:pt x="12375" y="18177"/>
                  <a:pt x="12439" y="18217"/>
                </a:cubicBezTo>
                <a:cubicBezTo>
                  <a:pt x="12505" y="18243"/>
                  <a:pt x="12570" y="18255"/>
                  <a:pt x="12648" y="18281"/>
                </a:cubicBezTo>
                <a:cubicBezTo>
                  <a:pt x="12752" y="18333"/>
                  <a:pt x="12869" y="18425"/>
                  <a:pt x="12934" y="18516"/>
                </a:cubicBezTo>
                <a:cubicBezTo>
                  <a:pt x="12947" y="18542"/>
                  <a:pt x="12947" y="18555"/>
                  <a:pt x="12973" y="18568"/>
                </a:cubicBezTo>
                <a:cubicBezTo>
                  <a:pt x="12999" y="18568"/>
                  <a:pt x="13064" y="18555"/>
                  <a:pt x="13090" y="18555"/>
                </a:cubicBezTo>
                <a:cubicBezTo>
                  <a:pt x="13128" y="18550"/>
                  <a:pt x="13167" y="18547"/>
                  <a:pt x="13205" y="18547"/>
                </a:cubicBezTo>
                <a:cubicBezTo>
                  <a:pt x="13271" y="18547"/>
                  <a:pt x="13337" y="18556"/>
                  <a:pt x="13402" y="18581"/>
                </a:cubicBezTo>
                <a:cubicBezTo>
                  <a:pt x="13449" y="18599"/>
                  <a:pt x="13505" y="18606"/>
                  <a:pt x="13562" y="18606"/>
                </a:cubicBezTo>
                <a:cubicBezTo>
                  <a:pt x="13631" y="18606"/>
                  <a:pt x="13703" y="18595"/>
                  <a:pt x="13767" y="18581"/>
                </a:cubicBezTo>
                <a:cubicBezTo>
                  <a:pt x="13845" y="18542"/>
                  <a:pt x="13923" y="18490"/>
                  <a:pt x="13988" y="18451"/>
                </a:cubicBezTo>
                <a:cubicBezTo>
                  <a:pt x="14027" y="18425"/>
                  <a:pt x="14040" y="18399"/>
                  <a:pt x="14079" y="18386"/>
                </a:cubicBezTo>
                <a:cubicBezTo>
                  <a:pt x="14092" y="18381"/>
                  <a:pt x="14107" y="18380"/>
                  <a:pt x="14122" y="18380"/>
                </a:cubicBezTo>
                <a:cubicBezTo>
                  <a:pt x="14153" y="18380"/>
                  <a:pt x="14188" y="18386"/>
                  <a:pt x="14223" y="18386"/>
                </a:cubicBezTo>
                <a:cubicBezTo>
                  <a:pt x="14327" y="18373"/>
                  <a:pt x="14327" y="18295"/>
                  <a:pt x="14365" y="18217"/>
                </a:cubicBezTo>
                <a:cubicBezTo>
                  <a:pt x="14379" y="18177"/>
                  <a:pt x="14405" y="18151"/>
                  <a:pt x="14443" y="18125"/>
                </a:cubicBezTo>
                <a:cubicBezTo>
                  <a:pt x="14483" y="18099"/>
                  <a:pt x="14521" y="18047"/>
                  <a:pt x="14573" y="18035"/>
                </a:cubicBezTo>
                <a:cubicBezTo>
                  <a:pt x="14584" y="18028"/>
                  <a:pt x="14594" y="18025"/>
                  <a:pt x="14605" y="18025"/>
                </a:cubicBezTo>
                <a:cubicBezTo>
                  <a:pt x="14628" y="18025"/>
                  <a:pt x="14653" y="18037"/>
                  <a:pt x="14681" y="18037"/>
                </a:cubicBezTo>
                <a:cubicBezTo>
                  <a:pt x="14688" y="18037"/>
                  <a:pt x="14696" y="18037"/>
                  <a:pt x="14703" y="18035"/>
                </a:cubicBezTo>
                <a:cubicBezTo>
                  <a:pt x="14730" y="18021"/>
                  <a:pt x="14730" y="17995"/>
                  <a:pt x="14756" y="17983"/>
                </a:cubicBezTo>
                <a:cubicBezTo>
                  <a:pt x="14808" y="17917"/>
                  <a:pt x="14912" y="17931"/>
                  <a:pt x="14925" y="17827"/>
                </a:cubicBezTo>
                <a:cubicBezTo>
                  <a:pt x="14925" y="17801"/>
                  <a:pt x="14912" y="17775"/>
                  <a:pt x="14938" y="17748"/>
                </a:cubicBezTo>
                <a:cubicBezTo>
                  <a:pt x="14951" y="17722"/>
                  <a:pt x="14977" y="17709"/>
                  <a:pt x="14977" y="17683"/>
                </a:cubicBezTo>
                <a:cubicBezTo>
                  <a:pt x="14977" y="17618"/>
                  <a:pt x="14873" y="17605"/>
                  <a:pt x="14899" y="17527"/>
                </a:cubicBezTo>
                <a:cubicBezTo>
                  <a:pt x="14925" y="17462"/>
                  <a:pt x="15068" y="17436"/>
                  <a:pt x="15055" y="17332"/>
                </a:cubicBezTo>
                <a:cubicBezTo>
                  <a:pt x="15055" y="17319"/>
                  <a:pt x="15029" y="17267"/>
                  <a:pt x="15029" y="17254"/>
                </a:cubicBezTo>
                <a:cubicBezTo>
                  <a:pt x="15016" y="17214"/>
                  <a:pt x="14990" y="17202"/>
                  <a:pt x="14964" y="17176"/>
                </a:cubicBezTo>
                <a:cubicBezTo>
                  <a:pt x="14912" y="17136"/>
                  <a:pt x="14899" y="17072"/>
                  <a:pt x="14834" y="17046"/>
                </a:cubicBezTo>
                <a:cubicBezTo>
                  <a:pt x="14795" y="17032"/>
                  <a:pt x="14782" y="17032"/>
                  <a:pt x="14756" y="17006"/>
                </a:cubicBezTo>
                <a:cubicBezTo>
                  <a:pt x="14743" y="16980"/>
                  <a:pt x="14756" y="16928"/>
                  <a:pt x="14717" y="16902"/>
                </a:cubicBezTo>
                <a:cubicBezTo>
                  <a:pt x="14711" y="16899"/>
                  <a:pt x="14705" y="16899"/>
                  <a:pt x="14698" y="16899"/>
                </a:cubicBezTo>
                <a:cubicBezTo>
                  <a:pt x="14685" y="16899"/>
                  <a:pt x="14671" y="16902"/>
                  <a:pt x="14655" y="16902"/>
                </a:cubicBezTo>
                <a:cubicBezTo>
                  <a:pt x="14641" y="16902"/>
                  <a:pt x="14627" y="16899"/>
                  <a:pt x="14613" y="16890"/>
                </a:cubicBezTo>
                <a:cubicBezTo>
                  <a:pt x="14599" y="16876"/>
                  <a:pt x="14599" y="16864"/>
                  <a:pt x="14587" y="16864"/>
                </a:cubicBezTo>
                <a:cubicBezTo>
                  <a:pt x="14573" y="16850"/>
                  <a:pt x="14561" y="16850"/>
                  <a:pt x="14547" y="16838"/>
                </a:cubicBezTo>
                <a:cubicBezTo>
                  <a:pt x="14521" y="16824"/>
                  <a:pt x="14417" y="16720"/>
                  <a:pt x="14417" y="16681"/>
                </a:cubicBezTo>
                <a:cubicBezTo>
                  <a:pt x="14431" y="16629"/>
                  <a:pt x="14599" y="16668"/>
                  <a:pt x="14639" y="16603"/>
                </a:cubicBezTo>
                <a:cubicBezTo>
                  <a:pt x="14651" y="16577"/>
                  <a:pt x="14625" y="16538"/>
                  <a:pt x="14639" y="16525"/>
                </a:cubicBezTo>
                <a:cubicBezTo>
                  <a:pt x="14645" y="16512"/>
                  <a:pt x="14662" y="16509"/>
                  <a:pt x="14680" y="16509"/>
                </a:cubicBezTo>
                <a:cubicBezTo>
                  <a:pt x="14698" y="16509"/>
                  <a:pt x="14717" y="16512"/>
                  <a:pt x="14730" y="16512"/>
                </a:cubicBezTo>
                <a:cubicBezTo>
                  <a:pt x="14782" y="16499"/>
                  <a:pt x="14821" y="16473"/>
                  <a:pt x="14886" y="16473"/>
                </a:cubicBezTo>
                <a:cubicBezTo>
                  <a:pt x="14951" y="16473"/>
                  <a:pt x="14990" y="16460"/>
                  <a:pt x="15055" y="16421"/>
                </a:cubicBezTo>
                <a:cubicBezTo>
                  <a:pt x="15107" y="16382"/>
                  <a:pt x="15159" y="16356"/>
                  <a:pt x="15224" y="16330"/>
                </a:cubicBezTo>
                <a:cubicBezTo>
                  <a:pt x="15250" y="16317"/>
                  <a:pt x="15290" y="16304"/>
                  <a:pt x="15316" y="16278"/>
                </a:cubicBezTo>
                <a:cubicBezTo>
                  <a:pt x="15342" y="16252"/>
                  <a:pt x="15354" y="16213"/>
                  <a:pt x="15354" y="16174"/>
                </a:cubicBezTo>
                <a:cubicBezTo>
                  <a:pt x="15354" y="16109"/>
                  <a:pt x="15316" y="16043"/>
                  <a:pt x="15328" y="15979"/>
                </a:cubicBezTo>
                <a:cubicBezTo>
                  <a:pt x="15337" y="15976"/>
                  <a:pt x="15346" y="15975"/>
                  <a:pt x="15355" y="15975"/>
                </a:cubicBezTo>
                <a:cubicBezTo>
                  <a:pt x="15381" y="15975"/>
                  <a:pt x="15408" y="15982"/>
                  <a:pt x="15433" y="15982"/>
                </a:cubicBezTo>
                <a:cubicBezTo>
                  <a:pt x="15442" y="15982"/>
                  <a:pt x="15450" y="15981"/>
                  <a:pt x="15458" y="15979"/>
                </a:cubicBezTo>
                <a:cubicBezTo>
                  <a:pt x="15536" y="15965"/>
                  <a:pt x="15510" y="15861"/>
                  <a:pt x="15510" y="15797"/>
                </a:cubicBezTo>
                <a:cubicBezTo>
                  <a:pt x="15510" y="15745"/>
                  <a:pt x="15536" y="15536"/>
                  <a:pt x="15472" y="15510"/>
                </a:cubicBezTo>
                <a:cubicBezTo>
                  <a:pt x="15466" y="15508"/>
                  <a:pt x="15461" y="15507"/>
                  <a:pt x="15456" y="15507"/>
                </a:cubicBezTo>
                <a:cubicBezTo>
                  <a:pt x="15435" y="15507"/>
                  <a:pt x="15414" y="15523"/>
                  <a:pt x="15394" y="15523"/>
                </a:cubicBezTo>
                <a:cubicBezTo>
                  <a:pt x="15368" y="15536"/>
                  <a:pt x="15342" y="15549"/>
                  <a:pt x="15316" y="15549"/>
                </a:cubicBezTo>
                <a:cubicBezTo>
                  <a:pt x="15276" y="15549"/>
                  <a:pt x="15250" y="15523"/>
                  <a:pt x="15224" y="15510"/>
                </a:cubicBezTo>
                <a:cubicBezTo>
                  <a:pt x="15215" y="15508"/>
                  <a:pt x="15205" y="15507"/>
                  <a:pt x="15195" y="15507"/>
                </a:cubicBezTo>
                <a:cubicBezTo>
                  <a:pt x="15144" y="15507"/>
                  <a:pt x="15081" y="15534"/>
                  <a:pt x="15081" y="15588"/>
                </a:cubicBezTo>
                <a:cubicBezTo>
                  <a:pt x="15077" y="15584"/>
                  <a:pt x="15072" y="15582"/>
                  <a:pt x="15069" y="15582"/>
                </a:cubicBezTo>
                <a:cubicBezTo>
                  <a:pt x="15061" y="15582"/>
                  <a:pt x="15055" y="15588"/>
                  <a:pt x="15055" y="15588"/>
                </a:cubicBezTo>
                <a:cubicBezTo>
                  <a:pt x="15016" y="15588"/>
                  <a:pt x="14990" y="15601"/>
                  <a:pt x="14951" y="15601"/>
                </a:cubicBezTo>
                <a:cubicBezTo>
                  <a:pt x="14899" y="15601"/>
                  <a:pt x="14847" y="15615"/>
                  <a:pt x="14808" y="15641"/>
                </a:cubicBezTo>
                <a:cubicBezTo>
                  <a:pt x="14769" y="15679"/>
                  <a:pt x="14717" y="15705"/>
                  <a:pt x="14677" y="15745"/>
                </a:cubicBezTo>
                <a:cubicBezTo>
                  <a:pt x="14625" y="15783"/>
                  <a:pt x="14599" y="15849"/>
                  <a:pt x="14547" y="15887"/>
                </a:cubicBezTo>
                <a:cubicBezTo>
                  <a:pt x="14535" y="15901"/>
                  <a:pt x="14509" y="15913"/>
                  <a:pt x="14483" y="15913"/>
                </a:cubicBezTo>
                <a:lnTo>
                  <a:pt x="14431" y="15965"/>
                </a:lnTo>
                <a:cubicBezTo>
                  <a:pt x="14405" y="15979"/>
                  <a:pt x="14353" y="15991"/>
                  <a:pt x="14327" y="16005"/>
                </a:cubicBezTo>
                <a:cubicBezTo>
                  <a:pt x="14301" y="16005"/>
                  <a:pt x="14287" y="16005"/>
                  <a:pt x="14261" y="16017"/>
                </a:cubicBezTo>
                <a:cubicBezTo>
                  <a:pt x="14235" y="16017"/>
                  <a:pt x="14223" y="16043"/>
                  <a:pt x="14197" y="16057"/>
                </a:cubicBezTo>
                <a:cubicBezTo>
                  <a:pt x="14188" y="16061"/>
                  <a:pt x="14178" y="16062"/>
                  <a:pt x="14167" y="16062"/>
                </a:cubicBezTo>
                <a:cubicBezTo>
                  <a:pt x="14146" y="16062"/>
                  <a:pt x="14122" y="16057"/>
                  <a:pt x="14105" y="16057"/>
                </a:cubicBezTo>
                <a:lnTo>
                  <a:pt x="13858" y="16057"/>
                </a:lnTo>
                <a:cubicBezTo>
                  <a:pt x="13806" y="16057"/>
                  <a:pt x="13780" y="16069"/>
                  <a:pt x="13741" y="16083"/>
                </a:cubicBezTo>
                <a:lnTo>
                  <a:pt x="13624" y="16083"/>
                </a:lnTo>
                <a:cubicBezTo>
                  <a:pt x="13572" y="16083"/>
                  <a:pt x="13532" y="16057"/>
                  <a:pt x="13494" y="16057"/>
                </a:cubicBezTo>
                <a:cubicBezTo>
                  <a:pt x="13454" y="16069"/>
                  <a:pt x="13442" y="16083"/>
                  <a:pt x="13402" y="16083"/>
                </a:cubicBezTo>
                <a:cubicBezTo>
                  <a:pt x="13350" y="16069"/>
                  <a:pt x="13324" y="16043"/>
                  <a:pt x="13286" y="16031"/>
                </a:cubicBezTo>
                <a:cubicBezTo>
                  <a:pt x="13260" y="16024"/>
                  <a:pt x="13234" y="16024"/>
                  <a:pt x="13208" y="16024"/>
                </a:cubicBezTo>
                <a:cubicBezTo>
                  <a:pt x="13182" y="16024"/>
                  <a:pt x="13156" y="16024"/>
                  <a:pt x="13130" y="16017"/>
                </a:cubicBezTo>
                <a:cubicBezTo>
                  <a:pt x="13097" y="16011"/>
                  <a:pt x="13074" y="16008"/>
                  <a:pt x="13051" y="16008"/>
                </a:cubicBezTo>
                <a:cubicBezTo>
                  <a:pt x="13028" y="16008"/>
                  <a:pt x="13006" y="16011"/>
                  <a:pt x="12973" y="16017"/>
                </a:cubicBezTo>
                <a:lnTo>
                  <a:pt x="12882" y="16017"/>
                </a:lnTo>
                <a:cubicBezTo>
                  <a:pt x="12830" y="16005"/>
                  <a:pt x="12778" y="15953"/>
                  <a:pt x="12713" y="15953"/>
                </a:cubicBezTo>
                <a:cubicBezTo>
                  <a:pt x="12648" y="15953"/>
                  <a:pt x="12596" y="15979"/>
                  <a:pt x="12544" y="15979"/>
                </a:cubicBezTo>
                <a:cubicBezTo>
                  <a:pt x="12469" y="15979"/>
                  <a:pt x="12403" y="16040"/>
                  <a:pt x="12330" y="16040"/>
                </a:cubicBezTo>
                <a:cubicBezTo>
                  <a:pt x="12315" y="16040"/>
                  <a:pt x="12299" y="16038"/>
                  <a:pt x="12283" y="16031"/>
                </a:cubicBezTo>
                <a:cubicBezTo>
                  <a:pt x="12257" y="16017"/>
                  <a:pt x="12219" y="15979"/>
                  <a:pt x="12219" y="15939"/>
                </a:cubicBezTo>
                <a:cubicBezTo>
                  <a:pt x="12219" y="15875"/>
                  <a:pt x="12335" y="15875"/>
                  <a:pt x="12375" y="15849"/>
                </a:cubicBezTo>
                <a:cubicBezTo>
                  <a:pt x="12439" y="15823"/>
                  <a:pt x="12505" y="15797"/>
                  <a:pt x="12531" y="15731"/>
                </a:cubicBezTo>
                <a:cubicBezTo>
                  <a:pt x="12544" y="15693"/>
                  <a:pt x="12544" y="15653"/>
                  <a:pt x="12596" y="15641"/>
                </a:cubicBezTo>
                <a:cubicBezTo>
                  <a:pt x="12635" y="15641"/>
                  <a:pt x="12687" y="15679"/>
                  <a:pt x="12739" y="15693"/>
                </a:cubicBezTo>
                <a:cubicBezTo>
                  <a:pt x="12763" y="15697"/>
                  <a:pt x="12779" y="15700"/>
                  <a:pt x="12794" y="15700"/>
                </a:cubicBezTo>
                <a:cubicBezTo>
                  <a:pt x="12819" y="15700"/>
                  <a:pt x="12836" y="15691"/>
                  <a:pt x="12869" y="15667"/>
                </a:cubicBezTo>
                <a:cubicBezTo>
                  <a:pt x="12947" y="15601"/>
                  <a:pt x="12999" y="15562"/>
                  <a:pt x="13025" y="15471"/>
                </a:cubicBezTo>
                <a:cubicBezTo>
                  <a:pt x="13038" y="15432"/>
                  <a:pt x="13038" y="15367"/>
                  <a:pt x="13051" y="15315"/>
                </a:cubicBezTo>
                <a:cubicBezTo>
                  <a:pt x="13078" y="15289"/>
                  <a:pt x="13130" y="15237"/>
                  <a:pt x="13168" y="15224"/>
                </a:cubicBezTo>
                <a:cubicBezTo>
                  <a:pt x="13208" y="15211"/>
                  <a:pt x="13246" y="15224"/>
                  <a:pt x="13272" y="15198"/>
                </a:cubicBezTo>
                <a:cubicBezTo>
                  <a:pt x="13298" y="15185"/>
                  <a:pt x="13324" y="15133"/>
                  <a:pt x="13350" y="15107"/>
                </a:cubicBezTo>
                <a:cubicBezTo>
                  <a:pt x="13376" y="15054"/>
                  <a:pt x="13402" y="15016"/>
                  <a:pt x="13468" y="15002"/>
                </a:cubicBezTo>
                <a:cubicBezTo>
                  <a:pt x="13532" y="14976"/>
                  <a:pt x="13584" y="14976"/>
                  <a:pt x="13637" y="14938"/>
                </a:cubicBezTo>
                <a:cubicBezTo>
                  <a:pt x="13676" y="14912"/>
                  <a:pt x="13715" y="14898"/>
                  <a:pt x="13741" y="14860"/>
                </a:cubicBezTo>
                <a:cubicBezTo>
                  <a:pt x="13754" y="14834"/>
                  <a:pt x="13754" y="14820"/>
                  <a:pt x="13754" y="14794"/>
                </a:cubicBezTo>
                <a:cubicBezTo>
                  <a:pt x="13767" y="14768"/>
                  <a:pt x="13793" y="14756"/>
                  <a:pt x="13819" y="14730"/>
                </a:cubicBezTo>
                <a:cubicBezTo>
                  <a:pt x="13858" y="14704"/>
                  <a:pt x="13871" y="14664"/>
                  <a:pt x="13871" y="14612"/>
                </a:cubicBezTo>
                <a:cubicBezTo>
                  <a:pt x="13884" y="14586"/>
                  <a:pt x="13884" y="14508"/>
                  <a:pt x="13858" y="14482"/>
                </a:cubicBezTo>
                <a:cubicBezTo>
                  <a:pt x="13851" y="14480"/>
                  <a:pt x="13843" y="14479"/>
                  <a:pt x="13837" y="14479"/>
                </a:cubicBezTo>
                <a:cubicBezTo>
                  <a:pt x="13809" y="14479"/>
                  <a:pt x="13788" y="14495"/>
                  <a:pt x="13767" y="14495"/>
                </a:cubicBezTo>
                <a:cubicBezTo>
                  <a:pt x="13757" y="14498"/>
                  <a:pt x="13749" y="14499"/>
                  <a:pt x="13743" y="14499"/>
                </a:cubicBezTo>
                <a:cubicBezTo>
                  <a:pt x="13676" y="14499"/>
                  <a:pt x="13738" y="14387"/>
                  <a:pt x="13715" y="14339"/>
                </a:cubicBezTo>
                <a:cubicBezTo>
                  <a:pt x="13702" y="14300"/>
                  <a:pt x="13676" y="14313"/>
                  <a:pt x="13650" y="14300"/>
                </a:cubicBezTo>
                <a:cubicBezTo>
                  <a:pt x="13637" y="14300"/>
                  <a:pt x="13610" y="14261"/>
                  <a:pt x="13598" y="14261"/>
                </a:cubicBezTo>
                <a:cubicBezTo>
                  <a:pt x="13572" y="14261"/>
                  <a:pt x="13532" y="14313"/>
                  <a:pt x="13520" y="14326"/>
                </a:cubicBezTo>
                <a:cubicBezTo>
                  <a:pt x="13506" y="14339"/>
                  <a:pt x="13494" y="14352"/>
                  <a:pt x="13494" y="14365"/>
                </a:cubicBezTo>
                <a:cubicBezTo>
                  <a:pt x="13468" y="14378"/>
                  <a:pt x="13442" y="14378"/>
                  <a:pt x="13428" y="14404"/>
                </a:cubicBezTo>
                <a:cubicBezTo>
                  <a:pt x="13402" y="14430"/>
                  <a:pt x="13390" y="14469"/>
                  <a:pt x="13364" y="14482"/>
                </a:cubicBezTo>
                <a:cubicBezTo>
                  <a:pt x="13354" y="14485"/>
                  <a:pt x="13346" y="14486"/>
                  <a:pt x="13338" y="14486"/>
                </a:cubicBezTo>
                <a:cubicBezTo>
                  <a:pt x="13324" y="14486"/>
                  <a:pt x="13312" y="14483"/>
                  <a:pt x="13299" y="14483"/>
                </a:cubicBezTo>
                <a:cubicBezTo>
                  <a:pt x="13287" y="14483"/>
                  <a:pt x="13274" y="14486"/>
                  <a:pt x="13260" y="14495"/>
                </a:cubicBezTo>
                <a:cubicBezTo>
                  <a:pt x="13234" y="14522"/>
                  <a:pt x="13220" y="14534"/>
                  <a:pt x="13182" y="14548"/>
                </a:cubicBezTo>
                <a:cubicBezTo>
                  <a:pt x="13142" y="14560"/>
                  <a:pt x="13116" y="14560"/>
                  <a:pt x="13078" y="14560"/>
                </a:cubicBezTo>
                <a:cubicBezTo>
                  <a:pt x="13060" y="14560"/>
                  <a:pt x="13022" y="14565"/>
                  <a:pt x="12986" y="14565"/>
                </a:cubicBezTo>
                <a:cubicBezTo>
                  <a:pt x="12942" y="14565"/>
                  <a:pt x="12901" y="14557"/>
                  <a:pt x="12908" y="14522"/>
                </a:cubicBezTo>
                <a:cubicBezTo>
                  <a:pt x="12908" y="14495"/>
                  <a:pt x="12986" y="14482"/>
                  <a:pt x="12999" y="14482"/>
                </a:cubicBezTo>
                <a:cubicBezTo>
                  <a:pt x="13038" y="14469"/>
                  <a:pt x="13078" y="14456"/>
                  <a:pt x="13104" y="14443"/>
                </a:cubicBezTo>
                <a:cubicBezTo>
                  <a:pt x="13142" y="14430"/>
                  <a:pt x="13156" y="14404"/>
                  <a:pt x="13194" y="14404"/>
                </a:cubicBezTo>
                <a:lnTo>
                  <a:pt x="13246" y="14404"/>
                </a:lnTo>
                <a:cubicBezTo>
                  <a:pt x="13272" y="14391"/>
                  <a:pt x="13272" y="14365"/>
                  <a:pt x="13286" y="14339"/>
                </a:cubicBezTo>
                <a:cubicBezTo>
                  <a:pt x="13295" y="14330"/>
                  <a:pt x="13305" y="14327"/>
                  <a:pt x="13315" y="14327"/>
                </a:cubicBezTo>
                <a:cubicBezTo>
                  <a:pt x="13325" y="14327"/>
                  <a:pt x="13335" y="14330"/>
                  <a:pt x="13345" y="14330"/>
                </a:cubicBezTo>
                <a:cubicBezTo>
                  <a:pt x="13352" y="14330"/>
                  <a:pt x="13358" y="14329"/>
                  <a:pt x="13364" y="14326"/>
                </a:cubicBezTo>
                <a:cubicBezTo>
                  <a:pt x="13376" y="14313"/>
                  <a:pt x="13402" y="14274"/>
                  <a:pt x="13376" y="14248"/>
                </a:cubicBezTo>
                <a:cubicBezTo>
                  <a:pt x="13371" y="14243"/>
                  <a:pt x="13365" y="14241"/>
                  <a:pt x="13359" y="14241"/>
                </a:cubicBezTo>
                <a:cubicBezTo>
                  <a:pt x="13331" y="14241"/>
                  <a:pt x="13296" y="14276"/>
                  <a:pt x="13286" y="14287"/>
                </a:cubicBezTo>
                <a:cubicBezTo>
                  <a:pt x="13251" y="14310"/>
                  <a:pt x="13218" y="14342"/>
                  <a:pt x="13184" y="14342"/>
                </a:cubicBezTo>
                <a:cubicBezTo>
                  <a:pt x="13179" y="14342"/>
                  <a:pt x="13173" y="14341"/>
                  <a:pt x="13168" y="14339"/>
                </a:cubicBezTo>
                <a:cubicBezTo>
                  <a:pt x="13142" y="14339"/>
                  <a:pt x="13134" y="14333"/>
                  <a:pt x="13119" y="14333"/>
                </a:cubicBezTo>
                <a:cubicBezTo>
                  <a:pt x="13112" y="14333"/>
                  <a:pt x="13103" y="14335"/>
                  <a:pt x="13090" y="14339"/>
                </a:cubicBezTo>
                <a:cubicBezTo>
                  <a:pt x="13038" y="14352"/>
                  <a:pt x="13025" y="14417"/>
                  <a:pt x="12960" y="14430"/>
                </a:cubicBezTo>
                <a:cubicBezTo>
                  <a:pt x="12921" y="14430"/>
                  <a:pt x="12908" y="14417"/>
                  <a:pt x="12882" y="14378"/>
                </a:cubicBezTo>
                <a:cubicBezTo>
                  <a:pt x="12856" y="14339"/>
                  <a:pt x="12843" y="14313"/>
                  <a:pt x="12843" y="14261"/>
                </a:cubicBezTo>
                <a:cubicBezTo>
                  <a:pt x="12856" y="14209"/>
                  <a:pt x="12908" y="14222"/>
                  <a:pt x="12973" y="14209"/>
                </a:cubicBezTo>
                <a:cubicBezTo>
                  <a:pt x="12999" y="14196"/>
                  <a:pt x="13038" y="14183"/>
                  <a:pt x="13064" y="14170"/>
                </a:cubicBezTo>
                <a:cubicBezTo>
                  <a:pt x="13104" y="14157"/>
                  <a:pt x="13130" y="14157"/>
                  <a:pt x="13156" y="14144"/>
                </a:cubicBezTo>
                <a:cubicBezTo>
                  <a:pt x="13220" y="14131"/>
                  <a:pt x="13234" y="14105"/>
                  <a:pt x="13260" y="14040"/>
                </a:cubicBezTo>
                <a:cubicBezTo>
                  <a:pt x="13272" y="14001"/>
                  <a:pt x="13298" y="14001"/>
                  <a:pt x="13312" y="13975"/>
                </a:cubicBezTo>
                <a:cubicBezTo>
                  <a:pt x="13350" y="13935"/>
                  <a:pt x="13350" y="13857"/>
                  <a:pt x="13338" y="13819"/>
                </a:cubicBezTo>
                <a:cubicBezTo>
                  <a:pt x="13324" y="13767"/>
                  <a:pt x="13298" y="13753"/>
                  <a:pt x="13260" y="13715"/>
                </a:cubicBezTo>
                <a:cubicBezTo>
                  <a:pt x="13234" y="13689"/>
                  <a:pt x="13246" y="13663"/>
                  <a:pt x="13246" y="13623"/>
                </a:cubicBezTo>
                <a:cubicBezTo>
                  <a:pt x="13246" y="13571"/>
                  <a:pt x="13260" y="13545"/>
                  <a:pt x="13208" y="13533"/>
                </a:cubicBezTo>
                <a:cubicBezTo>
                  <a:pt x="13156" y="13533"/>
                  <a:pt x="13116" y="13559"/>
                  <a:pt x="13090" y="13597"/>
                </a:cubicBezTo>
                <a:cubicBezTo>
                  <a:pt x="13051" y="13637"/>
                  <a:pt x="13038" y="13663"/>
                  <a:pt x="12986" y="13675"/>
                </a:cubicBezTo>
                <a:cubicBezTo>
                  <a:pt x="12947" y="13675"/>
                  <a:pt x="12921" y="13675"/>
                  <a:pt x="12882" y="13689"/>
                </a:cubicBezTo>
                <a:cubicBezTo>
                  <a:pt x="12873" y="13693"/>
                  <a:pt x="12863" y="13694"/>
                  <a:pt x="12853" y="13694"/>
                </a:cubicBezTo>
                <a:cubicBezTo>
                  <a:pt x="12832" y="13694"/>
                  <a:pt x="12809" y="13689"/>
                  <a:pt x="12791" y="13689"/>
                </a:cubicBezTo>
                <a:cubicBezTo>
                  <a:pt x="12752" y="13701"/>
                  <a:pt x="12739" y="13753"/>
                  <a:pt x="12713" y="13779"/>
                </a:cubicBezTo>
                <a:cubicBezTo>
                  <a:pt x="12687" y="13805"/>
                  <a:pt x="12648" y="13805"/>
                  <a:pt x="12609" y="13819"/>
                </a:cubicBezTo>
                <a:cubicBezTo>
                  <a:pt x="12596" y="13819"/>
                  <a:pt x="12583" y="13805"/>
                  <a:pt x="12557" y="13805"/>
                </a:cubicBezTo>
                <a:cubicBezTo>
                  <a:pt x="12531" y="13819"/>
                  <a:pt x="12505" y="13831"/>
                  <a:pt x="12479" y="13831"/>
                </a:cubicBezTo>
                <a:cubicBezTo>
                  <a:pt x="12465" y="13793"/>
                  <a:pt x="12491" y="13779"/>
                  <a:pt x="12517" y="13753"/>
                </a:cubicBezTo>
                <a:cubicBezTo>
                  <a:pt x="12557" y="13689"/>
                  <a:pt x="12557" y="13611"/>
                  <a:pt x="12583" y="13533"/>
                </a:cubicBezTo>
                <a:cubicBezTo>
                  <a:pt x="12596" y="13467"/>
                  <a:pt x="12596" y="13415"/>
                  <a:pt x="12596" y="13363"/>
                </a:cubicBezTo>
                <a:cubicBezTo>
                  <a:pt x="12583" y="13324"/>
                  <a:pt x="12596" y="13324"/>
                  <a:pt x="12557" y="13324"/>
                </a:cubicBezTo>
                <a:cubicBezTo>
                  <a:pt x="12547" y="13322"/>
                  <a:pt x="12539" y="13321"/>
                  <a:pt x="12533" y="13321"/>
                </a:cubicBezTo>
                <a:cubicBezTo>
                  <a:pt x="12504" y="13321"/>
                  <a:pt x="12500" y="13342"/>
                  <a:pt x="12479" y="13363"/>
                </a:cubicBezTo>
                <a:cubicBezTo>
                  <a:pt x="12456" y="13378"/>
                  <a:pt x="12419" y="13385"/>
                  <a:pt x="12385" y="13385"/>
                </a:cubicBezTo>
                <a:cubicBezTo>
                  <a:pt x="12361" y="13385"/>
                  <a:pt x="12339" y="13382"/>
                  <a:pt x="12323" y="13376"/>
                </a:cubicBezTo>
                <a:cubicBezTo>
                  <a:pt x="12297" y="13363"/>
                  <a:pt x="12283" y="13350"/>
                  <a:pt x="12257" y="13337"/>
                </a:cubicBezTo>
                <a:cubicBezTo>
                  <a:pt x="12205" y="13337"/>
                  <a:pt x="12193" y="13363"/>
                  <a:pt x="12167" y="13402"/>
                </a:cubicBezTo>
                <a:cubicBezTo>
                  <a:pt x="12141" y="13429"/>
                  <a:pt x="12127" y="13455"/>
                  <a:pt x="12101" y="13467"/>
                </a:cubicBezTo>
                <a:cubicBezTo>
                  <a:pt x="12095" y="13474"/>
                  <a:pt x="12085" y="13474"/>
                  <a:pt x="12074" y="13474"/>
                </a:cubicBezTo>
                <a:cubicBezTo>
                  <a:pt x="12063" y="13474"/>
                  <a:pt x="12050" y="13474"/>
                  <a:pt x="12037" y="13481"/>
                </a:cubicBezTo>
                <a:cubicBezTo>
                  <a:pt x="12014" y="13491"/>
                  <a:pt x="12001" y="13522"/>
                  <a:pt x="11974" y="13522"/>
                </a:cubicBezTo>
                <a:cubicBezTo>
                  <a:pt x="11969" y="13522"/>
                  <a:pt x="11964" y="13521"/>
                  <a:pt x="11958" y="13519"/>
                </a:cubicBezTo>
                <a:cubicBezTo>
                  <a:pt x="11932" y="13493"/>
                  <a:pt x="11945" y="13467"/>
                  <a:pt x="11945" y="13441"/>
                </a:cubicBezTo>
                <a:cubicBezTo>
                  <a:pt x="11932" y="13389"/>
                  <a:pt x="11919" y="13298"/>
                  <a:pt x="11867" y="13272"/>
                </a:cubicBezTo>
                <a:cubicBezTo>
                  <a:pt x="11857" y="13269"/>
                  <a:pt x="11845" y="13268"/>
                  <a:pt x="11833" y="13268"/>
                </a:cubicBezTo>
                <a:cubicBezTo>
                  <a:pt x="11821" y="13268"/>
                  <a:pt x="11810" y="13269"/>
                  <a:pt x="11799" y="13269"/>
                </a:cubicBezTo>
                <a:cubicBezTo>
                  <a:pt x="11776" y="13269"/>
                  <a:pt x="11757" y="13266"/>
                  <a:pt x="11750" y="13246"/>
                </a:cubicBezTo>
                <a:lnTo>
                  <a:pt x="11750" y="13194"/>
                </a:lnTo>
                <a:cubicBezTo>
                  <a:pt x="11750" y="13168"/>
                  <a:pt x="11737" y="13155"/>
                  <a:pt x="11737" y="13129"/>
                </a:cubicBezTo>
                <a:cubicBezTo>
                  <a:pt x="11724" y="13077"/>
                  <a:pt x="11724" y="13038"/>
                  <a:pt x="11711" y="12999"/>
                </a:cubicBezTo>
                <a:cubicBezTo>
                  <a:pt x="11711" y="12973"/>
                  <a:pt x="11711" y="12934"/>
                  <a:pt x="11685" y="12908"/>
                </a:cubicBezTo>
                <a:cubicBezTo>
                  <a:pt x="11678" y="12901"/>
                  <a:pt x="11669" y="12901"/>
                  <a:pt x="11659" y="12901"/>
                </a:cubicBezTo>
                <a:cubicBezTo>
                  <a:pt x="11649" y="12901"/>
                  <a:pt x="11639" y="12901"/>
                  <a:pt x="11633" y="12894"/>
                </a:cubicBezTo>
                <a:cubicBezTo>
                  <a:pt x="11581" y="12856"/>
                  <a:pt x="11633" y="12764"/>
                  <a:pt x="11594" y="12752"/>
                </a:cubicBezTo>
                <a:cubicBezTo>
                  <a:pt x="11584" y="12748"/>
                  <a:pt x="11574" y="12746"/>
                  <a:pt x="11565" y="12746"/>
                </a:cubicBezTo>
                <a:cubicBezTo>
                  <a:pt x="11520" y="12746"/>
                  <a:pt x="11501" y="12795"/>
                  <a:pt x="11490" y="12816"/>
                </a:cubicBezTo>
                <a:cubicBezTo>
                  <a:pt x="11451" y="12868"/>
                  <a:pt x="11412" y="12894"/>
                  <a:pt x="11398" y="12947"/>
                </a:cubicBezTo>
                <a:cubicBezTo>
                  <a:pt x="11360" y="13025"/>
                  <a:pt x="11386" y="13116"/>
                  <a:pt x="11360" y="13207"/>
                </a:cubicBezTo>
                <a:cubicBezTo>
                  <a:pt x="11346" y="13233"/>
                  <a:pt x="11334" y="13298"/>
                  <a:pt x="11294" y="13298"/>
                </a:cubicBezTo>
                <a:cubicBezTo>
                  <a:pt x="11256" y="13155"/>
                  <a:pt x="11294" y="13025"/>
                  <a:pt x="11190" y="12908"/>
                </a:cubicBezTo>
                <a:cubicBezTo>
                  <a:pt x="11166" y="12896"/>
                  <a:pt x="11132" y="12828"/>
                  <a:pt x="11106" y="12828"/>
                </a:cubicBezTo>
                <a:cubicBezTo>
                  <a:pt x="11104" y="12828"/>
                  <a:pt x="11102" y="12829"/>
                  <a:pt x="11100" y="12830"/>
                </a:cubicBezTo>
                <a:cubicBezTo>
                  <a:pt x="11060" y="12830"/>
                  <a:pt x="11060" y="12934"/>
                  <a:pt x="11060" y="12960"/>
                </a:cubicBezTo>
                <a:cubicBezTo>
                  <a:pt x="11060" y="13025"/>
                  <a:pt x="11060" y="13077"/>
                  <a:pt x="11022" y="13129"/>
                </a:cubicBezTo>
                <a:lnTo>
                  <a:pt x="10982" y="13168"/>
                </a:lnTo>
                <a:cubicBezTo>
                  <a:pt x="10956" y="13207"/>
                  <a:pt x="10970" y="13194"/>
                  <a:pt x="10918" y="13207"/>
                </a:cubicBezTo>
                <a:cubicBezTo>
                  <a:pt x="10839" y="13220"/>
                  <a:pt x="10878" y="13429"/>
                  <a:pt x="10878" y="13493"/>
                </a:cubicBezTo>
                <a:lnTo>
                  <a:pt x="10878" y="13649"/>
                </a:lnTo>
                <a:cubicBezTo>
                  <a:pt x="10878" y="13675"/>
                  <a:pt x="10904" y="13727"/>
                  <a:pt x="10904" y="13741"/>
                </a:cubicBezTo>
                <a:cubicBezTo>
                  <a:pt x="10895" y="13760"/>
                  <a:pt x="10864" y="13772"/>
                  <a:pt x="10843" y="13772"/>
                </a:cubicBezTo>
                <a:cubicBezTo>
                  <a:pt x="10836" y="13772"/>
                  <a:pt x="10830" y="13770"/>
                  <a:pt x="10826" y="13767"/>
                </a:cubicBezTo>
                <a:cubicBezTo>
                  <a:pt x="10752" y="13742"/>
                  <a:pt x="10771" y="13636"/>
                  <a:pt x="10708" y="13636"/>
                </a:cubicBezTo>
                <a:cubicBezTo>
                  <a:pt x="10704" y="13636"/>
                  <a:pt x="10700" y="13636"/>
                  <a:pt x="10696" y="13637"/>
                </a:cubicBezTo>
                <a:cubicBezTo>
                  <a:pt x="10683" y="13637"/>
                  <a:pt x="10644" y="13649"/>
                  <a:pt x="10631" y="13663"/>
                </a:cubicBezTo>
                <a:cubicBezTo>
                  <a:pt x="10618" y="13663"/>
                  <a:pt x="10592" y="13675"/>
                  <a:pt x="10579" y="13689"/>
                </a:cubicBezTo>
                <a:cubicBezTo>
                  <a:pt x="10540" y="13727"/>
                  <a:pt x="10566" y="13779"/>
                  <a:pt x="10592" y="13819"/>
                </a:cubicBezTo>
                <a:cubicBezTo>
                  <a:pt x="10618" y="13831"/>
                  <a:pt x="10644" y="13857"/>
                  <a:pt x="10657" y="13897"/>
                </a:cubicBezTo>
                <a:cubicBezTo>
                  <a:pt x="10670" y="13923"/>
                  <a:pt x="10657" y="13949"/>
                  <a:pt x="10657" y="13987"/>
                </a:cubicBezTo>
                <a:lnTo>
                  <a:pt x="10696" y="14066"/>
                </a:lnTo>
                <a:cubicBezTo>
                  <a:pt x="10696" y="14092"/>
                  <a:pt x="10696" y="14118"/>
                  <a:pt x="10709" y="14144"/>
                </a:cubicBezTo>
                <a:cubicBezTo>
                  <a:pt x="10735" y="14209"/>
                  <a:pt x="10813" y="14196"/>
                  <a:pt x="10852" y="14235"/>
                </a:cubicBezTo>
                <a:cubicBezTo>
                  <a:pt x="10865" y="14261"/>
                  <a:pt x="10865" y="14274"/>
                  <a:pt x="10865" y="14300"/>
                </a:cubicBezTo>
                <a:cubicBezTo>
                  <a:pt x="10865" y="14326"/>
                  <a:pt x="10852" y="14352"/>
                  <a:pt x="10865" y="14365"/>
                </a:cubicBezTo>
                <a:cubicBezTo>
                  <a:pt x="10865" y="14365"/>
                  <a:pt x="10904" y="14417"/>
                  <a:pt x="10904" y="14430"/>
                </a:cubicBezTo>
                <a:cubicBezTo>
                  <a:pt x="10892" y="14456"/>
                  <a:pt x="10787" y="14456"/>
                  <a:pt x="10761" y="14469"/>
                </a:cubicBezTo>
                <a:cubicBezTo>
                  <a:pt x="10722" y="14482"/>
                  <a:pt x="10735" y="14482"/>
                  <a:pt x="10722" y="14522"/>
                </a:cubicBezTo>
                <a:cubicBezTo>
                  <a:pt x="10709" y="14560"/>
                  <a:pt x="10709" y="14548"/>
                  <a:pt x="10696" y="14586"/>
                </a:cubicBezTo>
                <a:cubicBezTo>
                  <a:pt x="10670" y="14626"/>
                  <a:pt x="10683" y="14704"/>
                  <a:pt x="10683" y="14756"/>
                </a:cubicBezTo>
                <a:cubicBezTo>
                  <a:pt x="10657" y="14730"/>
                  <a:pt x="10644" y="14704"/>
                  <a:pt x="10605" y="14678"/>
                </a:cubicBezTo>
                <a:cubicBezTo>
                  <a:pt x="10566" y="14652"/>
                  <a:pt x="10514" y="14626"/>
                  <a:pt x="10475" y="14626"/>
                </a:cubicBezTo>
                <a:cubicBezTo>
                  <a:pt x="10449" y="14626"/>
                  <a:pt x="10462" y="14638"/>
                  <a:pt x="10423" y="14638"/>
                </a:cubicBezTo>
                <a:cubicBezTo>
                  <a:pt x="10410" y="14638"/>
                  <a:pt x="10397" y="14626"/>
                  <a:pt x="10384" y="14612"/>
                </a:cubicBezTo>
                <a:cubicBezTo>
                  <a:pt x="10345" y="14586"/>
                  <a:pt x="10293" y="14574"/>
                  <a:pt x="10253" y="14534"/>
                </a:cubicBezTo>
                <a:cubicBezTo>
                  <a:pt x="10227" y="14495"/>
                  <a:pt x="10189" y="14469"/>
                  <a:pt x="10163" y="14443"/>
                </a:cubicBezTo>
                <a:cubicBezTo>
                  <a:pt x="10143" y="14430"/>
                  <a:pt x="10126" y="14427"/>
                  <a:pt x="10109" y="14427"/>
                </a:cubicBezTo>
                <a:cubicBezTo>
                  <a:pt x="10093" y="14427"/>
                  <a:pt x="10078" y="14430"/>
                  <a:pt x="10059" y="14430"/>
                </a:cubicBezTo>
                <a:cubicBezTo>
                  <a:pt x="10010" y="14418"/>
                  <a:pt x="9971" y="14312"/>
                  <a:pt x="9913" y="14312"/>
                </a:cubicBezTo>
                <a:cubicBezTo>
                  <a:pt x="9910" y="14312"/>
                  <a:pt x="9906" y="14313"/>
                  <a:pt x="9903" y="14313"/>
                </a:cubicBezTo>
                <a:cubicBezTo>
                  <a:pt x="9889" y="14339"/>
                  <a:pt x="9889" y="14404"/>
                  <a:pt x="9889" y="14443"/>
                </a:cubicBezTo>
                <a:cubicBezTo>
                  <a:pt x="9903" y="14508"/>
                  <a:pt x="9955" y="14534"/>
                  <a:pt x="9967" y="14586"/>
                </a:cubicBezTo>
                <a:cubicBezTo>
                  <a:pt x="10007" y="14678"/>
                  <a:pt x="9851" y="14678"/>
                  <a:pt x="9903" y="14756"/>
                </a:cubicBezTo>
                <a:cubicBezTo>
                  <a:pt x="9903" y="14768"/>
                  <a:pt x="9941" y="14782"/>
                  <a:pt x="9955" y="14794"/>
                </a:cubicBezTo>
                <a:cubicBezTo>
                  <a:pt x="9967" y="14820"/>
                  <a:pt x="9981" y="14834"/>
                  <a:pt x="9993" y="14846"/>
                </a:cubicBezTo>
                <a:cubicBezTo>
                  <a:pt x="10033" y="14872"/>
                  <a:pt x="10097" y="14872"/>
                  <a:pt x="10137" y="14912"/>
                </a:cubicBezTo>
                <a:cubicBezTo>
                  <a:pt x="10149" y="14938"/>
                  <a:pt x="10163" y="15002"/>
                  <a:pt x="10149" y="15028"/>
                </a:cubicBezTo>
                <a:cubicBezTo>
                  <a:pt x="10149" y="15054"/>
                  <a:pt x="10123" y="15068"/>
                  <a:pt x="10111" y="15094"/>
                </a:cubicBezTo>
                <a:cubicBezTo>
                  <a:pt x="10085" y="15120"/>
                  <a:pt x="10085" y="15146"/>
                  <a:pt x="10071" y="15172"/>
                </a:cubicBezTo>
                <a:cubicBezTo>
                  <a:pt x="10045" y="15159"/>
                  <a:pt x="10033" y="15133"/>
                  <a:pt x="10019" y="15107"/>
                </a:cubicBezTo>
                <a:cubicBezTo>
                  <a:pt x="9981" y="15068"/>
                  <a:pt x="9903" y="15054"/>
                  <a:pt x="9851" y="15028"/>
                </a:cubicBezTo>
                <a:cubicBezTo>
                  <a:pt x="9832" y="15021"/>
                  <a:pt x="9816" y="15017"/>
                  <a:pt x="9803" y="15017"/>
                </a:cubicBezTo>
                <a:cubicBezTo>
                  <a:pt x="9754" y="15017"/>
                  <a:pt x="9744" y="15070"/>
                  <a:pt x="9733" y="15133"/>
                </a:cubicBezTo>
                <a:cubicBezTo>
                  <a:pt x="9720" y="15172"/>
                  <a:pt x="9720" y="15198"/>
                  <a:pt x="9681" y="15211"/>
                </a:cubicBezTo>
                <a:cubicBezTo>
                  <a:pt x="9668" y="15224"/>
                  <a:pt x="9642" y="15224"/>
                  <a:pt x="9629" y="15224"/>
                </a:cubicBezTo>
                <a:cubicBezTo>
                  <a:pt x="9629" y="15224"/>
                  <a:pt x="9629" y="15237"/>
                  <a:pt x="9616" y="15250"/>
                </a:cubicBezTo>
                <a:cubicBezTo>
                  <a:pt x="9590" y="15263"/>
                  <a:pt x="9577" y="15250"/>
                  <a:pt x="9551" y="15276"/>
                </a:cubicBezTo>
                <a:cubicBezTo>
                  <a:pt x="9512" y="15302"/>
                  <a:pt x="9499" y="15315"/>
                  <a:pt x="9434" y="15315"/>
                </a:cubicBezTo>
                <a:cubicBezTo>
                  <a:pt x="9406" y="15308"/>
                  <a:pt x="9350" y="15285"/>
                  <a:pt x="9309" y="15285"/>
                </a:cubicBezTo>
                <a:cubicBezTo>
                  <a:pt x="9276" y="15285"/>
                  <a:pt x="9253" y="15301"/>
                  <a:pt x="9265" y="15354"/>
                </a:cubicBezTo>
                <a:cubicBezTo>
                  <a:pt x="9265" y="15393"/>
                  <a:pt x="9304" y="15419"/>
                  <a:pt x="9317" y="15445"/>
                </a:cubicBezTo>
                <a:cubicBezTo>
                  <a:pt x="9356" y="15523"/>
                  <a:pt x="9382" y="15588"/>
                  <a:pt x="9421" y="15667"/>
                </a:cubicBezTo>
                <a:cubicBezTo>
                  <a:pt x="9447" y="15693"/>
                  <a:pt x="9460" y="15731"/>
                  <a:pt x="9486" y="15757"/>
                </a:cubicBezTo>
                <a:cubicBezTo>
                  <a:pt x="9512" y="15783"/>
                  <a:pt x="9551" y="15797"/>
                  <a:pt x="9564" y="15835"/>
                </a:cubicBezTo>
                <a:cubicBezTo>
                  <a:pt x="9564" y="15875"/>
                  <a:pt x="9551" y="15913"/>
                  <a:pt x="9564" y="15953"/>
                </a:cubicBezTo>
                <a:cubicBezTo>
                  <a:pt x="9577" y="15979"/>
                  <a:pt x="9616" y="16005"/>
                  <a:pt x="9642" y="16017"/>
                </a:cubicBezTo>
                <a:cubicBezTo>
                  <a:pt x="9668" y="16031"/>
                  <a:pt x="9759" y="16043"/>
                  <a:pt x="9785" y="16083"/>
                </a:cubicBezTo>
                <a:cubicBezTo>
                  <a:pt x="9785" y="16095"/>
                  <a:pt x="9785" y="16161"/>
                  <a:pt x="9772" y="16187"/>
                </a:cubicBezTo>
                <a:cubicBezTo>
                  <a:pt x="9769" y="16231"/>
                  <a:pt x="9748" y="16249"/>
                  <a:pt x="9718" y="16249"/>
                </a:cubicBezTo>
                <a:cubicBezTo>
                  <a:pt x="9623" y="16249"/>
                  <a:pt x="9437" y="16083"/>
                  <a:pt x="9408" y="16043"/>
                </a:cubicBezTo>
                <a:cubicBezTo>
                  <a:pt x="9374" y="16010"/>
                  <a:pt x="9350" y="15976"/>
                  <a:pt x="9303" y="15976"/>
                </a:cubicBezTo>
                <a:cubicBezTo>
                  <a:pt x="9295" y="15976"/>
                  <a:pt x="9287" y="15977"/>
                  <a:pt x="9278" y="15979"/>
                </a:cubicBezTo>
                <a:cubicBezTo>
                  <a:pt x="9248" y="15986"/>
                  <a:pt x="9235" y="15994"/>
                  <a:pt x="9220" y="15994"/>
                </a:cubicBezTo>
                <a:cubicBezTo>
                  <a:pt x="9208" y="15994"/>
                  <a:pt x="9196" y="15990"/>
                  <a:pt x="9174" y="15979"/>
                </a:cubicBezTo>
                <a:cubicBezTo>
                  <a:pt x="9096" y="15965"/>
                  <a:pt x="9018" y="15927"/>
                  <a:pt x="8952" y="15901"/>
                </a:cubicBezTo>
                <a:cubicBezTo>
                  <a:pt x="8933" y="15888"/>
                  <a:pt x="8910" y="15878"/>
                  <a:pt x="8890" y="15878"/>
                </a:cubicBezTo>
                <a:cubicBezTo>
                  <a:pt x="8871" y="15878"/>
                  <a:pt x="8855" y="15887"/>
                  <a:pt x="8848" y="15913"/>
                </a:cubicBezTo>
                <a:cubicBezTo>
                  <a:pt x="8836" y="15939"/>
                  <a:pt x="8848" y="15979"/>
                  <a:pt x="8848" y="16017"/>
                </a:cubicBezTo>
                <a:cubicBezTo>
                  <a:pt x="8848" y="16069"/>
                  <a:pt x="8848" y="16135"/>
                  <a:pt x="8822" y="16187"/>
                </a:cubicBezTo>
                <a:cubicBezTo>
                  <a:pt x="8796" y="16265"/>
                  <a:pt x="8679" y="16278"/>
                  <a:pt x="8692" y="16369"/>
                </a:cubicBezTo>
                <a:cubicBezTo>
                  <a:pt x="8706" y="16395"/>
                  <a:pt x="8732" y="16421"/>
                  <a:pt x="8732" y="16447"/>
                </a:cubicBezTo>
                <a:cubicBezTo>
                  <a:pt x="8744" y="16486"/>
                  <a:pt x="8706" y="16551"/>
                  <a:pt x="8666" y="16577"/>
                </a:cubicBezTo>
                <a:cubicBezTo>
                  <a:pt x="8627" y="16603"/>
                  <a:pt x="8562" y="16603"/>
                  <a:pt x="8536" y="16655"/>
                </a:cubicBezTo>
                <a:cubicBezTo>
                  <a:pt x="8510" y="16681"/>
                  <a:pt x="8510" y="16720"/>
                  <a:pt x="8497" y="16746"/>
                </a:cubicBezTo>
                <a:cubicBezTo>
                  <a:pt x="8484" y="16772"/>
                  <a:pt x="8458" y="16798"/>
                  <a:pt x="8432" y="16824"/>
                </a:cubicBezTo>
                <a:cubicBezTo>
                  <a:pt x="8380" y="16902"/>
                  <a:pt x="8354" y="16994"/>
                  <a:pt x="8263" y="17046"/>
                </a:cubicBezTo>
                <a:cubicBezTo>
                  <a:pt x="8237" y="17058"/>
                  <a:pt x="8224" y="17072"/>
                  <a:pt x="8224" y="17110"/>
                </a:cubicBezTo>
                <a:cubicBezTo>
                  <a:pt x="8211" y="17162"/>
                  <a:pt x="8185" y="17240"/>
                  <a:pt x="8211" y="17280"/>
                </a:cubicBezTo>
                <a:cubicBezTo>
                  <a:pt x="8237" y="17319"/>
                  <a:pt x="8263" y="17319"/>
                  <a:pt x="8276" y="17358"/>
                </a:cubicBezTo>
                <a:cubicBezTo>
                  <a:pt x="8315" y="17436"/>
                  <a:pt x="8341" y="17514"/>
                  <a:pt x="8341" y="17592"/>
                </a:cubicBezTo>
                <a:cubicBezTo>
                  <a:pt x="8341" y="17696"/>
                  <a:pt x="8302" y="17683"/>
                  <a:pt x="8224" y="17722"/>
                </a:cubicBezTo>
                <a:cubicBezTo>
                  <a:pt x="8081" y="17787"/>
                  <a:pt x="8055" y="17943"/>
                  <a:pt x="7977" y="18073"/>
                </a:cubicBezTo>
                <a:cubicBezTo>
                  <a:pt x="7937" y="18139"/>
                  <a:pt x="7899" y="18203"/>
                  <a:pt x="7847" y="18243"/>
                </a:cubicBezTo>
                <a:cubicBezTo>
                  <a:pt x="7807" y="18269"/>
                  <a:pt x="7769" y="18281"/>
                  <a:pt x="7729" y="18307"/>
                </a:cubicBezTo>
                <a:cubicBezTo>
                  <a:pt x="7651" y="18386"/>
                  <a:pt x="7625" y="18555"/>
                  <a:pt x="7613" y="18659"/>
                </a:cubicBezTo>
                <a:cubicBezTo>
                  <a:pt x="7599" y="18698"/>
                  <a:pt x="7599" y="18711"/>
                  <a:pt x="7586" y="18763"/>
                </a:cubicBezTo>
                <a:cubicBezTo>
                  <a:pt x="7560" y="18815"/>
                  <a:pt x="7573" y="18868"/>
                  <a:pt x="7573" y="18920"/>
                </a:cubicBezTo>
                <a:lnTo>
                  <a:pt x="7573" y="19010"/>
                </a:lnTo>
                <a:cubicBezTo>
                  <a:pt x="7573" y="19062"/>
                  <a:pt x="7586" y="19102"/>
                  <a:pt x="7586" y="19154"/>
                </a:cubicBezTo>
                <a:cubicBezTo>
                  <a:pt x="7598" y="19200"/>
                  <a:pt x="7599" y="19247"/>
                  <a:pt x="7654" y="19247"/>
                </a:cubicBezTo>
                <a:cubicBezTo>
                  <a:pt x="7661" y="19247"/>
                  <a:pt x="7669" y="19246"/>
                  <a:pt x="7677" y="19244"/>
                </a:cubicBezTo>
                <a:cubicBezTo>
                  <a:pt x="7727" y="19235"/>
                  <a:pt x="7769" y="19210"/>
                  <a:pt x="7815" y="19210"/>
                </a:cubicBezTo>
                <a:cubicBezTo>
                  <a:pt x="7829" y="19210"/>
                  <a:pt x="7844" y="19212"/>
                  <a:pt x="7859" y="19218"/>
                </a:cubicBezTo>
                <a:cubicBezTo>
                  <a:pt x="7911" y="19232"/>
                  <a:pt x="7951" y="19296"/>
                  <a:pt x="8003" y="19336"/>
                </a:cubicBezTo>
                <a:cubicBezTo>
                  <a:pt x="8053" y="19360"/>
                  <a:pt x="8113" y="19369"/>
                  <a:pt x="8174" y="19369"/>
                </a:cubicBezTo>
                <a:cubicBezTo>
                  <a:pt x="8208" y="19369"/>
                  <a:pt x="8243" y="19366"/>
                  <a:pt x="8276" y="19362"/>
                </a:cubicBezTo>
                <a:cubicBezTo>
                  <a:pt x="8367" y="19348"/>
                  <a:pt x="8458" y="19296"/>
                  <a:pt x="8549" y="19270"/>
                </a:cubicBezTo>
                <a:cubicBezTo>
                  <a:pt x="8627" y="19232"/>
                  <a:pt x="8718" y="19206"/>
                  <a:pt x="8796" y="19166"/>
                </a:cubicBezTo>
                <a:cubicBezTo>
                  <a:pt x="8836" y="19154"/>
                  <a:pt x="8862" y="19114"/>
                  <a:pt x="8914" y="19114"/>
                </a:cubicBezTo>
                <a:cubicBezTo>
                  <a:pt x="8920" y="19108"/>
                  <a:pt x="8926" y="19108"/>
                  <a:pt x="8935" y="19108"/>
                </a:cubicBezTo>
                <a:cubicBezTo>
                  <a:pt x="8943" y="19108"/>
                  <a:pt x="8953" y="19108"/>
                  <a:pt x="8966" y="19102"/>
                </a:cubicBezTo>
                <a:cubicBezTo>
                  <a:pt x="8992" y="19088"/>
                  <a:pt x="9004" y="19050"/>
                  <a:pt x="9030" y="19036"/>
                </a:cubicBezTo>
                <a:cubicBezTo>
                  <a:pt x="9056" y="19010"/>
                  <a:pt x="9096" y="19010"/>
                  <a:pt x="9122" y="18984"/>
                </a:cubicBezTo>
                <a:cubicBezTo>
                  <a:pt x="9160" y="18958"/>
                  <a:pt x="9200" y="18906"/>
                  <a:pt x="9226" y="18880"/>
                </a:cubicBezTo>
                <a:cubicBezTo>
                  <a:pt x="9252" y="18841"/>
                  <a:pt x="9291" y="18828"/>
                  <a:pt x="9317" y="18789"/>
                </a:cubicBezTo>
                <a:cubicBezTo>
                  <a:pt x="9356" y="18750"/>
                  <a:pt x="9395" y="18698"/>
                  <a:pt x="9447" y="18672"/>
                </a:cubicBezTo>
                <a:cubicBezTo>
                  <a:pt x="9476" y="18653"/>
                  <a:pt x="9497" y="18641"/>
                  <a:pt x="9528" y="18641"/>
                </a:cubicBezTo>
                <a:cubicBezTo>
                  <a:pt x="9538" y="18641"/>
                  <a:pt x="9550" y="18642"/>
                  <a:pt x="9564" y="18646"/>
                </a:cubicBezTo>
                <a:cubicBezTo>
                  <a:pt x="9578" y="18646"/>
                  <a:pt x="9591" y="18649"/>
                  <a:pt x="9604" y="18649"/>
                </a:cubicBezTo>
                <a:cubicBezTo>
                  <a:pt x="9617" y="18649"/>
                  <a:pt x="9630" y="18646"/>
                  <a:pt x="9642" y="18633"/>
                </a:cubicBezTo>
                <a:cubicBezTo>
                  <a:pt x="9681" y="18607"/>
                  <a:pt x="9694" y="18555"/>
                  <a:pt x="9720" y="18529"/>
                </a:cubicBezTo>
                <a:cubicBezTo>
                  <a:pt x="9746" y="18477"/>
                  <a:pt x="9785" y="18438"/>
                  <a:pt x="9811" y="18386"/>
                </a:cubicBezTo>
                <a:cubicBezTo>
                  <a:pt x="9837" y="18333"/>
                  <a:pt x="9837" y="18333"/>
                  <a:pt x="9889" y="18307"/>
                </a:cubicBezTo>
                <a:cubicBezTo>
                  <a:pt x="9915" y="18295"/>
                  <a:pt x="9955" y="18269"/>
                  <a:pt x="9981" y="18269"/>
                </a:cubicBezTo>
                <a:cubicBezTo>
                  <a:pt x="9990" y="18266"/>
                  <a:pt x="10004" y="18264"/>
                  <a:pt x="10018" y="18264"/>
                </a:cubicBezTo>
                <a:cubicBezTo>
                  <a:pt x="10061" y="18264"/>
                  <a:pt x="10117" y="18279"/>
                  <a:pt x="10137" y="18307"/>
                </a:cubicBezTo>
                <a:cubicBezTo>
                  <a:pt x="10201" y="18373"/>
                  <a:pt x="10149" y="18451"/>
                  <a:pt x="10149" y="18516"/>
                </a:cubicBezTo>
                <a:cubicBezTo>
                  <a:pt x="10149" y="18594"/>
                  <a:pt x="10137" y="18659"/>
                  <a:pt x="10215" y="18659"/>
                </a:cubicBezTo>
                <a:cubicBezTo>
                  <a:pt x="10253" y="18659"/>
                  <a:pt x="10293" y="18646"/>
                  <a:pt x="10319" y="18646"/>
                </a:cubicBezTo>
                <a:cubicBezTo>
                  <a:pt x="10326" y="18644"/>
                  <a:pt x="10332" y="18643"/>
                  <a:pt x="10338" y="18643"/>
                </a:cubicBezTo>
                <a:cubicBezTo>
                  <a:pt x="10366" y="18643"/>
                  <a:pt x="10384" y="18666"/>
                  <a:pt x="10384" y="18698"/>
                </a:cubicBezTo>
                <a:cubicBezTo>
                  <a:pt x="10397" y="18737"/>
                  <a:pt x="10397" y="18750"/>
                  <a:pt x="10449" y="18776"/>
                </a:cubicBezTo>
                <a:cubicBezTo>
                  <a:pt x="10460" y="18780"/>
                  <a:pt x="10473" y="18782"/>
                  <a:pt x="10486" y="18782"/>
                </a:cubicBezTo>
                <a:cubicBezTo>
                  <a:pt x="10518" y="18782"/>
                  <a:pt x="10555" y="18772"/>
                  <a:pt x="10592" y="18763"/>
                </a:cubicBezTo>
                <a:cubicBezTo>
                  <a:pt x="10631" y="18737"/>
                  <a:pt x="10657" y="18711"/>
                  <a:pt x="10696" y="18698"/>
                </a:cubicBezTo>
                <a:cubicBezTo>
                  <a:pt x="10709" y="18692"/>
                  <a:pt x="10732" y="18688"/>
                  <a:pt x="10756" y="18688"/>
                </a:cubicBezTo>
                <a:cubicBezTo>
                  <a:pt x="10781" y="18688"/>
                  <a:pt x="10807" y="18692"/>
                  <a:pt x="10826" y="18698"/>
                </a:cubicBezTo>
                <a:cubicBezTo>
                  <a:pt x="10852" y="18698"/>
                  <a:pt x="10865" y="18698"/>
                  <a:pt x="10878" y="18737"/>
                </a:cubicBezTo>
                <a:cubicBezTo>
                  <a:pt x="10904" y="18776"/>
                  <a:pt x="10904" y="18776"/>
                  <a:pt x="10944" y="18815"/>
                </a:cubicBezTo>
                <a:cubicBezTo>
                  <a:pt x="10982" y="18854"/>
                  <a:pt x="11100" y="18984"/>
                  <a:pt x="10996" y="18998"/>
                </a:cubicBezTo>
                <a:cubicBezTo>
                  <a:pt x="10961" y="18998"/>
                  <a:pt x="10920" y="18986"/>
                  <a:pt x="10878" y="18986"/>
                </a:cubicBezTo>
                <a:cubicBezTo>
                  <a:pt x="10857" y="18986"/>
                  <a:pt x="10835" y="18989"/>
                  <a:pt x="10813" y="18998"/>
                </a:cubicBezTo>
                <a:cubicBezTo>
                  <a:pt x="10793" y="18998"/>
                  <a:pt x="10794" y="18994"/>
                  <a:pt x="10794" y="18994"/>
                </a:cubicBezTo>
                <a:lnTo>
                  <a:pt x="10794" y="18994"/>
                </a:lnTo>
                <a:cubicBezTo>
                  <a:pt x="10794" y="18994"/>
                  <a:pt x="10793" y="18997"/>
                  <a:pt x="10774" y="19010"/>
                </a:cubicBezTo>
                <a:cubicBezTo>
                  <a:pt x="10761" y="19036"/>
                  <a:pt x="10774" y="19062"/>
                  <a:pt x="10748" y="19076"/>
                </a:cubicBezTo>
                <a:lnTo>
                  <a:pt x="10683" y="19076"/>
                </a:lnTo>
                <a:cubicBezTo>
                  <a:pt x="10644" y="19076"/>
                  <a:pt x="10605" y="19088"/>
                  <a:pt x="10579" y="19088"/>
                </a:cubicBezTo>
                <a:cubicBezTo>
                  <a:pt x="10488" y="19102"/>
                  <a:pt x="10410" y="19128"/>
                  <a:pt x="10331" y="19140"/>
                </a:cubicBezTo>
                <a:cubicBezTo>
                  <a:pt x="10241" y="19166"/>
                  <a:pt x="10163" y="19154"/>
                  <a:pt x="10097" y="19206"/>
                </a:cubicBezTo>
                <a:cubicBezTo>
                  <a:pt x="10059" y="19232"/>
                  <a:pt x="10045" y="19270"/>
                  <a:pt x="10007" y="19284"/>
                </a:cubicBezTo>
                <a:cubicBezTo>
                  <a:pt x="9998" y="19288"/>
                  <a:pt x="9989" y="19289"/>
                  <a:pt x="9981" y="19289"/>
                </a:cubicBezTo>
                <a:cubicBezTo>
                  <a:pt x="9963" y="19289"/>
                  <a:pt x="9946" y="19284"/>
                  <a:pt x="9929" y="19284"/>
                </a:cubicBezTo>
                <a:cubicBezTo>
                  <a:pt x="9877" y="19284"/>
                  <a:pt x="9799" y="19296"/>
                  <a:pt x="9733" y="19310"/>
                </a:cubicBezTo>
                <a:lnTo>
                  <a:pt x="9499" y="19348"/>
                </a:lnTo>
                <a:cubicBezTo>
                  <a:pt x="9408" y="19374"/>
                  <a:pt x="9356" y="19414"/>
                  <a:pt x="9278" y="19479"/>
                </a:cubicBezTo>
                <a:cubicBezTo>
                  <a:pt x="9238" y="19518"/>
                  <a:pt x="9200" y="19544"/>
                  <a:pt x="9148" y="19570"/>
                </a:cubicBezTo>
                <a:cubicBezTo>
                  <a:pt x="9108" y="19596"/>
                  <a:pt x="9082" y="19609"/>
                  <a:pt x="9070" y="19648"/>
                </a:cubicBezTo>
                <a:cubicBezTo>
                  <a:pt x="9044" y="19687"/>
                  <a:pt x="9030" y="19726"/>
                  <a:pt x="9070" y="19752"/>
                </a:cubicBezTo>
                <a:cubicBezTo>
                  <a:pt x="9096" y="19791"/>
                  <a:pt x="9160" y="19804"/>
                  <a:pt x="9200" y="19817"/>
                </a:cubicBezTo>
                <a:cubicBezTo>
                  <a:pt x="9265" y="19830"/>
                  <a:pt x="9304" y="19882"/>
                  <a:pt x="9369" y="19908"/>
                </a:cubicBezTo>
                <a:cubicBezTo>
                  <a:pt x="9382" y="19908"/>
                  <a:pt x="9408" y="19908"/>
                  <a:pt x="9421" y="19921"/>
                </a:cubicBezTo>
                <a:cubicBezTo>
                  <a:pt x="9434" y="19934"/>
                  <a:pt x="9421" y="19947"/>
                  <a:pt x="9421" y="19961"/>
                </a:cubicBezTo>
                <a:cubicBezTo>
                  <a:pt x="9434" y="19999"/>
                  <a:pt x="9473" y="20025"/>
                  <a:pt x="9499" y="20039"/>
                </a:cubicBezTo>
                <a:cubicBezTo>
                  <a:pt x="9551" y="20065"/>
                  <a:pt x="9577" y="20065"/>
                  <a:pt x="9616" y="20091"/>
                </a:cubicBezTo>
                <a:cubicBezTo>
                  <a:pt x="9629" y="20103"/>
                  <a:pt x="9642" y="20117"/>
                  <a:pt x="9655" y="20143"/>
                </a:cubicBezTo>
                <a:cubicBezTo>
                  <a:pt x="9694" y="20169"/>
                  <a:pt x="9746" y="20181"/>
                  <a:pt x="9799" y="20195"/>
                </a:cubicBezTo>
                <a:cubicBezTo>
                  <a:pt x="9837" y="20195"/>
                  <a:pt x="9851" y="20207"/>
                  <a:pt x="9877" y="20259"/>
                </a:cubicBezTo>
                <a:lnTo>
                  <a:pt x="9877" y="20285"/>
                </a:lnTo>
                <a:cubicBezTo>
                  <a:pt x="9889" y="20299"/>
                  <a:pt x="9915" y="20299"/>
                  <a:pt x="9929" y="20311"/>
                </a:cubicBezTo>
                <a:cubicBezTo>
                  <a:pt x="9955" y="20337"/>
                  <a:pt x="9967" y="20377"/>
                  <a:pt x="9993" y="20389"/>
                </a:cubicBezTo>
                <a:cubicBezTo>
                  <a:pt x="10033" y="20415"/>
                  <a:pt x="10059" y="20429"/>
                  <a:pt x="10071" y="20467"/>
                </a:cubicBezTo>
                <a:cubicBezTo>
                  <a:pt x="10087" y="20530"/>
                  <a:pt x="10055" y="20549"/>
                  <a:pt x="10006" y="20549"/>
                </a:cubicBezTo>
                <a:cubicBezTo>
                  <a:pt x="9933" y="20549"/>
                  <a:pt x="9824" y="20507"/>
                  <a:pt x="9785" y="20507"/>
                </a:cubicBezTo>
                <a:cubicBezTo>
                  <a:pt x="9720" y="20507"/>
                  <a:pt x="9668" y="20507"/>
                  <a:pt x="9603" y="20493"/>
                </a:cubicBezTo>
                <a:cubicBezTo>
                  <a:pt x="9577" y="20487"/>
                  <a:pt x="9554" y="20487"/>
                  <a:pt x="9532" y="20487"/>
                </a:cubicBezTo>
                <a:cubicBezTo>
                  <a:pt x="9509" y="20487"/>
                  <a:pt x="9486" y="20487"/>
                  <a:pt x="9460" y="20481"/>
                </a:cubicBezTo>
                <a:cubicBezTo>
                  <a:pt x="9408" y="20481"/>
                  <a:pt x="9369" y="20441"/>
                  <a:pt x="9330" y="20415"/>
                </a:cubicBezTo>
                <a:cubicBezTo>
                  <a:pt x="9265" y="20377"/>
                  <a:pt x="9200" y="20377"/>
                  <a:pt x="9134" y="20351"/>
                </a:cubicBezTo>
                <a:cubicBezTo>
                  <a:pt x="9082" y="20337"/>
                  <a:pt x="9044" y="20299"/>
                  <a:pt x="8992" y="20285"/>
                </a:cubicBezTo>
                <a:cubicBezTo>
                  <a:pt x="8952" y="20285"/>
                  <a:pt x="8926" y="20285"/>
                  <a:pt x="8888" y="20273"/>
                </a:cubicBezTo>
                <a:cubicBezTo>
                  <a:pt x="8822" y="20247"/>
                  <a:pt x="8784" y="20207"/>
                  <a:pt x="8718" y="20207"/>
                </a:cubicBezTo>
                <a:cubicBezTo>
                  <a:pt x="8614" y="20207"/>
                  <a:pt x="8510" y="20299"/>
                  <a:pt x="8445" y="20351"/>
                </a:cubicBezTo>
                <a:cubicBezTo>
                  <a:pt x="8419" y="20377"/>
                  <a:pt x="8367" y="20389"/>
                  <a:pt x="8354" y="20403"/>
                </a:cubicBezTo>
                <a:cubicBezTo>
                  <a:pt x="8328" y="20441"/>
                  <a:pt x="8341" y="20520"/>
                  <a:pt x="8341" y="20572"/>
                </a:cubicBezTo>
                <a:cubicBezTo>
                  <a:pt x="8341" y="20637"/>
                  <a:pt x="8354" y="20702"/>
                  <a:pt x="8380" y="20767"/>
                </a:cubicBezTo>
                <a:cubicBezTo>
                  <a:pt x="8406" y="20845"/>
                  <a:pt x="8497" y="20871"/>
                  <a:pt x="8549" y="20936"/>
                </a:cubicBezTo>
                <a:cubicBezTo>
                  <a:pt x="8601" y="21001"/>
                  <a:pt x="8601" y="21054"/>
                  <a:pt x="8653" y="21092"/>
                </a:cubicBezTo>
                <a:cubicBezTo>
                  <a:pt x="8679" y="21106"/>
                  <a:pt x="8679" y="21106"/>
                  <a:pt x="8692" y="21118"/>
                </a:cubicBezTo>
                <a:cubicBezTo>
                  <a:pt x="8732" y="21132"/>
                  <a:pt x="8770" y="21118"/>
                  <a:pt x="8810" y="21144"/>
                </a:cubicBezTo>
                <a:cubicBezTo>
                  <a:pt x="8874" y="21170"/>
                  <a:pt x="8900" y="21210"/>
                  <a:pt x="8966" y="21236"/>
                </a:cubicBezTo>
                <a:cubicBezTo>
                  <a:pt x="9044" y="21262"/>
                  <a:pt x="9108" y="21274"/>
                  <a:pt x="9186" y="21274"/>
                </a:cubicBezTo>
                <a:cubicBezTo>
                  <a:pt x="9221" y="21274"/>
                  <a:pt x="9267" y="21280"/>
                  <a:pt x="9314" y="21280"/>
                </a:cubicBezTo>
                <a:cubicBezTo>
                  <a:pt x="9337" y="21280"/>
                  <a:pt x="9360" y="21279"/>
                  <a:pt x="9382" y="21274"/>
                </a:cubicBezTo>
                <a:cubicBezTo>
                  <a:pt x="9447" y="21236"/>
                  <a:pt x="9499" y="21158"/>
                  <a:pt x="9564" y="21118"/>
                </a:cubicBezTo>
                <a:cubicBezTo>
                  <a:pt x="9577" y="21106"/>
                  <a:pt x="9603" y="21080"/>
                  <a:pt x="9629" y="21080"/>
                </a:cubicBezTo>
                <a:lnTo>
                  <a:pt x="9681" y="21080"/>
                </a:lnTo>
                <a:cubicBezTo>
                  <a:pt x="9720" y="21066"/>
                  <a:pt x="9746" y="21027"/>
                  <a:pt x="9785" y="21001"/>
                </a:cubicBezTo>
                <a:cubicBezTo>
                  <a:pt x="9825" y="20975"/>
                  <a:pt x="9851" y="20962"/>
                  <a:pt x="9889" y="20962"/>
                </a:cubicBezTo>
                <a:cubicBezTo>
                  <a:pt x="9908" y="20959"/>
                  <a:pt x="9925" y="20957"/>
                  <a:pt x="9941" y="20957"/>
                </a:cubicBezTo>
                <a:cubicBezTo>
                  <a:pt x="9987" y="20957"/>
                  <a:pt x="10020" y="20972"/>
                  <a:pt x="10059" y="21001"/>
                </a:cubicBezTo>
                <a:cubicBezTo>
                  <a:pt x="10097" y="21040"/>
                  <a:pt x="10111" y="21040"/>
                  <a:pt x="10175" y="21040"/>
                </a:cubicBezTo>
                <a:cubicBezTo>
                  <a:pt x="10201" y="21040"/>
                  <a:pt x="10215" y="21040"/>
                  <a:pt x="10253" y="21027"/>
                </a:cubicBezTo>
                <a:cubicBezTo>
                  <a:pt x="10265" y="21024"/>
                  <a:pt x="10274" y="21022"/>
                  <a:pt x="10283" y="21022"/>
                </a:cubicBezTo>
                <a:cubicBezTo>
                  <a:pt x="10304" y="21022"/>
                  <a:pt x="10321" y="21031"/>
                  <a:pt x="10358" y="21040"/>
                </a:cubicBezTo>
                <a:cubicBezTo>
                  <a:pt x="10462" y="21080"/>
                  <a:pt x="10566" y="21066"/>
                  <a:pt x="10657" y="21106"/>
                </a:cubicBezTo>
                <a:cubicBezTo>
                  <a:pt x="10735" y="21132"/>
                  <a:pt x="10826" y="21170"/>
                  <a:pt x="10904" y="21184"/>
                </a:cubicBezTo>
                <a:cubicBezTo>
                  <a:pt x="10973" y="21184"/>
                  <a:pt x="11037" y="21178"/>
                  <a:pt x="11103" y="21178"/>
                </a:cubicBezTo>
                <a:cubicBezTo>
                  <a:pt x="11136" y="21178"/>
                  <a:pt x="11169" y="21179"/>
                  <a:pt x="11204" y="21184"/>
                </a:cubicBezTo>
                <a:cubicBezTo>
                  <a:pt x="11242" y="21184"/>
                  <a:pt x="11294" y="21196"/>
                  <a:pt x="11334" y="21196"/>
                </a:cubicBezTo>
                <a:cubicBezTo>
                  <a:pt x="11360" y="21196"/>
                  <a:pt x="11372" y="21210"/>
                  <a:pt x="11398" y="21222"/>
                </a:cubicBezTo>
                <a:cubicBezTo>
                  <a:pt x="11412" y="21404"/>
                  <a:pt x="11412" y="21586"/>
                  <a:pt x="11412" y="21782"/>
                </a:cubicBezTo>
                <a:cubicBezTo>
                  <a:pt x="11204" y="22263"/>
                  <a:pt x="10918" y="22862"/>
                  <a:pt x="10462" y="22966"/>
                </a:cubicBezTo>
                <a:cubicBezTo>
                  <a:pt x="10423" y="22979"/>
                  <a:pt x="10384" y="22979"/>
                  <a:pt x="10345" y="22979"/>
                </a:cubicBezTo>
                <a:cubicBezTo>
                  <a:pt x="10345" y="22953"/>
                  <a:pt x="10358" y="22940"/>
                  <a:pt x="10358" y="22927"/>
                </a:cubicBezTo>
                <a:lnTo>
                  <a:pt x="10358" y="22927"/>
                </a:lnTo>
                <a:cubicBezTo>
                  <a:pt x="10345" y="22940"/>
                  <a:pt x="10319" y="22953"/>
                  <a:pt x="10305" y="22979"/>
                </a:cubicBezTo>
                <a:cubicBezTo>
                  <a:pt x="10201" y="22969"/>
                  <a:pt x="10096" y="22939"/>
                  <a:pt x="9985" y="22939"/>
                </a:cubicBezTo>
                <a:cubicBezTo>
                  <a:pt x="9945" y="22939"/>
                  <a:pt x="9905" y="22943"/>
                  <a:pt x="9863" y="22953"/>
                </a:cubicBezTo>
                <a:cubicBezTo>
                  <a:pt x="9616" y="23031"/>
                  <a:pt x="9238" y="23344"/>
                  <a:pt x="9134" y="23564"/>
                </a:cubicBezTo>
                <a:cubicBezTo>
                  <a:pt x="9096" y="23656"/>
                  <a:pt x="9070" y="23773"/>
                  <a:pt x="9044" y="23903"/>
                </a:cubicBezTo>
                <a:cubicBezTo>
                  <a:pt x="8952" y="23877"/>
                  <a:pt x="8848" y="23838"/>
                  <a:pt x="8744" y="23812"/>
                </a:cubicBezTo>
                <a:cubicBezTo>
                  <a:pt x="9096" y="23057"/>
                  <a:pt x="9447" y="22315"/>
                  <a:pt x="9799" y="21574"/>
                </a:cubicBezTo>
                <a:lnTo>
                  <a:pt x="9799" y="21574"/>
                </a:lnTo>
                <a:cubicBezTo>
                  <a:pt x="9160" y="22211"/>
                  <a:pt x="8523" y="22862"/>
                  <a:pt x="7885" y="23500"/>
                </a:cubicBezTo>
                <a:cubicBezTo>
                  <a:pt x="7859" y="23486"/>
                  <a:pt x="7833" y="23474"/>
                  <a:pt x="7807" y="23474"/>
                </a:cubicBezTo>
                <a:cubicBezTo>
                  <a:pt x="8055" y="22693"/>
                  <a:pt x="8289" y="21912"/>
                  <a:pt x="8536" y="21132"/>
                </a:cubicBezTo>
                <a:lnTo>
                  <a:pt x="8536" y="21132"/>
                </a:lnTo>
                <a:cubicBezTo>
                  <a:pt x="8067" y="21808"/>
                  <a:pt x="7665" y="22523"/>
                  <a:pt x="7313" y="23252"/>
                </a:cubicBezTo>
                <a:cubicBezTo>
                  <a:pt x="7300" y="23252"/>
                  <a:pt x="7287" y="23240"/>
                  <a:pt x="7261" y="23240"/>
                </a:cubicBezTo>
                <a:cubicBezTo>
                  <a:pt x="7235" y="23226"/>
                  <a:pt x="7209" y="23200"/>
                  <a:pt x="7183" y="23187"/>
                </a:cubicBezTo>
                <a:cubicBezTo>
                  <a:pt x="7261" y="22147"/>
                  <a:pt x="7456" y="21106"/>
                  <a:pt x="7795" y="20117"/>
                </a:cubicBezTo>
                <a:lnTo>
                  <a:pt x="7795" y="20117"/>
                </a:lnTo>
                <a:cubicBezTo>
                  <a:pt x="7170" y="20923"/>
                  <a:pt x="6806" y="21925"/>
                  <a:pt x="6728" y="22940"/>
                </a:cubicBezTo>
                <a:cubicBezTo>
                  <a:pt x="6676" y="22901"/>
                  <a:pt x="6610" y="22862"/>
                  <a:pt x="6546" y="22823"/>
                </a:cubicBezTo>
                <a:cubicBezTo>
                  <a:pt x="6402" y="22211"/>
                  <a:pt x="6350" y="21574"/>
                  <a:pt x="6428" y="20949"/>
                </a:cubicBezTo>
                <a:lnTo>
                  <a:pt x="6428" y="20949"/>
                </a:lnTo>
                <a:cubicBezTo>
                  <a:pt x="6194" y="21418"/>
                  <a:pt x="6038" y="21938"/>
                  <a:pt x="5959" y="22459"/>
                </a:cubicBezTo>
                <a:cubicBezTo>
                  <a:pt x="5751" y="22329"/>
                  <a:pt x="5531" y="22225"/>
                  <a:pt x="5322" y="22173"/>
                </a:cubicBezTo>
                <a:cubicBezTo>
                  <a:pt x="5036" y="22081"/>
                  <a:pt x="4750" y="22068"/>
                  <a:pt x="4464" y="22068"/>
                </a:cubicBezTo>
                <a:cubicBezTo>
                  <a:pt x="4346" y="19374"/>
                  <a:pt x="4229" y="15913"/>
                  <a:pt x="4203" y="12374"/>
                </a:cubicBezTo>
                <a:lnTo>
                  <a:pt x="4203" y="12374"/>
                </a:lnTo>
                <a:cubicBezTo>
                  <a:pt x="4684" y="13715"/>
                  <a:pt x="5465" y="14950"/>
                  <a:pt x="6506" y="16005"/>
                </a:cubicBezTo>
                <a:cubicBezTo>
                  <a:pt x="6298" y="14495"/>
                  <a:pt x="5999" y="13012"/>
                  <a:pt x="5569" y="11541"/>
                </a:cubicBezTo>
                <a:lnTo>
                  <a:pt x="5569" y="11541"/>
                </a:lnTo>
                <a:cubicBezTo>
                  <a:pt x="5673" y="11763"/>
                  <a:pt x="5765" y="11984"/>
                  <a:pt x="5881" y="12205"/>
                </a:cubicBezTo>
                <a:cubicBezTo>
                  <a:pt x="6598" y="13701"/>
                  <a:pt x="7560" y="14860"/>
                  <a:pt x="8888" y="15849"/>
                </a:cubicBezTo>
                <a:cubicBezTo>
                  <a:pt x="8822" y="14560"/>
                  <a:pt x="8497" y="13285"/>
                  <a:pt x="7937" y="12114"/>
                </a:cubicBezTo>
                <a:lnTo>
                  <a:pt x="7937" y="12114"/>
                </a:lnTo>
                <a:cubicBezTo>
                  <a:pt x="8653" y="12674"/>
                  <a:pt x="9395" y="13207"/>
                  <a:pt x="10175" y="13689"/>
                </a:cubicBezTo>
                <a:cubicBezTo>
                  <a:pt x="9720" y="11971"/>
                  <a:pt x="8784" y="10396"/>
                  <a:pt x="7547" y="9135"/>
                </a:cubicBezTo>
                <a:lnTo>
                  <a:pt x="7547" y="9135"/>
                </a:lnTo>
                <a:cubicBezTo>
                  <a:pt x="8806" y="9782"/>
                  <a:pt x="10201" y="10154"/>
                  <a:pt x="11617" y="10154"/>
                </a:cubicBezTo>
                <a:cubicBezTo>
                  <a:pt x="11709" y="10154"/>
                  <a:pt x="11801" y="10153"/>
                  <a:pt x="11893" y="10149"/>
                </a:cubicBezTo>
                <a:cubicBezTo>
                  <a:pt x="10566" y="8432"/>
                  <a:pt x="8510" y="7313"/>
                  <a:pt x="6363" y="7065"/>
                </a:cubicBezTo>
                <a:cubicBezTo>
                  <a:pt x="8041" y="6753"/>
                  <a:pt x="9668" y="6116"/>
                  <a:pt x="11100" y="5205"/>
                </a:cubicBezTo>
                <a:cubicBezTo>
                  <a:pt x="10509" y="5053"/>
                  <a:pt x="9917" y="4977"/>
                  <a:pt x="9335" y="4977"/>
                </a:cubicBezTo>
                <a:cubicBezTo>
                  <a:pt x="8072" y="4977"/>
                  <a:pt x="6859" y="5334"/>
                  <a:pt x="5817" y="6038"/>
                </a:cubicBezTo>
                <a:cubicBezTo>
                  <a:pt x="6884" y="4710"/>
                  <a:pt x="7482" y="2993"/>
                  <a:pt x="7430" y="1288"/>
                </a:cubicBezTo>
                <a:lnTo>
                  <a:pt x="7430" y="1288"/>
                </a:lnTo>
                <a:cubicBezTo>
                  <a:pt x="6025" y="2433"/>
                  <a:pt x="5257" y="3760"/>
                  <a:pt x="4866" y="5269"/>
                </a:cubicBezTo>
                <a:cubicBezTo>
                  <a:pt x="4945" y="3409"/>
                  <a:pt x="4632" y="1548"/>
                  <a:pt x="365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 descr="A cartoon of a child with books&#10;&#10;Description automatically generated">
            <a:extLst>
              <a:ext uri="{FF2B5EF4-FFF2-40B4-BE49-F238E27FC236}">
                <a16:creationId xmlns:a16="http://schemas.microsoft.com/office/drawing/2014/main" id="{8D16D685-C01B-C3D1-10E7-7437CAB3C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238" y="2038350"/>
            <a:ext cx="4862491" cy="3297828"/>
          </a:xfrm>
          <a:prstGeom prst="rect">
            <a:avLst/>
          </a:prstGeom>
        </p:spPr>
      </p:pic>
      <p:pic>
        <p:nvPicPr>
          <p:cNvPr id="12" name="Picture 25">
            <a:extLst>
              <a:ext uri="{FF2B5EF4-FFF2-40B4-BE49-F238E27FC236}">
                <a16:creationId xmlns:a16="http://schemas.microsoft.com/office/drawing/2014/main" id="{1EDFCAF4-2813-DB24-F52B-B283784EA2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13043780" flipH="1" flipV="1">
            <a:off x="5626227" y="4025492"/>
            <a:ext cx="420944" cy="5229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91FE83-8A7F-20F5-4FB0-B693A0A47A0C}"/>
              </a:ext>
            </a:extLst>
          </p:cNvPr>
          <p:cNvSpPr txBox="1"/>
          <p:nvPr/>
        </p:nvSpPr>
        <p:spPr>
          <a:xfrm>
            <a:off x="4748317" y="2383642"/>
            <a:ext cx="15575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accent5"/>
                </a:solidFill>
                <a:effectLst/>
                <a:latin typeface="Söhne"/>
              </a:rPr>
              <a:t>Why does the hawk sound like it's giving a TED Talk on ego?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C1499-D008-AD85-6BB6-70D5F3085E60}"/>
              </a:ext>
            </a:extLst>
          </p:cNvPr>
          <p:cNvSpPr txBox="1"/>
          <p:nvPr/>
        </p:nvSpPr>
        <p:spPr>
          <a:xfrm rot="19240859">
            <a:off x="2057048" y="2738207"/>
            <a:ext cx="12414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0" i="0" dirty="0">
                <a:solidFill>
                  <a:schemeClr val="accent5"/>
                </a:solidFill>
                <a:effectLst/>
                <a:latin typeface="Söhne"/>
              </a:rPr>
              <a:t>Is the hawk's viewpoint a commentary on human dominance over nature?</a:t>
            </a:r>
            <a:endParaRPr lang="en-US" sz="9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0" presetClass="entr" presetSubtype="102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6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" decel="50000" autoRev="1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4" fill="hold">
                                          <p:stCondLst>
                                            <p:cond delay="8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8" presetClass="emph" presetSubtype="128" accel="20000" decel="2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0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7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7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2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8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8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>
            <a:spLocks noGrp="1"/>
          </p:cNvSpPr>
          <p:nvPr>
            <p:ph type="title"/>
          </p:nvPr>
        </p:nvSpPr>
        <p:spPr>
          <a:xfrm>
            <a:off x="455370" y="-568818"/>
            <a:ext cx="8102703" cy="241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73" name="Google Shape;373;p45"/>
          <p:cNvSpPr/>
          <p:nvPr/>
        </p:nvSpPr>
        <p:spPr>
          <a:xfrm>
            <a:off x="6179474" y="1942980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5"/>
          <p:cNvSpPr/>
          <p:nvPr/>
        </p:nvSpPr>
        <p:spPr>
          <a:xfrm>
            <a:off x="6704446" y="2619200"/>
            <a:ext cx="1679023" cy="1301801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40480"/>
                </a:schemeClr>
              </a:gs>
              <a:gs pos="100000">
                <a:schemeClr val="accent3">
                  <a:alpha val="404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5"/>
          <p:cNvSpPr/>
          <p:nvPr/>
        </p:nvSpPr>
        <p:spPr>
          <a:xfrm flipH="1">
            <a:off x="-1" y="122230"/>
            <a:ext cx="8781692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5"/>
          <p:cNvSpPr/>
          <p:nvPr/>
        </p:nvSpPr>
        <p:spPr>
          <a:xfrm flipH="1">
            <a:off x="433187" y="1963587"/>
            <a:ext cx="1535459" cy="1190479"/>
          </a:xfrm>
          <a:custGeom>
            <a:avLst/>
            <a:gdLst/>
            <a:ahLst/>
            <a:cxnLst/>
            <a:rect l="l" t="t" r="r" b="b"/>
            <a:pathLst>
              <a:path w="71425" h="55384" extrusionOk="0">
                <a:moveTo>
                  <a:pt x="68283" y="79"/>
                </a:moveTo>
                <a:cubicBezTo>
                  <a:pt x="68157" y="0"/>
                  <a:pt x="67939" y="79"/>
                  <a:pt x="66281" y="752"/>
                </a:cubicBezTo>
                <a:cubicBezTo>
                  <a:pt x="64905" y="1315"/>
                  <a:pt x="64593" y="1440"/>
                  <a:pt x="64201" y="1597"/>
                </a:cubicBezTo>
                <a:cubicBezTo>
                  <a:pt x="63388" y="1909"/>
                  <a:pt x="61512" y="2566"/>
                  <a:pt x="61465" y="2550"/>
                </a:cubicBezTo>
                <a:cubicBezTo>
                  <a:pt x="61449" y="2535"/>
                  <a:pt x="61512" y="2487"/>
                  <a:pt x="61590" y="2410"/>
                </a:cubicBezTo>
                <a:cubicBezTo>
                  <a:pt x="61793" y="2253"/>
                  <a:pt x="62310" y="1722"/>
                  <a:pt x="62544" y="1424"/>
                </a:cubicBezTo>
                <a:cubicBezTo>
                  <a:pt x="62748" y="1174"/>
                  <a:pt x="62919" y="877"/>
                  <a:pt x="62966" y="736"/>
                </a:cubicBezTo>
                <a:cubicBezTo>
                  <a:pt x="62998" y="627"/>
                  <a:pt x="62935" y="548"/>
                  <a:pt x="62841" y="548"/>
                </a:cubicBezTo>
                <a:cubicBezTo>
                  <a:pt x="62810" y="548"/>
                  <a:pt x="62622" y="611"/>
                  <a:pt x="62404" y="705"/>
                </a:cubicBezTo>
                <a:cubicBezTo>
                  <a:pt x="62185" y="784"/>
                  <a:pt x="61716" y="971"/>
                  <a:pt x="61372" y="1111"/>
                </a:cubicBezTo>
                <a:cubicBezTo>
                  <a:pt x="59745" y="1722"/>
                  <a:pt x="58088" y="2410"/>
                  <a:pt x="57040" y="2894"/>
                </a:cubicBezTo>
                <a:cubicBezTo>
                  <a:pt x="56508" y="3144"/>
                  <a:pt x="53210" y="4786"/>
                  <a:pt x="51552" y="5631"/>
                </a:cubicBezTo>
                <a:cubicBezTo>
                  <a:pt x="50535" y="6146"/>
                  <a:pt x="50176" y="6319"/>
                  <a:pt x="49097" y="6771"/>
                </a:cubicBezTo>
                <a:cubicBezTo>
                  <a:pt x="48144" y="7194"/>
                  <a:pt x="47596" y="7491"/>
                  <a:pt x="46799" y="8070"/>
                </a:cubicBezTo>
                <a:cubicBezTo>
                  <a:pt x="46752" y="8101"/>
                  <a:pt x="46549" y="8210"/>
                  <a:pt x="46345" y="8289"/>
                </a:cubicBezTo>
                <a:cubicBezTo>
                  <a:pt x="45688" y="8585"/>
                  <a:pt x="45282" y="8820"/>
                  <a:pt x="44437" y="9398"/>
                </a:cubicBezTo>
                <a:cubicBezTo>
                  <a:pt x="43750" y="9852"/>
                  <a:pt x="43578" y="9992"/>
                  <a:pt x="42905" y="10571"/>
                </a:cubicBezTo>
                <a:cubicBezTo>
                  <a:pt x="42233" y="11166"/>
                  <a:pt x="41483" y="11900"/>
                  <a:pt x="41233" y="12260"/>
                </a:cubicBezTo>
                <a:cubicBezTo>
                  <a:pt x="40044" y="13870"/>
                  <a:pt x="39528" y="14683"/>
                  <a:pt x="38902" y="15934"/>
                </a:cubicBezTo>
                <a:cubicBezTo>
                  <a:pt x="38308" y="17138"/>
                  <a:pt x="38168" y="17998"/>
                  <a:pt x="38356" y="19280"/>
                </a:cubicBezTo>
                <a:cubicBezTo>
                  <a:pt x="38481" y="20141"/>
                  <a:pt x="38809" y="21469"/>
                  <a:pt x="39169" y="22642"/>
                </a:cubicBezTo>
                <a:cubicBezTo>
                  <a:pt x="39294" y="23064"/>
                  <a:pt x="39450" y="23518"/>
                  <a:pt x="39497" y="23674"/>
                </a:cubicBezTo>
                <a:cubicBezTo>
                  <a:pt x="39809" y="24721"/>
                  <a:pt x="39903" y="25034"/>
                  <a:pt x="40059" y="25503"/>
                </a:cubicBezTo>
                <a:cubicBezTo>
                  <a:pt x="40716" y="27583"/>
                  <a:pt x="41358" y="29787"/>
                  <a:pt x="41529" y="30569"/>
                </a:cubicBezTo>
                <a:cubicBezTo>
                  <a:pt x="41592" y="30882"/>
                  <a:pt x="41733" y="31789"/>
                  <a:pt x="41779" y="32211"/>
                </a:cubicBezTo>
                <a:cubicBezTo>
                  <a:pt x="41796" y="32383"/>
                  <a:pt x="41811" y="32820"/>
                  <a:pt x="41811" y="33149"/>
                </a:cubicBezTo>
                <a:cubicBezTo>
                  <a:pt x="41811" y="34056"/>
                  <a:pt x="41796" y="34103"/>
                  <a:pt x="41217" y="35260"/>
                </a:cubicBezTo>
                <a:cubicBezTo>
                  <a:pt x="40810" y="36041"/>
                  <a:pt x="40591" y="36385"/>
                  <a:pt x="40295" y="36667"/>
                </a:cubicBezTo>
                <a:cubicBezTo>
                  <a:pt x="40059" y="36902"/>
                  <a:pt x="39513" y="37309"/>
                  <a:pt x="39340" y="37386"/>
                </a:cubicBezTo>
                <a:cubicBezTo>
                  <a:pt x="39278" y="37417"/>
                  <a:pt x="39075" y="37496"/>
                  <a:pt x="38902" y="37542"/>
                </a:cubicBezTo>
                <a:cubicBezTo>
                  <a:pt x="38496" y="37684"/>
                  <a:pt x="37855" y="37997"/>
                  <a:pt x="37605" y="38184"/>
                </a:cubicBezTo>
                <a:lnTo>
                  <a:pt x="37433" y="38324"/>
                </a:lnTo>
                <a:lnTo>
                  <a:pt x="37026" y="38309"/>
                </a:lnTo>
                <a:cubicBezTo>
                  <a:pt x="36417" y="38278"/>
                  <a:pt x="36292" y="38215"/>
                  <a:pt x="35385" y="37559"/>
                </a:cubicBezTo>
                <a:cubicBezTo>
                  <a:pt x="34868" y="37183"/>
                  <a:pt x="34306" y="36777"/>
                  <a:pt x="33930" y="36511"/>
                </a:cubicBezTo>
                <a:cubicBezTo>
                  <a:pt x="33603" y="36292"/>
                  <a:pt x="32915" y="35948"/>
                  <a:pt x="32617" y="35839"/>
                </a:cubicBezTo>
                <a:cubicBezTo>
                  <a:pt x="32523" y="35808"/>
                  <a:pt x="32304" y="35729"/>
                  <a:pt x="32133" y="35666"/>
                </a:cubicBezTo>
                <a:cubicBezTo>
                  <a:pt x="31945" y="35604"/>
                  <a:pt x="31522" y="35464"/>
                  <a:pt x="31178" y="35353"/>
                </a:cubicBezTo>
                <a:cubicBezTo>
                  <a:pt x="29896" y="34963"/>
                  <a:pt x="29131" y="34619"/>
                  <a:pt x="27707" y="33852"/>
                </a:cubicBezTo>
                <a:cubicBezTo>
                  <a:pt x="26769" y="33337"/>
                  <a:pt x="26675" y="33290"/>
                  <a:pt x="26112" y="32993"/>
                </a:cubicBezTo>
                <a:cubicBezTo>
                  <a:pt x="24284" y="32070"/>
                  <a:pt x="23642" y="31899"/>
                  <a:pt x="21657" y="31851"/>
                </a:cubicBezTo>
                <a:cubicBezTo>
                  <a:pt x="21438" y="31836"/>
                  <a:pt x="21125" y="31851"/>
                  <a:pt x="20969" y="31867"/>
                </a:cubicBezTo>
                <a:cubicBezTo>
                  <a:pt x="20656" y="31882"/>
                  <a:pt x="19906" y="31992"/>
                  <a:pt x="19514" y="32070"/>
                </a:cubicBezTo>
                <a:cubicBezTo>
                  <a:pt x="19405" y="32086"/>
                  <a:pt x="19139" y="32133"/>
                  <a:pt x="18936" y="32180"/>
                </a:cubicBezTo>
                <a:cubicBezTo>
                  <a:pt x="18717" y="32226"/>
                  <a:pt x="18342" y="32305"/>
                  <a:pt x="18076" y="32368"/>
                </a:cubicBezTo>
                <a:cubicBezTo>
                  <a:pt x="17826" y="32414"/>
                  <a:pt x="17435" y="32493"/>
                  <a:pt x="17200" y="32539"/>
                </a:cubicBezTo>
                <a:cubicBezTo>
                  <a:pt x="16372" y="32695"/>
                  <a:pt x="16278" y="32727"/>
                  <a:pt x="14934" y="33306"/>
                </a:cubicBezTo>
                <a:cubicBezTo>
                  <a:pt x="14246" y="33602"/>
                  <a:pt x="13917" y="33727"/>
                  <a:pt x="13104" y="34025"/>
                </a:cubicBezTo>
                <a:cubicBezTo>
                  <a:pt x="12447" y="34275"/>
                  <a:pt x="11384" y="34713"/>
                  <a:pt x="10383" y="35182"/>
                </a:cubicBezTo>
                <a:cubicBezTo>
                  <a:pt x="9273" y="35682"/>
                  <a:pt x="7975" y="36229"/>
                  <a:pt x="7022" y="36589"/>
                </a:cubicBezTo>
                <a:cubicBezTo>
                  <a:pt x="5598" y="37105"/>
                  <a:pt x="5427" y="37198"/>
                  <a:pt x="4770" y="37730"/>
                </a:cubicBezTo>
                <a:cubicBezTo>
                  <a:pt x="4333" y="38090"/>
                  <a:pt x="4145" y="38247"/>
                  <a:pt x="2394" y="39842"/>
                </a:cubicBezTo>
                <a:cubicBezTo>
                  <a:pt x="1" y="42031"/>
                  <a:pt x="32" y="41983"/>
                  <a:pt x="32" y="42156"/>
                </a:cubicBezTo>
                <a:cubicBezTo>
                  <a:pt x="32" y="42421"/>
                  <a:pt x="345" y="42531"/>
                  <a:pt x="768" y="42421"/>
                </a:cubicBezTo>
                <a:cubicBezTo>
                  <a:pt x="1237" y="42296"/>
                  <a:pt x="2237" y="41937"/>
                  <a:pt x="2738" y="41702"/>
                </a:cubicBezTo>
                <a:cubicBezTo>
                  <a:pt x="3238" y="41451"/>
                  <a:pt x="4739" y="40607"/>
                  <a:pt x="5208" y="40294"/>
                </a:cubicBezTo>
                <a:cubicBezTo>
                  <a:pt x="5379" y="40169"/>
                  <a:pt x="5348" y="40232"/>
                  <a:pt x="5098" y="40467"/>
                </a:cubicBezTo>
                <a:cubicBezTo>
                  <a:pt x="4848" y="40717"/>
                  <a:pt x="4598" y="41014"/>
                  <a:pt x="4285" y="41483"/>
                </a:cubicBezTo>
                <a:cubicBezTo>
                  <a:pt x="4066" y="41812"/>
                  <a:pt x="3832" y="42139"/>
                  <a:pt x="3582" y="42468"/>
                </a:cubicBezTo>
                <a:cubicBezTo>
                  <a:pt x="3488" y="42608"/>
                  <a:pt x="3207" y="43031"/>
                  <a:pt x="2972" y="43390"/>
                </a:cubicBezTo>
                <a:cubicBezTo>
                  <a:pt x="2346" y="44345"/>
                  <a:pt x="2096" y="44704"/>
                  <a:pt x="1674" y="45267"/>
                </a:cubicBezTo>
                <a:cubicBezTo>
                  <a:pt x="1439" y="45611"/>
                  <a:pt x="1220" y="45954"/>
                  <a:pt x="1158" y="46111"/>
                </a:cubicBezTo>
                <a:cubicBezTo>
                  <a:pt x="1080" y="46330"/>
                  <a:pt x="1205" y="46440"/>
                  <a:pt x="1471" y="46392"/>
                </a:cubicBezTo>
                <a:cubicBezTo>
                  <a:pt x="1800" y="46330"/>
                  <a:pt x="2800" y="45971"/>
                  <a:pt x="3238" y="45752"/>
                </a:cubicBezTo>
                <a:cubicBezTo>
                  <a:pt x="3785" y="45470"/>
                  <a:pt x="3957" y="45360"/>
                  <a:pt x="4535" y="44845"/>
                </a:cubicBezTo>
                <a:cubicBezTo>
                  <a:pt x="5004" y="44438"/>
                  <a:pt x="5177" y="44251"/>
                  <a:pt x="5615" y="43688"/>
                </a:cubicBezTo>
                <a:cubicBezTo>
                  <a:pt x="5802" y="43438"/>
                  <a:pt x="5911" y="43344"/>
                  <a:pt x="6428" y="43015"/>
                </a:cubicBezTo>
                <a:cubicBezTo>
                  <a:pt x="6928" y="42687"/>
                  <a:pt x="7381" y="42406"/>
                  <a:pt x="8038" y="42062"/>
                </a:cubicBezTo>
                <a:cubicBezTo>
                  <a:pt x="8413" y="41858"/>
                  <a:pt x="8679" y="41702"/>
                  <a:pt x="9336" y="41295"/>
                </a:cubicBezTo>
                <a:cubicBezTo>
                  <a:pt x="9632" y="41107"/>
                  <a:pt x="9883" y="40951"/>
                  <a:pt x="9899" y="40967"/>
                </a:cubicBezTo>
                <a:cubicBezTo>
                  <a:pt x="9899" y="40967"/>
                  <a:pt x="9476" y="41405"/>
                  <a:pt x="8961" y="41952"/>
                </a:cubicBezTo>
                <a:cubicBezTo>
                  <a:pt x="8429" y="42483"/>
                  <a:pt x="7897" y="43015"/>
                  <a:pt x="7772" y="43156"/>
                </a:cubicBezTo>
                <a:cubicBezTo>
                  <a:pt x="7662" y="43281"/>
                  <a:pt x="7037" y="43907"/>
                  <a:pt x="6396" y="44532"/>
                </a:cubicBezTo>
                <a:cubicBezTo>
                  <a:pt x="4473" y="46424"/>
                  <a:pt x="3190" y="47722"/>
                  <a:pt x="3097" y="47878"/>
                </a:cubicBezTo>
                <a:cubicBezTo>
                  <a:pt x="3050" y="47972"/>
                  <a:pt x="3065" y="48081"/>
                  <a:pt x="3113" y="48128"/>
                </a:cubicBezTo>
                <a:cubicBezTo>
                  <a:pt x="3175" y="48206"/>
                  <a:pt x="3347" y="48254"/>
                  <a:pt x="3488" y="48222"/>
                </a:cubicBezTo>
                <a:cubicBezTo>
                  <a:pt x="3895" y="48175"/>
                  <a:pt x="4692" y="47925"/>
                  <a:pt x="5286" y="47659"/>
                </a:cubicBezTo>
                <a:cubicBezTo>
                  <a:pt x="5911" y="47378"/>
                  <a:pt x="6866" y="46815"/>
                  <a:pt x="7272" y="46486"/>
                </a:cubicBezTo>
                <a:cubicBezTo>
                  <a:pt x="7804" y="46065"/>
                  <a:pt x="8757" y="45220"/>
                  <a:pt x="9132" y="44845"/>
                </a:cubicBezTo>
                <a:cubicBezTo>
                  <a:pt x="9945" y="44032"/>
                  <a:pt x="10633" y="43313"/>
                  <a:pt x="10977" y="42890"/>
                </a:cubicBezTo>
                <a:cubicBezTo>
                  <a:pt x="11118" y="42734"/>
                  <a:pt x="11244" y="42593"/>
                  <a:pt x="11259" y="42562"/>
                </a:cubicBezTo>
                <a:cubicBezTo>
                  <a:pt x="11352" y="42483"/>
                  <a:pt x="11244" y="42671"/>
                  <a:pt x="10852" y="43359"/>
                </a:cubicBezTo>
                <a:cubicBezTo>
                  <a:pt x="10633" y="43734"/>
                  <a:pt x="10149" y="44564"/>
                  <a:pt x="9805" y="45173"/>
                </a:cubicBezTo>
                <a:cubicBezTo>
                  <a:pt x="8804" y="46909"/>
                  <a:pt x="8663" y="47143"/>
                  <a:pt x="8006" y="48081"/>
                </a:cubicBezTo>
                <a:cubicBezTo>
                  <a:pt x="7475" y="48831"/>
                  <a:pt x="7272" y="49129"/>
                  <a:pt x="6959" y="49598"/>
                </a:cubicBezTo>
                <a:cubicBezTo>
                  <a:pt x="6662" y="50036"/>
                  <a:pt x="6647" y="50067"/>
                  <a:pt x="6662" y="50176"/>
                </a:cubicBezTo>
                <a:cubicBezTo>
                  <a:pt x="6662" y="50301"/>
                  <a:pt x="6678" y="50317"/>
                  <a:pt x="6787" y="50380"/>
                </a:cubicBezTo>
                <a:cubicBezTo>
                  <a:pt x="6991" y="50474"/>
                  <a:pt x="7272" y="50458"/>
                  <a:pt x="7647" y="50332"/>
                </a:cubicBezTo>
                <a:cubicBezTo>
                  <a:pt x="8131" y="50192"/>
                  <a:pt x="8304" y="50114"/>
                  <a:pt x="8663" y="49895"/>
                </a:cubicBezTo>
                <a:cubicBezTo>
                  <a:pt x="9414" y="49442"/>
                  <a:pt x="10101" y="48894"/>
                  <a:pt x="10789" y="48222"/>
                </a:cubicBezTo>
                <a:cubicBezTo>
                  <a:pt x="11775" y="47253"/>
                  <a:pt x="12353" y="46502"/>
                  <a:pt x="13433" y="44860"/>
                </a:cubicBezTo>
                <a:cubicBezTo>
                  <a:pt x="13510" y="44766"/>
                  <a:pt x="13558" y="44689"/>
                  <a:pt x="13573" y="44689"/>
                </a:cubicBezTo>
                <a:cubicBezTo>
                  <a:pt x="13589" y="44704"/>
                  <a:pt x="12978" y="45736"/>
                  <a:pt x="12588" y="46346"/>
                </a:cubicBezTo>
                <a:cubicBezTo>
                  <a:pt x="11994" y="47237"/>
                  <a:pt x="11290" y="48206"/>
                  <a:pt x="10414" y="49363"/>
                </a:cubicBezTo>
                <a:cubicBezTo>
                  <a:pt x="9976" y="49942"/>
                  <a:pt x="9930" y="50020"/>
                  <a:pt x="10039" y="50099"/>
                </a:cubicBezTo>
                <a:cubicBezTo>
                  <a:pt x="10118" y="50176"/>
                  <a:pt x="10414" y="50114"/>
                  <a:pt x="10883" y="49926"/>
                </a:cubicBezTo>
                <a:cubicBezTo>
                  <a:pt x="10962" y="49895"/>
                  <a:pt x="11165" y="49817"/>
                  <a:pt x="11337" y="49755"/>
                </a:cubicBezTo>
                <a:cubicBezTo>
                  <a:pt x="12213" y="49457"/>
                  <a:pt x="13229" y="48706"/>
                  <a:pt x="14277" y="47566"/>
                </a:cubicBezTo>
                <a:cubicBezTo>
                  <a:pt x="14980" y="46799"/>
                  <a:pt x="15324" y="46315"/>
                  <a:pt x="15699" y="45611"/>
                </a:cubicBezTo>
                <a:cubicBezTo>
                  <a:pt x="15809" y="45392"/>
                  <a:pt x="15903" y="45220"/>
                  <a:pt x="15903" y="45220"/>
                </a:cubicBezTo>
                <a:cubicBezTo>
                  <a:pt x="15918" y="45235"/>
                  <a:pt x="15699" y="45752"/>
                  <a:pt x="15559" y="46017"/>
                </a:cubicBezTo>
                <a:cubicBezTo>
                  <a:pt x="15167" y="46768"/>
                  <a:pt x="14871" y="47487"/>
                  <a:pt x="14840" y="47753"/>
                </a:cubicBezTo>
                <a:cubicBezTo>
                  <a:pt x="14823" y="47847"/>
                  <a:pt x="14840" y="47878"/>
                  <a:pt x="14902" y="47941"/>
                </a:cubicBezTo>
                <a:cubicBezTo>
                  <a:pt x="15059" y="48112"/>
                  <a:pt x="15371" y="48112"/>
                  <a:pt x="15809" y="47941"/>
                </a:cubicBezTo>
                <a:cubicBezTo>
                  <a:pt x="16199" y="47800"/>
                  <a:pt x="16418" y="47674"/>
                  <a:pt x="16731" y="47393"/>
                </a:cubicBezTo>
                <a:cubicBezTo>
                  <a:pt x="17044" y="47112"/>
                  <a:pt x="17200" y="46940"/>
                  <a:pt x="17419" y="46627"/>
                </a:cubicBezTo>
                <a:lnTo>
                  <a:pt x="17575" y="46392"/>
                </a:lnTo>
                <a:lnTo>
                  <a:pt x="17763" y="46392"/>
                </a:lnTo>
                <a:cubicBezTo>
                  <a:pt x="18029" y="46377"/>
                  <a:pt x="18545" y="46252"/>
                  <a:pt x="18717" y="46173"/>
                </a:cubicBezTo>
                <a:cubicBezTo>
                  <a:pt x="18920" y="46065"/>
                  <a:pt x="19045" y="45939"/>
                  <a:pt x="19233" y="45689"/>
                </a:cubicBezTo>
                <a:cubicBezTo>
                  <a:pt x="19312" y="45564"/>
                  <a:pt x="19389" y="45470"/>
                  <a:pt x="19405" y="45454"/>
                </a:cubicBezTo>
                <a:cubicBezTo>
                  <a:pt x="19420" y="45439"/>
                  <a:pt x="19499" y="45423"/>
                  <a:pt x="19577" y="45423"/>
                </a:cubicBezTo>
                <a:cubicBezTo>
                  <a:pt x="19843" y="45423"/>
                  <a:pt x="20359" y="45220"/>
                  <a:pt x="20671" y="45001"/>
                </a:cubicBezTo>
                <a:cubicBezTo>
                  <a:pt x="20813" y="44891"/>
                  <a:pt x="20938" y="44689"/>
                  <a:pt x="21000" y="44470"/>
                </a:cubicBezTo>
                <a:lnTo>
                  <a:pt x="21031" y="44360"/>
                </a:lnTo>
                <a:lnTo>
                  <a:pt x="21359" y="44376"/>
                </a:lnTo>
                <a:cubicBezTo>
                  <a:pt x="21876" y="44391"/>
                  <a:pt x="22157" y="44266"/>
                  <a:pt x="22345" y="43938"/>
                </a:cubicBezTo>
                <a:cubicBezTo>
                  <a:pt x="22407" y="43844"/>
                  <a:pt x="22439" y="43813"/>
                  <a:pt x="22548" y="43782"/>
                </a:cubicBezTo>
                <a:cubicBezTo>
                  <a:pt x="22876" y="43703"/>
                  <a:pt x="23408" y="43438"/>
                  <a:pt x="23642" y="43250"/>
                </a:cubicBezTo>
                <a:cubicBezTo>
                  <a:pt x="23923" y="43000"/>
                  <a:pt x="24049" y="42656"/>
                  <a:pt x="24017" y="42264"/>
                </a:cubicBezTo>
                <a:lnTo>
                  <a:pt x="24002" y="42046"/>
                </a:lnTo>
                <a:lnTo>
                  <a:pt x="24330" y="41968"/>
                </a:lnTo>
                <a:cubicBezTo>
                  <a:pt x="25253" y="41749"/>
                  <a:pt x="25894" y="41405"/>
                  <a:pt x="26097" y="41030"/>
                </a:cubicBezTo>
                <a:cubicBezTo>
                  <a:pt x="26129" y="40967"/>
                  <a:pt x="26191" y="40826"/>
                  <a:pt x="26223" y="40732"/>
                </a:cubicBezTo>
                <a:cubicBezTo>
                  <a:pt x="26269" y="40561"/>
                  <a:pt x="26285" y="40545"/>
                  <a:pt x="26425" y="40451"/>
                </a:cubicBezTo>
                <a:cubicBezTo>
                  <a:pt x="26519" y="40388"/>
                  <a:pt x="26644" y="40279"/>
                  <a:pt x="26723" y="40186"/>
                </a:cubicBezTo>
                <a:cubicBezTo>
                  <a:pt x="26848" y="40060"/>
                  <a:pt x="26879" y="39998"/>
                  <a:pt x="26926" y="39825"/>
                </a:cubicBezTo>
                <a:cubicBezTo>
                  <a:pt x="26957" y="39716"/>
                  <a:pt x="26988" y="39623"/>
                  <a:pt x="26988" y="39606"/>
                </a:cubicBezTo>
                <a:cubicBezTo>
                  <a:pt x="27004" y="39591"/>
                  <a:pt x="27051" y="39560"/>
                  <a:pt x="27113" y="39544"/>
                </a:cubicBezTo>
                <a:cubicBezTo>
                  <a:pt x="27192" y="39544"/>
                  <a:pt x="27332" y="39498"/>
                  <a:pt x="27457" y="39450"/>
                </a:cubicBezTo>
                <a:cubicBezTo>
                  <a:pt x="27739" y="39341"/>
                  <a:pt x="27911" y="39169"/>
                  <a:pt x="28114" y="38841"/>
                </a:cubicBezTo>
                <a:cubicBezTo>
                  <a:pt x="28176" y="38716"/>
                  <a:pt x="28255" y="38622"/>
                  <a:pt x="28270" y="38622"/>
                </a:cubicBezTo>
                <a:cubicBezTo>
                  <a:pt x="28286" y="38622"/>
                  <a:pt x="28380" y="38653"/>
                  <a:pt x="28458" y="38716"/>
                </a:cubicBezTo>
                <a:cubicBezTo>
                  <a:pt x="28802" y="38918"/>
                  <a:pt x="29318" y="39106"/>
                  <a:pt x="29662" y="39169"/>
                </a:cubicBezTo>
                <a:cubicBezTo>
                  <a:pt x="29756" y="39185"/>
                  <a:pt x="30084" y="39200"/>
                  <a:pt x="30382" y="39216"/>
                </a:cubicBezTo>
                <a:cubicBezTo>
                  <a:pt x="30928" y="39216"/>
                  <a:pt x="30945" y="39231"/>
                  <a:pt x="31241" y="39325"/>
                </a:cubicBezTo>
                <a:cubicBezTo>
                  <a:pt x="31397" y="39372"/>
                  <a:pt x="31679" y="39481"/>
                  <a:pt x="31851" y="39560"/>
                </a:cubicBezTo>
                <a:cubicBezTo>
                  <a:pt x="32023" y="39638"/>
                  <a:pt x="32335" y="39779"/>
                  <a:pt x="32539" y="39857"/>
                </a:cubicBezTo>
                <a:cubicBezTo>
                  <a:pt x="32742" y="39950"/>
                  <a:pt x="33134" y="40107"/>
                  <a:pt x="33399" y="40232"/>
                </a:cubicBezTo>
                <a:cubicBezTo>
                  <a:pt x="33665" y="40357"/>
                  <a:pt x="33899" y="40451"/>
                  <a:pt x="33915" y="40451"/>
                </a:cubicBezTo>
                <a:cubicBezTo>
                  <a:pt x="33962" y="40451"/>
                  <a:pt x="33899" y="40498"/>
                  <a:pt x="33634" y="40638"/>
                </a:cubicBezTo>
                <a:cubicBezTo>
                  <a:pt x="33008" y="40967"/>
                  <a:pt x="32696" y="41201"/>
                  <a:pt x="32571" y="41405"/>
                </a:cubicBezTo>
                <a:cubicBezTo>
                  <a:pt x="32539" y="41499"/>
                  <a:pt x="32523" y="41702"/>
                  <a:pt x="32571" y="41843"/>
                </a:cubicBezTo>
                <a:lnTo>
                  <a:pt x="32602" y="41937"/>
                </a:lnTo>
                <a:lnTo>
                  <a:pt x="32242" y="42281"/>
                </a:lnTo>
                <a:cubicBezTo>
                  <a:pt x="31851" y="42671"/>
                  <a:pt x="31726" y="42859"/>
                  <a:pt x="31570" y="43203"/>
                </a:cubicBezTo>
                <a:cubicBezTo>
                  <a:pt x="31335" y="43734"/>
                  <a:pt x="31210" y="44313"/>
                  <a:pt x="31210" y="44814"/>
                </a:cubicBezTo>
                <a:cubicBezTo>
                  <a:pt x="31210" y="45158"/>
                  <a:pt x="31241" y="45267"/>
                  <a:pt x="31351" y="45267"/>
                </a:cubicBezTo>
                <a:cubicBezTo>
                  <a:pt x="31382" y="45267"/>
                  <a:pt x="31570" y="45173"/>
                  <a:pt x="31741" y="45048"/>
                </a:cubicBezTo>
                <a:cubicBezTo>
                  <a:pt x="32711" y="44422"/>
                  <a:pt x="32930" y="44345"/>
                  <a:pt x="33868" y="44376"/>
                </a:cubicBezTo>
                <a:cubicBezTo>
                  <a:pt x="34259" y="44391"/>
                  <a:pt x="34368" y="44407"/>
                  <a:pt x="34509" y="44453"/>
                </a:cubicBezTo>
                <a:cubicBezTo>
                  <a:pt x="34775" y="44564"/>
                  <a:pt x="34994" y="44814"/>
                  <a:pt x="35448" y="45502"/>
                </a:cubicBezTo>
                <a:cubicBezTo>
                  <a:pt x="35869" y="46127"/>
                  <a:pt x="36229" y="46627"/>
                  <a:pt x="36338" y="46705"/>
                </a:cubicBezTo>
                <a:cubicBezTo>
                  <a:pt x="36432" y="46753"/>
                  <a:pt x="36526" y="46705"/>
                  <a:pt x="36526" y="46611"/>
                </a:cubicBezTo>
                <a:cubicBezTo>
                  <a:pt x="36526" y="46517"/>
                  <a:pt x="36557" y="46534"/>
                  <a:pt x="36651" y="46659"/>
                </a:cubicBezTo>
                <a:cubicBezTo>
                  <a:pt x="36855" y="46955"/>
                  <a:pt x="37276" y="47159"/>
                  <a:pt x="38074" y="47393"/>
                </a:cubicBezTo>
                <a:cubicBezTo>
                  <a:pt x="38402" y="47487"/>
                  <a:pt x="38512" y="47503"/>
                  <a:pt x="38558" y="47487"/>
                </a:cubicBezTo>
                <a:cubicBezTo>
                  <a:pt x="38606" y="47456"/>
                  <a:pt x="38637" y="47362"/>
                  <a:pt x="38621" y="47284"/>
                </a:cubicBezTo>
                <a:cubicBezTo>
                  <a:pt x="38621" y="47253"/>
                  <a:pt x="38637" y="47222"/>
                  <a:pt x="38637" y="47222"/>
                </a:cubicBezTo>
                <a:cubicBezTo>
                  <a:pt x="38652" y="47205"/>
                  <a:pt x="38762" y="47268"/>
                  <a:pt x="38871" y="47347"/>
                </a:cubicBezTo>
                <a:cubicBezTo>
                  <a:pt x="39278" y="47612"/>
                  <a:pt x="39809" y="47768"/>
                  <a:pt x="40435" y="47784"/>
                </a:cubicBezTo>
                <a:cubicBezTo>
                  <a:pt x="41108" y="47816"/>
                  <a:pt x="41310" y="47753"/>
                  <a:pt x="42248" y="47347"/>
                </a:cubicBezTo>
                <a:lnTo>
                  <a:pt x="42718" y="47128"/>
                </a:lnTo>
                <a:lnTo>
                  <a:pt x="42953" y="47190"/>
                </a:lnTo>
                <a:cubicBezTo>
                  <a:pt x="43312" y="47268"/>
                  <a:pt x="43843" y="47268"/>
                  <a:pt x="44391" y="47174"/>
                </a:cubicBezTo>
                <a:cubicBezTo>
                  <a:pt x="44641" y="47128"/>
                  <a:pt x="44892" y="47080"/>
                  <a:pt x="44969" y="47065"/>
                </a:cubicBezTo>
                <a:lnTo>
                  <a:pt x="45094" y="47034"/>
                </a:lnTo>
                <a:lnTo>
                  <a:pt x="45563" y="47472"/>
                </a:lnTo>
                <a:cubicBezTo>
                  <a:pt x="45813" y="47722"/>
                  <a:pt x="46111" y="47987"/>
                  <a:pt x="46220" y="48066"/>
                </a:cubicBezTo>
                <a:cubicBezTo>
                  <a:pt x="46737" y="48441"/>
                  <a:pt x="47706" y="48816"/>
                  <a:pt x="48644" y="49035"/>
                </a:cubicBezTo>
                <a:cubicBezTo>
                  <a:pt x="49128" y="49160"/>
                  <a:pt x="49270" y="49175"/>
                  <a:pt x="49801" y="49207"/>
                </a:cubicBezTo>
                <a:cubicBezTo>
                  <a:pt x="50520" y="49269"/>
                  <a:pt x="50567" y="49269"/>
                  <a:pt x="51490" y="49723"/>
                </a:cubicBezTo>
                <a:cubicBezTo>
                  <a:pt x="51818" y="49880"/>
                  <a:pt x="52115" y="50020"/>
                  <a:pt x="52162" y="50020"/>
                </a:cubicBezTo>
                <a:cubicBezTo>
                  <a:pt x="52193" y="50020"/>
                  <a:pt x="52240" y="49989"/>
                  <a:pt x="52272" y="49957"/>
                </a:cubicBezTo>
                <a:lnTo>
                  <a:pt x="52318" y="49895"/>
                </a:lnTo>
                <a:lnTo>
                  <a:pt x="52412" y="49957"/>
                </a:lnTo>
                <a:cubicBezTo>
                  <a:pt x="52553" y="50020"/>
                  <a:pt x="52803" y="50099"/>
                  <a:pt x="52897" y="50099"/>
                </a:cubicBezTo>
                <a:cubicBezTo>
                  <a:pt x="52943" y="50099"/>
                  <a:pt x="52991" y="50082"/>
                  <a:pt x="53022" y="50036"/>
                </a:cubicBezTo>
                <a:cubicBezTo>
                  <a:pt x="53053" y="49989"/>
                  <a:pt x="53068" y="49989"/>
                  <a:pt x="53147" y="50020"/>
                </a:cubicBezTo>
                <a:cubicBezTo>
                  <a:pt x="53210" y="50036"/>
                  <a:pt x="53381" y="50067"/>
                  <a:pt x="53554" y="50067"/>
                </a:cubicBezTo>
                <a:cubicBezTo>
                  <a:pt x="53756" y="50099"/>
                  <a:pt x="53881" y="50114"/>
                  <a:pt x="53929" y="50145"/>
                </a:cubicBezTo>
                <a:cubicBezTo>
                  <a:pt x="53992" y="50176"/>
                  <a:pt x="54132" y="50364"/>
                  <a:pt x="54288" y="50583"/>
                </a:cubicBezTo>
                <a:cubicBezTo>
                  <a:pt x="55023" y="51631"/>
                  <a:pt x="55195" y="51850"/>
                  <a:pt x="55445" y="52006"/>
                </a:cubicBezTo>
                <a:cubicBezTo>
                  <a:pt x="55649" y="52131"/>
                  <a:pt x="55726" y="52288"/>
                  <a:pt x="55805" y="52663"/>
                </a:cubicBezTo>
                <a:cubicBezTo>
                  <a:pt x="55914" y="53194"/>
                  <a:pt x="56196" y="53647"/>
                  <a:pt x="56727" y="54164"/>
                </a:cubicBezTo>
                <a:cubicBezTo>
                  <a:pt x="57056" y="54477"/>
                  <a:pt x="57165" y="54570"/>
                  <a:pt x="57478" y="54727"/>
                </a:cubicBezTo>
                <a:cubicBezTo>
                  <a:pt x="57571" y="54789"/>
                  <a:pt x="57744" y="54914"/>
                  <a:pt x="57853" y="55008"/>
                </a:cubicBezTo>
                <a:cubicBezTo>
                  <a:pt x="58057" y="55211"/>
                  <a:pt x="58259" y="55321"/>
                  <a:pt x="58541" y="55352"/>
                </a:cubicBezTo>
                <a:cubicBezTo>
                  <a:pt x="58729" y="55383"/>
                  <a:pt x="58745" y="55383"/>
                  <a:pt x="58932" y="55321"/>
                </a:cubicBezTo>
                <a:cubicBezTo>
                  <a:pt x="59041" y="55273"/>
                  <a:pt x="59135" y="55227"/>
                  <a:pt x="59135" y="55196"/>
                </a:cubicBezTo>
                <a:cubicBezTo>
                  <a:pt x="59166" y="55117"/>
                  <a:pt x="59120" y="55054"/>
                  <a:pt x="58979" y="55008"/>
                </a:cubicBezTo>
                <a:cubicBezTo>
                  <a:pt x="58745" y="54929"/>
                  <a:pt x="58385" y="54727"/>
                  <a:pt x="58276" y="54602"/>
                </a:cubicBezTo>
                <a:cubicBezTo>
                  <a:pt x="58213" y="54523"/>
                  <a:pt x="58182" y="54445"/>
                  <a:pt x="58151" y="54335"/>
                </a:cubicBezTo>
                <a:cubicBezTo>
                  <a:pt x="58103" y="54101"/>
                  <a:pt x="58072" y="54039"/>
                  <a:pt x="57963" y="53914"/>
                </a:cubicBezTo>
                <a:cubicBezTo>
                  <a:pt x="57853" y="53820"/>
                  <a:pt x="57775" y="53772"/>
                  <a:pt x="57259" y="53585"/>
                </a:cubicBezTo>
                <a:cubicBezTo>
                  <a:pt x="57150" y="53538"/>
                  <a:pt x="57134" y="53522"/>
                  <a:pt x="57119" y="53397"/>
                </a:cubicBezTo>
                <a:cubicBezTo>
                  <a:pt x="57087" y="53132"/>
                  <a:pt x="57025" y="52944"/>
                  <a:pt x="56790" y="52490"/>
                </a:cubicBezTo>
                <a:cubicBezTo>
                  <a:pt x="56743" y="52396"/>
                  <a:pt x="56712" y="52334"/>
                  <a:pt x="56743" y="52334"/>
                </a:cubicBezTo>
                <a:cubicBezTo>
                  <a:pt x="56758" y="52350"/>
                  <a:pt x="56852" y="52428"/>
                  <a:pt x="56946" y="52490"/>
                </a:cubicBezTo>
                <a:cubicBezTo>
                  <a:pt x="57040" y="52569"/>
                  <a:pt x="57244" y="52694"/>
                  <a:pt x="57415" y="52772"/>
                </a:cubicBezTo>
                <a:cubicBezTo>
                  <a:pt x="57571" y="52850"/>
                  <a:pt x="57728" y="52944"/>
                  <a:pt x="57775" y="52991"/>
                </a:cubicBezTo>
                <a:cubicBezTo>
                  <a:pt x="57853" y="53084"/>
                  <a:pt x="58088" y="53257"/>
                  <a:pt x="58228" y="53320"/>
                </a:cubicBezTo>
                <a:cubicBezTo>
                  <a:pt x="58322" y="53366"/>
                  <a:pt x="58478" y="53413"/>
                  <a:pt x="58932" y="53507"/>
                </a:cubicBezTo>
                <a:cubicBezTo>
                  <a:pt x="59104" y="53553"/>
                  <a:pt x="59354" y="53553"/>
                  <a:pt x="59792" y="53553"/>
                </a:cubicBezTo>
                <a:cubicBezTo>
                  <a:pt x="60027" y="53553"/>
                  <a:pt x="60215" y="53491"/>
                  <a:pt x="60215" y="53428"/>
                </a:cubicBezTo>
                <a:cubicBezTo>
                  <a:pt x="60215" y="53335"/>
                  <a:pt x="60167" y="53303"/>
                  <a:pt x="59854" y="53209"/>
                </a:cubicBezTo>
                <a:cubicBezTo>
                  <a:pt x="59260" y="53022"/>
                  <a:pt x="59166" y="52991"/>
                  <a:pt x="58979" y="52913"/>
                </a:cubicBezTo>
                <a:cubicBezTo>
                  <a:pt x="58791" y="52834"/>
                  <a:pt x="58791" y="52834"/>
                  <a:pt x="58791" y="52725"/>
                </a:cubicBezTo>
                <a:cubicBezTo>
                  <a:pt x="58791" y="52506"/>
                  <a:pt x="58588" y="52209"/>
                  <a:pt x="58370" y="52100"/>
                </a:cubicBezTo>
                <a:cubicBezTo>
                  <a:pt x="58307" y="52069"/>
                  <a:pt x="58134" y="52021"/>
                  <a:pt x="57994" y="51990"/>
                </a:cubicBezTo>
                <a:cubicBezTo>
                  <a:pt x="57650" y="51927"/>
                  <a:pt x="57540" y="51881"/>
                  <a:pt x="57244" y="51725"/>
                </a:cubicBezTo>
                <a:cubicBezTo>
                  <a:pt x="57119" y="51662"/>
                  <a:pt x="56977" y="51600"/>
                  <a:pt x="56946" y="51600"/>
                </a:cubicBezTo>
                <a:cubicBezTo>
                  <a:pt x="56884" y="51600"/>
                  <a:pt x="56884" y="51583"/>
                  <a:pt x="56994" y="51475"/>
                </a:cubicBezTo>
                <a:cubicBezTo>
                  <a:pt x="57040" y="51427"/>
                  <a:pt x="57119" y="51271"/>
                  <a:pt x="57196" y="51146"/>
                </a:cubicBezTo>
                <a:cubicBezTo>
                  <a:pt x="57259" y="51020"/>
                  <a:pt x="57321" y="50912"/>
                  <a:pt x="57321" y="50912"/>
                </a:cubicBezTo>
                <a:cubicBezTo>
                  <a:pt x="57338" y="50912"/>
                  <a:pt x="57400" y="50974"/>
                  <a:pt x="57463" y="51052"/>
                </a:cubicBezTo>
                <a:cubicBezTo>
                  <a:pt x="57650" y="51287"/>
                  <a:pt x="58213" y="51600"/>
                  <a:pt x="58322" y="51552"/>
                </a:cubicBezTo>
                <a:cubicBezTo>
                  <a:pt x="58416" y="51490"/>
                  <a:pt x="58385" y="51396"/>
                  <a:pt x="58151" y="51146"/>
                </a:cubicBezTo>
                <a:cubicBezTo>
                  <a:pt x="57915" y="50880"/>
                  <a:pt x="57775" y="50676"/>
                  <a:pt x="57759" y="50520"/>
                </a:cubicBezTo>
                <a:cubicBezTo>
                  <a:pt x="57744" y="50443"/>
                  <a:pt x="57744" y="50411"/>
                  <a:pt x="57853" y="50301"/>
                </a:cubicBezTo>
                <a:cubicBezTo>
                  <a:pt x="57915" y="50239"/>
                  <a:pt x="58009" y="50082"/>
                  <a:pt x="58072" y="49974"/>
                </a:cubicBezTo>
                <a:cubicBezTo>
                  <a:pt x="58134" y="49863"/>
                  <a:pt x="58197" y="49755"/>
                  <a:pt x="58228" y="49738"/>
                </a:cubicBezTo>
                <a:cubicBezTo>
                  <a:pt x="58276" y="49692"/>
                  <a:pt x="58291" y="49692"/>
                  <a:pt x="58463" y="49770"/>
                </a:cubicBezTo>
                <a:cubicBezTo>
                  <a:pt x="58557" y="49817"/>
                  <a:pt x="58697" y="49863"/>
                  <a:pt x="58776" y="49880"/>
                </a:cubicBezTo>
                <a:cubicBezTo>
                  <a:pt x="58885" y="49911"/>
                  <a:pt x="58947" y="49957"/>
                  <a:pt x="59120" y="50130"/>
                </a:cubicBezTo>
                <a:cubicBezTo>
                  <a:pt x="59229" y="50239"/>
                  <a:pt x="59354" y="50380"/>
                  <a:pt x="59385" y="50443"/>
                </a:cubicBezTo>
                <a:cubicBezTo>
                  <a:pt x="59433" y="50489"/>
                  <a:pt x="59620" y="50693"/>
                  <a:pt x="59823" y="50895"/>
                </a:cubicBezTo>
                <a:cubicBezTo>
                  <a:pt x="60215" y="51318"/>
                  <a:pt x="60402" y="51568"/>
                  <a:pt x="60590" y="51944"/>
                </a:cubicBezTo>
                <a:cubicBezTo>
                  <a:pt x="60667" y="52131"/>
                  <a:pt x="60730" y="52209"/>
                  <a:pt x="60777" y="52225"/>
                </a:cubicBezTo>
                <a:cubicBezTo>
                  <a:pt x="60886" y="52271"/>
                  <a:pt x="60918" y="52178"/>
                  <a:pt x="60949" y="51802"/>
                </a:cubicBezTo>
                <a:cubicBezTo>
                  <a:pt x="60965" y="51396"/>
                  <a:pt x="60918" y="51099"/>
                  <a:pt x="60792" y="50818"/>
                </a:cubicBezTo>
                <a:cubicBezTo>
                  <a:pt x="60730" y="50708"/>
                  <a:pt x="60667" y="50568"/>
                  <a:pt x="60636" y="50489"/>
                </a:cubicBezTo>
                <a:cubicBezTo>
                  <a:pt x="60605" y="50426"/>
                  <a:pt x="60511" y="50270"/>
                  <a:pt x="60417" y="50161"/>
                </a:cubicBezTo>
                <a:cubicBezTo>
                  <a:pt x="60323" y="50036"/>
                  <a:pt x="60246" y="49942"/>
                  <a:pt x="60246" y="49926"/>
                </a:cubicBezTo>
                <a:cubicBezTo>
                  <a:pt x="60246" y="49911"/>
                  <a:pt x="60355" y="50005"/>
                  <a:pt x="60480" y="50114"/>
                </a:cubicBezTo>
                <a:cubicBezTo>
                  <a:pt x="60792" y="50395"/>
                  <a:pt x="60903" y="50458"/>
                  <a:pt x="61215" y="50536"/>
                </a:cubicBezTo>
                <a:cubicBezTo>
                  <a:pt x="61559" y="50630"/>
                  <a:pt x="61684" y="50708"/>
                  <a:pt x="62106" y="51131"/>
                </a:cubicBezTo>
                <a:cubicBezTo>
                  <a:pt x="62435" y="51458"/>
                  <a:pt x="62512" y="51506"/>
                  <a:pt x="62575" y="51427"/>
                </a:cubicBezTo>
                <a:cubicBezTo>
                  <a:pt x="62622" y="51364"/>
                  <a:pt x="62591" y="51052"/>
                  <a:pt x="62497" y="50864"/>
                </a:cubicBezTo>
                <a:cubicBezTo>
                  <a:pt x="62387" y="50645"/>
                  <a:pt x="62153" y="50301"/>
                  <a:pt x="62012" y="50145"/>
                </a:cubicBezTo>
                <a:cubicBezTo>
                  <a:pt x="61949" y="50067"/>
                  <a:pt x="61918" y="50020"/>
                  <a:pt x="61934" y="50005"/>
                </a:cubicBezTo>
                <a:cubicBezTo>
                  <a:pt x="62028" y="49942"/>
                  <a:pt x="61856" y="49630"/>
                  <a:pt x="61622" y="49442"/>
                </a:cubicBezTo>
                <a:cubicBezTo>
                  <a:pt x="61403" y="49269"/>
                  <a:pt x="60746" y="48925"/>
                  <a:pt x="60340" y="48800"/>
                </a:cubicBezTo>
                <a:cubicBezTo>
                  <a:pt x="59760" y="48598"/>
                  <a:pt x="59573" y="48504"/>
                  <a:pt x="59370" y="48331"/>
                </a:cubicBezTo>
                <a:cubicBezTo>
                  <a:pt x="59104" y="48112"/>
                  <a:pt x="58979" y="48050"/>
                  <a:pt x="58370" y="47816"/>
                </a:cubicBezTo>
                <a:lnTo>
                  <a:pt x="58119" y="47722"/>
                </a:lnTo>
                <a:lnTo>
                  <a:pt x="58026" y="47549"/>
                </a:lnTo>
                <a:cubicBezTo>
                  <a:pt x="57947" y="47378"/>
                  <a:pt x="57947" y="47347"/>
                  <a:pt x="57947" y="47049"/>
                </a:cubicBezTo>
                <a:cubicBezTo>
                  <a:pt x="57947" y="46768"/>
                  <a:pt x="57947" y="46721"/>
                  <a:pt x="57994" y="46690"/>
                </a:cubicBezTo>
                <a:cubicBezTo>
                  <a:pt x="58026" y="46674"/>
                  <a:pt x="58041" y="46627"/>
                  <a:pt x="58041" y="46580"/>
                </a:cubicBezTo>
                <a:cubicBezTo>
                  <a:pt x="58041" y="46502"/>
                  <a:pt x="57822" y="46127"/>
                  <a:pt x="57650" y="45908"/>
                </a:cubicBezTo>
                <a:cubicBezTo>
                  <a:pt x="57571" y="45829"/>
                  <a:pt x="57446" y="45658"/>
                  <a:pt x="57353" y="45533"/>
                </a:cubicBezTo>
                <a:lnTo>
                  <a:pt x="57181" y="45329"/>
                </a:lnTo>
                <a:lnTo>
                  <a:pt x="57259" y="45298"/>
                </a:lnTo>
                <a:cubicBezTo>
                  <a:pt x="57353" y="45252"/>
                  <a:pt x="57338" y="45158"/>
                  <a:pt x="57196" y="44923"/>
                </a:cubicBezTo>
                <a:cubicBezTo>
                  <a:pt x="56884" y="44391"/>
                  <a:pt x="56571" y="43953"/>
                  <a:pt x="56181" y="43563"/>
                </a:cubicBezTo>
                <a:lnTo>
                  <a:pt x="55977" y="43344"/>
                </a:lnTo>
                <a:lnTo>
                  <a:pt x="56087" y="43296"/>
                </a:lnTo>
                <a:cubicBezTo>
                  <a:pt x="56149" y="43281"/>
                  <a:pt x="56321" y="43203"/>
                  <a:pt x="56477" y="43125"/>
                </a:cubicBezTo>
                <a:cubicBezTo>
                  <a:pt x="56884" y="42921"/>
                  <a:pt x="56946" y="42812"/>
                  <a:pt x="56869" y="42546"/>
                </a:cubicBezTo>
                <a:cubicBezTo>
                  <a:pt x="56837" y="42500"/>
                  <a:pt x="56869" y="42483"/>
                  <a:pt x="57087" y="42437"/>
                </a:cubicBezTo>
                <a:cubicBezTo>
                  <a:pt x="57509" y="42358"/>
                  <a:pt x="57838" y="42233"/>
                  <a:pt x="58322" y="41999"/>
                </a:cubicBezTo>
                <a:cubicBezTo>
                  <a:pt x="58995" y="41655"/>
                  <a:pt x="59135" y="41499"/>
                  <a:pt x="58964" y="41311"/>
                </a:cubicBezTo>
                <a:cubicBezTo>
                  <a:pt x="58932" y="41280"/>
                  <a:pt x="58822" y="41201"/>
                  <a:pt x="58760" y="41170"/>
                </a:cubicBezTo>
                <a:lnTo>
                  <a:pt x="58620" y="41107"/>
                </a:lnTo>
                <a:lnTo>
                  <a:pt x="59135" y="40842"/>
                </a:lnTo>
                <a:cubicBezTo>
                  <a:pt x="59948" y="40436"/>
                  <a:pt x="60230" y="40186"/>
                  <a:pt x="60152" y="39904"/>
                </a:cubicBezTo>
                <a:cubicBezTo>
                  <a:pt x="60152" y="39873"/>
                  <a:pt x="60246" y="39810"/>
                  <a:pt x="60417" y="39731"/>
                </a:cubicBezTo>
                <a:cubicBezTo>
                  <a:pt x="60934" y="39498"/>
                  <a:pt x="61230" y="39294"/>
                  <a:pt x="61684" y="38903"/>
                </a:cubicBezTo>
                <a:cubicBezTo>
                  <a:pt x="62091" y="38543"/>
                  <a:pt x="62216" y="38199"/>
                  <a:pt x="61981" y="38105"/>
                </a:cubicBezTo>
                <a:lnTo>
                  <a:pt x="61903" y="38074"/>
                </a:lnTo>
                <a:lnTo>
                  <a:pt x="62122" y="37949"/>
                </a:lnTo>
                <a:cubicBezTo>
                  <a:pt x="62669" y="37668"/>
                  <a:pt x="63451" y="36948"/>
                  <a:pt x="63763" y="36433"/>
                </a:cubicBezTo>
                <a:cubicBezTo>
                  <a:pt x="63873" y="36245"/>
                  <a:pt x="63873" y="36214"/>
                  <a:pt x="63795" y="36135"/>
                </a:cubicBezTo>
                <a:cubicBezTo>
                  <a:pt x="63748" y="36089"/>
                  <a:pt x="63717" y="36089"/>
                  <a:pt x="63654" y="36104"/>
                </a:cubicBezTo>
                <a:cubicBezTo>
                  <a:pt x="63482" y="36120"/>
                  <a:pt x="63232" y="36152"/>
                  <a:pt x="63248" y="36135"/>
                </a:cubicBezTo>
                <a:cubicBezTo>
                  <a:pt x="63248" y="36120"/>
                  <a:pt x="63373" y="36058"/>
                  <a:pt x="63498" y="35979"/>
                </a:cubicBezTo>
                <a:cubicBezTo>
                  <a:pt x="63967" y="35682"/>
                  <a:pt x="64232" y="35447"/>
                  <a:pt x="64545" y="35009"/>
                </a:cubicBezTo>
                <a:cubicBezTo>
                  <a:pt x="64905" y="34525"/>
                  <a:pt x="65045" y="34275"/>
                  <a:pt x="65045" y="34134"/>
                </a:cubicBezTo>
                <a:cubicBezTo>
                  <a:pt x="65045" y="33915"/>
                  <a:pt x="64937" y="33915"/>
                  <a:pt x="64264" y="34196"/>
                </a:cubicBezTo>
                <a:cubicBezTo>
                  <a:pt x="63951" y="34322"/>
                  <a:pt x="63701" y="34415"/>
                  <a:pt x="63701" y="34415"/>
                </a:cubicBezTo>
                <a:cubicBezTo>
                  <a:pt x="63701" y="34400"/>
                  <a:pt x="63779" y="34322"/>
                  <a:pt x="63888" y="34228"/>
                </a:cubicBezTo>
                <a:cubicBezTo>
                  <a:pt x="64826" y="33383"/>
                  <a:pt x="65468" y="32587"/>
                  <a:pt x="66125" y="31382"/>
                </a:cubicBezTo>
                <a:cubicBezTo>
                  <a:pt x="66375" y="30944"/>
                  <a:pt x="66406" y="30804"/>
                  <a:pt x="66296" y="30742"/>
                </a:cubicBezTo>
                <a:cubicBezTo>
                  <a:pt x="66187" y="30694"/>
                  <a:pt x="66094" y="30742"/>
                  <a:pt x="65531" y="31117"/>
                </a:cubicBezTo>
                <a:cubicBezTo>
                  <a:pt x="65045" y="31413"/>
                  <a:pt x="63075" y="32633"/>
                  <a:pt x="62404" y="33039"/>
                </a:cubicBezTo>
                <a:cubicBezTo>
                  <a:pt x="60903" y="33931"/>
                  <a:pt x="59433" y="34650"/>
                  <a:pt x="58370" y="34994"/>
                </a:cubicBezTo>
                <a:cubicBezTo>
                  <a:pt x="57963" y="35135"/>
                  <a:pt x="57682" y="35213"/>
                  <a:pt x="56571" y="35495"/>
                </a:cubicBezTo>
                <a:cubicBezTo>
                  <a:pt x="56227" y="35572"/>
                  <a:pt x="55711" y="35714"/>
                  <a:pt x="55445" y="35791"/>
                </a:cubicBezTo>
                <a:cubicBezTo>
                  <a:pt x="55164" y="35885"/>
                  <a:pt x="54836" y="35964"/>
                  <a:pt x="54711" y="35995"/>
                </a:cubicBezTo>
                <a:cubicBezTo>
                  <a:pt x="54304" y="36058"/>
                  <a:pt x="53554" y="36089"/>
                  <a:pt x="52709" y="36073"/>
                </a:cubicBezTo>
                <a:cubicBezTo>
                  <a:pt x="50427" y="36026"/>
                  <a:pt x="49879" y="36010"/>
                  <a:pt x="49832" y="35995"/>
                </a:cubicBezTo>
                <a:cubicBezTo>
                  <a:pt x="49801" y="35979"/>
                  <a:pt x="49785" y="35901"/>
                  <a:pt x="49754" y="35620"/>
                </a:cubicBezTo>
                <a:cubicBezTo>
                  <a:pt x="49739" y="35432"/>
                  <a:pt x="49691" y="35151"/>
                  <a:pt x="49660" y="34994"/>
                </a:cubicBezTo>
                <a:cubicBezTo>
                  <a:pt x="49582" y="34697"/>
                  <a:pt x="49363" y="34103"/>
                  <a:pt x="49238" y="33869"/>
                </a:cubicBezTo>
                <a:cubicBezTo>
                  <a:pt x="49207" y="33790"/>
                  <a:pt x="49159" y="33681"/>
                  <a:pt x="49144" y="33650"/>
                </a:cubicBezTo>
                <a:lnTo>
                  <a:pt x="49113" y="33571"/>
                </a:lnTo>
                <a:lnTo>
                  <a:pt x="49222" y="33634"/>
                </a:lnTo>
                <a:cubicBezTo>
                  <a:pt x="49785" y="33978"/>
                  <a:pt x="50035" y="34088"/>
                  <a:pt x="50364" y="34134"/>
                </a:cubicBezTo>
                <a:cubicBezTo>
                  <a:pt x="50708" y="34196"/>
                  <a:pt x="51067" y="34071"/>
                  <a:pt x="51208" y="33852"/>
                </a:cubicBezTo>
                <a:cubicBezTo>
                  <a:pt x="51255" y="33806"/>
                  <a:pt x="51380" y="33681"/>
                  <a:pt x="51505" y="33587"/>
                </a:cubicBezTo>
                <a:cubicBezTo>
                  <a:pt x="51990" y="33212"/>
                  <a:pt x="52053" y="33071"/>
                  <a:pt x="52115" y="32180"/>
                </a:cubicBezTo>
                <a:cubicBezTo>
                  <a:pt x="52130" y="31930"/>
                  <a:pt x="52162" y="31680"/>
                  <a:pt x="52178" y="31617"/>
                </a:cubicBezTo>
                <a:cubicBezTo>
                  <a:pt x="52193" y="31555"/>
                  <a:pt x="52209" y="31367"/>
                  <a:pt x="52224" y="31211"/>
                </a:cubicBezTo>
                <a:lnTo>
                  <a:pt x="52240" y="30898"/>
                </a:lnTo>
                <a:lnTo>
                  <a:pt x="52412" y="30694"/>
                </a:lnTo>
                <a:cubicBezTo>
                  <a:pt x="52522" y="30585"/>
                  <a:pt x="52631" y="30429"/>
                  <a:pt x="52662" y="30366"/>
                </a:cubicBezTo>
                <a:cubicBezTo>
                  <a:pt x="52772" y="30194"/>
                  <a:pt x="52850" y="29850"/>
                  <a:pt x="52866" y="29459"/>
                </a:cubicBezTo>
                <a:cubicBezTo>
                  <a:pt x="52881" y="29084"/>
                  <a:pt x="52850" y="28974"/>
                  <a:pt x="52709" y="28678"/>
                </a:cubicBezTo>
                <a:cubicBezTo>
                  <a:pt x="52647" y="28553"/>
                  <a:pt x="52647" y="28521"/>
                  <a:pt x="52662" y="28240"/>
                </a:cubicBezTo>
                <a:cubicBezTo>
                  <a:pt x="52678" y="28067"/>
                  <a:pt x="52662" y="27865"/>
                  <a:pt x="52647" y="27755"/>
                </a:cubicBezTo>
                <a:cubicBezTo>
                  <a:pt x="52616" y="27614"/>
                  <a:pt x="52631" y="27552"/>
                  <a:pt x="52662" y="27427"/>
                </a:cubicBezTo>
                <a:cubicBezTo>
                  <a:pt x="52741" y="27145"/>
                  <a:pt x="52693" y="26816"/>
                  <a:pt x="52459" y="26379"/>
                </a:cubicBezTo>
                <a:cubicBezTo>
                  <a:pt x="52380" y="26207"/>
                  <a:pt x="52365" y="26176"/>
                  <a:pt x="52397" y="26082"/>
                </a:cubicBezTo>
                <a:cubicBezTo>
                  <a:pt x="52443" y="25894"/>
                  <a:pt x="52428" y="25676"/>
                  <a:pt x="52349" y="25472"/>
                </a:cubicBezTo>
                <a:cubicBezTo>
                  <a:pt x="52287" y="25300"/>
                  <a:pt x="52287" y="25269"/>
                  <a:pt x="52303" y="25096"/>
                </a:cubicBezTo>
                <a:cubicBezTo>
                  <a:pt x="52318" y="24988"/>
                  <a:pt x="52334" y="24784"/>
                  <a:pt x="52334" y="24644"/>
                </a:cubicBezTo>
                <a:cubicBezTo>
                  <a:pt x="52334" y="24393"/>
                  <a:pt x="52318" y="24377"/>
                  <a:pt x="52240" y="24252"/>
                </a:cubicBezTo>
                <a:cubicBezTo>
                  <a:pt x="52193" y="24190"/>
                  <a:pt x="52147" y="24112"/>
                  <a:pt x="52147" y="24096"/>
                </a:cubicBezTo>
                <a:cubicBezTo>
                  <a:pt x="52147" y="24081"/>
                  <a:pt x="52193" y="23987"/>
                  <a:pt x="52240" y="23877"/>
                </a:cubicBezTo>
                <a:cubicBezTo>
                  <a:pt x="52303" y="23737"/>
                  <a:pt x="52318" y="23674"/>
                  <a:pt x="52318" y="23533"/>
                </a:cubicBezTo>
                <a:cubicBezTo>
                  <a:pt x="52318" y="23330"/>
                  <a:pt x="52272" y="23220"/>
                  <a:pt x="52099" y="23080"/>
                </a:cubicBezTo>
                <a:cubicBezTo>
                  <a:pt x="51990" y="22970"/>
                  <a:pt x="51490" y="22705"/>
                  <a:pt x="51427" y="22705"/>
                </a:cubicBezTo>
                <a:cubicBezTo>
                  <a:pt x="51411" y="22705"/>
                  <a:pt x="51365" y="22674"/>
                  <a:pt x="51333" y="22642"/>
                </a:cubicBezTo>
                <a:cubicBezTo>
                  <a:pt x="51271" y="22580"/>
                  <a:pt x="51255" y="22548"/>
                  <a:pt x="51255" y="22392"/>
                </a:cubicBezTo>
                <a:cubicBezTo>
                  <a:pt x="51255" y="22204"/>
                  <a:pt x="51302" y="22094"/>
                  <a:pt x="51490" y="21829"/>
                </a:cubicBezTo>
                <a:cubicBezTo>
                  <a:pt x="51630" y="21625"/>
                  <a:pt x="51692" y="21469"/>
                  <a:pt x="51661" y="21298"/>
                </a:cubicBezTo>
                <a:cubicBezTo>
                  <a:pt x="51646" y="21156"/>
                  <a:pt x="51615" y="21188"/>
                  <a:pt x="52084" y="20922"/>
                </a:cubicBezTo>
                <a:cubicBezTo>
                  <a:pt x="52443" y="20735"/>
                  <a:pt x="52599" y="20593"/>
                  <a:pt x="52693" y="20391"/>
                </a:cubicBezTo>
                <a:cubicBezTo>
                  <a:pt x="52866" y="19999"/>
                  <a:pt x="52693" y="19734"/>
                  <a:pt x="52068" y="19436"/>
                </a:cubicBezTo>
                <a:cubicBezTo>
                  <a:pt x="51896" y="19359"/>
                  <a:pt x="51755" y="19280"/>
                  <a:pt x="51740" y="19265"/>
                </a:cubicBezTo>
                <a:cubicBezTo>
                  <a:pt x="51740" y="19249"/>
                  <a:pt x="51803" y="19124"/>
                  <a:pt x="51880" y="18999"/>
                </a:cubicBezTo>
                <a:cubicBezTo>
                  <a:pt x="51974" y="18873"/>
                  <a:pt x="52053" y="18717"/>
                  <a:pt x="52068" y="18655"/>
                </a:cubicBezTo>
                <a:cubicBezTo>
                  <a:pt x="52084" y="18561"/>
                  <a:pt x="52068" y="18311"/>
                  <a:pt x="52005" y="18060"/>
                </a:cubicBezTo>
                <a:cubicBezTo>
                  <a:pt x="51990" y="17998"/>
                  <a:pt x="51974" y="17935"/>
                  <a:pt x="51974" y="17904"/>
                </a:cubicBezTo>
                <a:cubicBezTo>
                  <a:pt x="51974" y="17889"/>
                  <a:pt x="52068" y="17810"/>
                  <a:pt x="52178" y="17733"/>
                </a:cubicBezTo>
                <a:cubicBezTo>
                  <a:pt x="52303" y="17639"/>
                  <a:pt x="52443" y="17514"/>
                  <a:pt x="52522" y="17451"/>
                </a:cubicBezTo>
                <a:cubicBezTo>
                  <a:pt x="52647" y="17310"/>
                  <a:pt x="52787" y="17076"/>
                  <a:pt x="52787" y="16966"/>
                </a:cubicBezTo>
                <a:cubicBezTo>
                  <a:pt x="52787" y="16888"/>
                  <a:pt x="52787" y="16888"/>
                  <a:pt x="53616" y="16826"/>
                </a:cubicBezTo>
                <a:cubicBezTo>
                  <a:pt x="54148" y="16794"/>
                  <a:pt x="54554" y="16732"/>
                  <a:pt x="55055" y="16622"/>
                </a:cubicBezTo>
                <a:cubicBezTo>
                  <a:pt x="55195" y="16591"/>
                  <a:pt x="55555" y="16513"/>
                  <a:pt x="55868" y="16451"/>
                </a:cubicBezTo>
                <a:cubicBezTo>
                  <a:pt x="56164" y="16388"/>
                  <a:pt x="56571" y="16294"/>
                  <a:pt x="56743" y="16232"/>
                </a:cubicBezTo>
                <a:cubicBezTo>
                  <a:pt x="57150" y="16090"/>
                  <a:pt x="57603" y="15871"/>
                  <a:pt x="57728" y="15763"/>
                </a:cubicBezTo>
                <a:cubicBezTo>
                  <a:pt x="57790" y="15700"/>
                  <a:pt x="57853" y="15669"/>
                  <a:pt x="57900" y="15669"/>
                </a:cubicBezTo>
                <a:cubicBezTo>
                  <a:pt x="58134" y="15669"/>
                  <a:pt x="59120" y="15450"/>
                  <a:pt x="59495" y="15308"/>
                </a:cubicBezTo>
                <a:cubicBezTo>
                  <a:pt x="60011" y="15090"/>
                  <a:pt x="60417" y="14871"/>
                  <a:pt x="61230" y="14324"/>
                </a:cubicBezTo>
                <a:cubicBezTo>
                  <a:pt x="61793" y="13949"/>
                  <a:pt x="61966" y="13807"/>
                  <a:pt x="61966" y="13714"/>
                </a:cubicBezTo>
                <a:cubicBezTo>
                  <a:pt x="61966" y="13620"/>
                  <a:pt x="61872" y="13589"/>
                  <a:pt x="61622" y="13589"/>
                </a:cubicBezTo>
                <a:cubicBezTo>
                  <a:pt x="61403" y="13605"/>
                  <a:pt x="61340" y="13589"/>
                  <a:pt x="61465" y="13542"/>
                </a:cubicBezTo>
                <a:cubicBezTo>
                  <a:pt x="61512" y="13542"/>
                  <a:pt x="61637" y="13480"/>
                  <a:pt x="61762" y="13432"/>
                </a:cubicBezTo>
                <a:cubicBezTo>
                  <a:pt x="61872" y="13386"/>
                  <a:pt x="62168" y="13261"/>
                  <a:pt x="62419" y="13151"/>
                </a:cubicBezTo>
                <a:cubicBezTo>
                  <a:pt x="63248" y="12823"/>
                  <a:pt x="63732" y="12542"/>
                  <a:pt x="64451" y="11979"/>
                </a:cubicBezTo>
                <a:cubicBezTo>
                  <a:pt x="65139" y="11447"/>
                  <a:pt x="65483" y="11118"/>
                  <a:pt x="65468" y="10993"/>
                </a:cubicBezTo>
                <a:cubicBezTo>
                  <a:pt x="65452" y="10962"/>
                  <a:pt x="65421" y="10915"/>
                  <a:pt x="65374" y="10899"/>
                </a:cubicBezTo>
                <a:lnTo>
                  <a:pt x="65281" y="10853"/>
                </a:lnTo>
                <a:lnTo>
                  <a:pt x="65531" y="10728"/>
                </a:lnTo>
                <a:cubicBezTo>
                  <a:pt x="65827" y="10555"/>
                  <a:pt x="66859" y="9930"/>
                  <a:pt x="67141" y="9727"/>
                </a:cubicBezTo>
                <a:cubicBezTo>
                  <a:pt x="67641" y="9367"/>
                  <a:pt x="68173" y="8835"/>
                  <a:pt x="68345" y="8523"/>
                </a:cubicBezTo>
                <a:cubicBezTo>
                  <a:pt x="68439" y="8351"/>
                  <a:pt x="68439" y="8289"/>
                  <a:pt x="68345" y="8226"/>
                </a:cubicBezTo>
                <a:cubicBezTo>
                  <a:pt x="68266" y="8179"/>
                  <a:pt x="68251" y="8179"/>
                  <a:pt x="67922" y="8241"/>
                </a:cubicBezTo>
                <a:cubicBezTo>
                  <a:pt x="66703" y="8460"/>
                  <a:pt x="66171" y="8539"/>
                  <a:pt x="66327" y="8476"/>
                </a:cubicBezTo>
                <a:cubicBezTo>
                  <a:pt x="66578" y="8382"/>
                  <a:pt x="66782" y="8304"/>
                  <a:pt x="67015" y="8164"/>
                </a:cubicBezTo>
                <a:cubicBezTo>
                  <a:pt x="67172" y="8070"/>
                  <a:pt x="67516" y="7882"/>
                  <a:pt x="67782" y="7757"/>
                </a:cubicBezTo>
                <a:cubicBezTo>
                  <a:pt x="68345" y="7459"/>
                  <a:pt x="68689" y="7240"/>
                  <a:pt x="68908" y="7069"/>
                </a:cubicBezTo>
                <a:cubicBezTo>
                  <a:pt x="69221" y="6819"/>
                  <a:pt x="69846" y="6225"/>
                  <a:pt x="70253" y="5802"/>
                </a:cubicBezTo>
                <a:cubicBezTo>
                  <a:pt x="70580" y="5474"/>
                  <a:pt x="70674" y="5364"/>
                  <a:pt x="70690" y="5287"/>
                </a:cubicBezTo>
                <a:cubicBezTo>
                  <a:pt x="70705" y="5177"/>
                  <a:pt x="70659" y="5114"/>
                  <a:pt x="70580" y="5114"/>
                </a:cubicBezTo>
                <a:cubicBezTo>
                  <a:pt x="70549" y="5114"/>
                  <a:pt x="70393" y="5145"/>
                  <a:pt x="70221" y="5208"/>
                </a:cubicBezTo>
                <a:cubicBezTo>
                  <a:pt x="70049" y="5270"/>
                  <a:pt x="69784" y="5349"/>
                  <a:pt x="69627" y="5395"/>
                </a:cubicBezTo>
                <a:cubicBezTo>
                  <a:pt x="69315" y="5489"/>
                  <a:pt x="67751" y="5912"/>
                  <a:pt x="67720" y="5912"/>
                </a:cubicBezTo>
                <a:lnTo>
                  <a:pt x="67939" y="5802"/>
                </a:lnTo>
                <a:cubicBezTo>
                  <a:pt x="68079" y="5724"/>
                  <a:pt x="68408" y="5521"/>
                  <a:pt x="68704" y="5318"/>
                </a:cubicBezTo>
                <a:cubicBezTo>
                  <a:pt x="69002" y="5114"/>
                  <a:pt x="69361" y="4880"/>
                  <a:pt x="69502" y="4786"/>
                </a:cubicBezTo>
                <a:cubicBezTo>
                  <a:pt x="69799" y="4614"/>
                  <a:pt x="70440" y="4130"/>
                  <a:pt x="70924" y="3738"/>
                </a:cubicBezTo>
                <a:lnTo>
                  <a:pt x="71425" y="3473"/>
                </a:lnTo>
                <a:lnTo>
                  <a:pt x="71425" y="3223"/>
                </a:lnTo>
                <a:cubicBezTo>
                  <a:pt x="71425" y="3081"/>
                  <a:pt x="71237" y="2973"/>
                  <a:pt x="71237" y="2973"/>
                </a:cubicBezTo>
                <a:cubicBezTo>
                  <a:pt x="71222" y="2973"/>
                  <a:pt x="70799" y="3113"/>
                  <a:pt x="70268" y="3300"/>
                </a:cubicBezTo>
                <a:cubicBezTo>
                  <a:pt x="69752" y="3488"/>
                  <a:pt x="68971" y="3754"/>
                  <a:pt x="68516" y="3911"/>
                </a:cubicBezTo>
                <a:cubicBezTo>
                  <a:pt x="68079" y="4067"/>
                  <a:pt x="67563" y="4238"/>
                  <a:pt x="67376" y="4317"/>
                </a:cubicBezTo>
                <a:cubicBezTo>
                  <a:pt x="67188" y="4380"/>
                  <a:pt x="67032" y="4442"/>
                  <a:pt x="67032" y="4426"/>
                </a:cubicBezTo>
                <a:cubicBezTo>
                  <a:pt x="67032" y="4426"/>
                  <a:pt x="67109" y="4363"/>
                  <a:pt x="67203" y="4301"/>
                </a:cubicBezTo>
                <a:cubicBezTo>
                  <a:pt x="67297" y="4238"/>
                  <a:pt x="67626" y="4004"/>
                  <a:pt x="67922" y="3786"/>
                </a:cubicBezTo>
                <a:cubicBezTo>
                  <a:pt x="68235" y="3567"/>
                  <a:pt x="68783" y="3191"/>
                  <a:pt x="69158" y="2925"/>
                </a:cubicBezTo>
                <a:cubicBezTo>
                  <a:pt x="70174" y="2206"/>
                  <a:pt x="70784" y="1705"/>
                  <a:pt x="70831" y="1534"/>
                </a:cubicBezTo>
                <a:cubicBezTo>
                  <a:pt x="70862" y="1346"/>
                  <a:pt x="70737" y="1315"/>
                  <a:pt x="70362" y="1424"/>
                </a:cubicBezTo>
                <a:cubicBezTo>
                  <a:pt x="69330" y="1690"/>
                  <a:pt x="68548" y="1909"/>
                  <a:pt x="67985" y="2097"/>
                </a:cubicBezTo>
                <a:cubicBezTo>
                  <a:pt x="67797" y="2143"/>
                  <a:pt x="67578" y="2222"/>
                  <a:pt x="67485" y="2237"/>
                </a:cubicBezTo>
                <a:cubicBezTo>
                  <a:pt x="67391" y="2268"/>
                  <a:pt x="67063" y="2378"/>
                  <a:pt x="66765" y="2456"/>
                </a:cubicBezTo>
                <a:cubicBezTo>
                  <a:pt x="65796" y="2769"/>
                  <a:pt x="65562" y="2831"/>
                  <a:pt x="65514" y="2847"/>
                </a:cubicBezTo>
                <a:cubicBezTo>
                  <a:pt x="65483" y="2862"/>
                  <a:pt x="65546" y="2800"/>
                  <a:pt x="65656" y="2737"/>
                </a:cubicBezTo>
                <a:cubicBezTo>
                  <a:pt x="65750" y="2660"/>
                  <a:pt x="65937" y="2535"/>
                  <a:pt x="66046" y="2441"/>
                </a:cubicBezTo>
                <a:cubicBezTo>
                  <a:pt x="66171" y="2362"/>
                  <a:pt x="66344" y="2222"/>
                  <a:pt x="66453" y="2143"/>
                </a:cubicBezTo>
                <a:cubicBezTo>
                  <a:pt x="67188" y="1628"/>
                  <a:pt x="68126" y="752"/>
                  <a:pt x="68283" y="423"/>
                </a:cubicBezTo>
                <a:cubicBezTo>
                  <a:pt x="68376" y="252"/>
                  <a:pt x="68360" y="127"/>
                  <a:pt x="68283" y="79"/>
                </a:cubicBezTo>
                <a:close/>
                <a:moveTo>
                  <a:pt x="47784" y="7632"/>
                </a:moveTo>
                <a:cubicBezTo>
                  <a:pt x="47815" y="7616"/>
                  <a:pt x="47831" y="7616"/>
                  <a:pt x="47831" y="7632"/>
                </a:cubicBezTo>
                <a:cubicBezTo>
                  <a:pt x="47831" y="7663"/>
                  <a:pt x="47752" y="7710"/>
                  <a:pt x="47737" y="7678"/>
                </a:cubicBezTo>
                <a:cubicBezTo>
                  <a:pt x="47721" y="7678"/>
                  <a:pt x="47752" y="7663"/>
                  <a:pt x="47784" y="7632"/>
                </a:cubicBezTo>
                <a:close/>
                <a:moveTo>
                  <a:pt x="52255" y="45001"/>
                </a:moveTo>
                <a:cubicBezTo>
                  <a:pt x="52287" y="44985"/>
                  <a:pt x="52334" y="45001"/>
                  <a:pt x="52365" y="45048"/>
                </a:cubicBezTo>
                <a:cubicBezTo>
                  <a:pt x="52412" y="45079"/>
                  <a:pt x="52568" y="45235"/>
                  <a:pt x="52741" y="45392"/>
                </a:cubicBezTo>
                <a:cubicBezTo>
                  <a:pt x="52912" y="45533"/>
                  <a:pt x="53162" y="45767"/>
                  <a:pt x="53319" y="45892"/>
                </a:cubicBezTo>
                <a:cubicBezTo>
                  <a:pt x="53773" y="46315"/>
                  <a:pt x="54085" y="46534"/>
                  <a:pt x="54398" y="46611"/>
                </a:cubicBezTo>
                <a:cubicBezTo>
                  <a:pt x="54492" y="46627"/>
                  <a:pt x="54648" y="46705"/>
                  <a:pt x="54757" y="46768"/>
                </a:cubicBezTo>
                <a:cubicBezTo>
                  <a:pt x="54851" y="46846"/>
                  <a:pt x="55023" y="46940"/>
                  <a:pt x="55132" y="47003"/>
                </a:cubicBezTo>
                <a:cubicBezTo>
                  <a:pt x="55242" y="47049"/>
                  <a:pt x="55430" y="47174"/>
                  <a:pt x="55555" y="47284"/>
                </a:cubicBezTo>
                <a:cubicBezTo>
                  <a:pt x="55758" y="47456"/>
                  <a:pt x="56024" y="47597"/>
                  <a:pt x="56102" y="47597"/>
                </a:cubicBezTo>
                <a:cubicBezTo>
                  <a:pt x="56133" y="47597"/>
                  <a:pt x="56181" y="47581"/>
                  <a:pt x="56212" y="47549"/>
                </a:cubicBezTo>
                <a:lnTo>
                  <a:pt x="56289" y="47487"/>
                </a:lnTo>
                <a:lnTo>
                  <a:pt x="56383" y="47581"/>
                </a:lnTo>
                <a:cubicBezTo>
                  <a:pt x="56431" y="47643"/>
                  <a:pt x="56602" y="47800"/>
                  <a:pt x="56775" y="47956"/>
                </a:cubicBezTo>
                <a:cubicBezTo>
                  <a:pt x="56946" y="48112"/>
                  <a:pt x="57087" y="48237"/>
                  <a:pt x="57119" y="48254"/>
                </a:cubicBezTo>
                <a:cubicBezTo>
                  <a:pt x="57181" y="48331"/>
                  <a:pt x="57290" y="48379"/>
                  <a:pt x="57384" y="48379"/>
                </a:cubicBezTo>
                <a:lnTo>
                  <a:pt x="57478" y="48379"/>
                </a:lnTo>
                <a:lnTo>
                  <a:pt x="57494" y="48629"/>
                </a:lnTo>
                <a:cubicBezTo>
                  <a:pt x="57509" y="48879"/>
                  <a:pt x="57494" y="48894"/>
                  <a:pt x="57431" y="49019"/>
                </a:cubicBezTo>
                <a:cubicBezTo>
                  <a:pt x="57384" y="49082"/>
                  <a:pt x="57275" y="49207"/>
                  <a:pt x="57181" y="49269"/>
                </a:cubicBezTo>
                <a:cubicBezTo>
                  <a:pt x="56994" y="49426"/>
                  <a:pt x="56946" y="49488"/>
                  <a:pt x="56900" y="49738"/>
                </a:cubicBezTo>
                <a:lnTo>
                  <a:pt x="56869" y="49911"/>
                </a:lnTo>
                <a:lnTo>
                  <a:pt x="56650" y="50020"/>
                </a:lnTo>
                <a:cubicBezTo>
                  <a:pt x="56540" y="50082"/>
                  <a:pt x="56383" y="50176"/>
                  <a:pt x="56321" y="50224"/>
                </a:cubicBezTo>
                <a:cubicBezTo>
                  <a:pt x="56258" y="50286"/>
                  <a:pt x="56196" y="50317"/>
                  <a:pt x="56196" y="50317"/>
                </a:cubicBezTo>
                <a:cubicBezTo>
                  <a:pt x="56181" y="50317"/>
                  <a:pt x="56087" y="50270"/>
                  <a:pt x="55993" y="50224"/>
                </a:cubicBezTo>
                <a:cubicBezTo>
                  <a:pt x="55789" y="50099"/>
                  <a:pt x="55680" y="50051"/>
                  <a:pt x="55414" y="49974"/>
                </a:cubicBezTo>
                <a:cubicBezTo>
                  <a:pt x="55320" y="49942"/>
                  <a:pt x="55211" y="49880"/>
                  <a:pt x="55101" y="49801"/>
                </a:cubicBezTo>
                <a:cubicBezTo>
                  <a:pt x="54961" y="49692"/>
                  <a:pt x="54961" y="49676"/>
                  <a:pt x="54961" y="49567"/>
                </a:cubicBezTo>
                <a:cubicBezTo>
                  <a:pt x="54961" y="49426"/>
                  <a:pt x="54913" y="49332"/>
                  <a:pt x="54757" y="49144"/>
                </a:cubicBezTo>
                <a:cubicBezTo>
                  <a:pt x="54680" y="49067"/>
                  <a:pt x="54601" y="48942"/>
                  <a:pt x="54554" y="48879"/>
                </a:cubicBezTo>
                <a:cubicBezTo>
                  <a:pt x="54507" y="48816"/>
                  <a:pt x="54398" y="48675"/>
                  <a:pt x="54319" y="48581"/>
                </a:cubicBezTo>
                <a:cubicBezTo>
                  <a:pt x="54225" y="48487"/>
                  <a:pt x="54054" y="48269"/>
                  <a:pt x="53944" y="48097"/>
                </a:cubicBezTo>
                <a:lnTo>
                  <a:pt x="53741" y="47800"/>
                </a:lnTo>
                <a:lnTo>
                  <a:pt x="53804" y="47753"/>
                </a:lnTo>
                <a:cubicBezTo>
                  <a:pt x="53929" y="47674"/>
                  <a:pt x="53898" y="47549"/>
                  <a:pt x="53679" y="47268"/>
                </a:cubicBezTo>
                <a:cubicBezTo>
                  <a:pt x="53585" y="47143"/>
                  <a:pt x="53444" y="46971"/>
                  <a:pt x="53381" y="46893"/>
                </a:cubicBezTo>
                <a:cubicBezTo>
                  <a:pt x="53256" y="46768"/>
                  <a:pt x="53256" y="46768"/>
                  <a:pt x="53304" y="46721"/>
                </a:cubicBezTo>
                <a:cubicBezTo>
                  <a:pt x="53397" y="46611"/>
                  <a:pt x="53350" y="46534"/>
                  <a:pt x="53116" y="46315"/>
                </a:cubicBezTo>
                <a:cubicBezTo>
                  <a:pt x="52616" y="45861"/>
                  <a:pt x="52365" y="45673"/>
                  <a:pt x="51928" y="45408"/>
                </a:cubicBezTo>
                <a:cubicBezTo>
                  <a:pt x="51584" y="45204"/>
                  <a:pt x="51584" y="45189"/>
                  <a:pt x="51786" y="45158"/>
                </a:cubicBezTo>
                <a:cubicBezTo>
                  <a:pt x="51896" y="45141"/>
                  <a:pt x="52021" y="45095"/>
                  <a:pt x="52099" y="45064"/>
                </a:cubicBezTo>
                <a:cubicBezTo>
                  <a:pt x="52162" y="45048"/>
                  <a:pt x="52240" y="45016"/>
                  <a:pt x="52255" y="45001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40480"/>
                </a:schemeClr>
              </a:gs>
              <a:gs pos="100000">
                <a:schemeClr val="accent3">
                  <a:alpha val="404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40EBF-14ED-D775-0769-36EE7BD8A76A}"/>
              </a:ext>
            </a:extLst>
          </p:cNvPr>
          <p:cNvSpPr txBox="1"/>
          <p:nvPr/>
        </p:nvSpPr>
        <p:spPr>
          <a:xfrm>
            <a:off x="116130" y="1272383"/>
            <a:ext cx="85725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Blog Posts/Online Articles:</a:t>
            </a:r>
          </a:p>
          <a:p>
            <a:pPr algn="l"/>
            <a:endParaRPr lang="en-US" b="1" i="0" dirty="0">
              <a:solidFill>
                <a:schemeClr val="bg1">
                  <a:lumMod val="75000"/>
                </a:schemeClr>
              </a:solidFill>
              <a:effectLst/>
              <a:latin typeface="Merriweather" panose="000005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"Hawk Roosting by Ted Hughes: Summary and Critical Analysis" on </a:t>
            </a:r>
            <a:r>
              <a:rPr lang="en-US" b="0" i="0" dirty="0" err="1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BachelorandMaster</a:t>
            </a: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. (Provides an accessible analysis of the poem's language and meaning).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"Ted Hughes's 'Hawk Roosting'" on The English Blog. (Blog post analyzing the poem and Hughes's use of personification).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"Ted Hughes: Eco-Warrior and Master of Animals" on </a:t>
            </a:r>
            <a:r>
              <a:rPr lang="en-US" b="0" i="0" dirty="0" err="1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InterestingLiterature</a:t>
            </a: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. (Blog discussing Hughes's animal poetry and connection to nature).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"Ted Hughes's 'Hawk Roosting' and a Confession" on Malahat Review. (Blog post reflecting personally on reading Hawk Roosting).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Gifford, Terry. Ted Hughes. Routledge, 2009. (Critical study examining Hughes's life and works).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>
                    <a:lumMod val="75000"/>
                  </a:schemeClr>
                </a:solidFill>
                <a:effectLst/>
                <a:latin typeface="Merriweather" panose="00000500000000000000" pitchFamily="2" charset="0"/>
              </a:rPr>
              <a:t>Fuller, John. "Reflections on Hawk Roosting." The Ted Hughes Society Journal 1 (2011). (Article specifically analyzing Hawk Roosting and its language/meaning).</a:t>
            </a:r>
          </a:p>
          <a:p>
            <a:pPr algn="l"/>
            <a:endParaRPr lang="en-US" b="0" i="0" dirty="0">
              <a:solidFill>
                <a:schemeClr val="bg1">
                  <a:lumMod val="75000"/>
                </a:schemeClr>
              </a:solidFill>
              <a:effectLst/>
              <a:latin typeface="Merriweather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" fill="hold">
                                          <p:stCondLst>
                                            <p:cond delay="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" decel="50000" autoRev="1" fill="hold">
                                          <p:stCondLst>
                                            <p:cond delay="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4"/>
          <p:cNvSpPr txBox="1">
            <a:spLocks noGrp="1"/>
          </p:cNvSpPr>
          <p:nvPr>
            <p:ph type="ctrTitle"/>
          </p:nvPr>
        </p:nvSpPr>
        <p:spPr>
          <a:xfrm>
            <a:off x="2147529" y="19391"/>
            <a:ext cx="4284000" cy="95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Thanks!</a:t>
            </a:r>
            <a:endParaRPr sz="7200" dirty="0"/>
          </a:p>
        </p:txBody>
      </p:sp>
      <p:sp>
        <p:nvSpPr>
          <p:cNvPr id="807" name="Google Shape;807;p64"/>
          <p:cNvSpPr txBox="1">
            <a:spLocks noGrp="1"/>
          </p:cNvSpPr>
          <p:nvPr>
            <p:ph type="subTitle" idx="1"/>
          </p:nvPr>
        </p:nvSpPr>
        <p:spPr>
          <a:xfrm>
            <a:off x="745724" y="1187400"/>
            <a:ext cx="7528264" cy="11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We extend our heartfelt gratitude to our wonderful classmates and our esteemed teacher for their attentive presence and support throughout our presentation. Your engagement and encouragement mean the world to us.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Thank you for being a part of this learning journey with us!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dk1"/>
              </a:solidFill>
            </a:endParaRPr>
          </a:p>
        </p:txBody>
      </p:sp>
      <p:sp>
        <p:nvSpPr>
          <p:cNvPr id="808" name="Google Shape;808;p64"/>
          <p:cNvSpPr txBox="1"/>
          <p:nvPr/>
        </p:nvSpPr>
        <p:spPr>
          <a:xfrm>
            <a:off x="7747815" y="2095378"/>
            <a:ext cx="1300921" cy="137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rtl="0">
              <a:spcBef>
                <a:spcPts val="300"/>
              </a:spcBef>
              <a:spcAft>
                <a:spcPts val="0"/>
              </a:spcAft>
            </a:pPr>
            <a:endParaRPr sz="1200" dirty="0">
              <a:solidFill>
                <a:schemeClr val="accent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3" name="Google Shape;823;p64"/>
          <p:cNvSpPr/>
          <p:nvPr/>
        </p:nvSpPr>
        <p:spPr>
          <a:xfrm>
            <a:off x="6179476" y="3239968"/>
            <a:ext cx="2964524" cy="1108754"/>
          </a:xfrm>
          <a:custGeom>
            <a:avLst/>
            <a:gdLst/>
            <a:ahLst/>
            <a:cxnLst/>
            <a:rect l="l" t="t" r="r" b="b"/>
            <a:pathLst>
              <a:path w="62841" h="23503" extrusionOk="0">
                <a:moveTo>
                  <a:pt x="62840" y="1"/>
                </a:moveTo>
                <a:cubicBezTo>
                  <a:pt x="61996" y="94"/>
                  <a:pt x="61168" y="361"/>
                  <a:pt x="60432" y="782"/>
                </a:cubicBezTo>
                <a:cubicBezTo>
                  <a:pt x="59104" y="1581"/>
                  <a:pt x="57493" y="2721"/>
                  <a:pt x="57102" y="4207"/>
                </a:cubicBezTo>
                <a:cubicBezTo>
                  <a:pt x="56180" y="3637"/>
                  <a:pt x="55094" y="3344"/>
                  <a:pt x="54014" y="3344"/>
                </a:cubicBezTo>
                <a:cubicBezTo>
                  <a:pt x="53226" y="3344"/>
                  <a:pt x="52442" y="3500"/>
                  <a:pt x="51724" y="3816"/>
                </a:cubicBezTo>
                <a:cubicBezTo>
                  <a:pt x="50004" y="4551"/>
                  <a:pt x="48221" y="6161"/>
                  <a:pt x="47861" y="8006"/>
                </a:cubicBezTo>
                <a:cubicBezTo>
                  <a:pt x="47077" y="7582"/>
                  <a:pt x="46154" y="7382"/>
                  <a:pt x="45209" y="7382"/>
                </a:cubicBezTo>
                <a:cubicBezTo>
                  <a:pt x="43196" y="7382"/>
                  <a:pt x="41082" y="8287"/>
                  <a:pt x="39997" y="9851"/>
                </a:cubicBezTo>
                <a:cubicBezTo>
                  <a:pt x="39582" y="9504"/>
                  <a:pt x="38941" y="9294"/>
                  <a:pt x="38339" y="9294"/>
                </a:cubicBezTo>
                <a:cubicBezTo>
                  <a:pt x="37964" y="9294"/>
                  <a:pt x="37604" y="9375"/>
                  <a:pt x="37323" y="9555"/>
                </a:cubicBezTo>
                <a:cubicBezTo>
                  <a:pt x="36117" y="8427"/>
                  <a:pt x="34457" y="7817"/>
                  <a:pt x="32803" y="7817"/>
                </a:cubicBezTo>
                <a:cubicBezTo>
                  <a:pt x="32141" y="7817"/>
                  <a:pt x="31480" y="7915"/>
                  <a:pt x="30849" y="8116"/>
                </a:cubicBezTo>
                <a:cubicBezTo>
                  <a:pt x="28645" y="8835"/>
                  <a:pt x="26940" y="10821"/>
                  <a:pt x="26488" y="13103"/>
                </a:cubicBezTo>
                <a:cubicBezTo>
                  <a:pt x="26035" y="12733"/>
                  <a:pt x="25523" y="12566"/>
                  <a:pt x="25011" y="12566"/>
                </a:cubicBezTo>
                <a:cubicBezTo>
                  <a:pt x="24053" y="12566"/>
                  <a:pt x="23098" y="13152"/>
                  <a:pt x="22547" y="14089"/>
                </a:cubicBezTo>
                <a:cubicBezTo>
                  <a:pt x="22109" y="13858"/>
                  <a:pt x="21605" y="13749"/>
                  <a:pt x="21095" y="13749"/>
                </a:cubicBezTo>
                <a:cubicBezTo>
                  <a:pt x="20222" y="13749"/>
                  <a:pt x="19334" y="14069"/>
                  <a:pt x="18732" y="14652"/>
                </a:cubicBezTo>
                <a:cubicBezTo>
                  <a:pt x="17657" y="13351"/>
                  <a:pt x="15961" y="12600"/>
                  <a:pt x="14277" y="12600"/>
                </a:cubicBezTo>
                <a:cubicBezTo>
                  <a:pt x="13855" y="12600"/>
                  <a:pt x="13435" y="12647"/>
                  <a:pt x="13025" y="12744"/>
                </a:cubicBezTo>
                <a:cubicBezTo>
                  <a:pt x="10961" y="13228"/>
                  <a:pt x="9101" y="15136"/>
                  <a:pt x="8600" y="17200"/>
                </a:cubicBezTo>
                <a:cubicBezTo>
                  <a:pt x="8356" y="16986"/>
                  <a:pt x="8034" y="16890"/>
                  <a:pt x="7700" y="16890"/>
                </a:cubicBezTo>
                <a:cubicBezTo>
                  <a:pt x="7007" y="16890"/>
                  <a:pt x="6262" y="17303"/>
                  <a:pt x="6051" y="17935"/>
                </a:cubicBezTo>
                <a:cubicBezTo>
                  <a:pt x="5318" y="17381"/>
                  <a:pt x="4406" y="17114"/>
                  <a:pt x="3489" y="17114"/>
                </a:cubicBezTo>
                <a:cubicBezTo>
                  <a:pt x="2157" y="17114"/>
                  <a:pt x="816" y="17676"/>
                  <a:pt x="1" y="18732"/>
                </a:cubicBezTo>
                <a:cubicBezTo>
                  <a:pt x="8834" y="22783"/>
                  <a:pt x="18764" y="22908"/>
                  <a:pt x="28489" y="23314"/>
                </a:cubicBezTo>
                <a:cubicBezTo>
                  <a:pt x="31653" y="23448"/>
                  <a:pt x="34881" y="23502"/>
                  <a:pt x="38140" y="23502"/>
                </a:cubicBezTo>
                <a:cubicBezTo>
                  <a:pt x="44770" y="23502"/>
                  <a:pt x="51525" y="23278"/>
                  <a:pt x="58118" y="23048"/>
                </a:cubicBezTo>
                <a:cubicBezTo>
                  <a:pt x="59698" y="22985"/>
                  <a:pt x="61277" y="22923"/>
                  <a:pt x="62840" y="22876"/>
                </a:cubicBezTo>
                <a:lnTo>
                  <a:pt x="62840" y="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4" name="Google Shape;824;p64"/>
          <p:cNvSpPr/>
          <p:nvPr/>
        </p:nvSpPr>
        <p:spPr>
          <a:xfrm>
            <a:off x="0" y="0"/>
            <a:ext cx="2370630" cy="1335190"/>
          </a:xfrm>
          <a:custGeom>
            <a:avLst/>
            <a:gdLst/>
            <a:ahLst/>
            <a:cxnLst/>
            <a:rect l="l" t="t" r="r" b="b"/>
            <a:pathLst>
              <a:path w="43656" h="24588" extrusionOk="0">
                <a:moveTo>
                  <a:pt x="1" y="0"/>
                </a:moveTo>
                <a:lnTo>
                  <a:pt x="1" y="24501"/>
                </a:lnTo>
                <a:cubicBezTo>
                  <a:pt x="1271" y="24559"/>
                  <a:pt x="2541" y="24587"/>
                  <a:pt x="3812" y="24587"/>
                </a:cubicBezTo>
                <a:cubicBezTo>
                  <a:pt x="17214" y="24587"/>
                  <a:pt x="30631" y="21483"/>
                  <a:pt x="43656" y="18169"/>
                </a:cubicBezTo>
                <a:cubicBezTo>
                  <a:pt x="43124" y="16543"/>
                  <a:pt x="41857" y="15182"/>
                  <a:pt x="40293" y="14494"/>
                </a:cubicBezTo>
                <a:cubicBezTo>
                  <a:pt x="39295" y="14069"/>
                  <a:pt x="37972" y="13744"/>
                  <a:pt x="36742" y="13744"/>
                </a:cubicBezTo>
                <a:cubicBezTo>
                  <a:pt x="36027" y="13744"/>
                  <a:pt x="35344" y="13854"/>
                  <a:pt x="34775" y="14119"/>
                </a:cubicBezTo>
                <a:cubicBezTo>
                  <a:pt x="34852" y="13322"/>
                  <a:pt x="34493" y="12509"/>
                  <a:pt x="33868" y="12040"/>
                </a:cubicBezTo>
                <a:cubicBezTo>
                  <a:pt x="33477" y="11764"/>
                  <a:pt x="32994" y="11615"/>
                  <a:pt x="32514" y="11615"/>
                </a:cubicBezTo>
                <a:cubicBezTo>
                  <a:pt x="32205" y="11615"/>
                  <a:pt x="31898" y="11677"/>
                  <a:pt x="31616" y="11805"/>
                </a:cubicBezTo>
                <a:cubicBezTo>
                  <a:pt x="30849" y="9726"/>
                  <a:pt x="29004" y="8100"/>
                  <a:pt x="26847" y="7599"/>
                </a:cubicBezTo>
                <a:cubicBezTo>
                  <a:pt x="26318" y="7476"/>
                  <a:pt x="25767" y="7414"/>
                  <a:pt x="25212" y="7414"/>
                </a:cubicBezTo>
                <a:cubicBezTo>
                  <a:pt x="23519" y="7414"/>
                  <a:pt x="21794" y="7989"/>
                  <a:pt x="20592" y="9132"/>
                </a:cubicBezTo>
                <a:cubicBezTo>
                  <a:pt x="20402" y="8357"/>
                  <a:pt x="19339" y="7642"/>
                  <a:pt x="18479" y="7642"/>
                </a:cubicBezTo>
                <a:cubicBezTo>
                  <a:pt x="18349" y="7642"/>
                  <a:pt x="18224" y="7658"/>
                  <a:pt x="18107" y="7693"/>
                </a:cubicBezTo>
                <a:cubicBezTo>
                  <a:pt x="17246" y="6192"/>
                  <a:pt x="15730" y="5098"/>
                  <a:pt x="14025" y="4737"/>
                </a:cubicBezTo>
                <a:cubicBezTo>
                  <a:pt x="13486" y="4623"/>
                  <a:pt x="12906" y="4559"/>
                  <a:pt x="12322" y="4559"/>
                </a:cubicBezTo>
                <a:cubicBezTo>
                  <a:pt x="11078" y="4559"/>
                  <a:pt x="9813" y="4848"/>
                  <a:pt x="8866" y="5550"/>
                </a:cubicBezTo>
                <a:cubicBezTo>
                  <a:pt x="7974" y="4659"/>
                  <a:pt x="6775" y="3995"/>
                  <a:pt x="5562" y="3995"/>
                </a:cubicBezTo>
                <a:cubicBezTo>
                  <a:pt x="5224" y="3995"/>
                  <a:pt x="4884" y="4047"/>
                  <a:pt x="4550" y="4160"/>
                </a:cubicBezTo>
                <a:cubicBezTo>
                  <a:pt x="3737" y="2204"/>
                  <a:pt x="2002" y="688"/>
                  <a:pt x="1" y="0"/>
                </a:cubicBez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5" name="Google Shape;825;p64"/>
          <p:cNvSpPr/>
          <p:nvPr/>
        </p:nvSpPr>
        <p:spPr>
          <a:xfrm flipH="1">
            <a:off x="6994279" y="2193670"/>
            <a:ext cx="2054457" cy="1593118"/>
          </a:xfrm>
          <a:custGeom>
            <a:avLst/>
            <a:gdLst/>
            <a:ahLst/>
            <a:cxnLst/>
            <a:rect l="l" t="t" r="r" b="b"/>
            <a:pathLst>
              <a:path w="139498" h="108173" extrusionOk="0">
                <a:moveTo>
                  <a:pt x="6122" y="155"/>
                </a:moveTo>
                <a:cubicBezTo>
                  <a:pt x="5953" y="254"/>
                  <a:pt x="5953" y="507"/>
                  <a:pt x="6107" y="845"/>
                </a:cubicBezTo>
                <a:cubicBezTo>
                  <a:pt x="6417" y="1464"/>
                  <a:pt x="8261" y="3194"/>
                  <a:pt x="9682" y="4194"/>
                </a:cubicBezTo>
                <a:cubicBezTo>
                  <a:pt x="9907" y="4348"/>
                  <a:pt x="10259" y="4602"/>
                  <a:pt x="10470" y="4770"/>
                </a:cubicBezTo>
                <a:cubicBezTo>
                  <a:pt x="10695" y="4939"/>
                  <a:pt x="11061" y="5193"/>
                  <a:pt x="11258" y="5333"/>
                </a:cubicBezTo>
                <a:cubicBezTo>
                  <a:pt x="11469" y="5474"/>
                  <a:pt x="11595" y="5587"/>
                  <a:pt x="11539" y="5573"/>
                </a:cubicBezTo>
                <a:cubicBezTo>
                  <a:pt x="11427" y="5530"/>
                  <a:pt x="10976" y="5404"/>
                  <a:pt x="9091" y="4813"/>
                </a:cubicBezTo>
                <a:cubicBezTo>
                  <a:pt x="8500" y="4644"/>
                  <a:pt x="7852" y="4447"/>
                  <a:pt x="7683" y="4391"/>
                </a:cubicBezTo>
                <a:cubicBezTo>
                  <a:pt x="7501" y="4335"/>
                  <a:pt x="7064" y="4194"/>
                  <a:pt x="6698" y="4095"/>
                </a:cubicBezTo>
                <a:cubicBezTo>
                  <a:pt x="5587" y="3744"/>
                  <a:pt x="4081" y="3322"/>
                  <a:pt x="2069" y="2787"/>
                </a:cubicBezTo>
                <a:cubicBezTo>
                  <a:pt x="1337" y="2590"/>
                  <a:pt x="1069" y="2646"/>
                  <a:pt x="1154" y="2984"/>
                </a:cubicBezTo>
                <a:cubicBezTo>
                  <a:pt x="1238" y="3322"/>
                  <a:pt x="2420" y="4320"/>
                  <a:pt x="4419" y="5714"/>
                </a:cubicBezTo>
                <a:cubicBezTo>
                  <a:pt x="5137" y="6220"/>
                  <a:pt x="6206" y="6980"/>
                  <a:pt x="6811" y="7403"/>
                </a:cubicBezTo>
                <a:cubicBezTo>
                  <a:pt x="7402" y="7825"/>
                  <a:pt x="8049" y="8275"/>
                  <a:pt x="8233" y="8401"/>
                </a:cubicBezTo>
                <a:cubicBezTo>
                  <a:pt x="8430" y="8542"/>
                  <a:pt x="8570" y="8654"/>
                  <a:pt x="8556" y="8654"/>
                </a:cubicBezTo>
                <a:cubicBezTo>
                  <a:pt x="8542" y="8669"/>
                  <a:pt x="8246" y="8570"/>
                  <a:pt x="7895" y="8429"/>
                </a:cubicBezTo>
                <a:cubicBezTo>
                  <a:pt x="7543" y="8289"/>
                  <a:pt x="6529" y="7937"/>
                  <a:pt x="5657" y="7641"/>
                </a:cubicBezTo>
                <a:cubicBezTo>
                  <a:pt x="4785" y="7346"/>
                  <a:pt x="3237" y="6812"/>
                  <a:pt x="2223" y="6446"/>
                </a:cubicBezTo>
                <a:cubicBezTo>
                  <a:pt x="1210" y="6093"/>
                  <a:pt x="381" y="5798"/>
                  <a:pt x="352" y="5798"/>
                </a:cubicBezTo>
                <a:cubicBezTo>
                  <a:pt x="338" y="5798"/>
                  <a:pt x="0" y="6023"/>
                  <a:pt x="0" y="6290"/>
                </a:cubicBezTo>
                <a:lnTo>
                  <a:pt x="0" y="6769"/>
                </a:lnTo>
                <a:lnTo>
                  <a:pt x="957" y="7303"/>
                </a:lnTo>
                <a:cubicBezTo>
                  <a:pt x="1914" y="8078"/>
                  <a:pt x="3167" y="9007"/>
                  <a:pt x="3743" y="9358"/>
                </a:cubicBezTo>
                <a:cubicBezTo>
                  <a:pt x="4025" y="9542"/>
                  <a:pt x="4728" y="9992"/>
                  <a:pt x="5291" y="10386"/>
                </a:cubicBezTo>
                <a:cubicBezTo>
                  <a:pt x="5854" y="10780"/>
                  <a:pt x="6529" y="11187"/>
                  <a:pt x="6783" y="11328"/>
                </a:cubicBezTo>
                <a:cubicBezTo>
                  <a:pt x="7036" y="11455"/>
                  <a:pt x="7233" y="11553"/>
                  <a:pt x="7205" y="11553"/>
                </a:cubicBezTo>
                <a:cubicBezTo>
                  <a:pt x="7163" y="11553"/>
                  <a:pt x="4109" y="10709"/>
                  <a:pt x="3505" y="10540"/>
                </a:cubicBezTo>
                <a:cubicBezTo>
                  <a:pt x="3195" y="10442"/>
                  <a:pt x="2674" y="10287"/>
                  <a:pt x="2336" y="10174"/>
                </a:cubicBezTo>
                <a:cubicBezTo>
                  <a:pt x="1998" y="10062"/>
                  <a:pt x="1675" y="9977"/>
                  <a:pt x="1619" y="9977"/>
                </a:cubicBezTo>
                <a:cubicBezTo>
                  <a:pt x="1463" y="9977"/>
                  <a:pt x="1394" y="10118"/>
                  <a:pt x="1422" y="10343"/>
                </a:cubicBezTo>
                <a:cubicBezTo>
                  <a:pt x="1463" y="10498"/>
                  <a:pt x="1632" y="10695"/>
                  <a:pt x="2266" y="11356"/>
                </a:cubicBezTo>
                <a:cubicBezTo>
                  <a:pt x="3054" y="12159"/>
                  <a:pt x="4293" y="13313"/>
                  <a:pt x="4897" y="13805"/>
                </a:cubicBezTo>
                <a:cubicBezTo>
                  <a:pt x="5334" y="14157"/>
                  <a:pt x="6009" y="14565"/>
                  <a:pt x="7107" y="15142"/>
                </a:cubicBezTo>
                <a:cubicBezTo>
                  <a:pt x="7614" y="15409"/>
                  <a:pt x="8289" y="15775"/>
                  <a:pt x="8599" y="15944"/>
                </a:cubicBezTo>
                <a:cubicBezTo>
                  <a:pt x="9062" y="16212"/>
                  <a:pt x="9443" y="16394"/>
                  <a:pt x="9935" y="16563"/>
                </a:cubicBezTo>
                <a:cubicBezTo>
                  <a:pt x="10244" y="16690"/>
                  <a:pt x="9190" y="16521"/>
                  <a:pt x="6826" y="16113"/>
                </a:cubicBezTo>
                <a:cubicBezTo>
                  <a:pt x="6178" y="16000"/>
                  <a:pt x="6135" y="16000"/>
                  <a:pt x="5995" y="16084"/>
                </a:cubicBezTo>
                <a:cubicBezTo>
                  <a:pt x="5826" y="16197"/>
                  <a:pt x="5826" y="16310"/>
                  <a:pt x="6009" y="16647"/>
                </a:cubicBezTo>
                <a:cubicBezTo>
                  <a:pt x="6332" y="17253"/>
                  <a:pt x="7388" y="18308"/>
                  <a:pt x="8345" y="18998"/>
                </a:cubicBezTo>
                <a:cubicBezTo>
                  <a:pt x="8894" y="19392"/>
                  <a:pt x="10906" y="20630"/>
                  <a:pt x="11511" y="20953"/>
                </a:cubicBezTo>
                <a:lnTo>
                  <a:pt x="11976" y="21193"/>
                </a:lnTo>
                <a:lnTo>
                  <a:pt x="11807" y="21278"/>
                </a:lnTo>
                <a:cubicBezTo>
                  <a:pt x="11723" y="21319"/>
                  <a:pt x="11638" y="21404"/>
                  <a:pt x="11624" y="21475"/>
                </a:cubicBezTo>
                <a:cubicBezTo>
                  <a:pt x="11595" y="21713"/>
                  <a:pt x="12243" y="22361"/>
                  <a:pt x="13594" y="23402"/>
                </a:cubicBezTo>
                <a:cubicBezTo>
                  <a:pt x="15001" y="24500"/>
                  <a:pt x="15944" y="25034"/>
                  <a:pt x="17577" y="25696"/>
                </a:cubicBezTo>
                <a:cubicBezTo>
                  <a:pt x="18040" y="25893"/>
                  <a:pt x="18631" y="26132"/>
                  <a:pt x="18871" y="26231"/>
                </a:cubicBezTo>
                <a:cubicBezTo>
                  <a:pt x="19110" y="26344"/>
                  <a:pt x="19350" y="26442"/>
                  <a:pt x="19434" y="26470"/>
                </a:cubicBezTo>
                <a:cubicBezTo>
                  <a:pt x="19659" y="26541"/>
                  <a:pt x="19547" y="26569"/>
                  <a:pt x="19125" y="26554"/>
                </a:cubicBezTo>
                <a:cubicBezTo>
                  <a:pt x="18631" y="26541"/>
                  <a:pt x="18463" y="26597"/>
                  <a:pt x="18463" y="26779"/>
                </a:cubicBezTo>
                <a:cubicBezTo>
                  <a:pt x="18463" y="26976"/>
                  <a:pt x="18787" y="27244"/>
                  <a:pt x="19898" y="27990"/>
                </a:cubicBezTo>
                <a:cubicBezTo>
                  <a:pt x="21474" y="29059"/>
                  <a:pt x="22262" y="29496"/>
                  <a:pt x="23290" y="29890"/>
                </a:cubicBezTo>
                <a:cubicBezTo>
                  <a:pt x="24022" y="30171"/>
                  <a:pt x="25921" y="30622"/>
                  <a:pt x="26386" y="30622"/>
                </a:cubicBezTo>
                <a:cubicBezTo>
                  <a:pt x="26484" y="30622"/>
                  <a:pt x="26611" y="30678"/>
                  <a:pt x="26723" y="30790"/>
                </a:cubicBezTo>
                <a:cubicBezTo>
                  <a:pt x="26977" y="31016"/>
                  <a:pt x="27877" y="31438"/>
                  <a:pt x="28637" y="31691"/>
                </a:cubicBezTo>
                <a:cubicBezTo>
                  <a:pt x="29003" y="31817"/>
                  <a:pt x="29791" y="32014"/>
                  <a:pt x="30382" y="32141"/>
                </a:cubicBezTo>
                <a:cubicBezTo>
                  <a:pt x="30973" y="32267"/>
                  <a:pt x="31690" y="32408"/>
                  <a:pt x="31958" y="32479"/>
                </a:cubicBezTo>
                <a:cubicBezTo>
                  <a:pt x="32929" y="32676"/>
                  <a:pt x="33717" y="32789"/>
                  <a:pt x="34758" y="32873"/>
                </a:cubicBezTo>
                <a:cubicBezTo>
                  <a:pt x="36377" y="32999"/>
                  <a:pt x="36377" y="32999"/>
                  <a:pt x="36377" y="33140"/>
                </a:cubicBezTo>
                <a:cubicBezTo>
                  <a:pt x="36377" y="33337"/>
                  <a:pt x="36644" y="33815"/>
                  <a:pt x="36912" y="34083"/>
                </a:cubicBezTo>
                <a:cubicBezTo>
                  <a:pt x="37052" y="34209"/>
                  <a:pt x="37347" y="34463"/>
                  <a:pt x="37559" y="34632"/>
                </a:cubicBezTo>
                <a:cubicBezTo>
                  <a:pt x="37784" y="34787"/>
                  <a:pt x="37953" y="34956"/>
                  <a:pt x="37953" y="34984"/>
                </a:cubicBezTo>
                <a:cubicBezTo>
                  <a:pt x="37953" y="35026"/>
                  <a:pt x="37925" y="35153"/>
                  <a:pt x="37910" y="35279"/>
                </a:cubicBezTo>
                <a:cubicBezTo>
                  <a:pt x="37784" y="35757"/>
                  <a:pt x="37741" y="36250"/>
                  <a:pt x="37798" y="36447"/>
                </a:cubicBezTo>
                <a:cubicBezTo>
                  <a:pt x="37826" y="36574"/>
                  <a:pt x="37981" y="36870"/>
                  <a:pt x="38150" y="37123"/>
                </a:cubicBezTo>
                <a:cubicBezTo>
                  <a:pt x="38319" y="37362"/>
                  <a:pt x="38431" y="37601"/>
                  <a:pt x="38417" y="37630"/>
                </a:cubicBezTo>
                <a:cubicBezTo>
                  <a:pt x="38403" y="37671"/>
                  <a:pt x="38122" y="37812"/>
                  <a:pt x="37798" y="37967"/>
                </a:cubicBezTo>
                <a:cubicBezTo>
                  <a:pt x="36574" y="38544"/>
                  <a:pt x="36208" y="39065"/>
                  <a:pt x="36574" y="39825"/>
                </a:cubicBezTo>
                <a:cubicBezTo>
                  <a:pt x="36756" y="40219"/>
                  <a:pt x="37052" y="40486"/>
                  <a:pt x="37741" y="40880"/>
                </a:cubicBezTo>
                <a:cubicBezTo>
                  <a:pt x="38670" y="41401"/>
                  <a:pt x="38600" y="41330"/>
                  <a:pt x="38572" y="41598"/>
                </a:cubicBezTo>
                <a:cubicBezTo>
                  <a:pt x="38529" y="41936"/>
                  <a:pt x="38628" y="42231"/>
                  <a:pt x="38910" y="42639"/>
                </a:cubicBezTo>
                <a:cubicBezTo>
                  <a:pt x="39289" y="43159"/>
                  <a:pt x="39374" y="43356"/>
                  <a:pt x="39374" y="43750"/>
                </a:cubicBezTo>
                <a:cubicBezTo>
                  <a:pt x="39374" y="44046"/>
                  <a:pt x="39360" y="44116"/>
                  <a:pt x="39233" y="44229"/>
                </a:cubicBezTo>
                <a:cubicBezTo>
                  <a:pt x="39149" y="44300"/>
                  <a:pt x="39064" y="44356"/>
                  <a:pt x="39036" y="44356"/>
                </a:cubicBezTo>
                <a:cubicBezTo>
                  <a:pt x="38910" y="44356"/>
                  <a:pt x="37938" y="44876"/>
                  <a:pt x="37713" y="45073"/>
                </a:cubicBezTo>
                <a:cubicBezTo>
                  <a:pt x="37375" y="45369"/>
                  <a:pt x="37291" y="45552"/>
                  <a:pt x="37291" y="45960"/>
                </a:cubicBezTo>
                <a:cubicBezTo>
                  <a:pt x="37291" y="46227"/>
                  <a:pt x="37334" y="46382"/>
                  <a:pt x="37460" y="46649"/>
                </a:cubicBezTo>
                <a:cubicBezTo>
                  <a:pt x="37559" y="46846"/>
                  <a:pt x="37629" y="47043"/>
                  <a:pt x="37629" y="47071"/>
                </a:cubicBezTo>
                <a:cubicBezTo>
                  <a:pt x="37629" y="47100"/>
                  <a:pt x="37544" y="47240"/>
                  <a:pt x="37446" y="47381"/>
                </a:cubicBezTo>
                <a:cubicBezTo>
                  <a:pt x="37291" y="47621"/>
                  <a:pt x="37278" y="47649"/>
                  <a:pt x="37278" y="48127"/>
                </a:cubicBezTo>
                <a:cubicBezTo>
                  <a:pt x="37278" y="48409"/>
                  <a:pt x="37306" y="48803"/>
                  <a:pt x="37334" y="49013"/>
                </a:cubicBezTo>
                <a:cubicBezTo>
                  <a:pt x="37375" y="49366"/>
                  <a:pt x="37362" y="49422"/>
                  <a:pt x="37235" y="49760"/>
                </a:cubicBezTo>
                <a:cubicBezTo>
                  <a:pt x="37081" y="50139"/>
                  <a:pt x="37052" y="50589"/>
                  <a:pt x="37137" y="50942"/>
                </a:cubicBezTo>
                <a:cubicBezTo>
                  <a:pt x="37193" y="51124"/>
                  <a:pt x="37178" y="51180"/>
                  <a:pt x="37024" y="51518"/>
                </a:cubicBezTo>
                <a:cubicBezTo>
                  <a:pt x="36574" y="52377"/>
                  <a:pt x="36461" y="53024"/>
                  <a:pt x="36630" y="53587"/>
                </a:cubicBezTo>
                <a:cubicBezTo>
                  <a:pt x="36700" y="53812"/>
                  <a:pt x="36700" y="53925"/>
                  <a:pt x="36658" y="54220"/>
                </a:cubicBezTo>
                <a:cubicBezTo>
                  <a:pt x="36616" y="54445"/>
                  <a:pt x="36616" y="54826"/>
                  <a:pt x="36630" y="55163"/>
                </a:cubicBezTo>
                <a:cubicBezTo>
                  <a:pt x="36672" y="55712"/>
                  <a:pt x="36658" y="55754"/>
                  <a:pt x="36531" y="56008"/>
                </a:cubicBezTo>
                <a:cubicBezTo>
                  <a:pt x="36250" y="56584"/>
                  <a:pt x="36208" y="56809"/>
                  <a:pt x="36236" y="57556"/>
                </a:cubicBezTo>
                <a:cubicBezTo>
                  <a:pt x="36278" y="58316"/>
                  <a:pt x="36419" y="58976"/>
                  <a:pt x="36616" y="59314"/>
                </a:cubicBezTo>
                <a:cubicBezTo>
                  <a:pt x="36686" y="59441"/>
                  <a:pt x="36912" y="59723"/>
                  <a:pt x="37109" y="59948"/>
                </a:cubicBezTo>
                <a:lnTo>
                  <a:pt x="37446" y="60355"/>
                </a:lnTo>
                <a:lnTo>
                  <a:pt x="37488" y="60946"/>
                </a:lnTo>
                <a:cubicBezTo>
                  <a:pt x="37503" y="61284"/>
                  <a:pt x="37544" y="61650"/>
                  <a:pt x="37572" y="61763"/>
                </a:cubicBezTo>
                <a:cubicBezTo>
                  <a:pt x="37601" y="61890"/>
                  <a:pt x="37657" y="62382"/>
                  <a:pt x="37685" y="62860"/>
                </a:cubicBezTo>
                <a:cubicBezTo>
                  <a:pt x="37812" y="64592"/>
                  <a:pt x="37938" y="64873"/>
                  <a:pt x="38895" y="65605"/>
                </a:cubicBezTo>
                <a:cubicBezTo>
                  <a:pt x="39135" y="65787"/>
                  <a:pt x="39388" y="66027"/>
                  <a:pt x="39458" y="66140"/>
                </a:cubicBezTo>
                <a:cubicBezTo>
                  <a:pt x="39740" y="66562"/>
                  <a:pt x="40443" y="66801"/>
                  <a:pt x="41119" y="66688"/>
                </a:cubicBezTo>
                <a:cubicBezTo>
                  <a:pt x="41766" y="66575"/>
                  <a:pt x="42231" y="66365"/>
                  <a:pt x="43357" y="65703"/>
                </a:cubicBezTo>
                <a:lnTo>
                  <a:pt x="43554" y="65590"/>
                </a:lnTo>
                <a:lnTo>
                  <a:pt x="43497" y="65718"/>
                </a:lnTo>
                <a:cubicBezTo>
                  <a:pt x="43469" y="65802"/>
                  <a:pt x="43385" y="65984"/>
                  <a:pt x="43314" y="66140"/>
                </a:cubicBezTo>
                <a:cubicBezTo>
                  <a:pt x="43075" y="66603"/>
                  <a:pt x="42638" y="67786"/>
                  <a:pt x="42498" y="68363"/>
                </a:cubicBezTo>
                <a:cubicBezTo>
                  <a:pt x="42413" y="68645"/>
                  <a:pt x="42329" y="69193"/>
                  <a:pt x="42287" y="69573"/>
                </a:cubicBezTo>
                <a:cubicBezTo>
                  <a:pt x="42244" y="70108"/>
                  <a:pt x="42216" y="70277"/>
                  <a:pt x="42146" y="70290"/>
                </a:cubicBezTo>
                <a:cubicBezTo>
                  <a:pt x="42062" y="70333"/>
                  <a:pt x="40993" y="70361"/>
                  <a:pt x="36546" y="70459"/>
                </a:cubicBezTo>
                <a:cubicBezTo>
                  <a:pt x="34899" y="70502"/>
                  <a:pt x="33435" y="70431"/>
                  <a:pt x="32634" y="70305"/>
                </a:cubicBezTo>
                <a:cubicBezTo>
                  <a:pt x="32380" y="70249"/>
                  <a:pt x="31733" y="70080"/>
                  <a:pt x="31198" y="69911"/>
                </a:cubicBezTo>
                <a:cubicBezTo>
                  <a:pt x="30664" y="69756"/>
                  <a:pt x="29664" y="69474"/>
                  <a:pt x="29003" y="69320"/>
                </a:cubicBezTo>
                <a:cubicBezTo>
                  <a:pt x="26836" y="68785"/>
                  <a:pt x="26273" y="68630"/>
                  <a:pt x="25470" y="68363"/>
                </a:cubicBezTo>
                <a:cubicBezTo>
                  <a:pt x="23388" y="67673"/>
                  <a:pt x="20532" y="66280"/>
                  <a:pt x="17605" y="64535"/>
                </a:cubicBezTo>
                <a:cubicBezTo>
                  <a:pt x="16282" y="63733"/>
                  <a:pt x="12426" y="61355"/>
                  <a:pt x="11511" y="60764"/>
                </a:cubicBezTo>
                <a:cubicBezTo>
                  <a:pt x="10400" y="60046"/>
                  <a:pt x="10216" y="59961"/>
                  <a:pt x="10006" y="60046"/>
                </a:cubicBezTo>
                <a:cubicBezTo>
                  <a:pt x="9781" y="60158"/>
                  <a:pt x="9850" y="60455"/>
                  <a:pt x="10329" y="61312"/>
                </a:cubicBezTo>
                <a:cubicBezTo>
                  <a:pt x="11624" y="63648"/>
                  <a:pt x="12862" y="65211"/>
                  <a:pt x="14706" y="66843"/>
                </a:cubicBezTo>
                <a:cubicBezTo>
                  <a:pt x="14916" y="67026"/>
                  <a:pt x="15085" y="67195"/>
                  <a:pt x="15072" y="67209"/>
                </a:cubicBezTo>
                <a:cubicBezTo>
                  <a:pt x="15057" y="67223"/>
                  <a:pt x="14565" y="67040"/>
                  <a:pt x="13974" y="66787"/>
                </a:cubicBezTo>
                <a:cubicBezTo>
                  <a:pt x="12637" y="66252"/>
                  <a:pt x="12426" y="66238"/>
                  <a:pt x="12426" y="66674"/>
                </a:cubicBezTo>
                <a:cubicBezTo>
                  <a:pt x="12426" y="66956"/>
                  <a:pt x="12708" y="67434"/>
                  <a:pt x="13411" y="68391"/>
                </a:cubicBezTo>
                <a:cubicBezTo>
                  <a:pt x="14030" y="69236"/>
                  <a:pt x="14551" y="69714"/>
                  <a:pt x="15479" y="70262"/>
                </a:cubicBezTo>
                <a:cubicBezTo>
                  <a:pt x="15719" y="70418"/>
                  <a:pt x="15944" y="70558"/>
                  <a:pt x="15958" y="70572"/>
                </a:cubicBezTo>
                <a:cubicBezTo>
                  <a:pt x="15986" y="70600"/>
                  <a:pt x="15494" y="70558"/>
                  <a:pt x="15170" y="70502"/>
                </a:cubicBezTo>
                <a:cubicBezTo>
                  <a:pt x="15044" y="70487"/>
                  <a:pt x="14973" y="70502"/>
                  <a:pt x="14875" y="70586"/>
                </a:cubicBezTo>
                <a:cubicBezTo>
                  <a:pt x="14734" y="70741"/>
                  <a:pt x="14734" y="70783"/>
                  <a:pt x="14959" y="71163"/>
                </a:cubicBezTo>
                <a:cubicBezTo>
                  <a:pt x="15564" y="72163"/>
                  <a:pt x="17070" y="73570"/>
                  <a:pt x="18153" y="74133"/>
                </a:cubicBezTo>
                <a:lnTo>
                  <a:pt x="18590" y="74358"/>
                </a:lnTo>
                <a:lnTo>
                  <a:pt x="18421" y="74428"/>
                </a:lnTo>
                <a:cubicBezTo>
                  <a:pt x="17956" y="74625"/>
                  <a:pt x="18209" y="75272"/>
                  <a:pt x="19025" y="75990"/>
                </a:cubicBezTo>
                <a:cubicBezTo>
                  <a:pt x="19884" y="76750"/>
                  <a:pt x="20475" y="77144"/>
                  <a:pt x="21474" y="77608"/>
                </a:cubicBezTo>
                <a:cubicBezTo>
                  <a:pt x="21812" y="77763"/>
                  <a:pt x="22009" y="77889"/>
                  <a:pt x="21995" y="77932"/>
                </a:cubicBezTo>
                <a:cubicBezTo>
                  <a:pt x="21840" y="78480"/>
                  <a:pt x="22375" y="78973"/>
                  <a:pt x="23993" y="79790"/>
                </a:cubicBezTo>
                <a:lnTo>
                  <a:pt x="24979" y="80282"/>
                </a:lnTo>
                <a:lnTo>
                  <a:pt x="24725" y="80409"/>
                </a:lnTo>
                <a:cubicBezTo>
                  <a:pt x="24584" y="80479"/>
                  <a:pt x="24387" y="80619"/>
                  <a:pt x="24303" y="80704"/>
                </a:cubicBezTo>
                <a:cubicBezTo>
                  <a:pt x="23979" y="81056"/>
                  <a:pt x="24260" y="81366"/>
                  <a:pt x="25570" y="82027"/>
                </a:cubicBezTo>
                <a:cubicBezTo>
                  <a:pt x="26526" y="82505"/>
                  <a:pt x="27159" y="82730"/>
                  <a:pt x="27975" y="82899"/>
                </a:cubicBezTo>
                <a:cubicBezTo>
                  <a:pt x="28426" y="82998"/>
                  <a:pt x="28454" y="83012"/>
                  <a:pt x="28426" y="83111"/>
                </a:cubicBezTo>
                <a:cubicBezTo>
                  <a:pt x="28257" y="83631"/>
                  <a:pt x="28397" y="83842"/>
                  <a:pt x="29172" y="84222"/>
                </a:cubicBezTo>
                <a:cubicBezTo>
                  <a:pt x="29482" y="84377"/>
                  <a:pt x="29833" y="84531"/>
                  <a:pt x="29945" y="84574"/>
                </a:cubicBezTo>
                <a:lnTo>
                  <a:pt x="30157" y="84672"/>
                </a:lnTo>
                <a:lnTo>
                  <a:pt x="29748" y="85081"/>
                </a:lnTo>
                <a:cubicBezTo>
                  <a:pt x="28988" y="85854"/>
                  <a:pt x="28369" y="86699"/>
                  <a:pt x="27765" y="87740"/>
                </a:cubicBezTo>
                <a:cubicBezTo>
                  <a:pt x="27497" y="88190"/>
                  <a:pt x="27469" y="88387"/>
                  <a:pt x="27666" y="88472"/>
                </a:cubicBezTo>
                <a:lnTo>
                  <a:pt x="27793" y="88528"/>
                </a:lnTo>
                <a:lnTo>
                  <a:pt x="27469" y="88950"/>
                </a:lnTo>
                <a:cubicBezTo>
                  <a:pt x="27286" y="89175"/>
                  <a:pt x="27033" y="89499"/>
                  <a:pt x="26906" y="89668"/>
                </a:cubicBezTo>
                <a:cubicBezTo>
                  <a:pt x="26555" y="90104"/>
                  <a:pt x="26118" y="90836"/>
                  <a:pt x="26118" y="90991"/>
                </a:cubicBezTo>
                <a:cubicBezTo>
                  <a:pt x="26118" y="91061"/>
                  <a:pt x="26161" y="91145"/>
                  <a:pt x="26217" y="91188"/>
                </a:cubicBezTo>
                <a:cubicBezTo>
                  <a:pt x="26287" y="91244"/>
                  <a:pt x="26315" y="91357"/>
                  <a:pt x="26315" y="91877"/>
                </a:cubicBezTo>
                <a:cubicBezTo>
                  <a:pt x="26315" y="92468"/>
                  <a:pt x="26301" y="92524"/>
                  <a:pt x="26146" y="92862"/>
                </a:cubicBezTo>
                <a:lnTo>
                  <a:pt x="25977" y="93214"/>
                </a:lnTo>
                <a:lnTo>
                  <a:pt x="25485" y="93397"/>
                </a:lnTo>
                <a:cubicBezTo>
                  <a:pt x="24288" y="93834"/>
                  <a:pt x="24050" y="93960"/>
                  <a:pt x="23529" y="94410"/>
                </a:cubicBezTo>
                <a:cubicBezTo>
                  <a:pt x="23121" y="94748"/>
                  <a:pt x="22769" y="94917"/>
                  <a:pt x="21629" y="95311"/>
                </a:cubicBezTo>
                <a:cubicBezTo>
                  <a:pt x="20841" y="95564"/>
                  <a:pt x="19575" y="96211"/>
                  <a:pt x="19138" y="96564"/>
                </a:cubicBezTo>
                <a:cubicBezTo>
                  <a:pt x="18688" y="96943"/>
                  <a:pt x="18336" y="97562"/>
                  <a:pt x="18519" y="97675"/>
                </a:cubicBezTo>
                <a:cubicBezTo>
                  <a:pt x="18547" y="97689"/>
                  <a:pt x="18491" y="97802"/>
                  <a:pt x="18365" y="97928"/>
                </a:cubicBezTo>
                <a:cubicBezTo>
                  <a:pt x="18083" y="98238"/>
                  <a:pt x="17618" y="98928"/>
                  <a:pt x="17421" y="99335"/>
                </a:cubicBezTo>
                <a:cubicBezTo>
                  <a:pt x="17252" y="99716"/>
                  <a:pt x="17168" y="100307"/>
                  <a:pt x="17267" y="100433"/>
                </a:cubicBezTo>
                <a:cubicBezTo>
                  <a:pt x="17408" y="100602"/>
                  <a:pt x="17548" y="100517"/>
                  <a:pt x="18196" y="99870"/>
                </a:cubicBezTo>
                <a:cubicBezTo>
                  <a:pt x="19012" y="99054"/>
                  <a:pt x="19265" y="98885"/>
                  <a:pt x="19913" y="98703"/>
                </a:cubicBezTo>
                <a:cubicBezTo>
                  <a:pt x="20532" y="98547"/>
                  <a:pt x="20742" y="98421"/>
                  <a:pt x="21361" y="97886"/>
                </a:cubicBezTo>
                <a:cubicBezTo>
                  <a:pt x="21615" y="97661"/>
                  <a:pt x="21826" y="97492"/>
                  <a:pt x="21826" y="97521"/>
                </a:cubicBezTo>
                <a:cubicBezTo>
                  <a:pt x="21826" y="97534"/>
                  <a:pt x="21671" y="97746"/>
                  <a:pt x="21489" y="97971"/>
                </a:cubicBezTo>
                <a:cubicBezTo>
                  <a:pt x="21305" y="98196"/>
                  <a:pt x="21095" y="98477"/>
                  <a:pt x="21052" y="98618"/>
                </a:cubicBezTo>
                <a:cubicBezTo>
                  <a:pt x="20996" y="98759"/>
                  <a:pt x="20855" y="99040"/>
                  <a:pt x="20757" y="99251"/>
                </a:cubicBezTo>
                <a:cubicBezTo>
                  <a:pt x="20504" y="99786"/>
                  <a:pt x="20405" y="100377"/>
                  <a:pt x="20447" y="101193"/>
                </a:cubicBezTo>
                <a:cubicBezTo>
                  <a:pt x="20489" y="101911"/>
                  <a:pt x="20560" y="102093"/>
                  <a:pt x="20785" y="102009"/>
                </a:cubicBezTo>
                <a:cubicBezTo>
                  <a:pt x="20883" y="101981"/>
                  <a:pt x="20982" y="101840"/>
                  <a:pt x="21151" y="101461"/>
                </a:cubicBezTo>
                <a:cubicBezTo>
                  <a:pt x="21502" y="100729"/>
                  <a:pt x="21868" y="100222"/>
                  <a:pt x="22656" y="99406"/>
                </a:cubicBezTo>
                <a:cubicBezTo>
                  <a:pt x="23037" y="99026"/>
                  <a:pt x="23402" y="98618"/>
                  <a:pt x="23487" y="98506"/>
                </a:cubicBezTo>
                <a:cubicBezTo>
                  <a:pt x="23557" y="98407"/>
                  <a:pt x="23810" y="98140"/>
                  <a:pt x="24022" y="97915"/>
                </a:cubicBezTo>
                <a:cubicBezTo>
                  <a:pt x="24359" y="97577"/>
                  <a:pt x="24472" y="97492"/>
                  <a:pt x="24697" y="97436"/>
                </a:cubicBezTo>
                <a:cubicBezTo>
                  <a:pt x="24838" y="97393"/>
                  <a:pt x="25119" y="97295"/>
                  <a:pt x="25302" y="97196"/>
                </a:cubicBezTo>
                <a:cubicBezTo>
                  <a:pt x="25626" y="97056"/>
                  <a:pt x="25654" y="97042"/>
                  <a:pt x="25752" y="97140"/>
                </a:cubicBezTo>
                <a:cubicBezTo>
                  <a:pt x="25808" y="97183"/>
                  <a:pt x="25949" y="97408"/>
                  <a:pt x="26062" y="97619"/>
                </a:cubicBezTo>
                <a:cubicBezTo>
                  <a:pt x="26189" y="97830"/>
                  <a:pt x="26386" y="98112"/>
                  <a:pt x="26498" y="98252"/>
                </a:cubicBezTo>
                <a:cubicBezTo>
                  <a:pt x="26695" y="98463"/>
                  <a:pt x="26709" y="98519"/>
                  <a:pt x="26681" y="98674"/>
                </a:cubicBezTo>
                <a:cubicBezTo>
                  <a:pt x="26624" y="98969"/>
                  <a:pt x="26371" y="99378"/>
                  <a:pt x="25907" y="99898"/>
                </a:cubicBezTo>
                <a:cubicBezTo>
                  <a:pt x="25457" y="100405"/>
                  <a:pt x="25386" y="100574"/>
                  <a:pt x="25570" y="100686"/>
                </a:cubicBezTo>
                <a:cubicBezTo>
                  <a:pt x="25780" y="100799"/>
                  <a:pt x="26878" y="100166"/>
                  <a:pt x="27258" y="99701"/>
                </a:cubicBezTo>
                <a:cubicBezTo>
                  <a:pt x="27384" y="99547"/>
                  <a:pt x="27497" y="99434"/>
                  <a:pt x="27525" y="99434"/>
                </a:cubicBezTo>
                <a:cubicBezTo>
                  <a:pt x="27540" y="99434"/>
                  <a:pt x="27666" y="99645"/>
                  <a:pt x="27778" y="99885"/>
                </a:cubicBezTo>
                <a:cubicBezTo>
                  <a:pt x="27906" y="100138"/>
                  <a:pt x="28088" y="100433"/>
                  <a:pt x="28172" y="100532"/>
                </a:cubicBezTo>
                <a:cubicBezTo>
                  <a:pt x="28369" y="100757"/>
                  <a:pt x="28384" y="100785"/>
                  <a:pt x="28243" y="100785"/>
                </a:cubicBezTo>
                <a:cubicBezTo>
                  <a:pt x="28187" y="100785"/>
                  <a:pt x="27934" y="100911"/>
                  <a:pt x="27666" y="101039"/>
                </a:cubicBezTo>
                <a:cubicBezTo>
                  <a:pt x="27089" y="101334"/>
                  <a:pt x="26878" y="101418"/>
                  <a:pt x="26217" y="101559"/>
                </a:cubicBezTo>
                <a:cubicBezTo>
                  <a:pt x="25935" y="101615"/>
                  <a:pt x="25611" y="101714"/>
                  <a:pt x="25485" y="101770"/>
                </a:cubicBezTo>
                <a:cubicBezTo>
                  <a:pt x="25048" y="101981"/>
                  <a:pt x="24654" y="102558"/>
                  <a:pt x="24654" y="102994"/>
                </a:cubicBezTo>
                <a:cubicBezTo>
                  <a:pt x="24654" y="103206"/>
                  <a:pt x="24654" y="103206"/>
                  <a:pt x="24288" y="103360"/>
                </a:cubicBezTo>
                <a:cubicBezTo>
                  <a:pt x="23909" y="103501"/>
                  <a:pt x="23740" y="103557"/>
                  <a:pt x="22572" y="103909"/>
                </a:cubicBezTo>
                <a:cubicBezTo>
                  <a:pt x="21967" y="104106"/>
                  <a:pt x="21883" y="104163"/>
                  <a:pt x="21883" y="104360"/>
                </a:cubicBezTo>
                <a:cubicBezTo>
                  <a:pt x="21883" y="104486"/>
                  <a:pt x="22262" y="104598"/>
                  <a:pt x="22699" y="104613"/>
                </a:cubicBezTo>
                <a:cubicBezTo>
                  <a:pt x="23571" y="104613"/>
                  <a:pt x="24035" y="104585"/>
                  <a:pt x="24373" y="104514"/>
                </a:cubicBezTo>
                <a:cubicBezTo>
                  <a:pt x="25273" y="104317"/>
                  <a:pt x="25570" y="104247"/>
                  <a:pt x="25767" y="104148"/>
                </a:cubicBezTo>
                <a:cubicBezTo>
                  <a:pt x="26020" y="104007"/>
                  <a:pt x="26484" y="103684"/>
                  <a:pt x="26653" y="103487"/>
                </a:cubicBezTo>
                <a:cubicBezTo>
                  <a:pt x="26723" y="103416"/>
                  <a:pt x="27033" y="103219"/>
                  <a:pt x="27356" y="103065"/>
                </a:cubicBezTo>
                <a:cubicBezTo>
                  <a:pt x="27666" y="102910"/>
                  <a:pt x="28074" y="102671"/>
                  <a:pt x="28257" y="102530"/>
                </a:cubicBezTo>
                <a:cubicBezTo>
                  <a:pt x="28454" y="102390"/>
                  <a:pt x="28637" y="102262"/>
                  <a:pt x="28665" y="102234"/>
                </a:cubicBezTo>
                <a:cubicBezTo>
                  <a:pt x="28707" y="102206"/>
                  <a:pt x="28665" y="102333"/>
                  <a:pt x="28566" y="102516"/>
                </a:cubicBezTo>
                <a:cubicBezTo>
                  <a:pt x="28116" y="103403"/>
                  <a:pt x="27975" y="103782"/>
                  <a:pt x="27919" y="104289"/>
                </a:cubicBezTo>
                <a:cubicBezTo>
                  <a:pt x="27877" y="104557"/>
                  <a:pt x="27877" y="104557"/>
                  <a:pt x="27638" y="104655"/>
                </a:cubicBezTo>
                <a:cubicBezTo>
                  <a:pt x="26639" y="105035"/>
                  <a:pt x="26484" y="105120"/>
                  <a:pt x="26287" y="105317"/>
                </a:cubicBezTo>
                <a:cubicBezTo>
                  <a:pt x="26048" y="105555"/>
                  <a:pt x="25992" y="105668"/>
                  <a:pt x="25907" y="106118"/>
                </a:cubicBezTo>
                <a:cubicBezTo>
                  <a:pt x="25851" y="106343"/>
                  <a:pt x="25780" y="106499"/>
                  <a:pt x="25654" y="106653"/>
                </a:cubicBezTo>
                <a:cubicBezTo>
                  <a:pt x="25442" y="106893"/>
                  <a:pt x="24753" y="107300"/>
                  <a:pt x="24288" y="107441"/>
                </a:cubicBezTo>
                <a:cubicBezTo>
                  <a:pt x="24007" y="107540"/>
                  <a:pt x="23909" y="107653"/>
                  <a:pt x="23979" y="107807"/>
                </a:cubicBezTo>
                <a:cubicBezTo>
                  <a:pt x="23993" y="107863"/>
                  <a:pt x="24176" y="107962"/>
                  <a:pt x="24387" y="108032"/>
                </a:cubicBezTo>
                <a:cubicBezTo>
                  <a:pt x="24739" y="108173"/>
                  <a:pt x="24795" y="108173"/>
                  <a:pt x="25161" y="108116"/>
                </a:cubicBezTo>
                <a:cubicBezTo>
                  <a:pt x="25696" y="108032"/>
                  <a:pt x="26076" y="107835"/>
                  <a:pt x="26498" y="107441"/>
                </a:cubicBezTo>
                <a:cubicBezTo>
                  <a:pt x="26695" y="107258"/>
                  <a:pt x="27018" y="107005"/>
                  <a:pt x="27230" y="106906"/>
                </a:cubicBezTo>
                <a:cubicBezTo>
                  <a:pt x="27835" y="106583"/>
                  <a:pt x="28060" y="106414"/>
                  <a:pt x="28694" y="105795"/>
                </a:cubicBezTo>
                <a:cubicBezTo>
                  <a:pt x="29735" y="104782"/>
                  <a:pt x="30283" y="103881"/>
                  <a:pt x="30495" y="102868"/>
                </a:cubicBezTo>
                <a:cubicBezTo>
                  <a:pt x="30635" y="102122"/>
                  <a:pt x="30790" y="101840"/>
                  <a:pt x="31184" y="101587"/>
                </a:cubicBezTo>
                <a:cubicBezTo>
                  <a:pt x="31662" y="101277"/>
                  <a:pt x="32028" y="100842"/>
                  <a:pt x="33450" y="98787"/>
                </a:cubicBezTo>
                <a:cubicBezTo>
                  <a:pt x="33759" y="98365"/>
                  <a:pt x="34041" y="98013"/>
                  <a:pt x="34139" y="97956"/>
                </a:cubicBezTo>
                <a:cubicBezTo>
                  <a:pt x="34251" y="97886"/>
                  <a:pt x="34505" y="97830"/>
                  <a:pt x="34899" y="97802"/>
                </a:cubicBezTo>
                <a:cubicBezTo>
                  <a:pt x="35223" y="97774"/>
                  <a:pt x="35574" y="97731"/>
                  <a:pt x="35673" y="97689"/>
                </a:cubicBezTo>
                <a:cubicBezTo>
                  <a:pt x="35828" y="97633"/>
                  <a:pt x="35856" y="97647"/>
                  <a:pt x="35927" y="97746"/>
                </a:cubicBezTo>
                <a:cubicBezTo>
                  <a:pt x="35983" y="97816"/>
                  <a:pt x="36067" y="97858"/>
                  <a:pt x="36165" y="97858"/>
                </a:cubicBezTo>
                <a:cubicBezTo>
                  <a:pt x="36362" y="97858"/>
                  <a:pt x="36855" y="97703"/>
                  <a:pt x="37109" y="97577"/>
                </a:cubicBezTo>
                <a:lnTo>
                  <a:pt x="37306" y="97450"/>
                </a:lnTo>
                <a:lnTo>
                  <a:pt x="37390" y="97577"/>
                </a:lnTo>
                <a:cubicBezTo>
                  <a:pt x="37446" y="97647"/>
                  <a:pt x="37531" y="97689"/>
                  <a:pt x="37615" y="97689"/>
                </a:cubicBezTo>
                <a:cubicBezTo>
                  <a:pt x="37685" y="97689"/>
                  <a:pt x="38276" y="97436"/>
                  <a:pt x="38923" y="97127"/>
                </a:cubicBezTo>
                <a:cubicBezTo>
                  <a:pt x="40739" y="96239"/>
                  <a:pt x="40809" y="96211"/>
                  <a:pt x="42216" y="96127"/>
                </a:cubicBezTo>
                <a:cubicBezTo>
                  <a:pt x="43258" y="96057"/>
                  <a:pt x="43511" y="96014"/>
                  <a:pt x="44482" y="95789"/>
                </a:cubicBezTo>
                <a:cubicBezTo>
                  <a:pt x="46312" y="95353"/>
                  <a:pt x="48197" y="94594"/>
                  <a:pt x="49196" y="93890"/>
                </a:cubicBezTo>
                <a:cubicBezTo>
                  <a:pt x="49421" y="93735"/>
                  <a:pt x="49999" y="93214"/>
                  <a:pt x="50505" y="92721"/>
                </a:cubicBezTo>
                <a:lnTo>
                  <a:pt x="51406" y="91849"/>
                </a:lnTo>
                <a:lnTo>
                  <a:pt x="51659" y="91920"/>
                </a:lnTo>
                <a:cubicBezTo>
                  <a:pt x="51800" y="91962"/>
                  <a:pt x="52307" y="92046"/>
                  <a:pt x="52770" y="92130"/>
                </a:cubicBezTo>
                <a:cubicBezTo>
                  <a:pt x="53854" y="92327"/>
                  <a:pt x="54909" y="92342"/>
                  <a:pt x="55599" y="92173"/>
                </a:cubicBezTo>
                <a:lnTo>
                  <a:pt x="56050" y="92061"/>
                </a:lnTo>
                <a:lnTo>
                  <a:pt x="56950" y="92468"/>
                </a:lnTo>
                <a:cubicBezTo>
                  <a:pt x="58808" y="93284"/>
                  <a:pt x="59187" y="93383"/>
                  <a:pt x="60510" y="93341"/>
                </a:cubicBezTo>
                <a:cubicBezTo>
                  <a:pt x="61735" y="93299"/>
                  <a:pt x="62762" y="93003"/>
                  <a:pt x="63564" y="92483"/>
                </a:cubicBezTo>
                <a:cubicBezTo>
                  <a:pt x="63789" y="92327"/>
                  <a:pt x="63986" y="92215"/>
                  <a:pt x="64014" y="92229"/>
                </a:cubicBezTo>
                <a:cubicBezTo>
                  <a:pt x="64028" y="92229"/>
                  <a:pt x="64043" y="92286"/>
                  <a:pt x="64043" y="92342"/>
                </a:cubicBezTo>
                <a:cubicBezTo>
                  <a:pt x="64000" y="92496"/>
                  <a:pt x="64071" y="92693"/>
                  <a:pt x="64183" y="92750"/>
                </a:cubicBezTo>
                <a:cubicBezTo>
                  <a:pt x="64268" y="92792"/>
                  <a:pt x="64493" y="92750"/>
                  <a:pt x="65126" y="92567"/>
                </a:cubicBezTo>
                <a:cubicBezTo>
                  <a:pt x="66688" y="92117"/>
                  <a:pt x="67490" y="91708"/>
                  <a:pt x="67898" y="91145"/>
                </a:cubicBezTo>
                <a:cubicBezTo>
                  <a:pt x="68095" y="90879"/>
                  <a:pt x="68152" y="90850"/>
                  <a:pt x="68152" y="91047"/>
                </a:cubicBezTo>
                <a:cubicBezTo>
                  <a:pt x="68152" y="91230"/>
                  <a:pt x="68334" y="91314"/>
                  <a:pt x="68503" y="91216"/>
                </a:cubicBezTo>
                <a:cubicBezTo>
                  <a:pt x="68715" y="91076"/>
                  <a:pt x="69432" y="90104"/>
                  <a:pt x="70234" y="88866"/>
                </a:cubicBezTo>
                <a:cubicBezTo>
                  <a:pt x="71135" y="87515"/>
                  <a:pt x="71571" y="87023"/>
                  <a:pt x="72092" y="86839"/>
                </a:cubicBezTo>
                <a:cubicBezTo>
                  <a:pt x="72359" y="86741"/>
                  <a:pt x="72570" y="86713"/>
                  <a:pt x="73344" y="86685"/>
                </a:cubicBezTo>
                <a:cubicBezTo>
                  <a:pt x="75160" y="86629"/>
                  <a:pt x="75595" y="86769"/>
                  <a:pt x="77481" y="87980"/>
                </a:cubicBezTo>
                <a:cubicBezTo>
                  <a:pt x="77833" y="88218"/>
                  <a:pt x="78185" y="88402"/>
                  <a:pt x="78241" y="88402"/>
                </a:cubicBezTo>
                <a:cubicBezTo>
                  <a:pt x="78466" y="88402"/>
                  <a:pt x="78537" y="88205"/>
                  <a:pt x="78537" y="87529"/>
                </a:cubicBezTo>
                <a:cubicBezTo>
                  <a:pt x="78537" y="86572"/>
                  <a:pt x="78284" y="85432"/>
                  <a:pt x="77833" y="84391"/>
                </a:cubicBezTo>
                <a:cubicBezTo>
                  <a:pt x="77524" y="83715"/>
                  <a:pt x="77270" y="83364"/>
                  <a:pt x="76496" y="82589"/>
                </a:cubicBezTo>
                <a:lnTo>
                  <a:pt x="75807" y="81914"/>
                </a:lnTo>
                <a:lnTo>
                  <a:pt x="75863" y="81732"/>
                </a:lnTo>
                <a:cubicBezTo>
                  <a:pt x="75948" y="81464"/>
                  <a:pt x="75948" y="81056"/>
                  <a:pt x="75863" y="80887"/>
                </a:cubicBezTo>
                <a:cubicBezTo>
                  <a:pt x="75638" y="80465"/>
                  <a:pt x="75004" y="80000"/>
                  <a:pt x="73781" y="79367"/>
                </a:cubicBezTo>
                <a:cubicBezTo>
                  <a:pt x="73274" y="79100"/>
                  <a:pt x="73133" y="79015"/>
                  <a:pt x="73246" y="79015"/>
                </a:cubicBezTo>
                <a:cubicBezTo>
                  <a:pt x="73287" y="79015"/>
                  <a:pt x="73738" y="78818"/>
                  <a:pt x="74244" y="78579"/>
                </a:cubicBezTo>
                <a:cubicBezTo>
                  <a:pt x="74766" y="78340"/>
                  <a:pt x="75525" y="78017"/>
                  <a:pt x="75919" y="77848"/>
                </a:cubicBezTo>
                <a:cubicBezTo>
                  <a:pt x="76327" y="77692"/>
                  <a:pt x="76933" y="77426"/>
                  <a:pt x="77270" y="77270"/>
                </a:cubicBezTo>
                <a:cubicBezTo>
                  <a:pt x="77622" y="77116"/>
                  <a:pt x="78156" y="76904"/>
                  <a:pt x="78466" y="76806"/>
                </a:cubicBezTo>
                <a:cubicBezTo>
                  <a:pt x="79029" y="76623"/>
                  <a:pt x="79072" y="76609"/>
                  <a:pt x="80126" y="76595"/>
                </a:cubicBezTo>
                <a:cubicBezTo>
                  <a:pt x="80732" y="76567"/>
                  <a:pt x="81365" y="76538"/>
                  <a:pt x="81548" y="76510"/>
                </a:cubicBezTo>
                <a:cubicBezTo>
                  <a:pt x="82224" y="76398"/>
                  <a:pt x="83237" y="76004"/>
                  <a:pt x="83898" y="75610"/>
                </a:cubicBezTo>
                <a:cubicBezTo>
                  <a:pt x="84067" y="75512"/>
                  <a:pt x="84236" y="75427"/>
                  <a:pt x="84264" y="75427"/>
                </a:cubicBezTo>
                <a:cubicBezTo>
                  <a:pt x="84292" y="75427"/>
                  <a:pt x="84447" y="75624"/>
                  <a:pt x="84588" y="75878"/>
                </a:cubicBezTo>
                <a:cubicBezTo>
                  <a:pt x="84954" y="76510"/>
                  <a:pt x="85320" y="76848"/>
                  <a:pt x="85854" y="77045"/>
                </a:cubicBezTo>
                <a:cubicBezTo>
                  <a:pt x="86093" y="77144"/>
                  <a:pt x="86389" y="77229"/>
                  <a:pt x="86515" y="77257"/>
                </a:cubicBezTo>
                <a:cubicBezTo>
                  <a:pt x="86642" y="77270"/>
                  <a:pt x="86740" y="77313"/>
                  <a:pt x="86755" y="77355"/>
                </a:cubicBezTo>
                <a:cubicBezTo>
                  <a:pt x="86768" y="77383"/>
                  <a:pt x="86825" y="77580"/>
                  <a:pt x="86881" y="77805"/>
                </a:cubicBezTo>
                <a:cubicBezTo>
                  <a:pt x="86980" y="78115"/>
                  <a:pt x="87050" y="78255"/>
                  <a:pt x="87290" y="78495"/>
                </a:cubicBezTo>
                <a:cubicBezTo>
                  <a:pt x="87430" y="78664"/>
                  <a:pt x="87697" y="78889"/>
                  <a:pt x="87866" y="79002"/>
                </a:cubicBezTo>
                <a:cubicBezTo>
                  <a:pt x="88134" y="79184"/>
                  <a:pt x="88176" y="79240"/>
                  <a:pt x="88275" y="79550"/>
                </a:cubicBezTo>
                <a:cubicBezTo>
                  <a:pt x="88345" y="79747"/>
                  <a:pt x="88444" y="80000"/>
                  <a:pt x="88500" y="80127"/>
                </a:cubicBezTo>
                <a:cubicBezTo>
                  <a:pt x="88894" y="80873"/>
                  <a:pt x="90146" y="81548"/>
                  <a:pt x="91962" y="81970"/>
                </a:cubicBezTo>
                <a:lnTo>
                  <a:pt x="92594" y="82126"/>
                </a:lnTo>
                <a:lnTo>
                  <a:pt x="92566" y="82561"/>
                </a:lnTo>
                <a:cubicBezTo>
                  <a:pt x="92510" y="83336"/>
                  <a:pt x="92763" y="83997"/>
                  <a:pt x="93313" y="84462"/>
                </a:cubicBezTo>
                <a:cubicBezTo>
                  <a:pt x="93763" y="84856"/>
                  <a:pt x="94804" y="85362"/>
                  <a:pt x="95452" y="85531"/>
                </a:cubicBezTo>
                <a:cubicBezTo>
                  <a:pt x="95649" y="85573"/>
                  <a:pt x="95718" y="85629"/>
                  <a:pt x="95831" y="85826"/>
                </a:cubicBezTo>
                <a:cubicBezTo>
                  <a:pt x="96197" y="86460"/>
                  <a:pt x="96760" y="86699"/>
                  <a:pt x="97773" y="86670"/>
                </a:cubicBezTo>
                <a:lnTo>
                  <a:pt x="98392" y="86642"/>
                </a:lnTo>
                <a:lnTo>
                  <a:pt x="98463" y="86854"/>
                </a:lnTo>
                <a:cubicBezTo>
                  <a:pt x="98589" y="87276"/>
                  <a:pt x="98842" y="87698"/>
                  <a:pt x="99110" y="87881"/>
                </a:cubicBezTo>
                <a:cubicBezTo>
                  <a:pt x="99715" y="88331"/>
                  <a:pt x="100743" y="88740"/>
                  <a:pt x="101249" y="88740"/>
                </a:cubicBezTo>
                <a:cubicBezTo>
                  <a:pt x="101403" y="88740"/>
                  <a:pt x="101559" y="88753"/>
                  <a:pt x="101587" y="88781"/>
                </a:cubicBezTo>
                <a:cubicBezTo>
                  <a:pt x="101615" y="88796"/>
                  <a:pt x="101769" y="89006"/>
                  <a:pt x="101938" y="89232"/>
                </a:cubicBezTo>
                <a:cubicBezTo>
                  <a:pt x="102276" y="89725"/>
                  <a:pt x="102529" y="89978"/>
                  <a:pt x="102910" y="90175"/>
                </a:cubicBezTo>
                <a:cubicBezTo>
                  <a:pt x="103261" y="90344"/>
                  <a:pt x="104289" y="90582"/>
                  <a:pt x="104781" y="90611"/>
                </a:cubicBezTo>
                <a:lnTo>
                  <a:pt x="105161" y="90625"/>
                </a:lnTo>
                <a:lnTo>
                  <a:pt x="105471" y="91076"/>
                </a:lnTo>
                <a:cubicBezTo>
                  <a:pt x="105893" y="91680"/>
                  <a:pt x="106188" y="92018"/>
                  <a:pt x="106807" y="92567"/>
                </a:cubicBezTo>
                <a:cubicBezTo>
                  <a:pt x="107426" y="93115"/>
                  <a:pt x="107848" y="93369"/>
                  <a:pt x="108595" y="93650"/>
                </a:cubicBezTo>
                <a:cubicBezTo>
                  <a:pt x="109453" y="93974"/>
                  <a:pt x="110058" y="93960"/>
                  <a:pt x="110381" y="93622"/>
                </a:cubicBezTo>
                <a:cubicBezTo>
                  <a:pt x="110509" y="93509"/>
                  <a:pt x="110522" y="93453"/>
                  <a:pt x="110509" y="93271"/>
                </a:cubicBezTo>
                <a:cubicBezTo>
                  <a:pt x="110438" y="92750"/>
                  <a:pt x="109847" y="91342"/>
                  <a:pt x="109087" y="89879"/>
                </a:cubicBezTo>
                <a:cubicBezTo>
                  <a:pt x="108805" y="89359"/>
                  <a:pt x="108383" y="88359"/>
                  <a:pt x="108411" y="88331"/>
                </a:cubicBezTo>
                <a:cubicBezTo>
                  <a:pt x="108426" y="88317"/>
                  <a:pt x="108608" y="88655"/>
                  <a:pt x="108834" y="89077"/>
                </a:cubicBezTo>
                <a:cubicBezTo>
                  <a:pt x="109552" y="90456"/>
                  <a:pt x="110241" y="91413"/>
                  <a:pt x="111606" y="92905"/>
                </a:cubicBezTo>
                <a:cubicBezTo>
                  <a:pt x="113661" y="95128"/>
                  <a:pt x="115631" y="96605"/>
                  <a:pt x="117333" y="97183"/>
                </a:cubicBezTo>
                <a:cubicBezTo>
                  <a:pt x="117671" y="97295"/>
                  <a:pt x="118065" y="97436"/>
                  <a:pt x="118234" y="97506"/>
                </a:cubicBezTo>
                <a:cubicBezTo>
                  <a:pt x="119149" y="97886"/>
                  <a:pt x="119712" y="98013"/>
                  <a:pt x="119881" y="97858"/>
                </a:cubicBezTo>
                <a:cubicBezTo>
                  <a:pt x="120078" y="97703"/>
                  <a:pt x="119993" y="97549"/>
                  <a:pt x="119149" y="96436"/>
                </a:cubicBezTo>
                <a:cubicBezTo>
                  <a:pt x="117417" y="94157"/>
                  <a:pt x="116053" y="92258"/>
                  <a:pt x="114913" y="90513"/>
                </a:cubicBezTo>
                <a:cubicBezTo>
                  <a:pt x="114139" y="89331"/>
                  <a:pt x="112929" y="87332"/>
                  <a:pt x="112985" y="87290"/>
                </a:cubicBezTo>
                <a:cubicBezTo>
                  <a:pt x="112985" y="87276"/>
                  <a:pt x="113111" y="87430"/>
                  <a:pt x="113239" y="87627"/>
                </a:cubicBezTo>
                <a:cubicBezTo>
                  <a:pt x="115335" y="90822"/>
                  <a:pt x="116489" y="92286"/>
                  <a:pt x="118417" y="94200"/>
                </a:cubicBezTo>
                <a:cubicBezTo>
                  <a:pt x="119753" y="95508"/>
                  <a:pt x="121104" y="96577"/>
                  <a:pt x="122568" y="97464"/>
                </a:cubicBezTo>
                <a:cubicBezTo>
                  <a:pt x="123258" y="97872"/>
                  <a:pt x="123609" y="98027"/>
                  <a:pt x="124524" y="98322"/>
                </a:cubicBezTo>
                <a:cubicBezTo>
                  <a:pt x="125298" y="98562"/>
                  <a:pt x="125833" y="98575"/>
                  <a:pt x="126213" y="98393"/>
                </a:cubicBezTo>
                <a:cubicBezTo>
                  <a:pt x="126438" y="98266"/>
                  <a:pt x="126466" y="98252"/>
                  <a:pt x="126480" y="98013"/>
                </a:cubicBezTo>
                <a:cubicBezTo>
                  <a:pt x="126495" y="97774"/>
                  <a:pt x="126466" y="97718"/>
                  <a:pt x="125889" y="96873"/>
                </a:cubicBezTo>
                <a:cubicBezTo>
                  <a:pt x="125270" y="95944"/>
                  <a:pt x="124876" y="95382"/>
                  <a:pt x="123849" y="93918"/>
                </a:cubicBezTo>
                <a:cubicBezTo>
                  <a:pt x="122568" y="92074"/>
                  <a:pt x="122286" y="91624"/>
                  <a:pt x="120344" y="88246"/>
                </a:cubicBezTo>
                <a:cubicBezTo>
                  <a:pt x="119656" y="87036"/>
                  <a:pt x="118727" y="85432"/>
                  <a:pt x="118290" y="84687"/>
                </a:cubicBezTo>
                <a:cubicBezTo>
                  <a:pt x="117530" y="83349"/>
                  <a:pt x="117320" y="82970"/>
                  <a:pt x="117488" y="83139"/>
                </a:cubicBezTo>
                <a:cubicBezTo>
                  <a:pt x="117530" y="83180"/>
                  <a:pt x="117770" y="83477"/>
                  <a:pt x="118037" y="83786"/>
                </a:cubicBezTo>
                <a:cubicBezTo>
                  <a:pt x="118727" y="84588"/>
                  <a:pt x="120078" y="86010"/>
                  <a:pt x="121654" y="87599"/>
                </a:cubicBezTo>
                <a:cubicBezTo>
                  <a:pt x="122385" y="88331"/>
                  <a:pt x="124228" y="89978"/>
                  <a:pt x="125270" y="90808"/>
                </a:cubicBezTo>
                <a:cubicBezTo>
                  <a:pt x="126058" y="91455"/>
                  <a:pt x="127930" y="92553"/>
                  <a:pt x="129154" y="93087"/>
                </a:cubicBezTo>
                <a:cubicBezTo>
                  <a:pt x="130336" y="93609"/>
                  <a:pt x="131870" y="94087"/>
                  <a:pt x="132658" y="94200"/>
                </a:cubicBezTo>
                <a:cubicBezTo>
                  <a:pt x="132953" y="94241"/>
                  <a:pt x="133263" y="94157"/>
                  <a:pt x="133418" y="94016"/>
                </a:cubicBezTo>
                <a:cubicBezTo>
                  <a:pt x="133502" y="93932"/>
                  <a:pt x="133516" y="93693"/>
                  <a:pt x="133418" y="93524"/>
                </a:cubicBezTo>
                <a:cubicBezTo>
                  <a:pt x="133249" y="93214"/>
                  <a:pt x="130758" y="90682"/>
                  <a:pt x="126973" y="86980"/>
                </a:cubicBezTo>
                <a:cubicBezTo>
                  <a:pt x="125735" y="85756"/>
                  <a:pt x="124524" y="84546"/>
                  <a:pt x="124299" y="84293"/>
                </a:cubicBezTo>
                <a:cubicBezTo>
                  <a:pt x="124060" y="84025"/>
                  <a:pt x="123018" y="82970"/>
                  <a:pt x="121991" y="81929"/>
                </a:cubicBezTo>
                <a:cubicBezTo>
                  <a:pt x="120964" y="80887"/>
                  <a:pt x="120134" y="80028"/>
                  <a:pt x="120147" y="80000"/>
                </a:cubicBezTo>
                <a:cubicBezTo>
                  <a:pt x="120162" y="79987"/>
                  <a:pt x="120669" y="80282"/>
                  <a:pt x="121260" y="80662"/>
                </a:cubicBezTo>
                <a:cubicBezTo>
                  <a:pt x="122526" y="81450"/>
                  <a:pt x="123046" y="81760"/>
                  <a:pt x="123793" y="82167"/>
                </a:cubicBezTo>
                <a:cubicBezTo>
                  <a:pt x="125059" y="82829"/>
                  <a:pt x="125960" y="83364"/>
                  <a:pt x="126945" y="84011"/>
                </a:cubicBezTo>
                <a:cubicBezTo>
                  <a:pt x="127930" y="84659"/>
                  <a:pt x="128140" y="84841"/>
                  <a:pt x="128521" y="85334"/>
                </a:cubicBezTo>
                <a:cubicBezTo>
                  <a:pt x="129379" y="86432"/>
                  <a:pt x="129716" y="86798"/>
                  <a:pt x="130632" y="87599"/>
                </a:cubicBezTo>
                <a:cubicBezTo>
                  <a:pt x="131743" y="88584"/>
                  <a:pt x="132095" y="88824"/>
                  <a:pt x="133165" y="89359"/>
                </a:cubicBezTo>
                <a:cubicBezTo>
                  <a:pt x="134009" y="89781"/>
                  <a:pt x="135951" y="90484"/>
                  <a:pt x="136612" y="90611"/>
                </a:cubicBezTo>
                <a:cubicBezTo>
                  <a:pt x="137147" y="90710"/>
                  <a:pt x="137386" y="90498"/>
                  <a:pt x="137217" y="90076"/>
                </a:cubicBezTo>
                <a:cubicBezTo>
                  <a:pt x="137090" y="89738"/>
                  <a:pt x="136683" y="89077"/>
                  <a:pt x="136204" y="88415"/>
                </a:cubicBezTo>
                <a:cubicBezTo>
                  <a:pt x="135388" y="87318"/>
                  <a:pt x="134910" y="86601"/>
                  <a:pt x="133685" y="84757"/>
                </a:cubicBezTo>
                <a:cubicBezTo>
                  <a:pt x="133221" y="84053"/>
                  <a:pt x="132672" y="83237"/>
                  <a:pt x="132475" y="82955"/>
                </a:cubicBezTo>
                <a:cubicBezTo>
                  <a:pt x="131996" y="82295"/>
                  <a:pt x="131546" y="81647"/>
                  <a:pt x="131110" y="81028"/>
                </a:cubicBezTo>
                <a:cubicBezTo>
                  <a:pt x="130491" y="80099"/>
                  <a:pt x="130026" y="79522"/>
                  <a:pt x="129519" y="79043"/>
                </a:cubicBezTo>
                <a:cubicBezTo>
                  <a:pt x="129028" y="78579"/>
                  <a:pt x="128957" y="78480"/>
                  <a:pt x="129309" y="78706"/>
                </a:cubicBezTo>
                <a:cubicBezTo>
                  <a:pt x="130223" y="79325"/>
                  <a:pt x="133150" y="80972"/>
                  <a:pt x="134150" y="81436"/>
                </a:cubicBezTo>
                <a:cubicBezTo>
                  <a:pt x="135120" y="81900"/>
                  <a:pt x="137062" y="82618"/>
                  <a:pt x="137977" y="82843"/>
                </a:cubicBezTo>
                <a:cubicBezTo>
                  <a:pt x="138794" y="83068"/>
                  <a:pt x="139413" y="82857"/>
                  <a:pt x="139413" y="82351"/>
                </a:cubicBezTo>
                <a:cubicBezTo>
                  <a:pt x="139413" y="82013"/>
                  <a:pt x="139497" y="82083"/>
                  <a:pt x="134797" y="77820"/>
                </a:cubicBezTo>
                <a:cubicBezTo>
                  <a:pt x="131377" y="74709"/>
                  <a:pt x="131026" y="74399"/>
                  <a:pt x="130153" y="73696"/>
                </a:cubicBezTo>
                <a:cubicBezTo>
                  <a:pt x="128887" y="72669"/>
                  <a:pt x="128534" y="72486"/>
                  <a:pt x="125776" y="71459"/>
                </a:cubicBezTo>
                <a:cubicBezTo>
                  <a:pt x="123905" y="70769"/>
                  <a:pt x="121358" y="69686"/>
                  <a:pt x="119205" y="68701"/>
                </a:cubicBezTo>
                <a:cubicBezTo>
                  <a:pt x="117263" y="67814"/>
                  <a:pt x="115181" y="66928"/>
                  <a:pt x="113886" y="66463"/>
                </a:cubicBezTo>
                <a:cubicBezTo>
                  <a:pt x="112295" y="65886"/>
                  <a:pt x="111663" y="65647"/>
                  <a:pt x="110297" y="65042"/>
                </a:cubicBezTo>
                <a:cubicBezTo>
                  <a:pt x="107694" y="63916"/>
                  <a:pt x="107525" y="63860"/>
                  <a:pt x="105878" y="63564"/>
                </a:cubicBezTo>
                <a:cubicBezTo>
                  <a:pt x="105428" y="63479"/>
                  <a:pt x="104655" y="63325"/>
                  <a:pt x="104162" y="63213"/>
                </a:cubicBezTo>
                <a:cubicBezTo>
                  <a:pt x="103670" y="63100"/>
                  <a:pt x="102923" y="62931"/>
                  <a:pt x="102501" y="62860"/>
                </a:cubicBezTo>
                <a:cubicBezTo>
                  <a:pt x="102094" y="62776"/>
                  <a:pt x="101572" y="62678"/>
                  <a:pt x="101362" y="62635"/>
                </a:cubicBezTo>
                <a:cubicBezTo>
                  <a:pt x="100615" y="62494"/>
                  <a:pt x="99124" y="62269"/>
                  <a:pt x="98547" y="62228"/>
                </a:cubicBezTo>
                <a:cubicBezTo>
                  <a:pt x="98223" y="62199"/>
                  <a:pt x="97604" y="62185"/>
                  <a:pt x="97182" y="62213"/>
                </a:cubicBezTo>
                <a:cubicBezTo>
                  <a:pt x="93298" y="62312"/>
                  <a:pt x="92046" y="62650"/>
                  <a:pt x="88500" y="64451"/>
                </a:cubicBezTo>
                <a:cubicBezTo>
                  <a:pt x="87374" y="65027"/>
                  <a:pt x="87191" y="65126"/>
                  <a:pt x="85376" y="66112"/>
                </a:cubicBezTo>
                <a:cubicBezTo>
                  <a:pt x="82575" y="67631"/>
                  <a:pt x="81083" y="68279"/>
                  <a:pt x="78579" y="69067"/>
                </a:cubicBezTo>
                <a:cubicBezTo>
                  <a:pt x="77903" y="69277"/>
                  <a:pt x="77073" y="69545"/>
                  <a:pt x="76736" y="69671"/>
                </a:cubicBezTo>
                <a:cubicBezTo>
                  <a:pt x="76398" y="69798"/>
                  <a:pt x="75961" y="69939"/>
                  <a:pt x="75792" y="70009"/>
                </a:cubicBezTo>
                <a:cubicBezTo>
                  <a:pt x="75216" y="70206"/>
                  <a:pt x="73850" y="70896"/>
                  <a:pt x="73218" y="71318"/>
                </a:cubicBezTo>
                <a:cubicBezTo>
                  <a:pt x="72486" y="71825"/>
                  <a:pt x="71360" y="72613"/>
                  <a:pt x="70375" y="73358"/>
                </a:cubicBezTo>
                <a:cubicBezTo>
                  <a:pt x="68615" y="74653"/>
                  <a:pt x="68362" y="74765"/>
                  <a:pt x="67167" y="74808"/>
                </a:cubicBezTo>
                <a:lnTo>
                  <a:pt x="66364" y="74850"/>
                </a:lnTo>
                <a:lnTo>
                  <a:pt x="66026" y="74583"/>
                </a:lnTo>
                <a:cubicBezTo>
                  <a:pt x="65562" y="74217"/>
                  <a:pt x="64296" y="73598"/>
                  <a:pt x="63508" y="73345"/>
                </a:cubicBezTo>
                <a:cubicBezTo>
                  <a:pt x="63156" y="73232"/>
                  <a:pt x="62762" y="73091"/>
                  <a:pt x="62649" y="73035"/>
                </a:cubicBezTo>
                <a:cubicBezTo>
                  <a:pt x="62298" y="72880"/>
                  <a:pt x="61242" y="72092"/>
                  <a:pt x="60763" y="71628"/>
                </a:cubicBezTo>
                <a:cubicBezTo>
                  <a:pt x="60187" y="71065"/>
                  <a:pt x="59765" y="70403"/>
                  <a:pt x="58990" y="68855"/>
                </a:cubicBezTo>
                <a:cubicBezTo>
                  <a:pt x="57836" y="66590"/>
                  <a:pt x="57823" y="66519"/>
                  <a:pt x="57823" y="64761"/>
                </a:cubicBezTo>
                <a:cubicBezTo>
                  <a:pt x="57808" y="64099"/>
                  <a:pt x="57836" y="63269"/>
                  <a:pt x="57879" y="62903"/>
                </a:cubicBezTo>
                <a:cubicBezTo>
                  <a:pt x="57963" y="62100"/>
                  <a:pt x="58245" y="60314"/>
                  <a:pt x="58371" y="59708"/>
                </a:cubicBezTo>
                <a:cubicBezTo>
                  <a:pt x="58709" y="58188"/>
                  <a:pt x="59962" y="53882"/>
                  <a:pt x="61242" y="49816"/>
                </a:cubicBezTo>
                <a:cubicBezTo>
                  <a:pt x="61538" y="48901"/>
                  <a:pt x="61735" y="48282"/>
                  <a:pt x="62354" y="46242"/>
                </a:cubicBezTo>
                <a:cubicBezTo>
                  <a:pt x="62438" y="45932"/>
                  <a:pt x="62720" y="45045"/>
                  <a:pt x="62973" y="44243"/>
                </a:cubicBezTo>
                <a:cubicBezTo>
                  <a:pt x="63690" y="41949"/>
                  <a:pt x="64338" y="39332"/>
                  <a:pt x="64577" y="37658"/>
                </a:cubicBezTo>
                <a:cubicBezTo>
                  <a:pt x="64943" y="35166"/>
                  <a:pt x="64662" y="33464"/>
                  <a:pt x="63508" y="31142"/>
                </a:cubicBezTo>
                <a:cubicBezTo>
                  <a:pt x="62283" y="28665"/>
                  <a:pt x="61284" y="27089"/>
                  <a:pt x="58949" y="23937"/>
                </a:cubicBezTo>
                <a:cubicBezTo>
                  <a:pt x="58455" y="23261"/>
                  <a:pt x="57007" y="21812"/>
                  <a:pt x="55697" y="20659"/>
                </a:cubicBezTo>
                <a:cubicBezTo>
                  <a:pt x="54389" y="19518"/>
                  <a:pt x="54037" y="19251"/>
                  <a:pt x="52701" y="18351"/>
                </a:cubicBezTo>
                <a:cubicBezTo>
                  <a:pt x="51054" y="17238"/>
                  <a:pt x="50252" y="16788"/>
                  <a:pt x="48957" y="16197"/>
                </a:cubicBezTo>
                <a:cubicBezTo>
                  <a:pt x="48577" y="16028"/>
                  <a:pt x="48183" y="15831"/>
                  <a:pt x="48085" y="15761"/>
                </a:cubicBezTo>
                <a:cubicBezTo>
                  <a:pt x="46509" y="14636"/>
                  <a:pt x="45439" y="14045"/>
                  <a:pt x="43582" y="13242"/>
                </a:cubicBezTo>
                <a:cubicBezTo>
                  <a:pt x="41499" y="12341"/>
                  <a:pt x="40767" y="12004"/>
                  <a:pt x="38797" y="11005"/>
                </a:cubicBezTo>
                <a:cubicBezTo>
                  <a:pt x="35561" y="9358"/>
                  <a:pt x="29101" y="6136"/>
                  <a:pt x="28074" y="5658"/>
                </a:cubicBezTo>
                <a:cubicBezTo>
                  <a:pt x="26048" y="4714"/>
                  <a:pt x="22797" y="3378"/>
                  <a:pt x="19631" y="2168"/>
                </a:cubicBezTo>
                <a:cubicBezTo>
                  <a:pt x="18941" y="1900"/>
                  <a:pt x="18027" y="1549"/>
                  <a:pt x="17618" y="1380"/>
                </a:cubicBezTo>
                <a:cubicBezTo>
                  <a:pt x="17183" y="1211"/>
                  <a:pt x="16802" y="1070"/>
                  <a:pt x="16732" y="1070"/>
                </a:cubicBezTo>
                <a:cubicBezTo>
                  <a:pt x="16549" y="1070"/>
                  <a:pt x="16451" y="1239"/>
                  <a:pt x="16507" y="1449"/>
                </a:cubicBezTo>
                <a:cubicBezTo>
                  <a:pt x="16577" y="1703"/>
                  <a:pt x="16929" y="2280"/>
                  <a:pt x="17337" y="2787"/>
                </a:cubicBezTo>
                <a:cubicBezTo>
                  <a:pt x="17802" y="3363"/>
                  <a:pt x="18800" y="4405"/>
                  <a:pt x="19194" y="4714"/>
                </a:cubicBezTo>
                <a:cubicBezTo>
                  <a:pt x="19350" y="4855"/>
                  <a:pt x="19476" y="4968"/>
                  <a:pt x="19448" y="4968"/>
                </a:cubicBezTo>
                <a:cubicBezTo>
                  <a:pt x="19335" y="5010"/>
                  <a:pt x="15691" y="3744"/>
                  <a:pt x="14087" y="3110"/>
                </a:cubicBezTo>
                <a:cubicBezTo>
                  <a:pt x="13312" y="2800"/>
                  <a:pt x="12721" y="2562"/>
                  <a:pt x="10047" y="1478"/>
                </a:cubicBezTo>
                <a:cubicBezTo>
                  <a:pt x="6797" y="141"/>
                  <a:pt x="6375" y="1"/>
                  <a:pt x="6122" y="155"/>
                </a:cubicBezTo>
                <a:close/>
                <a:moveTo>
                  <a:pt x="46256" y="15015"/>
                </a:moveTo>
                <a:cubicBezTo>
                  <a:pt x="46213" y="15043"/>
                  <a:pt x="46044" y="14973"/>
                  <a:pt x="46044" y="14917"/>
                </a:cubicBezTo>
                <a:cubicBezTo>
                  <a:pt x="46044" y="14889"/>
                  <a:pt x="46100" y="14889"/>
                  <a:pt x="46171" y="14931"/>
                </a:cubicBezTo>
                <a:cubicBezTo>
                  <a:pt x="46227" y="14959"/>
                  <a:pt x="46269" y="15002"/>
                  <a:pt x="46256" y="15015"/>
                </a:cubicBezTo>
                <a:close/>
                <a:moveTo>
                  <a:pt x="37741" y="88021"/>
                </a:moveTo>
                <a:cubicBezTo>
                  <a:pt x="37882" y="88078"/>
                  <a:pt x="38135" y="88162"/>
                  <a:pt x="38332" y="88190"/>
                </a:cubicBezTo>
                <a:cubicBezTo>
                  <a:pt x="38741" y="88275"/>
                  <a:pt x="38726" y="88289"/>
                  <a:pt x="38066" y="88683"/>
                </a:cubicBezTo>
                <a:cubicBezTo>
                  <a:pt x="37193" y="89218"/>
                  <a:pt x="36715" y="89569"/>
                  <a:pt x="35743" y="90456"/>
                </a:cubicBezTo>
                <a:cubicBezTo>
                  <a:pt x="35265" y="90892"/>
                  <a:pt x="35195" y="91033"/>
                  <a:pt x="35392" y="91244"/>
                </a:cubicBezTo>
                <a:cubicBezTo>
                  <a:pt x="35476" y="91342"/>
                  <a:pt x="35462" y="91357"/>
                  <a:pt x="35237" y="91596"/>
                </a:cubicBezTo>
                <a:cubicBezTo>
                  <a:pt x="35096" y="91736"/>
                  <a:pt x="34829" y="92074"/>
                  <a:pt x="34632" y="92342"/>
                </a:cubicBezTo>
                <a:cubicBezTo>
                  <a:pt x="34210" y="92877"/>
                  <a:pt x="34154" y="93115"/>
                  <a:pt x="34392" y="93271"/>
                </a:cubicBezTo>
                <a:lnTo>
                  <a:pt x="34519" y="93355"/>
                </a:lnTo>
                <a:lnTo>
                  <a:pt x="34125" y="93946"/>
                </a:lnTo>
                <a:cubicBezTo>
                  <a:pt x="33900" y="94269"/>
                  <a:pt x="33576" y="94692"/>
                  <a:pt x="33407" y="94889"/>
                </a:cubicBezTo>
                <a:cubicBezTo>
                  <a:pt x="33225" y="95072"/>
                  <a:pt x="33028" y="95339"/>
                  <a:pt x="32929" y="95466"/>
                </a:cubicBezTo>
                <a:cubicBezTo>
                  <a:pt x="32859" y="95607"/>
                  <a:pt x="32675" y="95832"/>
                  <a:pt x="32549" y="96001"/>
                </a:cubicBezTo>
                <a:cubicBezTo>
                  <a:pt x="32225" y="96367"/>
                  <a:pt x="32141" y="96536"/>
                  <a:pt x="32141" y="96817"/>
                </a:cubicBezTo>
                <a:cubicBezTo>
                  <a:pt x="32141" y="97027"/>
                  <a:pt x="32127" y="97056"/>
                  <a:pt x="31846" y="97281"/>
                </a:cubicBezTo>
                <a:cubicBezTo>
                  <a:pt x="31662" y="97436"/>
                  <a:pt x="31437" y="97549"/>
                  <a:pt x="31240" y="97619"/>
                </a:cubicBezTo>
                <a:cubicBezTo>
                  <a:pt x="30720" y="97759"/>
                  <a:pt x="30523" y="97858"/>
                  <a:pt x="30142" y="98083"/>
                </a:cubicBezTo>
                <a:cubicBezTo>
                  <a:pt x="29945" y="98196"/>
                  <a:pt x="29763" y="98294"/>
                  <a:pt x="29735" y="98294"/>
                </a:cubicBezTo>
                <a:cubicBezTo>
                  <a:pt x="29720" y="98294"/>
                  <a:pt x="29594" y="98210"/>
                  <a:pt x="29482" y="98097"/>
                </a:cubicBezTo>
                <a:cubicBezTo>
                  <a:pt x="29354" y="97999"/>
                  <a:pt x="29073" y="97816"/>
                  <a:pt x="28834" y="97703"/>
                </a:cubicBezTo>
                <a:lnTo>
                  <a:pt x="28412" y="97478"/>
                </a:lnTo>
                <a:lnTo>
                  <a:pt x="28341" y="97140"/>
                </a:lnTo>
                <a:cubicBezTo>
                  <a:pt x="28243" y="96662"/>
                  <a:pt x="28172" y="96536"/>
                  <a:pt x="27806" y="96239"/>
                </a:cubicBezTo>
                <a:cubicBezTo>
                  <a:pt x="27624" y="96113"/>
                  <a:pt x="27399" y="95888"/>
                  <a:pt x="27328" y="95747"/>
                </a:cubicBezTo>
                <a:cubicBezTo>
                  <a:pt x="27174" y="95508"/>
                  <a:pt x="27174" y="95466"/>
                  <a:pt x="27187" y="94988"/>
                </a:cubicBezTo>
                <a:lnTo>
                  <a:pt x="27215" y="94494"/>
                </a:lnTo>
                <a:lnTo>
                  <a:pt x="27412" y="94494"/>
                </a:lnTo>
                <a:cubicBezTo>
                  <a:pt x="27596" y="94494"/>
                  <a:pt x="27806" y="94397"/>
                  <a:pt x="27934" y="94256"/>
                </a:cubicBezTo>
                <a:cubicBezTo>
                  <a:pt x="27975" y="94213"/>
                  <a:pt x="28257" y="93960"/>
                  <a:pt x="28594" y="93665"/>
                </a:cubicBezTo>
                <a:cubicBezTo>
                  <a:pt x="28919" y="93383"/>
                  <a:pt x="29270" y="93059"/>
                  <a:pt x="29369" y="92947"/>
                </a:cubicBezTo>
                <a:lnTo>
                  <a:pt x="29551" y="92764"/>
                </a:lnTo>
                <a:lnTo>
                  <a:pt x="29692" y="92862"/>
                </a:lnTo>
                <a:cubicBezTo>
                  <a:pt x="29763" y="92918"/>
                  <a:pt x="29861" y="92975"/>
                  <a:pt x="29904" y="92975"/>
                </a:cubicBezTo>
                <a:cubicBezTo>
                  <a:pt x="30073" y="92975"/>
                  <a:pt x="30565" y="92680"/>
                  <a:pt x="30973" y="92342"/>
                </a:cubicBezTo>
                <a:cubicBezTo>
                  <a:pt x="31212" y="92145"/>
                  <a:pt x="31592" y="91905"/>
                  <a:pt x="31789" y="91793"/>
                </a:cubicBezTo>
                <a:cubicBezTo>
                  <a:pt x="32000" y="91680"/>
                  <a:pt x="32338" y="91483"/>
                  <a:pt x="32549" y="91357"/>
                </a:cubicBezTo>
                <a:cubicBezTo>
                  <a:pt x="32760" y="91216"/>
                  <a:pt x="33056" y="91076"/>
                  <a:pt x="33225" y="91033"/>
                </a:cubicBezTo>
                <a:cubicBezTo>
                  <a:pt x="33844" y="90879"/>
                  <a:pt x="34477" y="90470"/>
                  <a:pt x="35364" y="89654"/>
                </a:cubicBezTo>
                <a:cubicBezTo>
                  <a:pt x="35645" y="89400"/>
                  <a:pt x="36137" y="88950"/>
                  <a:pt x="36461" y="88655"/>
                </a:cubicBezTo>
                <a:cubicBezTo>
                  <a:pt x="36799" y="88359"/>
                  <a:pt x="37122" y="88064"/>
                  <a:pt x="37193" y="87993"/>
                </a:cubicBezTo>
                <a:cubicBezTo>
                  <a:pt x="37278" y="87909"/>
                  <a:pt x="37347" y="87867"/>
                  <a:pt x="37404" y="87895"/>
                </a:cubicBezTo>
                <a:cubicBezTo>
                  <a:pt x="37460" y="87909"/>
                  <a:pt x="37601" y="87980"/>
                  <a:pt x="37741" y="88021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64"/>
          <p:cNvSpPr/>
          <p:nvPr/>
        </p:nvSpPr>
        <p:spPr>
          <a:xfrm rot="2111655">
            <a:off x="-299606" y="2289788"/>
            <a:ext cx="2399743" cy="1258101"/>
          </a:xfrm>
          <a:custGeom>
            <a:avLst/>
            <a:gdLst/>
            <a:ahLst/>
            <a:cxnLst/>
            <a:rect l="l" t="t" r="r" b="b"/>
            <a:pathLst>
              <a:path w="173748" h="91090" extrusionOk="0">
                <a:moveTo>
                  <a:pt x="166530" y="508"/>
                </a:moveTo>
                <a:cubicBezTo>
                  <a:pt x="165995" y="1043"/>
                  <a:pt x="165333" y="1788"/>
                  <a:pt x="165010" y="2197"/>
                </a:cubicBezTo>
                <a:cubicBezTo>
                  <a:pt x="164545" y="2745"/>
                  <a:pt x="162772" y="4026"/>
                  <a:pt x="160717" y="5264"/>
                </a:cubicBezTo>
                <a:cubicBezTo>
                  <a:pt x="159338" y="6109"/>
                  <a:pt x="156792" y="7755"/>
                  <a:pt x="154202" y="9528"/>
                </a:cubicBezTo>
                <a:cubicBezTo>
                  <a:pt x="152851" y="10443"/>
                  <a:pt x="151810" y="11019"/>
                  <a:pt x="150895" y="11329"/>
                </a:cubicBezTo>
                <a:cubicBezTo>
                  <a:pt x="150079" y="11610"/>
                  <a:pt x="147518" y="12230"/>
                  <a:pt x="146223" y="12469"/>
                </a:cubicBezTo>
                <a:cubicBezTo>
                  <a:pt x="145618" y="12582"/>
                  <a:pt x="144774" y="12723"/>
                  <a:pt x="144352" y="12807"/>
                </a:cubicBezTo>
                <a:cubicBezTo>
                  <a:pt x="143943" y="12877"/>
                  <a:pt x="143592" y="12933"/>
                  <a:pt x="143592" y="12920"/>
                </a:cubicBezTo>
                <a:cubicBezTo>
                  <a:pt x="143577" y="12905"/>
                  <a:pt x="143803" y="12807"/>
                  <a:pt x="144099" y="12695"/>
                </a:cubicBezTo>
                <a:cubicBezTo>
                  <a:pt x="144380" y="12582"/>
                  <a:pt x="144971" y="12314"/>
                  <a:pt x="145379" y="12104"/>
                </a:cubicBezTo>
                <a:cubicBezTo>
                  <a:pt x="145801" y="11892"/>
                  <a:pt x="146575" y="11526"/>
                  <a:pt x="147095" y="11273"/>
                </a:cubicBezTo>
                <a:cubicBezTo>
                  <a:pt x="148249" y="10753"/>
                  <a:pt x="148869" y="10372"/>
                  <a:pt x="149756" y="9683"/>
                </a:cubicBezTo>
                <a:cubicBezTo>
                  <a:pt x="150135" y="9387"/>
                  <a:pt x="150613" y="9036"/>
                  <a:pt x="150839" y="8880"/>
                </a:cubicBezTo>
                <a:cubicBezTo>
                  <a:pt x="151064" y="8726"/>
                  <a:pt x="151754" y="8276"/>
                  <a:pt x="152358" y="7867"/>
                </a:cubicBezTo>
                <a:cubicBezTo>
                  <a:pt x="152978" y="7460"/>
                  <a:pt x="153597" y="7023"/>
                  <a:pt x="153766" y="6897"/>
                </a:cubicBezTo>
                <a:cubicBezTo>
                  <a:pt x="153921" y="6770"/>
                  <a:pt x="154385" y="6376"/>
                  <a:pt x="154822" y="6038"/>
                </a:cubicBezTo>
                <a:cubicBezTo>
                  <a:pt x="155947" y="5109"/>
                  <a:pt x="156496" y="4518"/>
                  <a:pt x="156496" y="4195"/>
                </a:cubicBezTo>
                <a:cubicBezTo>
                  <a:pt x="156496" y="4040"/>
                  <a:pt x="156299" y="3899"/>
                  <a:pt x="156130" y="3942"/>
                </a:cubicBezTo>
                <a:cubicBezTo>
                  <a:pt x="155848" y="4011"/>
                  <a:pt x="152232" y="5293"/>
                  <a:pt x="151092" y="5728"/>
                </a:cubicBezTo>
                <a:cubicBezTo>
                  <a:pt x="150459" y="5968"/>
                  <a:pt x="149263" y="6418"/>
                  <a:pt x="148433" y="6728"/>
                </a:cubicBezTo>
                <a:cubicBezTo>
                  <a:pt x="145266" y="7910"/>
                  <a:pt x="143479" y="8698"/>
                  <a:pt x="142326" y="9387"/>
                </a:cubicBezTo>
                <a:cubicBezTo>
                  <a:pt x="142100" y="9528"/>
                  <a:pt x="141397" y="9993"/>
                  <a:pt x="140763" y="10415"/>
                </a:cubicBezTo>
                <a:cubicBezTo>
                  <a:pt x="140144" y="10837"/>
                  <a:pt x="139145" y="11456"/>
                  <a:pt x="138568" y="11794"/>
                </a:cubicBezTo>
                <a:cubicBezTo>
                  <a:pt x="137442" y="12441"/>
                  <a:pt x="134008" y="14186"/>
                  <a:pt x="133122" y="14566"/>
                </a:cubicBezTo>
                <a:cubicBezTo>
                  <a:pt x="132066" y="15016"/>
                  <a:pt x="130884" y="15382"/>
                  <a:pt x="129139" y="15819"/>
                </a:cubicBezTo>
                <a:cubicBezTo>
                  <a:pt x="124327" y="17001"/>
                  <a:pt x="122610" y="17774"/>
                  <a:pt x="119050" y="20322"/>
                </a:cubicBezTo>
                <a:cubicBezTo>
                  <a:pt x="115968" y="22502"/>
                  <a:pt x="113872" y="24290"/>
                  <a:pt x="110818" y="27301"/>
                </a:cubicBezTo>
                <a:cubicBezTo>
                  <a:pt x="109960" y="28131"/>
                  <a:pt x="108947" y="29116"/>
                  <a:pt x="108566" y="29469"/>
                </a:cubicBezTo>
                <a:cubicBezTo>
                  <a:pt x="108172" y="29834"/>
                  <a:pt x="107553" y="30411"/>
                  <a:pt x="107174" y="30777"/>
                </a:cubicBezTo>
                <a:cubicBezTo>
                  <a:pt x="106442" y="31480"/>
                  <a:pt x="105851" y="32002"/>
                  <a:pt x="104513" y="33113"/>
                </a:cubicBezTo>
                <a:cubicBezTo>
                  <a:pt x="103247" y="34169"/>
                  <a:pt x="102558" y="34591"/>
                  <a:pt x="101207" y="35126"/>
                </a:cubicBezTo>
                <a:cubicBezTo>
                  <a:pt x="100109" y="35561"/>
                  <a:pt x="98449" y="36420"/>
                  <a:pt x="97689" y="36912"/>
                </a:cubicBezTo>
                <a:cubicBezTo>
                  <a:pt x="97337" y="37152"/>
                  <a:pt x="96845" y="37546"/>
                  <a:pt x="96591" y="37785"/>
                </a:cubicBezTo>
                <a:lnTo>
                  <a:pt x="96126" y="38221"/>
                </a:lnTo>
                <a:lnTo>
                  <a:pt x="95395" y="38263"/>
                </a:lnTo>
                <a:cubicBezTo>
                  <a:pt x="94987" y="38291"/>
                  <a:pt x="94353" y="38334"/>
                  <a:pt x="93974" y="38376"/>
                </a:cubicBezTo>
                <a:cubicBezTo>
                  <a:pt x="90976" y="38728"/>
                  <a:pt x="90400" y="38713"/>
                  <a:pt x="87726" y="38278"/>
                </a:cubicBezTo>
                <a:cubicBezTo>
                  <a:pt x="87120" y="38179"/>
                  <a:pt x="86332" y="38053"/>
                  <a:pt x="85994" y="37996"/>
                </a:cubicBezTo>
                <a:cubicBezTo>
                  <a:pt x="85657" y="37954"/>
                  <a:pt x="85137" y="37856"/>
                  <a:pt x="84869" y="37771"/>
                </a:cubicBezTo>
                <a:cubicBezTo>
                  <a:pt x="84587" y="37700"/>
                  <a:pt x="83799" y="37531"/>
                  <a:pt x="83124" y="37391"/>
                </a:cubicBezTo>
                <a:cubicBezTo>
                  <a:pt x="80690" y="36912"/>
                  <a:pt x="78945" y="36195"/>
                  <a:pt x="77579" y="35083"/>
                </a:cubicBezTo>
                <a:cubicBezTo>
                  <a:pt x="76397" y="34112"/>
                  <a:pt x="73583" y="31368"/>
                  <a:pt x="72331" y="29961"/>
                </a:cubicBezTo>
                <a:cubicBezTo>
                  <a:pt x="70881" y="28328"/>
                  <a:pt x="69418" y="26977"/>
                  <a:pt x="68067" y="26020"/>
                </a:cubicBezTo>
                <a:cubicBezTo>
                  <a:pt x="67757" y="25795"/>
                  <a:pt x="67265" y="25444"/>
                  <a:pt x="66984" y="25232"/>
                </a:cubicBezTo>
                <a:cubicBezTo>
                  <a:pt x="66252" y="24684"/>
                  <a:pt x="65745" y="24360"/>
                  <a:pt x="64943" y="23896"/>
                </a:cubicBezTo>
                <a:cubicBezTo>
                  <a:pt x="63353" y="22981"/>
                  <a:pt x="62931" y="22601"/>
                  <a:pt x="61256" y="20560"/>
                </a:cubicBezTo>
                <a:cubicBezTo>
                  <a:pt x="60173" y="19252"/>
                  <a:pt x="59342" y="18267"/>
                  <a:pt x="59004" y="17887"/>
                </a:cubicBezTo>
                <a:cubicBezTo>
                  <a:pt x="58188" y="16958"/>
                  <a:pt x="56880" y="15551"/>
                  <a:pt x="56556" y="15241"/>
                </a:cubicBezTo>
                <a:cubicBezTo>
                  <a:pt x="55768" y="14481"/>
                  <a:pt x="53587" y="13004"/>
                  <a:pt x="52321" y="12342"/>
                </a:cubicBezTo>
                <a:cubicBezTo>
                  <a:pt x="51167" y="11751"/>
                  <a:pt x="50871" y="11625"/>
                  <a:pt x="49225" y="11147"/>
                </a:cubicBezTo>
                <a:cubicBezTo>
                  <a:pt x="47649" y="10682"/>
                  <a:pt x="47268" y="10527"/>
                  <a:pt x="46367" y="9993"/>
                </a:cubicBezTo>
                <a:cubicBezTo>
                  <a:pt x="46044" y="9796"/>
                  <a:pt x="45369" y="9415"/>
                  <a:pt x="44904" y="9177"/>
                </a:cubicBezTo>
                <a:cubicBezTo>
                  <a:pt x="43722" y="8543"/>
                  <a:pt x="42624" y="7924"/>
                  <a:pt x="40978" y="6925"/>
                </a:cubicBezTo>
                <a:cubicBezTo>
                  <a:pt x="39191" y="5841"/>
                  <a:pt x="37995" y="5250"/>
                  <a:pt x="36700" y="4786"/>
                </a:cubicBezTo>
                <a:cubicBezTo>
                  <a:pt x="35293" y="4293"/>
                  <a:pt x="30987" y="3111"/>
                  <a:pt x="30593" y="3111"/>
                </a:cubicBezTo>
                <a:cubicBezTo>
                  <a:pt x="30438" y="3111"/>
                  <a:pt x="30325" y="3195"/>
                  <a:pt x="30325" y="3336"/>
                </a:cubicBezTo>
                <a:cubicBezTo>
                  <a:pt x="30325" y="3463"/>
                  <a:pt x="31325" y="4336"/>
                  <a:pt x="32057" y="4842"/>
                </a:cubicBezTo>
                <a:cubicBezTo>
                  <a:pt x="33295" y="5672"/>
                  <a:pt x="34153" y="6150"/>
                  <a:pt x="35631" y="6798"/>
                </a:cubicBezTo>
                <a:cubicBezTo>
                  <a:pt x="36939" y="7389"/>
                  <a:pt x="37066" y="7460"/>
                  <a:pt x="37883" y="8233"/>
                </a:cubicBezTo>
                <a:cubicBezTo>
                  <a:pt x="38277" y="8627"/>
                  <a:pt x="38727" y="9036"/>
                  <a:pt x="38868" y="9134"/>
                </a:cubicBezTo>
                <a:cubicBezTo>
                  <a:pt x="39008" y="9233"/>
                  <a:pt x="39106" y="9317"/>
                  <a:pt x="39106" y="9331"/>
                </a:cubicBezTo>
                <a:cubicBezTo>
                  <a:pt x="39078" y="9374"/>
                  <a:pt x="38178" y="9036"/>
                  <a:pt x="37136" y="8614"/>
                </a:cubicBezTo>
                <a:cubicBezTo>
                  <a:pt x="35068" y="7769"/>
                  <a:pt x="33843" y="7347"/>
                  <a:pt x="32394" y="6938"/>
                </a:cubicBezTo>
                <a:cubicBezTo>
                  <a:pt x="31507" y="6685"/>
                  <a:pt x="30537" y="6390"/>
                  <a:pt x="28342" y="5658"/>
                </a:cubicBezTo>
                <a:cubicBezTo>
                  <a:pt x="24950" y="4533"/>
                  <a:pt x="21798" y="3604"/>
                  <a:pt x="19842" y="3154"/>
                </a:cubicBezTo>
                <a:cubicBezTo>
                  <a:pt x="18069" y="2745"/>
                  <a:pt x="12750" y="1718"/>
                  <a:pt x="8514" y="987"/>
                </a:cubicBezTo>
                <a:cubicBezTo>
                  <a:pt x="8148" y="916"/>
                  <a:pt x="7712" y="874"/>
                  <a:pt x="7543" y="887"/>
                </a:cubicBezTo>
                <a:cubicBezTo>
                  <a:pt x="7275" y="902"/>
                  <a:pt x="7205" y="930"/>
                  <a:pt x="7121" y="1043"/>
                </a:cubicBezTo>
                <a:cubicBezTo>
                  <a:pt x="6966" y="1268"/>
                  <a:pt x="7078" y="1578"/>
                  <a:pt x="7459" y="1972"/>
                </a:cubicBezTo>
                <a:cubicBezTo>
                  <a:pt x="8485" y="2998"/>
                  <a:pt x="11525" y="4308"/>
                  <a:pt x="14270" y="4899"/>
                </a:cubicBezTo>
                <a:cubicBezTo>
                  <a:pt x="14930" y="5039"/>
                  <a:pt x="15058" y="5109"/>
                  <a:pt x="15902" y="5687"/>
                </a:cubicBezTo>
                <a:cubicBezTo>
                  <a:pt x="16450" y="6053"/>
                  <a:pt x="17084" y="6432"/>
                  <a:pt x="18238" y="7094"/>
                </a:cubicBezTo>
                <a:cubicBezTo>
                  <a:pt x="18336" y="7150"/>
                  <a:pt x="18364" y="7178"/>
                  <a:pt x="18294" y="7150"/>
                </a:cubicBezTo>
                <a:cubicBezTo>
                  <a:pt x="18026" y="7066"/>
                  <a:pt x="14255" y="6347"/>
                  <a:pt x="12975" y="6122"/>
                </a:cubicBezTo>
                <a:cubicBezTo>
                  <a:pt x="9626" y="5559"/>
                  <a:pt x="3982" y="5011"/>
                  <a:pt x="1365" y="4983"/>
                </a:cubicBezTo>
                <a:cubicBezTo>
                  <a:pt x="521" y="4983"/>
                  <a:pt x="451" y="4983"/>
                  <a:pt x="310" y="5096"/>
                </a:cubicBezTo>
                <a:cubicBezTo>
                  <a:pt x="0" y="5321"/>
                  <a:pt x="98" y="5531"/>
                  <a:pt x="704" y="5925"/>
                </a:cubicBezTo>
                <a:cubicBezTo>
                  <a:pt x="2196" y="6897"/>
                  <a:pt x="3603" y="7333"/>
                  <a:pt x="6643" y="7769"/>
                </a:cubicBezTo>
                <a:cubicBezTo>
                  <a:pt x="8078" y="7980"/>
                  <a:pt x="8190" y="8008"/>
                  <a:pt x="9302" y="8515"/>
                </a:cubicBezTo>
                <a:cubicBezTo>
                  <a:pt x="10202" y="8909"/>
                  <a:pt x="10723" y="9092"/>
                  <a:pt x="12200" y="9514"/>
                </a:cubicBezTo>
                <a:cubicBezTo>
                  <a:pt x="12637" y="9655"/>
                  <a:pt x="12988" y="9768"/>
                  <a:pt x="12975" y="9768"/>
                </a:cubicBezTo>
                <a:cubicBezTo>
                  <a:pt x="12960" y="9781"/>
                  <a:pt x="12581" y="9768"/>
                  <a:pt x="12131" y="9725"/>
                </a:cubicBezTo>
                <a:cubicBezTo>
                  <a:pt x="11033" y="9640"/>
                  <a:pt x="8134" y="9697"/>
                  <a:pt x="7134" y="9809"/>
                </a:cubicBezTo>
                <a:cubicBezTo>
                  <a:pt x="6080" y="9936"/>
                  <a:pt x="3941" y="10246"/>
                  <a:pt x="2871" y="10428"/>
                </a:cubicBezTo>
                <a:cubicBezTo>
                  <a:pt x="2111" y="10569"/>
                  <a:pt x="1928" y="10612"/>
                  <a:pt x="1858" y="10710"/>
                </a:cubicBezTo>
                <a:cubicBezTo>
                  <a:pt x="1661" y="10935"/>
                  <a:pt x="1984" y="11216"/>
                  <a:pt x="2885" y="11597"/>
                </a:cubicBezTo>
                <a:cubicBezTo>
                  <a:pt x="4151" y="12132"/>
                  <a:pt x="4588" y="12201"/>
                  <a:pt x="7191" y="12272"/>
                </a:cubicBezTo>
                <a:cubicBezTo>
                  <a:pt x="8416" y="12314"/>
                  <a:pt x="8838" y="12357"/>
                  <a:pt x="9232" y="12441"/>
                </a:cubicBezTo>
                <a:cubicBezTo>
                  <a:pt x="10498" y="12723"/>
                  <a:pt x="12609" y="12920"/>
                  <a:pt x="15086" y="12990"/>
                </a:cubicBezTo>
                <a:cubicBezTo>
                  <a:pt x="16127" y="13018"/>
                  <a:pt x="16985" y="13060"/>
                  <a:pt x="17000" y="13060"/>
                </a:cubicBezTo>
                <a:cubicBezTo>
                  <a:pt x="17013" y="13074"/>
                  <a:pt x="16859" y="13102"/>
                  <a:pt x="16662" y="13117"/>
                </a:cubicBezTo>
                <a:cubicBezTo>
                  <a:pt x="15775" y="13201"/>
                  <a:pt x="14649" y="13398"/>
                  <a:pt x="12988" y="13749"/>
                </a:cubicBezTo>
                <a:cubicBezTo>
                  <a:pt x="12003" y="13961"/>
                  <a:pt x="11103" y="14158"/>
                  <a:pt x="10990" y="14186"/>
                </a:cubicBezTo>
                <a:cubicBezTo>
                  <a:pt x="10780" y="14243"/>
                  <a:pt x="10498" y="14425"/>
                  <a:pt x="10498" y="14509"/>
                </a:cubicBezTo>
                <a:cubicBezTo>
                  <a:pt x="10498" y="14665"/>
                  <a:pt x="10836" y="14890"/>
                  <a:pt x="11244" y="15016"/>
                </a:cubicBezTo>
                <a:cubicBezTo>
                  <a:pt x="11849" y="15199"/>
                  <a:pt x="12159" y="15256"/>
                  <a:pt x="13382" y="15354"/>
                </a:cubicBezTo>
                <a:cubicBezTo>
                  <a:pt x="15212" y="15494"/>
                  <a:pt x="15634" y="15551"/>
                  <a:pt x="16859" y="15819"/>
                </a:cubicBezTo>
                <a:cubicBezTo>
                  <a:pt x="17604" y="15973"/>
                  <a:pt x="17731" y="15987"/>
                  <a:pt x="19110" y="16016"/>
                </a:cubicBezTo>
                <a:cubicBezTo>
                  <a:pt x="19912" y="16029"/>
                  <a:pt x="20531" y="16057"/>
                  <a:pt x="20489" y="16085"/>
                </a:cubicBezTo>
                <a:cubicBezTo>
                  <a:pt x="20447" y="16114"/>
                  <a:pt x="20011" y="16226"/>
                  <a:pt x="19533" y="16353"/>
                </a:cubicBezTo>
                <a:cubicBezTo>
                  <a:pt x="18533" y="16607"/>
                  <a:pt x="18238" y="16705"/>
                  <a:pt x="17534" y="17014"/>
                </a:cubicBezTo>
                <a:cubicBezTo>
                  <a:pt x="17013" y="17239"/>
                  <a:pt x="16872" y="17367"/>
                  <a:pt x="16943" y="17549"/>
                </a:cubicBezTo>
                <a:cubicBezTo>
                  <a:pt x="16971" y="17676"/>
                  <a:pt x="17197" y="17761"/>
                  <a:pt x="18322" y="18042"/>
                </a:cubicBezTo>
                <a:cubicBezTo>
                  <a:pt x="18814" y="18155"/>
                  <a:pt x="19433" y="18323"/>
                  <a:pt x="19687" y="18393"/>
                </a:cubicBezTo>
                <a:cubicBezTo>
                  <a:pt x="20658" y="18661"/>
                  <a:pt x="21080" y="18703"/>
                  <a:pt x="22895" y="18746"/>
                </a:cubicBezTo>
                <a:lnTo>
                  <a:pt x="24627" y="18774"/>
                </a:lnTo>
                <a:lnTo>
                  <a:pt x="24950" y="19125"/>
                </a:lnTo>
                <a:cubicBezTo>
                  <a:pt x="25330" y="19562"/>
                  <a:pt x="25584" y="19688"/>
                  <a:pt x="26315" y="19800"/>
                </a:cubicBezTo>
                <a:cubicBezTo>
                  <a:pt x="26948" y="19900"/>
                  <a:pt x="28201" y="19997"/>
                  <a:pt x="28974" y="19997"/>
                </a:cubicBezTo>
                <a:cubicBezTo>
                  <a:pt x="29299" y="19997"/>
                  <a:pt x="29594" y="20012"/>
                  <a:pt x="29650" y="20026"/>
                </a:cubicBezTo>
                <a:cubicBezTo>
                  <a:pt x="29749" y="20068"/>
                  <a:pt x="29256" y="20294"/>
                  <a:pt x="28383" y="20631"/>
                </a:cubicBezTo>
                <a:cubicBezTo>
                  <a:pt x="27342" y="21011"/>
                  <a:pt x="27357" y="21180"/>
                  <a:pt x="28426" y="21742"/>
                </a:cubicBezTo>
                <a:cubicBezTo>
                  <a:pt x="29200" y="22151"/>
                  <a:pt x="29734" y="22292"/>
                  <a:pt x="31353" y="22461"/>
                </a:cubicBezTo>
                <a:cubicBezTo>
                  <a:pt x="31789" y="22517"/>
                  <a:pt x="32169" y="22559"/>
                  <a:pt x="32211" y="22573"/>
                </a:cubicBezTo>
                <a:cubicBezTo>
                  <a:pt x="32254" y="22587"/>
                  <a:pt x="32338" y="22727"/>
                  <a:pt x="32423" y="22883"/>
                </a:cubicBezTo>
                <a:cubicBezTo>
                  <a:pt x="32605" y="23262"/>
                  <a:pt x="33280" y="23910"/>
                  <a:pt x="33731" y="24135"/>
                </a:cubicBezTo>
                <a:cubicBezTo>
                  <a:pt x="33942" y="24247"/>
                  <a:pt x="34350" y="24403"/>
                  <a:pt x="34646" y="24501"/>
                </a:cubicBezTo>
                <a:cubicBezTo>
                  <a:pt x="34941" y="24600"/>
                  <a:pt x="35265" y="24712"/>
                  <a:pt x="35350" y="24754"/>
                </a:cubicBezTo>
                <a:cubicBezTo>
                  <a:pt x="35547" y="24838"/>
                  <a:pt x="35729" y="25134"/>
                  <a:pt x="35785" y="25457"/>
                </a:cubicBezTo>
                <a:cubicBezTo>
                  <a:pt x="35828" y="25739"/>
                  <a:pt x="35926" y="25908"/>
                  <a:pt x="36179" y="26148"/>
                </a:cubicBezTo>
                <a:cubicBezTo>
                  <a:pt x="36672" y="26654"/>
                  <a:pt x="37348" y="26964"/>
                  <a:pt x="38572" y="27273"/>
                </a:cubicBezTo>
                <a:cubicBezTo>
                  <a:pt x="38924" y="27371"/>
                  <a:pt x="39205" y="27442"/>
                  <a:pt x="39219" y="27456"/>
                </a:cubicBezTo>
                <a:cubicBezTo>
                  <a:pt x="39219" y="27470"/>
                  <a:pt x="39275" y="27681"/>
                  <a:pt x="39318" y="27949"/>
                </a:cubicBezTo>
                <a:cubicBezTo>
                  <a:pt x="39416" y="28497"/>
                  <a:pt x="39585" y="28947"/>
                  <a:pt x="39825" y="29313"/>
                </a:cubicBezTo>
                <a:cubicBezTo>
                  <a:pt x="40176" y="29806"/>
                  <a:pt x="40992" y="30298"/>
                  <a:pt x="42104" y="30664"/>
                </a:cubicBezTo>
                <a:cubicBezTo>
                  <a:pt x="42793" y="30889"/>
                  <a:pt x="42934" y="30988"/>
                  <a:pt x="43103" y="31340"/>
                </a:cubicBezTo>
                <a:cubicBezTo>
                  <a:pt x="43343" y="31776"/>
                  <a:pt x="44046" y="32846"/>
                  <a:pt x="44397" y="33268"/>
                </a:cubicBezTo>
                <a:cubicBezTo>
                  <a:pt x="44834" y="33816"/>
                  <a:pt x="44988" y="33929"/>
                  <a:pt x="45622" y="34154"/>
                </a:cubicBezTo>
                <a:cubicBezTo>
                  <a:pt x="46114" y="34323"/>
                  <a:pt x="46185" y="34338"/>
                  <a:pt x="46720" y="34323"/>
                </a:cubicBezTo>
                <a:lnTo>
                  <a:pt x="47283" y="34309"/>
                </a:lnTo>
                <a:lnTo>
                  <a:pt x="47493" y="34535"/>
                </a:lnTo>
                <a:cubicBezTo>
                  <a:pt x="47606" y="34675"/>
                  <a:pt x="47846" y="35069"/>
                  <a:pt x="48028" y="35421"/>
                </a:cubicBezTo>
                <a:cubicBezTo>
                  <a:pt x="48577" y="36490"/>
                  <a:pt x="48831" y="36645"/>
                  <a:pt x="49970" y="36603"/>
                </a:cubicBezTo>
                <a:cubicBezTo>
                  <a:pt x="50744" y="36561"/>
                  <a:pt x="50632" y="36490"/>
                  <a:pt x="51236" y="37391"/>
                </a:cubicBezTo>
                <a:cubicBezTo>
                  <a:pt x="51673" y="38038"/>
                  <a:pt x="52546" y="38967"/>
                  <a:pt x="52996" y="39263"/>
                </a:cubicBezTo>
                <a:cubicBezTo>
                  <a:pt x="53362" y="39501"/>
                  <a:pt x="53826" y="39642"/>
                  <a:pt x="54529" y="39713"/>
                </a:cubicBezTo>
                <a:cubicBezTo>
                  <a:pt x="54853" y="39755"/>
                  <a:pt x="55135" y="39783"/>
                  <a:pt x="55135" y="39798"/>
                </a:cubicBezTo>
                <a:cubicBezTo>
                  <a:pt x="55148" y="39811"/>
                  <a:pt x="55205" y="39938"/>
                  <a:pt x="55261" y="40092"/>
                </a:cubicBezTo>
                <a:cubicBezTo>
                  <a:pt x="55317" y="40248"/>
                  <a:pt x="55473" y="40543"/>
                  <a:pt x="55613" y="40754"/>
                </a:cubicBezTo>
                <a:cubicBezTo>
                  <a:pt x="56233" y="41683"/>
                  <a:pt x="56570" y="41965"/>
                  <a:pt x="57681" y="42528"/>
                </a:cubicBezTo>
                <a:lnTo>
                  <a:pt x="58231" y="42794"/>
                </a:lnTo>
                <a:lnTo>
                  <a:pt x="58779" y="43611"/>
                </a:lnTo>
                <a:cubicBezTo>
                  <a:pt x="60074" y="45455"/>
                  <a:pt x="60637" y="46087"/>
                  <a:pt x="61228" y="46425"/>
                </a:cubicBezTo>
                <a:cubicBezTo>
                  <a:pt x="61496" y="46566"/>
                  <a:pt x="61565" y="46580"/>
                  <a:pt x="61974" y="46566"/>
                </a:cubicBezTo>
                <a:cubicBezTo>
                  <a:pt x="62325" y="46566"/>
                  <a:pt x="62424" y="46580"/>
                  <a:pt x="62494" y="46650"/>
                </a:cubicBezTo>
                <a:cubicBezTo>
                  <a:pt x="62537" y="46706"/>
                  <a:pt x="62747" y="47044"/>
                  <a:pt x="62959" y="47410"/>
                </a:cubicBezTo>
                <a:cubicBezTo>
                  <a:pt x="63409" y="48170"/>
                  <a:pt x="64352" y="49465"/>
                  <a:pt x="64704" y="49789"/>
                </a:cubicBezTo>
                <a:cubicBezTo>
                  <a:pt x="65042" y="50098"/>
                  <a:pt x="65605" y="50464"/>
                  <a:pt x="65956" y="50605"/>
                </a:cubicBezTo>
                <a:cubicBezTo>
                  <a:pt x="66294" y="50746"/>
                  <a:pt x="66856" y="50774"/>
                  <a:pt x="67307" y="50675"/>
                </a:cubicBezTo>
                <a:lnTo>
                  <a:pt x="67575" y="50605"/>
                </a:lnTo>
                <a:lnTo>
                  <a:pt x="67828" y="50830"/>
                </a:lnTo>
                <a:cubicBezTo>
                  <a:pt x="68179" y="51140"/>
                  <a:pt x="68489" y="51280"/>
                  <a:pt x="68926" y="51322"/>
                </a:cubicBezTo>
                <a:cubicBezTo>
                  <a:pt x="69263" y="51365"/>
                  <a:pt x="69320" y="51393"/>
                  <a:pt x="69685" y="51674"/>
                </a:cubicBezTo>
                <a:cubicBezTo>
                  <a:pt x="70276" y="52125"/>
                  <a:pt x="70980" y="52519"/>
                  <a:pt x="71402" y="52645"/>
                </a:cubicBezTo>
                <a:cubicBezTo>
                  <a:pt x="72021" y="52828"/>
                  <a:pt x="72598" y="52729"/>
                  <a:pt x="73217" y="52322"/>
                </a:cubicBezTo>
                <a:lnTo>
                  <a:pt x="73513" y="52138"/>
                </a:lnTo>
                <a:lnTo>
                  <a:pt x="73598" y="52265"/>
                </a:lnTo>
                <a:cubicBezTo>
                  <a:pt x="74245" y="53194"/>
                  <a:pt x="76003" y="54095"/>
                  <a:pt x="77664" y="54348"/>
                </a:cubicBezTo>
                <a:cubicBezTo>
                  <a:pt x="78072" y="54404"/>
                  <a:pt x="78508" y="54433"/>
                  <a:pt x="79071" y="54418"/>
                </a:cubicBezTo>
                <a:lnTo>
                  <a:pt x="79874" y="54404"/>
                </a:lnTo>
                <a:lnTo>
                  <a:pt x="80000" y="54868"/>
                </a:lnTo>
                <a:cubicBezTo>
                  <a:pt x="80056" y="55122"/>
                  <a:pt x="80253" y="55783"/>
                  <a:pt x="80450" y="56332"/>
                </a:cubicBezTo>
                <a:cubicBezTo>
                  <a:pt x="81028" y="58119"/>
                  <a:pt x="81168" y="58654"/>
                  <a:pt x="81182" y="59133"/>
                </a:cubicBezTo>
                <a:cubicBezTo>
                  <a:pt x="81182" y="59724"/>
                  <a:pt x="81041" y="61482"/>
                  <a:pt x="80971" y="61567"/>
                </a:cubicBezTo>
                <a:cubicBezTo>
                  <a:pt x="80943" y="61609"/>
                  <a:pt x="80647" y="61792"/>
                  <a:pt x="80324" y="61975"/>
                </a:cubicBezTo>
                <a:cubicBezTo>
                  <a:pt x="78438" y="63058"/>
                  <a:pt x="74780" y="64550"/>
                  <a:pt x="72148" y="65310"/>
                </a:cubicBezTo>
                <a:cubicBezTo>
                  <a:pt x="71247" y="65578"/>
                  <a:pt x="68067" y="66295"/>
                  <a:pt x="67053" y="66464"/>
                </a:cubicBezTo>
                <a:cubicBezTo>
                  <a:pt x="66618" y="66535"/>
                  <a:pt x="65534" y="66675"/>
                  <a:pt x="64648" y="66760"/>
                </a:cubicBezTo>
                <a:cubicBezTo>
                  <a:pt x="62762" y="66942"/>
                  <a:pt x="61819" y="67083"/>
                  <a:pt x="60510" y="67336"/>
                </a:cubicBezTo>
                <a:cubicBezTo>
                  <a:pt x="59385" y="67548"/>
                  <a:pt x="59117" y="67646"/>
                  <a:pt x="59047" y="67829"/>
                </a:cubicBezTo>
                <a:cubicBezTo>
                  <a:pt x="58892" y="68237"/>
                  <a:pt x="59582" y="68715"/>
                  <a:pt x="60623" y="68940"/>
                </a:cubicBezTo>
                <a:cubicBezTo>
                  <a:pt x="61340" y="69109"/>
                  <a:pt x="62987" y="69109"/>
                  <a:pt x="64295" y="68969"/>
                </a:cubicBezTo>
                <a:lnTo>
                  <a:pt x="65224" y="68856"/>
                </a:lnTo>
                <a:lnTo>
                  <a:pt x="65731" y="69011"/>
                </a:lnTo>
                <a:cubicBezTo>
                  <a:pt x="66012" y="69081"/>
                  <a:pt x="66533" y="69194"/>
                  <a:pt x="66871" y="69236"/>
                </a:cubicBezTo>
                <a:cubicBezTo>
                  <a:pt x="67222" y="69278"/>
                  <a:pt x="67616" y="69321"/>
                  <a:pt x="67744" y="69349"/>
                </a:cubicBezTo>
                <a:lnTo>
                  <a:pt x="67982" y="69377"/>
                </a:lnTo>
                <a:lnTo>
                  <a:pt x="67096" y="69827"/>
                </a:lnTo>
                <a:cubicBezTo>
                  <a:pt x="66618" y="70081"/>
                  <a:pt x="65830" y="70503"/>
                  <a:pt x="65365" y="70770"/>
                </a:cubicBezTo>
                <a:cubicBezTo>
                  <a:pt x="64901" y="71038"/>
                  <a:pt x="64295" y="71361"/>
                  <a:pt x="64028" y="71516"/>
                </a:cubicBezTo>
                <a:cubicBezTo>
                  <a:pt x="63761" y="71657"/>
                  <a:pt x="63451" y="71826"/>
                  <a:pt x="63367" y="71896"/>
                </a:cubicBezTo>
                <a:cubicBezTo>
                  <a:pt x="63156" y="72064"/>
                  <a:pt x="63128" y="72248"/>
                  <a:pt x="63310" y="72374"/>
                </a:cubicBezTo>
                <a:cubicBezTo>
                  <a:pt x="63634" y="72614"/>
                  <a:pt x="65027" y="72895"/>
                  <a:pt x="65871" y="72895"/>
                </a:cubicBezTo>
                <a:cubicBezTo>
                  <a:pt x="66364" y="72895"/>
                  <a:pt x="67321" y="72768"/>
                  <a:pt x="67898" y="72627"/>
                </a:cubicBezTo>
                <a:lnTo>
                  <a:pt x="68348" y="72501"/>
                </a:lnTo>
                <a:lnTo>
                  <a:pt x="68630" y="72698"/>
                </a:lnTo>
                <a:cubicBezTo>
                  <a:pt x="69038" y="72980"/>
                  <a:pt x="69333" y="73064"/>
                  <a:pt x="69840" y="73064"/>
                </a:cubicBezTo>
                <a:cubicBezTo>
                  <a:pt x="70515" y="73078"/>
                  <a:pt x="71712" y="72712"/>
                  <a:pt x="72809" y="72149"/>
                </a:cubicBezTo>
                <a:lnTo>
                  <a:pt x="73189" y="71966"/>
                </a:lnTo>
                <a:lnTo>
                  <a:pt x="73076" y="72177"/>
                </a:lnTo>
                <a:cubicBezTo>
                  <a:pt x="72851" y="72627"/>
                  <a:pt x="72879" y="73218"/>
                  <a:pt x="73147" y="73543"/>
                </a:cubicBezTo>
                <a:cubicBezTo>
                  <a:pt x="73372" y="73796"/>
                  <a:pt x="73654" y="73880"/>
                  <a:pt x="74329" y="73866"/>
                </a:cubicBezTo>
                <a:lnTo>
                  <a:pt x="74906" y="73852"/>
                </a:lnTo>
                <a:lnTo>
                  <a:pt x="75230" y="74147"/>
                </a:lnTo>
                <a:cubicBezTo>
                  <a:pt x="75609" y="74513"/>
                  <a:pt x="75821" y="74584"/>
                  <a:pt x="76510" y="74584"/>
                </a:cubicBezTo>
                <a:lnTo>
                  <a:pt x="77031" y="74584"/>
                </a:lnTo>
                <a:lnTo>
                  <a:pt x="77116" y="74753"/>
                </a:lnTo>
                <a:cubicBezTo>
                  <a:pt x="77284" y="75076"/>
                  <a:pt x="77566" y="75385"/>
                  <a:pt x="77945" y="75639"/>
                </a:cubicBezTo>
                <a:cubicBezTo>
                  <a:pt x="78987" y="76329"/>
                  <a:pt x="79634" y="76399"/>
                  <a:pt x="80731" y="75963"/>
                </a:cubicBezTo>
                <a:cubicBezTo>
                  <a:pt x="80971" y="75864"/>
                  <a:pt x="81182" y="75779"/>
                  <a:pt x="81196" y="75794"/>
                </a:cubicBezTo>
                <a:cubicBezTo>
                  <a:pt x="81196" y="75794"/>
                  <a:pt x="81294" y="75976"/>
                  <a:pt x="81393" y="76188"/>
                </a:cubicBezTo>
                <a:cubicBezTo>
                  <a:pt x="81759" y="76864"/>
                  <a:pt x="82322" y="77440"/>
                  <a:pt x="82773" y="77567"/>
                </a:cubicBezTo>
                <a:cubicBezTo>
                  <a:pt x="83054" y="77652"/>
                  <a:pt x="83364" y="77609"/>
                  <a:pt x="83658" y="77455"/>
                </a:cubicBezTo>
                <a:cubicBezTo>
                  <a:pt x="83786" y="77398"/>
                  <a:pt x="83884" y="77356"/>
                  <a:pt x="83898" y="77356"/>
                </a:cubicBezTo>
                <a:cubicBezTo>
                  <a:pt x="83898" y="77356"/>
                  <a:pt x="83926" y="77792"/>
                  <a:pt x="83940" y="78341"/>
                </a:cubicBezTo>
                <a:cubicBezTo>
                  <a:pt x="83983" y="79720"/>
                  <a:pt x="84208" y="80522"/>
                  <a:pt x="84559" y="80663"/>
                </a:cubicBezTo>
                <a:cubicBezTo>
                  <a:pt x="84644" y="80705"/>
                  <a:pt x="84700" y="80776"/>
                  <a:pt x="84714" y="80916"/>
                </a:cubicBezTo>
                <a:cubicBezTo>
                  <a:pt x="84799" y="81352"/>
                  <a:pt x="84925" y="81774"/>
                  <a:pt x="85066" y="82112"/>
                </a:cubicBezTo>
                <a:cubicBezTo>
                  <a:pt x="85193" y="82380"/>
                  <a:pt x="85249" y="82450"/>
                  <a:pt x="85375" y="82478"/>
                </a:cubicBezTo>
                <a:cubicBezTo>
                  <a:pt x="85657" y="82549"/>
                  <a:pt x="85671" y="82549"/>
                  <a:pt x="85671" y="82787"/>
                </a:cubicBezTo>
                <a:cubicBezTo>
                  <a:pt x="85671" y="83097"/>
                  <a:pt x="85797" y="83632"/>
                  <a:pt x="86037" y="84195"/>
                </a:cubicBezTo>
                <a:lnTo>
                  <a:pt x="86220" y="84673"/>
                </a:lnTo>
                <a:lnTo>
                  <a:pt x="86051" y="84941"/>
                </a:lnTo>
                <a:cubicBezTo>
                  <a:pt x="85966" y="85082"/>
                  <a:pt x="85784" y="85419"/>
                  <a:pt x="85657" y="85686"/>
                </a:cubicBezTo>
                <a:cubicBezTo>
                  <a:pt x="85544" y="85940"/>
                  <a:pt x="85334" y="86277"/>
                  <a:pt x="85206" y="86404"/>
                </a:cubicBezTo>
                <a:cubicBezTo>
                  <a:pt x="85094" y="86545"/>
                  <a:pt x="84925" y="86756"/>
                  <a:pt x="84855" y="86896"/>
                </a:cubicBezTo>
                <a:cubicBezTo>
                  <a:pt x="84728" y="87122"/>
                  <a:pt x="84686" y="87150"/>
                  <a:pt x="84377" y="87234"/>
                </a:cubicBezTo>
                <a:cubicBezTo>
                  <a:pt x="83799" y="87390"/>
                  <a:pt x="83504" y="87656"/>
                  <a:pt x="83335" y="88178"/>
                </a:cubicBezTo>
                <a:cubicBezTo>
                  <a:pt x="83293" y="88318"/>
                  <a:pt x="83167" y="88487"/>
                  <a:pt x="82983" y="88656"/>
                </a:cubicBezTo>
                <a:cubicBezTo>
                  <a:pt x="82660" y="88937"/>
                  <a:pt x="82378" y="89429"/>
                  <a:pt x="82322" y="89767"/>
                </a:cubicBezTo>
                <a:cubicBezTo>
                  <a:pt x="82279" y="90063"/>
                  <a:pt x="82420" y="90471"/>
                  <a:pt x="82688" y="90823"/>
                </a:cubicBezTo>
                <a:cubicBezTo>
                  <a:pt x="82829" y="91005"/>
                  <a:pt x="82941" y="91090"/>
                  <a:pt x="83026" y="91090"/>
                </a:cubicBezTo>
                <a:cubicBezTo>
                  <a:pt x="83236" y="91090"/>
                  <a:pt x="83279" y="90992"/>
                  <a:pt x="83279" y="90570"/>
                </a:cubicBezTo>
                <a:cubicBezTo>
                  <a:pt x="83279" y="90246"/>
                  <a:pt x="83307" y="90105"/>
                  <a:pt x="83405" y="89908"/>
                </a:cubicBezTo>
                <a:cubicBezTo>
                  <a:pt x="83490" y="89754"/>
                  <a:pt x="83574" y="89613"/>
                  <a:pt x="83617" y="89585"/>
                </a:cubicBezTo>
                <a:cubicBezTo>
                  <a:pt x="83786" y="89444"/>
                  <a:pt x="84405" y="89232"/>
                  <a:pt x="84756" y="89191"/>
                </a:cubicBezTo>
                <a:cubicBezTo>
                  <a:pt x="85235" y="89134"/>
                  <a:pt x="85713" y="88895"/>
                  <a:pt x="86150" y="88515"/>
                </a:cubicBezTo>
                <a:cubicBezTo>
                  <a:pt x="86403" y="88304"/>
                  <a:pt x="86557" y="88206"/>
                  <a:pt x="86713" y="88178"/>
                </a:cubicBezTo>
                <a:cubicBezTo>
                  <a:pt x="87135" y="88107"/>
                  <a:pt x="87360" y="87952"/>
                  <a:pt x="87613" y="87587"/>
                </a:cubicBezTo>
                <a:cubicBezTo>
                  <a:pt x="87655" y="87487"/>
                  <a:pt x="87670" y="87516"/>
                  <a:pt x="87641" y="87699"/>
                </a:cubicBezTo>
                <a:cubicBezTo>
                  <a:pt x="87599" y="87994"/>
                  <a:pt x="87754" y="88501"/>
                  <a:pt x="87908" y="88613"/>
                </a:cubicBezTo>
                <a:cubicBezTo>
                  <a:pt x="87979" y="88670"/>
                  <a:pt x="88162" y="88797"/>
                  <a:pt x="88330" y="88923"/>
                </a:cubicBezTo>
                <a:cubicBezTo>
                  <a:pt x="88640" y="89148"/>
                  <a:pt x="88795" y="89176"/>
                  <a:pt x="89021" y="89064"/>
                </a:cubicBezTo>
                <a:cubicBezTo>
                  <a:pt x="89274" y="88923"/>
                  <a:pt x="89400" y="88740"/>
                  <a:pt x="89512" y="88332"/>
                </a:cubicBezTo>
                <a:cubicBezTo>
                  <a:pt x="89583" y="88121"/>
                  <a:pt x="89668" y="87924"/>
                  <a:pt x="89696" y="87910"/>
                </a:cubicBezTo>
                <a:cubicBezTo>
                  <a:pt x="89850" y="87812"/>
                  <a:pt x="89963" y="87418"/>
                  <a:pt x="89963" y="86953"/>
                </a:cubicBezTo>
                <a:lnTo>
                  <a:pt x="89963" y="86474"/>
                </a:lnTo>
                <a:lnTo>
                  <a:pt x="90231" y="86658"/>
                </a:lnTo>
                <a:cubicBezTo>
                  <a:pt x="90751" y="87037"/>
                  <a:pt x="91525" y="87277"/>
                  <a:pt x="92017" y="87221"/>
                </a:cubicBezTo>
                <a:cubicBezTo>
                  <a:pt x="92173" y="87206"/>
                  <a:pt x="92242" y="87221"/>
                  <a:pt x="92355" y="87319"/>
                </a:cubicBezTo>
                <a:cubicBezTo>
                  <a:pt x="92552" y="87502"/>
                  <a:pt x="93130" y="87784"/>
                  <a:pt x="93327" y="87784"/>
                </a:cubicBezTo>
                <a:cubicBezTo>
                  <a:pt x="93425" y="87784"/>
                  <a:pt x="93580" y="87741"/>
                  <a:pt x="93678" y="87684"/>
                </a:cubicBezTo>
                <a:cubicBezTo>
                  <a:pt x="93847" y="87615"/>
                  <a:pt x="93889" y="87615"/>
                  <a:pt x="94171" y="87699"/>
                </a:cubicBezTo>
                <a:cubicBezTo>
                  <a:pt x="94509" y="87797"/>
                  <a:pt x="95395" y="88247"/>
                  <a:pt x="95760" y="88501"/>
                </a:cubicBezTo>
                <a:cubicBezTo>
                  <a:pt x="95944" y="88641"/>
                  <a:pt x="96000" y="88656"/>
                  <a:pt x="96070" y="88585"/>
                </a:cubicBezTo>
                <a:cubicBezTo>
                  <a:pt x="96197" y="88487"/>
                  <a:pt x="96211" y="88515"/>
                  <a:pt x="95760" y="87558"/>
                </a:cubicBezTo>
                <a:cubicBezTo>
                  <a:pt x="95606" y="87249"/>
                  <a:pt x="95212" y="86827"/>
                  <a:pt x="94944" y="86686"/>
                </a:cubicBezTo>
                <a:cubicBezTo>
                  <a:pt x="94832" y="86630"/>
                  <a:pt x="94565" y="86545"/>
                  <a:pt x="94325" y="86489"/>
                </a:cubicBezTo>
                <a:cubicBezTo>
                  <a:pt x="93875" y="86390"/>
                  <a:pt x="93721" y="86305"/>
                  <a:pt x="93777" y="86193"/>
                </a:cubicBezTo>
                <a:cubicBezTo>
                  <a:pt x="93805" y="86151"/>
                  <a:pt x="93974" y="85855"/>
                  <a:pt x="94156" y="85517"/>
                </a:cubicBezTo>
                <a:cubicBezTo>
                  <a:pt x="94466" y="84983"/>
                  <a:pt x="94522" y="84898"/>
                  <a:pt x="94846" y="84701"/>
                </a:cubicBezTo>
                <a:cubicBezTo>
                  <a:pt x="95634" y="84181"/>
                  <a:pt x="95775" y="83928"/>
                  <a:pt x="95957" y="82718"/>
                </a:cubicBezTo>
                <a:cubicBezTo>
                  <a:pt x="95986" y="82534"/>
                  <a:pt x="96042" y="82478"/>
                  <a:pt x="96323" y="82281"/>
                </a:cubicBezTo>
                <a:cubicBezTo>
                  <a:pt x="96717" y="82014"/>
                  <a:pt x="96845" y="81830"/>
                  <a:pt x="96886" y="81408"/>
                </a:cubicBezTo>
                <a:cubicBezTo>
                  <a:pt x="96929" y="81141"/>
                  <a:pt x="96943" y="81099"/>
                  <a:pt x="97013" y="81127"/>
                </a:cubicBezTo>
                <a:cubicBezTo>
                  <a:pt x="97252" y="81226"/>
                  <a:pt x="97928" y="81367"/>
                  <a:pt x="98139" y="81367"/>
                </a:cubicBezTo>
                <a:cubicBezTo>
                  <a:pt x="98280" y="81367"/>
                  <a:pt x="98449" y="81408"/>
                  <a:pt x="98561" y="81479"/>
                </a:cubicBezTo>
                <a:cubicBezTo>
                  <a:pt x="98815" y="81633"/>
                  <a:pt x="99279" y="81704"/>
                  <a:pt x="99575" y="81633"/>
                </a:cubicBezTo>
                <a:cubicBezTo>
                  <a:pt x="99701" y="81605"/>
                  <a:pt x="100025" y="81479"/>
                  <a:pt x="100292" y="81352"/>
                </a:cubicBezTo>
                <a:cubicBezTo>
                  <a:pt x="100686" y="81170"/>
                  <a:pt x="100785" y="81141"/>
                  <a:pt x="100897" y="81183"/>
                </a:cubicBezTo>
                <a:cubicBezTo>
                  <a:pt x="101164" y="81324"/>
                  <a:pt x="101699" y="81761"/>
                  <a:pt x="101882" y="82027"/>
                </a:cubicBezTo>
                <a:cubicBezTo>
                  <a:pt x="102234" y="82506"/>
                  <a:pt x="102473" y="82309"/>
                  <a:pt x="102431" y="81577"/>
                </a:cubicBezTo>
                <a:cubicBezTo>
                  <a:pt x="102417" y="81226"/>
                  <a:pt x="102389" y="81113"/>
                  <a:pt x="102276" y="80944"/>
                </a:cubicBezTo>
                <a:cubicBezTo>
                  <a:pt x="102079" y="80648"/>
                  <a:pt x="101263" y="79988"/>
                  <a:pt x="100798" y="79762"/>
                </a:cubicBezTo>
                <a:cubicBezTo>
                  <a:pt x="100447" y="79594"/>
                  <a:pt x="100348" y="79565"/>
                  <a:pt x="99687" y="79523"/>
                </a:cubicBezTo>
                <a:cubicBezTo>
                  <a:pt x="99279" y="79481"/>
                  <a:pt x="98815" y="79466"/>
                  <a:pt x="98659" y="79494"/>
                </a:cubicBezTo>
                <a:lnTo>
                  <a:pt x="98364" y="79523"/>
                </a:lnTo>
                <a:lnTo>
                  <a:pt x="98406" y="79284"/>
                </a:lnTo>
                <a:cubicBezTo>
                  <a:pt x="98421" y="79129"/>
                  <a:pt x="98490" y="78819"/>
                  <a:pt x="98575" y="78594"/>
                </a:cubicBezTo>
                <a:cubicBezTo>
                  <a:pt x="98646" y="78341"/>
                  <a:pt x="98744" y="77918"/>
                  <a:pt x="98787" y="77652"/>
                </a:cubicBezTo>
                <a:cubicBezTo>
                  <a:pt x="98828" y="77384"/>
                  <a:pt x="98884" y="77074"/>
                  <a:pt x="98899" y="76976"/>
                </a:cubicBezTo>
                <a:cubicBezTo>
                  <a:pt x="98927" y="76849"/>
                  <a:pt x="98969" y="76779"/>
                  <a:pt x="99138" y="76695"/>
                </a:cubicBezTo>
                <a:cubicBezTo>
                  <a:pt x="99250" y="76638"/>
                  <a:pt x="99391" y="76526"/>
                  <a:pt x="99447" y="76455"/>
                </a:cubicBezTo>
                <a:cubicBezTo>
                  <a:pt x="99616" y="76202"/>
                  <a:pt x="99800" y="75582"/>
                  <a:pt x="99856" y="75132"/>
                </a:cubicBezTo>
                <a:cubicBezTo>
                  <a:pt x="99898" y="74738"/>
                  <a:pt x="99926" y="74640"/>
                  <a:pt x="100095" y="74415"/>
                </a:cubicBezTo>
                <a:cubicBezTo>
                  <a:pt x="100404" y="73978"/>
                  <a:pt x="100503" y="73711"/>
                  <a:pt x="100503" y="73218"/>
                </a:cubicBezTo>
                <a:cubicBezTo>
                  <a:pt x="100503" y="72980"/>
                  <a:pt x="100461" y="72627"/>
                  <a:pt x="100419" y="72430"/>
                </a:cubicBezTo>
                <a:cubicBezTo>
                  <a:pt x="100376" y="72233"/>
                  <a:pt x="100334" y="72064"/>
                  <a:pt x="100348" y="72051"/>
                </a:cubicBezTo>
                <a:cubicBezTo>
                  <a:pt x="100348" y="72036"/>
                  <a:pt x="100545" y="72177"/>
                  <a:pt x="100785" y="72346"/>
                </a:cubicBezTo>
                <a:cubicBezTo>
                  <a:pt x="101277" y="72712"/>
                  <a:pt x="101840" y="73049"/>
                  <a:pt x="102177" y="73190"/>
                </a:cubicBezTo>
                <a:cubicBezTo>
                  <a:pt x="103219" y="73599"/>
                  <a:pt x="105119" y="72993"/>
                  <a:pt x="105527" y="72121"/>
                </a:cubicBezTo>
                <a:lnTo>
                  <a:pt x="105654" y="71839"/>
                </a:lnTo>
                <a:lnTo>
                  <a:pt x="106160" y="71741"/>
                </a:lnTo>
                <a:cubicBezTo>
                  <a:pt x="106427" y="71685"/>
                  <a:pt x="106765" y="71586"/>
                  <a:pt x="106906" y="71530"/>
                </a:cubicBezTo>
                <a:cubicBezTo>
                  <a:pt x="107215" y="71361"/>
                  <a:pt x="107483" y="70981"/>
                  <a:pt x="107568" y="70545"/>
                </a:cubicBezTo>
                <a:cubicBezTo>
                  <a:pt x="107637" y="70235"/>
                  <a:pt x="107637" y="70221"/>
                  <a:pt x="107806" y="70263"/>
                </a:cubicBezTo>
                <a:cubicBezTo>
                  <a:pt x="109101" y="70531"/>
                  <a:pt x="109776" y="70503"/>
                  <a:pt x="109945" y="70179"/>
                </a:cubicBezTo>
                <a:cubicBezTo>
                  <a:pt x="110114" y="69869"/>
                  <a:pt x="109847" y="69180"/>
                  <a:pt x="109326" y="68533"/>
                </a:cubicBezTo>
                <a:cubicBezTo>
                  <a:pt x="109157" y="68321"/>
                  <a:pt x="109031" y="68139"/>
                  <a:pt x="109045" y="68139"/>
                </a:cubicBezTo>
                <a:cubicBezTo>
                  <a:pt x="109059" y="68111"/>
                  <a:pt x="109326" y="68152"/>
                  <a:pt x="109664" y="68209"/>
                </a:cubicBezTo>
                <a:cubicBezTo>
                  <a:pt x="110382" y="68321"/>
                  <a:pt x="112703" y="68349"/>
                  <a:pt x="113084" y="68237"/>
                </a:cubicBezTo>
                <a:cubicBezTo>
                  <a:pt x="113294" y="68167"/>
                  <a:pt x="113534" y="67955"/>
                  <a:pt x="113534" y="67829"/>
                </a:cubicBezTo>
                <a:cubicBezTo>
                  <a:pt x="113534" y="67730"/>
                  <a:pt x="113112" y="67351"/>
                  <a:pt x="112549" y="66942"/>
                </a:cubicBezTo>
                <a:lnTo>
                  <a:pt x="112042" y="66563"/>
                </a:lnTo>
                <a:lnTo>
                  <a:pt x="113041" y="66535"/>
                </a:lnTo>
                <a:cubicBezTo>
                  <a:pt x="114195" y="66492"/>
                  <a:pt x="114842" y="66394"/>
                  <a:pt x="115617" y="66126"/>
                </a:cubicBezTo>
                <a:cubicBezTo>
                  <a:pt x="116756" y="65732"/>
                  <a:pt x="117165" y="65422"/>
                  <a:pt x="117165" y="64972"/>
                </a:cubicBezTo>
                <a:cubicBezTo>
                  <a:pt x="117165" y="64649"/>
                  <a:pt x="116925" y="64593"/>
                  <a:pt x="114716" y="64339"/>
                </a:cubicBezTo>
                <a:cubicBezTo>
                  <a:pt x="108622" y="63664"/>
                  <a:pt x="105907" y="62974"/>
                  <a:pt x="103134" y="61412"/>
                </a:cubicBezTo>
                <a:cubicBezTo>
                  <a:pt x="101980" y="60765"/>
                  <a:pt x="101151" y="60230"/>
                  <a:pt x="101151" y="60118"/>
                </a:cubicBezTo>
                <a:cubicBezTo>
                  <a:pt x="101151" y="59822"/>
                  <a:pt x="101389" y="57260"/>
                  <a:pt x="101474" y="56628"/>
                </a:cubicBezTo>
                <a:cubicBezTo>
                  <a:pt x="101586" y="55797"/>
                  <a:pt x="101685" y="54728"/>
                  <a:pt x="101714" y="54136"/>
                </a:cubicBezTo>
                <a:lnTo>
                  <a:pt x="101714" y="53757"/>
                </a:lnTo>
                <a:lnTo>
                  <a:pt x="102093" y="53714"/>
                </a:lnTo>
                <a:cubicBezTo>
                  <a:pt x="103205" y="53602"/>
                  <a:pt x="104232" y="53039"/>
                  <a:pt x="105048" y="52082"/>
                </a:cubicBezTo>
                <a:cubicBezTo>
                  <a:pt x="105555" y="51506"/>
                  <a:pt x="105823" y="51097"/>
                  <a:pt x="106315" y="50196"/>
                </a:cubicBezTo>
                <a:lnTo>
                  <a:pt x="106709" y="49465"/>
                </a:lnTo>
                <a:lnTo>
                  <a:pt x="107089" y="49521"/>
                </a:lnTo>
                <a:cubicBezTo>
                  <a:pt x="107806" y="49605"/>
                  <a:pt x="108200" y="49577"/>
                  <a:pt x="108524" y="49408"/>
                </a:cubicBezTo>
                <a:cubicBezTo>
                  <a:pt x="109115" y="49113"/>
                  <a:pt x="109523" y="48508"/>
                  <a:pt x="109706" y="47720"/>
                </a:cubicBezTo>
                <a:cubicBezTo>
                  <a:pt x="109791" y="47312"/>
                  <a:pt x="109804" y="47297"/>
                  <a:pt x="109945" y="47340"/>
                </a:cubicBezTo>
                <a:cubicBezTo>
                  <a:pt x="110395" y="47438"/>
                  <a:pt x="110592" y="47438"/>
                  <a:pt x="110945" y="47326"/>
                </a:cubicBezTo>
                <a:cubicBezTo>
                  <a:pt x="111142" y="47256"/>
                  <a:pt x="111451" y="47100"/>
                  <a:pt x="111620" y="46988"/>
                </a:cubicBezTo>
                <a:cubicBezTo>
                  <a:pt x="112084" y="46678"/>
                  <a:pt x="112619" y="45989"/>
                  <a:pt x="112690" y="45567"/>
                </a:cubicBezTo>
                <a:lnTo>
                  <a:pt x="112731" y="45370"/>
                </a:lnTo>
                <a:lnTo>
                  <a:pt x="113168" y="45342"/>
                </a:lnTo>
                <a:cubicBezTo>
                  <a:pt x="113703" y="45299"/>
                  <a:pt x="114279" y="45102"/>
                  <a:pt x="114955" y="44751"/>
                </a:cubicBezTo>
                <a:cubicBezTo>
                  <a:pt x="116151" y="44089"/>
                  <a:pt x="116503" y="43597"/>
                  <a:pt x="116559" y="42528"/>
                </a:cubicBezTo>
                <a:lnTo>
                  <a:pt x="116587" y="41993"/>
                </a:lnTo>
                <a:lnTo>
                  <a:pt x="116756" y="42034"/>
                </a:lnTo>
                <a:cubicBezTo>
                  <a:pt x="116855" y="42063"/>
                  <a:pt x="117122" y="42077"/>
                  <a:pt x="117362" y="42063"/>
                </a:cubicBezTo>
                <a:cubicBezTo>
                  <a:pt x="117910" y="42063"/>
                  <a:pt x="118290" y="41894"/>
                  <a:pt x="118741" y="41472"/>
                </a:cubicBezTo>
                <a:cubicBezTo>
                  <a:pt x="118895" y="41303"/>
                  <a:pt x="119050" y="41177"/>
                  <a:pt x="119064" y="41177"/>
                </a:cubicBezTo>
                <a:cubicBezTo>
                  <a:pt x="119135" y="41177"/>
                  <a:pt x="119360" y="40726"/>
                  <a:pt x="119416" y="40473"/>
                </a:cubicBezTo>
                <a:lnTo>
                  <a:pt x="119486" y="40233"/>
                </a:lnTo>
                <a:lnTo>
                  <a:pt x="119867" y="40192"/>
                </a:lnTo>
                <a:cubicBezTo>
                  <a:pt x="120161" y="40163"/>
                  <a:pt x="120358" y="40092"/>
                  <a:pt x="120809" y="39867"/>
                </a:cubicBezTo>
                <a:cubicBezTo>
                  <a:pt x="121287" y="39629"/>
                  <a:pt x="121428" y="39516"/>
                  <a:pt x="121837" y="39122"/>
                </a:cubicBezTo>
                <a:cubicBezTo>
                  <a:pt x="122090" y="38869"/>
                  <a:pt x="122400" y="38531"/>
                  <a:pt x="122526" y="38390"/>
                </a:cubicBezTo>
                <a:cubicBezTo>
                  <a:pt x="122723" y="38151"/>
                  <a:pt x="122765" y="38137"/>
                  <a:pt x="122991" y="38137"/>
                </a:cubicBezTo>
                <a:cubicBezTo>
                  <a:pt x="123708" y="38137"/>
                  <a:pt x="124496" y="37813"/>
                  <a:pt x="125692" y="37011"/>
                </a:cubicBezTo>
                <a:cubicBezTo>
                  <a:pt x="126649" y="36364"/>
                  <a:pt x="126944" y="36068"/>
                  <a:pt x="127254" y="35449"/>
                </a:cubicBezTo>
                <a:cubicBezTo>
                  <a:pt x="127381" y="35182"/>
                  <a:pt x="127494" y="34914"/>
                  <a:pt x="127494" y="34886"/>
                </a:cubicBezTo>
                <a:cubicBezTo>
                  <a:pt x="127494" y="34829"/>
                  <a:pt x="127550" y="34816"/>
                  <a:pt x="127747" y="34844"/>
                </a:cubicBezTo>
                <a:cubicBezTo>
                  <a:pt x="128295" y="34914"/>
                  <a:pt x="128873" y="34647"/>
                  <a:pt x="129646" y="33929"/>
                </a:cubicBezTo>
                <a:lnTo>
                  <a:pt x="130111" y="33507"/>
                </a:lnTo>
                <a:lnTo>
                  <a:pt x="130378" y="33563"/>
                </a:lnTo>
                <a:cubicBezTo>
                  <a:pt x="130983" y="33704"/>
                  <a:pt x="131265" y="33591"/>
                  <a:pt x="131954" y="32930"/>
                </a:cubicBezTo>
                <a:lnTo>
                  <a:pt x="132419" y="32480"/>
                </a:lnTo>
                <a:lnTo>
                  <a:pt x="132742" y="32536"/>
                </a:lnTo>
                <a:cubicBezTo>
                  <a:pt x="133516" y="32677"/>
                  <a:pt x="134811" y="32311"/>
                  <a:pt x="135781" y="31649"/>
                </a:cubicBezTo>
                <a:cubicBezTo>
                  <a:pt x="136119" y="31424"/>
                  <a:pt x="137048" y="30538"/>
                  <a:pt x="137583" y="29904"/>
                </a:cubicBezTo>
                <a:lnTo>
                  <a:pt x="137823" y="29637"/>
                </a:lnTo>
                <a:lnTo>
                  <a:pt x="138723" y="29609"/>
                </a:lnTo>
                <a:cubicBezTo>
                  <a:pt x="139596" y="29581"/>
                  <a:pt x="139652" y="29567"/>
                  <a:pt x="139975" y="29412"/>
                </a:cubicBezTo>
                <a:cubicBezTo>
                  <a:pt x="140172" y="29328"/>
                  <a:pt x="140440" y="29144"/>
                  <a:pt x="140581" y="29032"/>
                </a:cubicBezTo>
                <a:cubicBezTo>
                  <a:pt x="141003" y="28652"/>
                  <a:pt x="140960" y="28681"/>
                  <a:pt x="141298" y="28793"/>
                </a:cubicBezTo>
                <a:cubicBezTo>
                  <a:pt x="141804" y="28962"/>
                  <a:pt x="142424" y="29032"/>
                  <a:pt x="143282" y="28990"/>
                </a:cubicBezTo>
                <a:cubicBezTo>
                  <a:pt x="144802" y="28947"/>
                  <a:pt x="145365" y="28722"/>
                  <a:pt x="145872" y="28019"/>
                </a:cubicBezTo>
                <a:lnTo>
                  <a:pt x="145984" y="27864"/>
                </a:lnTo>
                <a:lnTo>
                  <a:pt x="146294" y="28005"/>
                </a:lnTo>
                <a:cubicBezTo>
                  <a:pt x="146660" y="28159"/>
                  <a:pt x="147110" y="28258"/>
                  <a:pt x="148390" y="28441"/>
                </a:cubicBezTo>
                <a:cubicBezTo>
                  <a:pt x="150065" y="28681"/>
                  <a:pt x="150810" y="28681"/>
                  <a:pt x="151585" y="28441"/>
                </a:cubicBezTo>
                <a:cubicBezTo>
                  <a:pt x="152457" y="28174"/>
                  <a:pt x="152865" y="27456"/>
                  <a:pt x="152598" y="26654"/>
                </a:cubicBezTo>
                <a:cubicBezTo>
                  <a:pt x="152527" y="26471"/>
                  <a:pt x="152486" y="26316"/>
                  <a:pt x="152499" y="26302"/>
                </a:cubicBezTo>
                <a:cubicBezTo>
                  <a:pt x="152499" y="26302"/>
                  <a:pt x="152752" y="26401"/>
                  <a:pt x="153049" y="26542"/>
                </a:cubicBezTo>
                <a:cubicBezTo>
                  <a:pt x="153991" y="26992"/>
                  <a:pt x="154385" y="27090"/>
                  <a:pt x="156032" y="27330"/>
                </a:cubicBezTo>
                <a:cubicBezTo>
                  <a:pt x="159000" y="27752"/>
                  <a:pt x="159578" y="27836"/>
                  <a:pt x="159719" y="27793"/>
                </a:cubicBezTo>
                <a:cubicBezTo>
                  <a:pt x="159929" y="27737"/>
                  <a:pt x="160000" y="27555"/>
                  <a:pt x="159888" y="27330"/>
                </a:cubicBezTo>
                <a:cubicBezTo>
                  <a:pt x="159691" y="26936"/>
                  <a:pt x="157383" y="24754"/>
                  <a:pt x="156426" y="24022"/>
                </a:cubicBezTo>
                <a:cubicBezTo>
                  <a:pt x="156285" y="23910"/>
                  <a:pt x="156173" y="23825"/>
                  <a:pt x="156186" y="23825"/>
                </a:cubicBezTo>
                <a:cubicBezTo>
                  <a:pt x="156186" y="23812"/>
                  <a:pt x="156411" y="23840"/>
                  <a:pt x="156679" y="23881"/>
                </a:cubicBezTo>
                <a:cubicBezTo>
                  <a:pt x="156946" y="23924"/>
                  <a:pt x="157495" y="23980"/>
                  <a:pt x="157903" y="24009"/>
                </a:cubicBezTo>
                <a:cubicBezTo>
                  <a:pt x="158734" y="24078"/>
                  <a:pt x="159704" y="24275"/>
                  <a:pt x="161168" y="24656"/>
                </a:cubicBezTo>
                <a:cubicBezTo>
                  <a:pt x="162687" y="25063"/>
                  <a:pt x="162715" y="25078"/>
                  <a:pt x="163771" y="25063"/>
                </a:cubicBezTo>
                <a:cubicBezTo>
                  <a:pt x="164531" y="25063"/>
                  <a:pt x="164953" y="25035"/>
                  <a:pt x="165882" y="24895"/>
                </a:cubicBezTo>
                <a:cubicBezTo>
                  <a:pt x="166530" y="24797"/>
                  <a:pt x="167500" y="24684"/>
                  <a:pt x="168063" y="24641"/>
                </a:cubicBezTo>
                <a:cubicBezTo>
                  <a:pt x="169034" y="24557"/>
                  <a:pt x="169639" y="24459"/>
                  <a:pt x="169864" y="24346"/>
                </a:cubicBezTo>
                <a:cubicBezTo>
                  <a:pt x="170005" y="24262"/>
                  <a:pt x="169991" y="24037"/>
                  <a:pt x="169836" y="23938"/>
                </a:cubicBezTo>
                <a:cubicBezTo>
                  <a:pt x="169695" y="23853"/>
                  <a:pt x="168063" y="23305"/>
                  <a:pt x="166558" y="22855"/>
                </a:cubicBezTo>
                <a:cubicBezTo>
                  <a:pt x="166008" y="22686"/>
                  <a:pt x="164925" y="22320"/>
                  <a:pt x="164165" y="22024"/>
                </a:cubicBezTo>
                <a:cubicBezTo>
                  <a:pt x="162969" y="21574"/>
                  <a:pt x="161829" y="21194"/>
                  <a:pt x="157917" y="19900"/>
                </a:cubicBezTo>
                <a:cubicBezTo>
                  <a:pt x="157580" y="19800"/>
                  <a:pt x="157312" y="19702"/>
                  <a:pt x="157326" y="19688"/>
                </a:cubicBezTo>
                <a:cubicBezTo>
                  <a:pt x="157326" y="19674"/>
                  <a:pt x="157509" y="19702"/>
                  <a:pt x="157720" y="19759"/>
                </a:cubicBezTo>
                <a:cubicBezTo>
                  <a:pt x="157946" y="19800"/>
                  <a:pt x="158593" y="19857"/>
                  <a:pt x="159338" y="19885"/>
                </a:cubicBezTo>
                <a:cubicBezTo>
                  <a:pt x="160647" y="19941"/>
                  <a:pt x="160929" y="19969"/>
                  <a:pt x="161927" y="20265"/>
                </a:cubicBezTo>
                <a:cubicBezTo>
                  <a:pt x="162828" y="20532"/>
                  <a:pt x="163053" y="20547"/>
                  <a:pt x="164362" y="20448"/>
                </a:cubicBezTo>
                <a:cubicBezTo>
                  <a:pt x="166430" y="20307"/>
                  <a:pt x="168992" y="19787"/>
                  <a:pt x="170314" y="19238"/>
                </a:cubicBezTo>
                <a:cubicBezTo>
                  <a:pt x="170905" y="18984"/>
                  <a:pt x="173143" y="17901"/>
                  <a:pt x="173425" y="17718"/>
                </a:cubicBezTo>
                <a:cubicBezTo>
                  <a:pt x="173748" y="17507"/>
                  <a:pt x="173607" y="17267"/>
                  <a:pt x="173115" y="17198"/>
                </a:cubicBezTo>
                <a:cubicBezTo>
                  <a:pt x="171680" y="16986"/>
                  <a:pt x="170708" y="16888"/>
                  <a:pt x="169357" y="16845"/>
                </a:cubicBezTo>
                <a:cubicBezTo>
                  <a:pt x="168541" y="16817"/>
                  <a:pt x="167472" y="16747"/>
                  <a:pt x="166980" y="16705"/>
                </a:cubicBezTo>
                <a:cubicBezTo>
                  <a:pt x="166361" y="16648"/>
                  <a:pt x="165122" y="16607"/>
                  <a:pt x="162983" y="16578"/>
                </a:cubicBezTo>
                <a:cubicBezTo>
                  <a:pt x="160056" y="16536"/>
                  <a:pt x="159859" y="16522"/>
                  <a:pt x="159423" y="16410"/>
                </a:cubicBezTo>
                <a:cubicBezTo>
                  <a:pt x="158931" y="16297"/>
                  <a:pt x="156214" y="15382"/>
                  <a:pt x="156144" y="15325"/>
                </a:cubicBezTo>
                <a:cubicBezTo>
                  <a:pt x="156130" y="15297"/>
                  <a:pt x="156327" y="15256"/>
                  <a:pt x="156580" y="15213"/>
                </a:cubicBezTo>
                <a:cubicBezTo>
                  <a:pt x="157537" y="15087"/>
                  <a:pt x="163813" y="13412"/>
                  <a:pt x="164883" y="13018"/>
                </a:cubicBezTo>
                <a:cubicBezTo>
                  <a:pt x="165642" y="12723"/>
                  <a:pt x="166389" y="12342"/>
                  <a:pt x="167247" y="11766"/>
                </a:cubicBezTo>
                <a:cubicBezTo>
                  <a:pt x="168288" y="11062"/>
                  <a:pt x="168992" y="10485"/>
                  <a:pt x="170399" y="9106"/>
                </a:cubicBezTo>
                <a:cubicBezTo>
                  <a:pt x="171722" y="7811"/>
                  <a:pt x="171919" y="7600"/>
                  <a:pt x="172172" y="7235"/>
                </a:cubicBezTo>
                <a:cubicBezTo>
                  <a:pt x="172468" y="6798"/>
                  <a:pt x="173115" y="5490"/>
                  <a:pt x="173115" y="5334"/>
                </a:cubicBezTo>
                <a:cubicBezTo>
                  <a:pt x="173115" y="5165"/>
                  <a:pt x="172988" y="5011"/>
                  <a:pt x="172862" y="5011"/>
                </a:cubicBezTo>
                <a:cubicBezTo>
                  <a:pt x="172749" y="5011"/>
                  <a:pt x="172384" y="5194"/>
                  <a:pt x="171947" y="5490"/>
                </a:cubicBezTo>
                <a:cubicBezTo>
                  <a:pt x="171736" y="5630"/>
                  <a:pt x="171215" y="5953"/>
                  <a:pt x="170807" y="6207"/>
                </a:cubicBezTo>
                <a:cubicBezTo>
                  <a:pt x="170385" y="6460"/>
                  <a:pt x="169723" y="6869"/>
                  <a:pt x="169344" y="7107"/>
                </a:cubicBezTo>
                <a:cubicBezTo>
                  <a:pt x="168569" y="7600"/>
                  <a:pt x="167599" y="8107"/>
                  <a:pt x="166642" y="8529"/>
                </a:cubicBezTo>
                <a:cubicBezTo>
                  <a:pt x="165573" y="8993"/>
                  <a:pt x="162659" y="9993"/>
                  <a:pt x="161027" y="10457"/>
                </a:cubicBezTo>
                <a:cubicBezTo>
                  <a:pt x="160464" y="10625"/>
                  <a:pt x="159535" y="10893"/>
                  <a:pt x="158959" y="11048"/>
                </a:cubicBezTo>
                <a:cubicBezTo>
                  <a:pt x="157974" y="11329"/>
                  <a:pt x="156552" y="11653"/>
                  <a:pt x="156439" y="11625"/>
                </a:cubicBezTo>
                <a:cubicBezTo>
                  <a:pt x="156398" y="11610"/>
                  <a:pt x="156764" y="11442"/>
                  <a:pt x="157214" y="11231"/>
                </a:cubicBezTo>
                <a:cubicBezTo>
                  <a:pt x="158860" y="10513"/>
                  <a:pt x="160282" y="9640"/>
                  <a:pt x="161464" y="8655"/>
                </a:cubicBezTo>
                <a:cubicBezTo>
                  <a:pt x="161815" y="8346"/>
                  <a:pt x="162477" y="7797"/>
                  <a:pt x="162927" y="7432"/>
                </a:cubicBezTo>
                <a:cubicBezTo>
                  <a:pt x="165038" y="5700"/>
                  <a:pt x="165995" y="4715"/>
                  <a:pt x="166670" y="3604"/>
                </a:cubicBezTo>
                <a:cubicBezTo>
                  <a:pt x="167106" y="2844"/>
                  <a:pt x="167261" y="2407"/>
                  <a:pt x="167430" y="1394"/>
                </a:cubicBezTo>
                <a:cubicBezTo>
                  <a:pt x="167599" y="437"/>
                  <a:pt x="167528" y="58"/>
                  <a:pt x="167190" y="15"/>
                </a:cubicBezTo>
                <a:cubicBezTo>
                  <a:pt x="167022" y="0"/>
                  <a:pt x="166980" y="43"/>
                  <a:pt x="166530" y="508"/>
                </a:cubicBezTo>
                <a:close/>
                <a:moveTo>
                  <a:pt x="93158" y="75062"/>
                </a:moveTo>
                <a:cubicBezTo>
                  <a:pt x="93340" y="75569"/>
                  <a:pt x="93524" y="75836"/>
                  <a:pt x="93762" y="75935"/>
                </a:cubicBezTo>
                <a:cubicBezTo>
                  <a:pt x="93918" y="76005"/>
                  <a:pt x="93918" y="76005"/>
                  <a:pt x="93918" y="76441"/>
                </a:cubicBezTo>
                <a:cubicBezTo>
                  <a:pt x="93918" y="76779"/>
                  <a:pt x="93946" y="76933"/>
                  <a:pt x="94030" y="77089"/>
                </a:cubicBezTo>
                <a:cubicBezTo>
                  <a:pt x="94128" y="77258"/>
                  <a:pt x="94143" y="77398"/>
                  <a:pt x="94143" y="77905"/>
                </a:cubicBezTo>
                <a:cubicBezTo>
                  <a:pt x="94143" y="78299"/>
                  <a:pt x="94115" y="78622"/>
                  <a:pt x="94058" y="78791"/>
                </a:cubicBezTo>
                <a:lnTo>
                  <a:pt x="93987" y="79059"/>
                </a:lnTo>
                <a:lnTo>
                  <a:pt x="93608" y="79031"/>
                </a:lnTo>
                <a:cubicBezTo>
                  <a:pt x="93214" y="79003"/>
                  <a:pt x="93045" y="78918"/>
                  <a:pt x="92567" y="78566"/>
                </a:cubicBezTo>
                <a:cubicBezTo>
                  <a:pt x="92383" y="78440"/>
                  <a:pt x="92186" y="78312"/>
                  <a:pt x="92130" y="78299"/>
                </a:cubicBezTo>
                <a:cubicBezTo>
                  <a:pt x="92074" y="78284"/>
                  <a:pt x="91989" y="78200"/>
                  <a:pt x="91948" y="78115"/>
                </a:cubicBezTo>
                <a:cubicBezTo>
                  <a:pt x="91891" y="78017"/>
                  <a:pt x="91638" y="77721"/>
                  <a:pt x="91370" y="77440"/>
                </a:cubicBezTo>
                <a:cubicBezTo>
                  <a:pt x="91089" y="77145"/>
                  <a:pt x="90878" y="76892"/>
                  <a:pt x="90892" y="76864"/>
                </a:cubicBezTo>
                <a:cubicBezTo>
                  <a:pt x="90906" y="76835"/>
                  <a:pt x="91060" y="76695"/>
                  <a:pt x="91229" y="76554"/>
                </a:cubicBezTo>
                <a:cubicBezTo>
                  <a:pt x="91413" y="76413"/>
                  <a:pt x="91680" y="76117"/>
                  <a:pt x="91835" y="75907"/>
                </a:cubicBezTo>
                <a:cubicBezTo>
                  <a:pt x="92088" y="75541"/>
                  <a:pt x="92946" y="74584"/>
                  <a:pt x="92989" y="74612"/>
                </a:cubicBezTo>
                <a:cubicBezTo>
                  <a:pt x="93002" y="74612"/>
                  <a:pt x="93073" y="74823"/>
                  <a:pt x="93158" y="75062"/>
                </a:cubicBezTo>
                <a:close/>
                <a:moveTo>
                  <a:pt x="91651" y="80395"/>
                </a:moveTo>
                <a:cubicBezTo>
                  <a:pt x="91933" y="80480"/>
                  <a:pt x="92257" y="80550"/>
                  <a:pt x="92383" y="80550"/>
                </a:cubicBezTo>
                <a:cubicBezTo>
                  <a:pt x="92580" y="80550"/>
                  <a:pt x="92665" y="80592"/>
                  <a:pt x="92918" y="80832"/>
                </a:cubicBezTo>
                <a:cubicBezTo>
                  <a:pt x="93256" y="81113"/>
                  <a:pt x="93495" y="81211"/>
                  <a:pt x="93931" y="81226"/>
                </a:cubicBezTo>
                <a:cubicBezTo>
                  <a:pt x="94072" y="81226"/>
                  <a:pt x="94199" y="81239"/>
                  <a:pt x="94199" y="81254"/>
                </a:cubicBezTo>
                <a:cubicBezTo>
                  <a:pt x="94199" y="81268"/>
                  <a:pt x="94044" y="81507"/>
                  <a:pt x="93847" y="81802"/>
                </a:cubicBezTo>
                <a:cubicBezTo>
                  <a:pt x="93186" y="82787"/>
                  <a:pt x="93115" y="83112"/>
                  <a:pt x="93453" y="83843"/>
                </a:cubicBezTo>
                <a:lnTo>
                  <a:pt x="93664" y="84294"/>
                </a:lnTo>
                <a:lnTo>
                  <a:pt x="93524" y="84688"/>
                </a:lnTo>
                <a:cubicBezTo>
                  <a:pt x="93439" y="84926"/>
                  <a:pt x="93355" y="85264"/>
                  <a:pt x="93340" y="85504"/>
                </a:cubicBezTo>
                <a:cubicBezTo>
                  <a:pt x="93327" y="85743"/>
                  <a:pt x="93298" y="85926"/>
                  <a:pt x="93298" y="85926"/>
                </a:cubicBezTo>
                <a:cubicBezTo>
                  <a:pt x="93199" y="85926"/>
                  <a:pt x="93002" y="85785"/>
                  <a:pt x="92918" y="85658"/>
                </a:cubicBezTo>
                <a:cubicBezTo>
                  <a:pt x="92876" y="85574"/>
                  <a:pt x="92764" y="85448"/>
                  <a:pt x="92679" y="85391"/>
                </a:cubicBezTo>
                <a:cubicBezTo>
                  <a:pt x="92468" y="85236"/>
                  <a:pt x="91750" y="85067"/>
                  <a:pt x="91370" y="85067"/>
                </a:cubicBezTo>
                <a:cubicBezTo>
                  <a:pt x="90991" y="85067"/>
                  <a:pt x="90850" y="85011"/>
                  <a:pt x="90540" y="84772"/>
                </a:cubicBezTo>
                <a:cubicBezTo>
                  <a:pt x="90413" y="84673"/>
                  <a:pt x="90160" y="84547"/>
                  <a:pt x="89977" y="84476"/>
                </a:cubicBezTo>
                <a:cubicBezTo>
                  <a:pt x="89809" y="84406"/>
                  <a:pt x="89612" y="84322"/>
                  <a:pt x="89555" y="84279"/>
                </a:cubicBezTo>
                <a:cubicBezTo>
                  <a:pt x="89443" y="84195"/>
                  <a:pt x="89443" y="84181"/>
                  <a:pt x="89541" y="83829"/>
                </a:cubicBezTo>
                <a:cubicBezTo>
                  <a:pt x="89597" y="83618"/>
                  <a:pt x="89709" y="83210"/>
                  <a:pt x="89766" y="82886"/>
                </a:cubicBezTo>
                <a:cubicBezTo>
                  <a:pt x="89837" y="82577"/>
                  <a:pt x="89949" y="82211"/>
                  <a:pt x="90006" y="82070"/>
                </a:cubicBezTo>
                <a:cubicBezTo>
                  <a:pt x="90062" y="81915"/>
                  <a:pt x="90132" y="81733"/>
                  <a:pt x="90146" y="81620"/>
                </a:cubicBezTo>
                <a:cubicBezTo>
                  <a:pt x="90188" y="81465"/>
                  <a:pt x="90203" y="81451"/>
                  <a:pt x="90301" y="81465"/>
                </a:cubicBezTo>
                <a:cubicBezTo>
                  <a:pt x="90498" y="81493"/>
                  <a:pt x="90554" y="81367"/>
                  <a:pt x="90681" y="80635"/>
                </a:cubicBezTo>
                <a:lnTo>
                  <a:pt x="90794" y="79973"/>
                </a:lnTo>
                <a:lnTo>
                  <a:pt x="90976" y="80100"/>
                </a:lnTo>
                <a:cubicBezTo>
                  <a:pt x="91060" y="80170"/>
                  <a:pt x="91370" y="80311"/>
                  <a:pt x="91651" y="80395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74;p59">
            <a:extLst>
              <a:ext uri="{FF2B5EF4-FFF2-40B4-BE49-F238E27FC236}">
                <a16:creationId xmlns:a16="http://schemas.microsoft.com/office/drawing/2014/main" id="{C354BAF8-6C41-7B15-CB3A-813026E77F6E}"/>
              </a:ext>
            </a:extLst>
          </p:cNvPr>
          <p:cNvSpPr/>
          <p:nvPr/>
        </p:nvSpPr>
        <p:spPr>
          <a:xfrm flipH="1">
            <a:off x="-299213" y="2918838"/>
            <a:ext cx="7215279" cy="2983814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74;p59">
            <a:extLst>
              <a:ext uri="{FF2B5EF4-FFF2-40B4-BE49-F238E27FC236}">
                <a16:creationId xmlns:a16="http://schemas.microsoft.com/office/drawing/2014/main" id="{D436E667-BBD2-8A2E-46AD-CC3ACA29C354}"/>
              </a:ext>
            </a:extLst>
          </p:cNvPr>
          <p:cNvSpPr/>
          <p:nvPr/>
        </p:nvSpPr>
        <p:spPr>
          <a:xfrm>
            <a:off x="4991824" y="3347230"/>
            <a:ext cx="4979447" cy="2983814"/>
          </a:xfrm>
          <a:custGeom>
            <a:avLst/>
            <a:gdLst/>
            <a:ahLst/>
            <a:cxnLst/>
            <a:rect l="l" t="t" r="r" b="b"/>
            <a:pathLst>
              <a:path w="94941" h="39262" extrusionOk="0">
                <a:moveTo>
                  <a:pt x="31115" y="0"/>
                </a:moveTo>
                <a:lnTo>
                  <a:pt x="31006" y="454"/>
                </a:lnTo>
                <a:cubicBezTo>
                  <a:pt x="28036" y="563"/>
                  <a:pt x="25142" y="1814"/>
                  <a:pt x="22422" y="3127"/>
                </a:cubicBezTo>
                <a:cubicBezTo>
                  <a:pt x="22203" y="3237"/>
                  <a:pt x="21984" y="3331"/>
                  <a:pt x="21781" y="3440"/>
                </a:cubicBezTo>
                <a:cubicBezTo>
                  <a:pt x="21656" y="3487"/>
                  <a:pt x="21546" y="3550"/>
                  <a:pt x="21437" y="3596"/>
                </a:cubicBezTo>
                <a:cubicBezTo>
                  <a:pt x="14291" y="7052"/>
                  <a:pt x="7146" y="10524"/>
                  <a:pt x="0" y="13978"/>
                </a:cubicBezTo>
                <a:lnTo>
                  <a:pt x="0" y="39262"/>
                </a:lnTo>
                <a:lnTo>
                  <a:pt x="94940" y="39262"/>
                </a:lnTo>
                <a:lnTo>
                  <a:pt x="94940" y="15590"/>
                </a:lnTo>
                <a:cubicBezTo>
                  <a:pt x="94425" y="15621"/>
                  <a:pt x="93908" y="15652"/>
                  <a:pt x="93377" y="15698"/>
                </a:cubicBezTo>
                <a:cubicBezTo>
                  <a:pt x="92603" y="15747"/>
                  <a:pt x="91819" y="15807"/>
                  <a:pt x="91040" y="15807"/>
                </a:cubicBezTo>
                <a:cubicBezTo>
                  <a:pt x="90828" y="15807"/>
                  <a:pt x="90617" y="15802"/>
                  <a:pt x="90406" y="15792"/>
                </a:cubicBezTo>
                <a:cubicBezTo>
                  <a:pt x="90124" y="15777"/>
                  <a:pt x="89828" y="15761"/>
                  <a:pt x="89547" y="15715"/>
                </a:cubicBezTo>
                <a:cubicBezTo>
                  <a:pt x="88264" y="15558"/>
                  <a:pt x="87060" y="15152"/>
                  <a:pt x="85903" y="14604"/>
                </a:cubicBezTo>
                <a:cubicBezTo>
                  <a:pt x="85200" y="14276"/>
                  <a:pt x="84512" y="13901"/>
                  <a:pt x="83839" y="13478"/>
                </a:cubicBezTo>
                <a:cubicBezTo>
                  <a:pt x="81916" y="12321"/>
                  <a:pt x="80086" y="10945"/>
                  <a:pt x="78147" y="9898"/>
                </a:cubicBezTo>
                <a:lnTo>
                  <a:pt x="78007" y="9319"/>
                </a:lnTo>
                <a:lnTo>
                  <a:pt x="77914" y="9773"/>
                </a:lnTo>
                <a:cubicBezTo>
                  <a:pt x="77538" y="9585"/>
                  <a:pt x="77163" y="9398"/>
                  <a:pt x="76772" y="9241"/>
                </a:cubicBezTo>
                <a:lnTo>
                  <a:pt x="76615" y="8506"/>
                </a:lnTo>
                <a:lnTo>
                  <a:pt x="76490" y="9038"/>
                </a:lnTo>
                <a:lnTo>
                  <a:pt x="76413" y="8694"/>
                </a:lnTo>
                <a:lnTo>
                  <a:pt x="76319" y="9054"/>
                </a:lnTo>
                <a:cubicBezTo>
                  <a:pt x="75224" y="8631"/>
                  <a:pt x="74082" y="8366"/>
                  <a:pt x="72863" y="8335"/>
                </a:cubicBezTo>
                <a:cubicBezTo>
                  <a:pt x="72779" y="8332"/>
                  <a:pt x="72695" y="8331"/>
                  <a:pt x="72612" y="8331"/>
                </a:cubicBezTo>
                <a:cubicBezTo>
                  <a:pt x="71648" y="8331"/>
                  <a:pt x="70684" y="8491"/>
                  <a:pt x="69720" y="8679"/>
                </a:cubicBezTo>
                <a:lnTo>
                  <a:pt x="69564" y="7991"/>
                </a:lnTo>
                <a:lnTo>
                  <a:pt x="69391" y="8756"/>
                </a:lnTo>
                <a:lnTo>
                  <a:pt x="69158" y="8804"/>
                </a:lnTo>
                <a:lnTo>
                  <a:pt x="69016" y="8162"/>
                </a:lnTo>
                <a:lnTo>
                  <a:pt x="68845" y="8866"/>
                </a:lnTo>
                <a:cubicBezTo>
                  <a:pt x="67545" y="9136"/>
                  <a:pt x="66246" y="9415"/>
                  <a:pt x="64978" y="9415"/>
                </a:cubicBezTo>
                <a:cubicBezTo>
                  <a:pt x="64415" y="9415"/>
                  <a:pt x="63858" y="9360"/>
                  <a:pt x="63310" y="9225"/>
                </a:cubicBezTo>
                <a:lnTo>
                  <a:pt x="63216" y="8881"/>
                </a:lnTo>
                <a:lnTo>
                  <a:pt x="63153" y="9194"/>
                </a:lnTo>
                <a:cubicBezTo>
                  <a:pt x="63122" y="9179"/>
                  <a:pt x="63075" y="9179"/>
                  <a:pt x="63043" y="9163"/>
                </a:cubicBezTo>
                <a:lnTo>
                  <a:pt x="62887" y="8443"/>
                </a:lnTo>
                <a:lnTo>
                  <a:pt x="62747" y="9069"/>
                </a:lnTo>
                <a:cubicBezTo>
                  <a:pt x="62637" y="9023"/>
                  <a:pt x="62528" y="8991"/>
                  <a:pt x="62434" y="8944"/>
                </a:cubicBezTo>
                <a:lnTo>
                  <a:pt x="62309" y="8443"/>
                </a:lnTo>
                <a:lnTo>
                  <a:pt x="62215" y="8850"/>
                </a:lnTo>
                <a:cubicBezTo>
                  <a:pt x="62136" y="8819"/>
                  <a:pt x="62074" y="8787"/>
                  <a:pt x="61996" y="8756"/>
                </a:cubicBezTo>
                <a:lnTo>
                  <a:pt x="61809" y="7912"/>
                </a:lnTo>
                <a:lnTo>
                  <a:pt x="61715" y="8318"/>
                </a:lnTo>
                <a:lnTo>
                  <a:pt x="61574" y="7755"/>
                </a:lnTo>
                <a:lnTo>
                  <a:pt x="61417" y="8428"/>
                </a:lnTo>
                <a:cubicBezTo>
                  <a:pt x="61277" y="8350"/>
                  <a:pt x="61152" y="8256"/>
                  <a:pt x="61011" y="8162"/>
                </a:cubicBezTo>
                <a:lnTo>
                  <a:pt x="60979" y="8006"/>
                </a:lnTo>
                <a:lnTo>
                  <a:pt x="60948" y="8116"/>
                </a:lnTo>
                <a:cubicBezTo>
                  <a:pt x="60589" y="7880"/>
                  <a:pt x="60245" y="7615"/>
                  <a:pt x="59916" y="7334"/>
                </a:cubicBezTo>
                <a:cubicBezTo>
                  <a:pt x="58822" y="6442"/>
                  <a:pt x="57758" y="5473"/>
                  <a:pt x="56461" y="4910"/>
                </a:cubicBezTo>
                <a:lnTo>
                  <a:pt x="56383" y="4551"/>
                </a:lnTo>
                <a:lnTo>
                  <a:pt x="56320" y="4847"/>
                </a:lnTo>
                <a:cubicBezTo>
                  <a:pt x="56257" y="4816"/>
                  <a:pt x="56211" y="4801"/>
                  <a:pt x="56149" y="4770"/>
                </a:cubicBezTo>
                <a:lnTo>
                  <a:pt x="55976" y="4019"/>
                </a:lnTo>
                <a:lnTo>
                  <a:pt x="55836" y="4660"/>
                </a:lnTo>
                <a:cubicBezTo>
                  <a:pt x="55257" y="4472"/>
                  <a:pt x="54663" y="4363"/>
                  <a:pt x="54068" y="4301"/>
                </a:cubicBezTo>
                <a:lnTo>
                  <a:pt x="53943" y="3721"/>
                </a:lnTo>
                <a:lnTo>
                  <a:pt x="53818" y="4269"/>
                </a:lnTo>
                <a:cubicBezTo>
                  <a:pt x="53709" y="4269"/>
                  <a:pt x="53616" y="4269"/>
                  <a:pt x="53522" y="4253"/>
                </a:cubicBezTo>
                <a:lnTo>
                  <a:pt x="53631" y="4253"/>
                </a:lnTo>
                <a:lnTo>
                  <a:pt x="53428" y="3377"/>
                </a:lnTo>
                <a:lnTo>
                  <a:pt x="53272" y="4003"/>
                </a:lnTo>
                <a:lnTo>
                  <a:pt x="52990" y="2752"/>
                </a:lnTo>
                <a:lnTo>
                  <a:pt x="52693" y="4019"/>
                </a:lnTo>
                <a:lnTo>
                  <a:pt x="52615" y="3675"/>
                </a:lnTo>
                <a:lnTo>
                  <a:pt x="52490" y="4253"/>
                </a:lnTo>
                <a:cubicBezTo>
                  <a:pt x="50895" y="4301"/>
                  <a:pt x="49253" y="4582"/>
                  <a:pt x="47627" y="4691"/>
                </a:cubicBezTo>
                <a:lnTo>
                  <a:pt x="47470" y="4019"/>
                </a:lnTo>
                <a:lnTo>
                  <a:pt x="47314" y="4707"/>
                </a:lnTo>
                <a:cubicBezTo>
                  <a:pt x="47283" y="4707"/>
                  <a:pt x="47251" y="4707"/>
                  <a:pt x="47220" y="4722"/>
                </a:cubicBezTo>
                <a:lnTo>
                  <a:pt x="47064" y="4019"/>
                </a:lnTo>
                <a:lnTo>
                  <a:pt x="46907" y="4722"/>
                </a:lnTo>
                <a:cubicBezTo>
                  <a:pt x="46697" y="4733"/>
                  <a:pt x="46488" y="4738"/>
                  <a:pt x="46281" y="4738"/>
                </a:cubicBezTo>
                <a:cubicBezTo>
                  <a:pt x="45872" y="4738"/>
                  <a:pt x="45467" y="4717"/>
                  <a:pt x="45062" y="4676"/>
                </a:cubicBezTo>
                <a:cubicBezTo>
                  <a:pt x="43499" y="4503"/>
                  <a:pt x="42029" y="4003"/>
                  <a:pt x="40590" y="3377"/>
                </a:cubicBezTo>
                <a:lnTo>
                  <a:pt x="40465" y="2783"/>
                </a:lnTo>
                <a:lnTo>
                  <a:pt x="40340" y="3269"/>
                </a:lnTo>
                <a:cubicBezTo>
                  <a:pt x="38777" y="2596"/>
                  <a:pt x="37244" y="1799"/>
                  <a:pt x="35635" y="1236"/>
                </a:cubicBezTo>
                <a:lnTo>
                  <a:pt x="35509" y="688"/>
                </a:lnTo>
                <a:lnTo>
                  <a:pt x="35416" y="1157"/>
                </a:lnTo>
                <a:cubicBezTo>
                  <a:pt x="35384" y="1142"/>
                  <a:pt x="35353" y="1126"/>
                  <a:pt x="35322" y="1126"/>
                </a:cubicBezTo>
                <a:lnTo>
                  <a:pt x="35087" y="63"/>
                </a:lnTo>
                <a:lnTo>
                  <a:pt x="34868" y="986"/>
                </a:lnTo>
                <a:cubicBezTo>
                  <a:pt x="34149" y="767"/>
                  <a:pt x="33414" y="594"/>
                  <a:pt x="32664" y="500"/>
                </a:cubicBezTo>
                <a:cubicBezTo>
                  <a:pt x="32178" y="454"/>
                  <a:pt x="31694" y="438"/>
                  <a:pt x="31225" y="438"/>
                </a:cubicBezTo>
                <a:lnTo>
                  <a:pt x="31115" y="0"/>
                </a:ln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accent2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57;p66">
            <a:extLst>
              <a:ext uri="{FF2B5EF4-FFF2-40B4-BE49-F238E27FC236}">
                <a16:creationId xmlns:a16="http://schemas.microsoft.com/office/drawing/2014/main" id="{55743DBF-32A2-2D55-F147-EFAA31CBE053}"/>
              </a:ext>
            </a:extLst>
          </p:cNvPr>
          <p:cNvSpPr/>
          <p:nvPr/>
        </p:nvSpPr>
        <p:spPr>
          <a:xfrm flipH="1">
            <a:off x="-1775460" y="3489573"/>
            <a:ext cx="10914982" cy="1804764"/>
          </a:xfrm>
          <a:custGeom>
            <a:avLst/>
            <a:gdLst/>
            <a:ahLst/>
            <a:cxnLst/>
            <a:rect l="l" t="t" r="r" b="b"/>
            <a:pathLst>
              <a:path w="179227" h="78840" extrusionOk="0">
                <a:moveTo>
                  <a:pt x="7357" y="11341"/>
                </a:moveTo>
                <a:cubicBezTo>
                  <a:pt x="7384" y="11341"/>
                  <a:pt x="7413" y="11343"/>
                  <a:pt x="7443" y="11347"/>
                </a:cubicBezTo>
                <a:cubicBezTo>
                  <a:pt x="7599" y="11359"/>
                  <a:pt x="7795" y="11425"/>
                  <a:pt x="7885" y="11555"/>
                </a:cubicBezTo>
                <a:cubicBezTo>
                  <a:pt x="8015" y="11749"/>
                  <a:pt x="7807" y="11958"/>
                  <a:pt x="7651" y="12114"/>
                </a:cubicBezTo>
                <a:cubicBezTo>
                  <a:pt x="7639" y="12127"/>
                  <a:pt x="7625" y="12127"/>
                  <a:pt x="7625" y="12127"/>
                </a:cubicBezTo>
                <a:cubicBezTo>
                  <a:pt x="7196" y="12270"/>
                  <a:pt x="6780" y="12440"/>
                  <a:pt x="6363" y="12608"/>
                </a:cubicBezTo>
                <a:cubicBezTo>
                  <a:pt x="6025" y="12752"/>
                  <a:pt x="5673" y="12934"/>
                  <a:pt x="5348" y="13116"/>
                </a:cubicBezTo>
                <a:cubicBezTo>
                  <a:pt x="5322" y="13077"/>
                  <a:pt x="5283" y="13038"/>
                  <a:pt x="5244" y="13012"/>
                </a:cubicBezTo>
                <a:cubicBezTo>
                  <a:pt x="5114" y="12960"/>
                  <a:pt x="4932" y="12986"/>
                  <a:pt x="4802" y="12960"/>
                </a:cubicBezTo>
                <a:cubicBezTo>
                  <a:pt x="4632" y="12920"/>
                  <a:pt x="4386" y="12790"/>
                  <a:pt x="4255" y="12660"/>
                </a:cubicBezTo>
                <a:cubicBezTo>
                  <a:pt x="4164" y="12544"/>
                  <a:pt x="4177" y="12426"/>
                  <a:pt x="4242" y="12296"/>
                </a:cubicBezTo>
                <a:cubicBezTo>
                  <a:pt x="4372" y="12075"/>
                  <a:pt x="4476" y="12075"/>
                  <a:pt x="4710" y="12075"/>
                </a:cubicBezTo>
                <a:cubicBezTo>
                  <a:pt x="4828" y="12075"/>
                  <a:pt x="4906" y="12114"/>
                  <a:pt x="5010" y="12153"/>
                </a:cubicBezTo>
                <a:cubicBezTo>
                  <a:pt x="5062" y="12166"/>
                  <a:pt x="5075" y="12179"/>
                  <a:pt x="5114" y="12179"/>
                </a:cubicBezTo>
                <a:cubicBezTo>
                  <a:pt x="5218" y="12166"/>
                  <a:pt x="5270" y="12036"/>
                  <a:pt x="5348" y="11984"/>
                </a:cubicBezTo>
                <a:cubicBezTo>
                  <a:pt x="5517" y="11879"/>
                  <a:pt x="5817" y="11932"/>
                  <a:pt x="6012" y="11893"/>
                </a:cubicBezTo>
                <a:cubicBezTo>
                  <a:pt x="6142" y="11867"/>
                  <a:pt x="6194" y="11827"/>
                  <a:pt x="6311" y="11737"/>
                </a:cubicBezTo>
                <a:cubicBezTo>
                  <a:pt x="6212" y="11687"/>
                  <a:pt x="6190" y="11677"/>
                  <a:pt x="6212" y="11677"/>
                </a:cubicBezTo>
                <a:cubicBezTo>
                  <a:pt x="6227" y="11677"/>
                  <a:pt x="6263" y="11682"/>
                  <a:pt x="6310" y="11682"/>
                </a:cubicBezTo>
                <a:cubicBezTo>
                  <a:pt x="6356" y="11682"/>
                  <a:pt x="6411" y="11677"/>
                  <a:pt x="6467" y="11659"/>
                </a:cubicBezTo>
                <a:cubicBezTo>
                  <a:pt x="6542" y="11633"/>
                  <a:pt x="6575" y="11619"/>
                  <a:pt x="6619" y="11619"/>
                </a:cubicBezTo>
                <a:cubicBezTo>
                  <a:pt x="6644" y="11619"/>
                  <a:pt x="6673" y="11624"/>
                  <a:pt x="6714" y="11633"/>
                </a:cubicBezTo>
                <a:cubicBezTo>
                  <a:pt x="6734" y="11635"/>
                  <a:pt x="6752" y="11636"/>
                  <a:pt x="6768" y="11636"/>
                </a:cubicBezTo>
                <a:cubicBezTo>
                  <a:pt x="6854" y="11636"/>
                  <a:pt x="6884" y="11605"/>
                  <a:pt x="6962" y="11529"/>
                </a:cubicBezTo>
                <a:cubicBezTo>
                  <a:pt x="7084" y="11406"/>
                  <a:pt x="7197" y="11341"/>
                  <a:pt x="7357" y="11341"/>
                </a:cubicBezTo>
                <a:close/>
                <a:moveTo>
                  <a:pt x="8003" y="12960"/>
                </a:moveTo>
                <a:cubicBezTo>
                  <a:pt x="8015" y="12986"/>
                  <a:pt x="8015" y="13025"/>
                  <a:pt x="8029" y="13051"/>
                </a:cubicBezTo>
                <a:cubicBezTo>
                  <a:pt x="8067" y="13220"/>
                  <a:pt x="8107" y="13454"/>
                  <a:pt x="8250" y="13571"/>
                </a:cubicBezTo>
                <a:cubicBezTo>
                  <a:pt x="8302" y="13611"/>
                  <a:pt x="8380" y="13611"/>
                  <a:pt x="8419" y="13663"/>
                </a:cubicBezTo>
                <a:cubicBezTo>
                  <a:pt x="8471" y="13715"/>
                  <a:pt x="8471" y="13819"/>
                  <a:pt x="8484" y="13883"/>
                </a:cubicBezTo>
                <a:cubicBezTo>
                  <a:pt x="8497" y="13987"/>
                  <a:pt x="8471" y="14196"/>
                  <a:pt x="8562" y="14274"/>
                </a:cubicBezTo>
                <a:cubicBezTo>
                  <a:pt x="8627" y="14339"/>
                  <a:pt x="8836" y="14339"/>
                  <a:pt x="8914" y="14352"/>
                </a:cubicBezTo>
                <a:cubicBezTo>
                  <a:pt x="9044" y="14378"/>
                  <a:pt x="9174" y="14365"/>
                  <a:pt x="9278" y="14443"/>
                </a:cubicBezTo>
                <a:cubicBezTo>
                  <a:pt x="9434" y="14586"/>
                  <a:pt x="9343" y="14768"/>
                  <a:pt x="9226" y="14886"/>
                </a:cubicBezTo>
                <a:cubicBezTo>
                  <a:pt x="9102" y="15020"/>
                  <a:pt x="9019" y="15285"/>
                  <a:pt x="8834" y="15285"/>
                </a:cubicBezTo>
                <a:cubicBezTo>
                  <a:pt x="8786" y="15285"/>
                  <a:pt x="8730" y="15267"/>
                  <a:pt x="8666" y="15224"/>
                </a:cubicBezTo>
                <a:cubicBezTo>
                  <a:pt x="8536" y="15120"/>
                  <a:pt x="8575" y="14886"/>
                  <a:pt x="8445" y="14794"/>
                </a:cubicBezTo>
                <a:cubicBezTo>
                  <a:pt x="8411" y="14775"/>
                  <a:pt x="8379" y="14770"/>
                  <a:pt x="8348" y="14770"/>
                </a:cubicBezTo>
                <a:cubicBezTo>
                  <a:pt x="8314" y="14770"/>
                  <a:pt x="8280" y="14776"/>
                  <a:pt x="8245" y="14776"/>
                </a:cubicBezTo>
                <a:cubicBezTo>
                  <a:pt x="8225" y="14776"/>
                  <a:pt x="8206" y="14774"/>
                  <a:pt x="8185" y="14768"/>
                </a:cubicBezTo>
                <a:cubicBezTo>
                  <a:pt x="8093" y="14730"/>
                  <a:pt x="8041" y="14638"/>
                  <a:pt x="7925" y="14626"/>
                </a:cubicBezTo>
                <a:cubicBezTo>
                  <a:pt x="7890" y="14618"/>
                  <a:pt x="7861" y="14617"/>
                  <a:pt x="7835" y="14617"/>
                </a:cubicBezTo>
                <a:cubicBezTo>
                  <a:pt x="7820" y="14617"/>
                  <a:pt x="7806" y="14618"/>
                  <a:pt x="7792" y="14618"/>
                </a:cubicBezTo>
                <a:cubicBezTo>
                  <a:pt x="7743" y="14618"/>
                  <a:pt x="7699" y="14612"/>
                  <a:pt x="7625" y="14560"/>
                </a:cubicBezTo>
                <a:cubicBezTo>
                  <a:pt x="7494" y="14462"/>
                  <a:pt x="7418" y="14382"/>
                  <a:pt x="7282" y="14382"/>
                </a:cubicBezTo>
                <a:cubicBezTo>
                  <a:pt x="7256" y="14382"/>
                  <a:pt x="7228" y="14385"/>
                  <a:pt x="7196" y="14391"/>
                </a:cubicBezTo>
                <a:cubicBezTo>
                  <a:pt x="7102" y="14406"/>
                  <a:pt x="7016" y="14424"/>
                  <a:pt x="6927" y="14424"/>
                </a:cubicBezTo>
                <a:cubicBezTo>
                  <a:pt x="6856" y="14424"/>
                  <a:pt x="6783" y="14412"/>
                  <a:pt x="6702" y="14378"/>
                </a:cubicBezTo>
                <a:cubicBezTo>
                  <a:pt x="6493" y="14300"/>
                  <a:pt x="6272" y="14196"/>
                  <a:pt x="6051" y="14144"/>
                </a:cubicBezTo>
                <a:cubicBezTo>
                  <a:pt x="5973" y="14118"/>
                  <a:pt x="5829" y="14131"/>
                  <a:pt x="5777" y="14053"/>
                </a:cubicBezTo>
                <a:cubicBezTo>
                  <a:pt x="5713" y="13975"/>
                  <a:pt x="5751" y="13779"/>
                  <a:pt x="5673" y="13689"/>
                </a:cubicBezTo>
                <a:cubicBezTo>
                  <a:pt x="5881" y="13623"/>
                  <a:pt x="6103" y="13597"/>
                  <a:pt x="6311" y="13507"/>
                </a:cubicBezTo>
                <a:cubicBezTo>
                  <a:pt x="6676" y="13350"/>
                  <a:pt x="7000" y="13129"/>
                  <a:pt x="7391" y="13064"/>
                </a:cubicBezTo>
                <a:cubicBezTo>
                  <a:pt x="7573" y="13025"/>
                  <a:pt x="7755" y="13038"/>
                  <a:pt x="7937" y="12986"/>
                </a:cubicBezTo>
                <a:cubicBezTo>
                  <a:pt x="7963" y="12972"/>
                  <a:pt x="7977" y="12972"/>
                  <a:pt x="8003" y="12960"/>
                </a:cubicBezTo>
                <a:close/>
                <a:moveTo>
                  <a:pt x="2200" y="15172"/>
                </a:moveTo>
                <a:cubicBezTo>
                  <a:pt x="2252" y="15224"/>
                  <a:pt x="2316" y="15263"/>
                  <a:pt x="2382" y="15302"/>
                </a:cubicBezTo>
                <a:cubicBezTo>
                  <a:pt x="2538" y="15393"/>
                  <a:pt x="2785" y="15471"/>
                  <a:pt x="2889" y="15614"/>
                </a:cubicBezTo>
                <a:cubicBezTo>
                  <a:pt x="2967" y="15705"/>
                  <a:pt x="3006" y="15939"/>
                  <a:pt x="3032" y="16043"/>
                </a:cubicBezTo>
                <a:cubicBezTo>
                  <a:pt x="3058" y="16161"/>
                  <a:pt x="3032" y="16199"/>
                  <a:pt x="2967" y="16291"/>
                </a:cubicBezTo>
                <a:cubicBezTo>
                  <a:pt x="2850" y="16447"/>
                  <a:pt x="2680" y="16616"/>
                  <a:pt x="2512" y="16720"/>
                </a:cubicBezTo>
                <a:cubicBezTo>
                  <a:pt x="2394" y="16786"/>
                  <a:pt x="2264" y="16838"/>
                  <a:pt x="2147" y="16902"/>
                </a:cubicBezTo>
                <a:cubicBezTo>
                  <a:pt x="2108" y="16942"/>
                  <a:pt x="2056" y="16968"/>
                  <a:pt x="2017" y="17006"/>
                </a:cubicBezTo>
                <a:cubicBezTo>
                  <a:pt x="2017" y="16786"/>
                  <a:pt x="2017" y="16564"/>
                  <a:pt x="2030" y="16343"/>
                </a:cubicBezTo>
                <a:cubicBezTo>
                  <a:pt x="2069" y="15953"/>
                  <a:pt x="2121" y="15562"/>
                  <a:pt x="2200" y="15172"/>
                </a:cubicBezTo>
                <a:close/>
                <a:moveTo>
                  <a:pt x="20033" y="15899"/>
                </a:moveTo>
                <a:cubicBezTo>
                  <a:pt x="20234" y="15899"/>
                  <a:pt x="20434" y="15957"/>
                  <a:pt x="20650" y="15991"/>
                </a:cubicBezTo>
                <a:cubicBezTo>
                  <a:pt x="20546" y="16057"/>
                  <a:pt x="20767" y="16083"/>
                  <a:pt x="20833" y="16147"/>
                </a:cubicBezTo>
                <a:cubicBezTo>
                  <a:pt x="20911" y="16225"/>
                  <a:pt x="20937" y="16239"/>
                  <a:pt x="21041" y="16239"/>
                </a:cubicBezTo>
                <a:cubicBezTo>
                  <a:pt x="21431" y="16239"/>
                  <a:pt x="21822" y="16187"/>
                  <a:pt x="22212" y="16187"/>
                </a:cubicBezTo>
                <a:cubicBezTo>
                  <a:pt x="22264" y="16187"/>
                  <a:pt x="22339" y="16174"/>
                  <a:pt x="22407" y="16174"/>
                </a:cubicBezTo>
                <a:cubicBezTo>
                  <a:pt x="22475" y="16174"/>
                  <a:pt x="22537" y="16187"/>
                  <a:pt x="22563" y="16239"/>
                </a:cubicBezTo>
                <a:cubicBezTo>
                  <a:pt x="22628" y="16369"/>
                  <a:pt x="22472" y="16577"/>
                  <a:pt x="22394" y="16655"/>
                </a:cubicBezTo>
                <a:cubicBezTo>
                  <a:pt x="22250" y="16786"/>
                  <a:pt x="22160" y="16824"/>
                  <a:pt x="21978" y="16824"/>
                </a:cubicBezTo>
                <a:lnTo>
                  <a:pt x="21483" y="16824"/>
                </a:lnTo>
                <a:cubicBezTo>
                  <a:pt x="21314" y="16824"/>
                  <a:pt x="21301" y="16824"/>
                  <a:pt x="21209" y="16980"/>
                </a:cubicBezTo>
                <a:cubicBezTo>
                  <a:pt x="21183" y="17046"/>
                  <a:pt x="21145" y="17150"/>
                  <a:pt x="21067" y="17162"/>
                </a:cubicBezTo>
                <a:cubicBezTo>
                  <a:pt x="21052" y="17167"/>
                  <a:pt x="21040" y="17168"/>
                  <a:pt x="21028" y="17168"/>
                </a:cubicBezTo>
                <a:cubicBezTo>
                  <a:pt x="20970" y="17168"/>
                  <a:pt x="20950" y="17118"/>
                  <a:pt x="20885" y="17084"/>
                </a:cubicBezTo>
                <a:cubicBezTo>
                  <a:pt x="20835" y="17060"/>
                  <a:pt x="20774" y="17052"/>
                  <a:pt x="20708" y="17052"/>
                </a:cubicBezTo>
                <a:cubicBezTo>
                  <a:pt x="20603" y="17052"/>
                  <a:pt x="20487" y="17072"/>
                  <a:pt x="20390" y="17072"/>
                </a:cubicBezTo>
                <a:lnTo>
                  <a:pt x="20012" y="17072"/>
                </a:lnTo>
                <a:cubicBezTo>
                  <a:pt x="19792" y="17058"/>
                  <a:pt x="19583" y="16890"/>
                  <a:pt x="19531" y="16668"/>
                </a:cubicBezTo>
                <a:cubicBezTo>
                  <a:pt x="19518" y="16538"/>
                  <a:pt x="19479" y="16447"/>
                  <a:pt x="19479" y="16330"/>
                </a:cubicBezTo>
                <a:cubicBezTo>
                  <a:pt x="19479" y="16135"/>
                  <a:pt x="19518" y="16017"/>
                  <a:pt x="19726" y="15953"/>
                </a:cubicBezTo>
                <a:cubicBezTo>
                  <a:pt x="19830" y="15913"/>
                  <a:pt x="19932" y="15899"/>
                  <a:pt x="20033" y="15899"/>
                </a:cubicBezTo>
                <a:close/>
                <a:moveTo>
                  <a:pt x="30177" y="17220"/>
                </a:moveTo>
                <a:cubicBezTo>
                  <a:pt x="30115" y="17234"/>
                  <a:pt x="30054" y="17250"/>
                  <a:pt x="29993" y="17266"/>
                </a:cubicBezTo>
                <a:cubicBezTo>
                  <a:pt x="30055" y="17251"/>
                  <a:pt x="30116" y="17236"/>
                  <a:pt x="30177" y="17220"/>
                </a:cubicBezTo>
                <a:close/>
                <a:moveTo>
                  <a:pt x="28591" y="17758"/>
                </a:moveTo>
                <a:lnTo>
                  <a:pt x="28591" y="17758"/>
                </a:lnTo>
                <a:cubicBezTo>
                  <a:pt x="28581" y="17763"/>
                  <a:pt x="28571" y="17769"/>
                  <a:pt x="28562" y="17774"/>
                </a:cubicBezTo>
                <a:cubicBezTo>
                  <a:pt x="28572" y="17769"/>
                  <a:pt x="28581" y="17763"/>
                  <a:pt x="28591" y="17758"/>
                </a:cubicBezTo>
                <a:close/>
                <a:moveTo>
                  <a:pt x="31629" y="18107"/>
                </a:moveTo>
                <a:cubicBezTo>
                  <a:pt x="31756" y="18107"/>
                  <a:pt x="31884" y="18118"/>
                  <a:pt x="32009" y="18139"/>
                </a:cubicBezTo>
                <a:cubicBezTo>
                  <a:pt x="31749" y="18217"/>
                  <a:pt x="31489" y="18295"/>
                  <a:pt x="31242" y="18359"/>
                </a:cubicBezTo>
                <a:cubicBezTo>
                  <a:pt x="31190" y="18295"/>
                  <a:pt x="31125" y="18229"/>
                  <a:pt x="31073" y="18177"/>
                </a:cubicBezTo>
                <a:cubicBezTo>
                  <a:pt x="31252" y="18131"/>
                  <a:pt x="31440" y="18107"/>
                  <a:pt x="31629" y="18107"/>
                </a:cubicBezTo>
                <a:close/>
                <a:moveTo>
                  <a:pt x="31138" y="18438"/>
                </a:moveTo>
                <a:cubicBezTo>
                  <a:pt x="31164" y="18490"/>
                  <a:pt x="31203" y="18555"/>
                  <a:pt x="31242" y="18620"/>
                </a:cubicBezTo>
                <a:cubicBezTo>
                  <a:pt x="31190" y="18555"/>
                  <a:pt x="31138" y="18503"/>
                  <a:pt x="31099" y="18438"/>
                </a:cubicBezTo>
                <a:close/>
                <a:moveTo>
                  <a:pt x="31576" y="18397"/>
                </a:moveTo>
                <a:cubicBezTo>
                  <a:pt x="31738" y="18397"/>
                  <a:pt x="31899" y="18409"/>
                  <a:pt x="32061" y="18425"/>
                </a:cubicBezTo>
                <a:lnTo>
                  <a:pt x="31567" y="18555"/>
                </a:lnTo>
                <a:cubicBezTo>
                  <a:pt x="31711" y="18568"/>
                  <a:pt x="31853" y="18581"/>
                  <a:pt x="32009" y="18594"/>
                </a:cubicBezTo>
                <a:cubicBezTo>
                  <a:pt x="31879" y="18633"/>
                  <a:pt x="31763" y="18672"/>
                  <a:pt x="31645" y="18711"/>
                </a:cubicBezTo>
                <a:cubicBezTo>
                  <a:pt x="31593" y="18633"/>
                  <a:pt x="31541" y="18555"/>
                  <a:pt x="31476" y="18490"/>
                </a:cubicBezTo>
                <a:lnTo>
                  <a:pt x="31476" y="18490"/>
                </a:lnTo>
                <a:cubicBezTo>
                  <a:pt x="31502" y="18581"/>
                  <a:pt x="31515" y="18659"/>
                  <a:pt x="31541" y="18737"/>
                </a:cubicBezTo>
                <a:cubicBezTo>
                  <a:pt x="31515" y="18737"/>
                  <a:pt x="31502" y="18750"/>
                  <a:pt x="31489" y="18750"/>
                </a:cubicBezTo>
                <a:cubicBezTo>
                  <a:pt x="31424" y="18633"/>
                  <a:pt x="31359" y="18529"/>
                  <a:pt x="31281" y="18412"/>
                </a:cubicBezTo>
                <a:cubicBezTo>
                  <a:pt x="31379" y="18402"/>
                  <a:pt x="31477" y="18397"/>
                  <a:pt x="31576" y="18397"/>
                </a:cubicBezTo>
                <a:close/>
                <a:moveTo>
                  <a:pt x="32439" y="18789"/>
                </a:moveTo>
                <a:cubicBezTo>
                  <a:pt x="32231" y="18841"/>
                  <a:pt x="32023" y="18906"/>
                  <a:pt x="31815" y="18972"/>
                </a:cubicBezTo>
                <a:cubicBezTo>
                  <a:pt x="31775" y="18919"/>
                  <a:pt x="31749" y="18867"/>
                  <a:pt x="31723" y="18815"/>
                </a:cubicBezTo>
                <a:cubicBezTo>
                  <a:pt x="31957" y="18802"/>
                  <a:pt x="32192" y="18789"/>
                  <a:pt x="32439" y="18789"/>
                </a:cubicBezTo>
                <a:close/>
                <a:moveTo>
                  <a:pt x="31554" y="18828"/>
                </a:moveTo>
                <a:cubicBezTo>
                  <a:pt x="31581" y="18893"/>
                  <a:pt x="31593" y="18958"/>
                  <a:pt x="31607" y="19036"/>
                </a:cubicBezTo>
                <a:cubicBezTo>
                  <a:pt x="31581" y="18958"/>
                  <a:pt x="31554" y="18893"/>
                  <a:pt x="31515" y="18828"/>
                </a:cubicBezTo>
                <a:close/>
                <a:moveTo>
                  <a:pt x="33753" y="18893"/>
                </a:moveTo>
                <a:cubicBezTo>
                  <a:pt x="34027" y="18893"/>
                  <a:pt x="34365" y="18919"/>
                  <a:pt x="34638" y="18919"/>
                </a:cubicBezTo>
                <a:cubicBezTo>
                  <a:pt x="34547" y="19050"/>
                  <a:pt x="34456" y="19180"/>
                  <a:pt x="34378" y="19310"/>
                </a:cubicBezTo>
                <a:cubicBezTo>
                  <a:pt x="34169" y="19206"/>
                  <a:pt x="33949" y="19154"/>
                  <a:pt x="33714" y="19128"/>
                </a:cubicBezTo>
                <a:cubicBezTo>
                  <a:pt x="33895" y="19093"/>
                  <a:pt x="34037" y="19060"/>
                  <a:pt x="34208" y="19060"/>
                </a:cubicBezTo>
                <a:cubicBezTo>
                  <a:pt x="34233" y="19060"/>
                  <a:pt x="34260" y="19060"/>
                  <a:pt x="34287" y="19062"/>
                </a:cubicBezTo>
                <a:cubicBezTo>
                  <a:pt x="34105" y="19010"/>
                  <a:pt x="33935" y="18958"/>
                  <a:pt x="33753" y="18893"/>
                </a:cubicBezTo>
                <a:close/>
                <a:moveTo>
                  <a:pt x="32061" y="19322"/>
                </a:moveTo>
                <a:cubicBezTo>
                  <a:pt x="32205" y="19336"/>
                  <a:pt x="32335" y="19362"/>
                  <a:pt x="32465" y="19388"/>
                </a:cubicBezTo>
                <a:cubicBezTo>
                  <a:pt x="32348" y="19400"/>
                  <a:pt x="32231" y="19426"/>
                  <a:pt x="32101" y="19452"/>
                </a:cubicBezTo>
                <a:cubicBezTo>
                  <a:pt x="32101" y="19400"/>
                  <a:pt x="32075" y="19362"/>
                  <a:pt x="32061" y="19322"/>
                </a:cubicBezTo>
                <a:close/>
                <a:moveTo>
                  <a:pt x="31893" y="19140"/>
                </a:moveTo>
                <a:lnTo>
                  <a:pt x="31893" y="19140"/>
                </a:lnTo>
                <a:cubicBezTo>
                  <a:pt x="32113" y="19154"/>
                  <a:pt x="32335" y="19166"/>
                  <a:pt x="32556" y="19206"/>
                </a:cubicBezTo>
                <a:lnTo>
                  <a:pt x="32556" y="19218"/>
                </a:lnTo>
                <a:cubicBezTo>
                  <a:pt x="32387" y="19258"/>
                  <a:pt x="32231" y="19284"/>
                  <a:pt x="32061" y="19310"/>
                </a:cubicBezTo>
                <a:lnTo>
                  <a:pt x="31983" y="19154"/>
                </a:lnTo>
                <a:lnTo>
                  <a:pt x="31983" y="19154"/>
                </a:lnTo>
                <a:cubicBezTo>
                  <a:pt x="31983" y="19244"/>
                  <a:pt x="32009" y="19362"/>
                  <a:pt x="32023" y="19466"/>
                </a:cubicBezTo>
                <a:lnTo>
                  <a:pt x="32009" y="19466"/>
                </a:lnTo>
                <a:cubicBezTo>
                  <a:pt x="31983" y="19362"/>
                  <a:pt x="31945" y="19244"/>
                  <a:pt x="31893" y="19140"/>
                </a:cubicBezTo>
                <a:close/>
                <a:moveTo>
                  <a:pt x="33866" y="19290"/>
                </a:moveTo>
                <a:cubicBezTo>
                  <a:pt x="34032" y="19290"/>
                  <a:pt x="34198" y="19304"/>
                  <a:pt x="34352" y="19348"/>
                </a:cubicBezTo>
                <a:cubicBezTo>
                  <a:pt x="34325" y="19400"/>
                  <a:pt x="34287" y="19452"/>
                  <a:pt x="34261" y="19505"/>
                </a:cubicBezTo>
                <a:cubicBezTo>
                  <a:pt x="34065" y="19414"/>
                  <a:pt x="33857" y="19336"/>
                  <a:pt x="33649" y="19296"/>
                </a:cubicBezTo>
                <a:cubicBezTo>
                  <a:pt x="33720" y="19292"/>
                  <a:pt x="33793" y="19290"/>
                  <a:pt x="33866" y="19290"/>
                </a:cubicBezTo>
                <a:close/>
                <a:moveTo>
                  <a:pt x="32127" y="19518"/>
                </a:moveTo>
                <a:lnTo>
                  <a:pt x="32595" y="19557"/>
                </a:lnTo>
                <a:cubicBezTo>
                  <a:pt x="32439" y="19557"/>
                  <a:pt x="32283" y="19583"/>
                  <a:pt x="32139" y="19596"/>
                </a:cubicBezTo>
                <a:cubicBezTo>
                  <a:pt x="32127" y="19570"/>
                  <a:pt x="32127" y="19544"/>
                  <a:pt x="32127" y="19518"/>
                </a:cubicBezTo>
                <a:close/>
                <a:moveTo>
                  <a:pt x="33675" y="19492"/>
                </a:moveTo>
                <a:lnTo>
                  <a:pt x="33675" y="19492"/>
                </a:lnTo>
                <a:cubicBezTo>
                  <a:pt x="33857" y="19518"/>
                  <a:pt x="34027" y="19544"/>
                  <a:pt x="34209" y="19596"/>
                </a:cubicBezTo>
                <a:cubicBezTo>
                  <a:pt x="34183" y="19622"/>
                  <a:pt x="34169" y="19661"/>
                  <a:pt x="34143" y="19700"/>
                </a:cubicBezTo>
                <a:cubicBezTo>
                  <a:pt x="34001" y="19609"/>
                  <a:pt x="33845" y="19544"/>
                  <a:pt x="33675" y="19492"/>
                </a:cubicBezTo>
                <a:close/>
                <a:moveTo>
                  <a:pt x="33571" y="19648"/>
                </a:moveTo>
                <a:cubicBezTo>
                  <a:pt x="33740" y="19674"/>
                  <a:pt x="33949" y="19713"/>
                  <a:pt x="34131" y="19739"/>
                </a:cubicBezTo>
                <a:cubicBezTo>
                  <a:pt x="34117" y="19765"/>
                  <a:pt x="34091" y="19791"/>
                  <a:pt x="34079" y="19830"/>
                </a:cubicBezTo>
                <a:cubicBezTo>
                  <a:pt x="33909" y="19752"/>
                  <a:pt x="33740" y="19687"/>
                  <a:pt x="33571" y="19648"/>
                </a:cubicBezTo>
                <a:close/>
                <a:moveTo>
                  <a:pt x="32257" y="19843"/>
                </a:moveTo>
                <a:cubicBezTo>
                  <a:pt x="32374" y="19856"/>
                  <a:pt x="32491" y="19882"/>
                  <a:pt x="32608" y="19908"/>
                </a:cubicBezTo>
                <a:cubicBezTo>
                  <a:pt x="32478" y="19921"/>
                  <a:pt x="32348" y="19947"/>
                  <a:pt x="32218" y="19960"/>
                </a:cubicBezTo>
                <a:lnTo>
                  <a:pt x="32257" y="19843"/>
                </a:lnTo>
                <a:close/>
                <a:moveTo>
                  <a:pt x="32139" y="19830"/>
                </a:moveTo>
                <a:cubicBezTo>
                  <a:pt x="32179" y="19830"/>
                  <a:pt x="32205" y="19843"/>
                  <a:pt x="32231" y="19843"/>
                </a:cubicBezTo>
                <a:cubicBezTo>
                  <a:pt x="32205" y="19882"/>
                  <a:pt x="32179" y="19934"/>
                  <a:pt x="32139" y="19973"/>
                </a:cubicBezTo>
                <a:lnTo>
                  <a:pt x="32127" y="19973"/>
                </a:lnTo>
                <a:cubicBezTo>
                  <a:pt x="32139" y="19921"/>
                  <a:pt x="32139" y="19882"/>
                  <a:pt x="32139" y="19830"/>
                </a:cubicBezTo>
                <a:close/>
                <a:moveTo>
                  <a:pt x="33672" y="19942"/>
                </a:moveTo>
                <a:cubicBezTo>
                  <a:pt x="33782" y="19942"/>
                  <a:pt x="33893" y="19952"/>
                  <a:pt x="34001" y="19973"/>
                </a:cubicBezTo>
                <a:cubicBezTo>
                  <a:pt x="33975" y="20025"/>
                  <a:pt x="33961" y="20065"/>
                  <a:pt x="33935" y="20117"/>
                </a:cubicBezTo>
                <a:cubicBezTo>
                  <a:pt x="33767" y="20025"/>
                  <a:pt x="33571" y="19960"/>
                  <a:pt x="33402" y="19960"/>
                </a:cubicBezTo>
                <a:cubicBezTo>
                  <a:pt x="33490" y="19949"/>
                  <a:pt x="33581" y="19942"/>
                  <a:pt x="33672" y="19942"/>
                </a:cubicBezTo>
                <a:close/>
                <a:moveTo>
                  <a:pt x="33584" y="20169"/>
                </a:moveTo>
                <a:cubicBezTo>
                  <a:pt x="33688" y="20169"/>
                  <a:pt x="33793" y="20181"/>
                  <a:pt x="33897" y="20195"/>
                </a:cubicBezTo>
                <a:cubicBezTo>
                  <a:pt x="33883" y="20221"/>
                  <a:pt x="33883" y="20247"/>
                  <a:pt x="33871" y="20273"/>
                </a:cubicBezTo>
                <a:cubicBezTo>
                  <a:pt x="33779" y="20233"/>
                  <a:pt x="33688" y="20195"/>
                  <a:pt x="33584" y="20169"/>
                </a:cubicBezTo>
                <a:close/>
                <a:moveTo>
                  <a:pt x="9646" y="18679"/>
                </a:moveTo>
                <a:cubicBezTo>
                  <a:pt x="9728" y="18679"/>
                  <a:pt x="9811" y="18685"/>
                  <a:pt x="9889" y="18685"/>
                </a:cubicBezTo>
                <a:cubicBezTo>
                  <a:pt x="9912" y="18684"/>
                  <a:pt x="9933" y="18683"/>
                  <a:pt x="9954" y="18683"/>
                </a:cubicBezTo>
                <a:cubicBezTo>
                  <a:pt x="10120" y="18683"/>
                  <a:pt x="10213" y="18729"/>
                  <a:pt x="10305" y="18776"/>
                </a:cubicBezTo>
                <a:cubicBezTo>
                  <a:pt x="10384" y="18828"/>
                  <a:pt x="10410" y="18828"/>
                  <a:pt x="10423" y="18906"/>
                </a:cubicBezTo>
                <a:lnTo>
                  <a:pt x="10423" y="18984"/>
                </a:lnTo>
                <a:cubicBezTo>
                  <a:pt x="10423" y="19010"/>
                  <a:pt x="10436" y="19024"/>
                  <a:pt x="10462" y="19036"/>
                </a:cubicBezTo>
                <a:cubicBezTo>
                  <a:pt x="10475" y="19076"/>
                  <a:pt x="10475" y="19114"/>
                  <a:pt x="10475" y="19166"/>
                </a:cubicBezTo>
                <a:cubicBezTo>
                  <a:pt x="10497" y="19175"/>
                  <a:pt x="10518" y="19178"/>
                  <a:pt x="10540" y="19178"/>
                </a:cubicBezTo>
                <a:cubicBezTo>
                  <a:pt x="10583" y="19178"/>
                  <a:pt x="10627" y="19166"/>
                  <a:pt x="10670" y="19166"/>
                </a:cubicBezTo>
                <a:cubicBezTo>
                  <a:pt x="10774" y="19180"/>
                  <a:pt x="10904" y="19206"/>
                  <a:pt x="11022" y="19218"/>
                </a:cubicBezTo>
                <a:cubicBezTo>
                  <a:pt x="11204" y="19244"/>
                  <a:pt x="11334" y="19374"/>
                  <a:pt x="11490" y="19466"/>
                </a:cubicBezTo>
                <a:cubicBezTo>
                  <a:pt x="11672" y="19570"/>
                  <a:pt x="11854" y="19635"/>
                  <a:pt x="11854" y="19869"/>
                </a:cubicBezTo>
                <a:cubicBezTo>
                  <a:pt x="11842" y="20104"/>
                  <a:pt x="11670" y="20319"/>
                  <a:pt x="11436" y="20319"/>
                </a:cubicBezTo>
                <a:cubicBezTo>
                  <a:pt x="11411" y="20319"/>
                  <a:pt x="11386" y="20316"/>
                  <a:pt x="11360" y="20311"/>
                </a:cubicBezTo>
                <a:cubicBezTo>
                  <a:pt x="11340" y="20308"/>
                  <a:pt x="11320" y="20307"/>
                  <a:pt x="11300" y="20307"/>
                </a:cubicBezTo>
                <a:cubicBezTo>
                  <a:pt x="11136" y="20307"/>
                  <a:pt x="10992" y="20405"/>
                  <a:pt x="10835" y="20405"/>
                </a:cubicBezTo>
                <a:cubicBezTo>
                  <a:pt x="10782" y="20405"/>
                  <a:pt x="10727" y="20394"/>
                  <a:pt x="10670" y="20363"/>
                </a:cubicBezTo>
                <a:cubicBezTo>
                  <a:pt x="10605" y="20337"/>
                  <a:pt x="10566" y="20285"/>
                  <a:pt x="10501" y="20259"/>
                </a:cubicBezTo>
                <a:cubicBezTo>
                  <a:pt x="10449" y="20240"/>
                  <a:pt x="10397" y="20240"/>
                  <a:pt x="10345" y="20240"/>
                </a:cubicBezTo>
                <a:cubicBezTo>
                  <a:pt x="10293" y="20240"/>
                  <a:pt x="10241" y="20240"/>
                  <a:pt x="10189" y="20221"/>
                </a:cubicBezTo>
                <a:cubicBezTo>
                  <a:pt x="10071" y="20169"/>
                  <a:pt x="10007" y="20065"/>
                  <a:pt x="9903" y="19999"/>
                </a:cubicBezTo>
                <a:cubicBezTo>
                  <a:pt x="9811" y="19960"/>
                  <a:pt x="9707" y="19908"/>
                  <a:pt x="9616" y="19908"/>
                </a:cubicBezTo>
                <a:cubicBezTo>
                  <a:pt x="9525" y="19908"/>
                  <a:pt x="9447" y="19973"/>
                  <a:pt x="9356" y="19999"/>
                </a:cubicBezTo>
                <a:cubicBezTo>
                  <a:pt x="9278" y="20012"/>
                  <a:pt x="9160" y="20012"/>
                  <a:pt x="9070" y="20012"/>
                </a:cubicBezTo>
                <a:cubicBezTo>
                  <a:pt x="8822" y="19999"/>
                  <a:pt x="8575" y="19869"/>
                  <a:pt x="8432" y="19661"/>
                </a:cubicBezTo>
                <a:cubicBezTo>
                  <a:pt x="8419" y="19635"/>
                  <a:pt x="8289" y="19426"/>
                  <a:pt x="8315" y="19362"/>
                </a:cubicBezTo>
                <a:cubicBezTo>
                  <a:pt x="8341" y="19310"/>
                  <a:pt x="8354" y="19336"/>
                  <a:pt x="8393" y="19322"/>
                </a:cubicBezTo>
                <a:cubicBezTo>
                  <a:pt x="8421" y="19315"/>
                  <a:pt x="8450" y="19312"/>
                  <a:pt x="8479" y="19312"/>
                </a:cubicBezTo>
                <a:cubicBezTo>
                  <a:pt x="8545" y="19312"/>
                  <a:pt x="8614" y="19326"/>
                  <a:pt x="8678" y="19326"/>
                </a:cubicBezTo>
                <a:cubicBezTo>
                  <a:pt x="8731" y="19326"/>
                  <a:pt x="8780" y="19317"/>
                  <a:pt x="8822" y="19284"/>
                </a:cubicBezTo>
                <a:cubicBezTo>
                  <a:pt x="8900" y="19232"/>
                  <a:pt x="8940" y="19128"/>
                  <a:pt x="9004" y="19062"/>
                </a:cubicBezTo>
                <a:cubicBezTo>
                  <a:pt x="9030" y="19036"/>
                  <a:pt x="9082" y="19010"/>
                  <a:pt x="9108" y="18984"/>
                </a:cubicBezTo>
                <a:cubicBezTo>
                  <a:pt x="9186" y="18919"/>
                  <a:pt x="9212" y="18828"/>
                  <a:pt x="9304" y="18763"/>
                </a:cubicBezTo>
                <a:cubicBezTo>
                  <a:pt x="9405" y="18693"/>
                  <a:pt x="9525" y="18679"/>
                  <a:pt x="9646" y="18679"/>
                </a:cubicBezTo>
                <a:close/>
                <a:moveTo>
                  <a:pt x="33466" y="20277"/>
                </a:moveTo>
                <a:cubicBezTo>
                  <a:pt x="33593" y="20277"/>
                  <a:pt x="33720" y="20293"/>
                  <a:pt x="33845" y="20325"/>
                </a:cubicBezTo>
                <a:lnTo>
                  <a:pt x="33767" y="20519"/>
                </a:lnTo>
                <a:cubicBezTo>
                  <a:pt x="33563" y="20400"/>
                  <a:pt x="33338" y="20336"/>
                  <a:pt x="33121" y="20336"/>
                </a:cubicBezTo>
                <a:cubicBezTo>
                  <a:pt x="33102" y="20336"/>
                  <a:pt x="33083" y="20336"/>
                  <a:pt x="33064" y="20337"/>
                </a:cubicBezTo>
                <a:cubicBezTo>
                  <a:pt x="33193" y="20297"/>
                  <a:pt x="33329" y="20277"/>
                  <a:pt x="33466" y="20277"/>
                </a:cubicBezTo>
                <a:close/>
                <a:moveTo>
                  <a:pt x="31086" y="19973"/>
                </a:moveTo>
                <a:lnTo>
                  <a:pt x="31086" y="19973"/>
                </a:lnTo>
                <a:cubicBezTo>
                  <a:pt x="30904" y="20077"/>
                  <a:pt x="30734" y="20207"/>
                  <a:pt x="30592" y="20363"/>
                </a:cubicBezTo>
                <a:cubicBezTo>
                  <a:pt x="30786" y="20285"/>
                  <a:pt x="31034" y="20181"/>
                  <a:pt x="31216" y="20103"/>
                </a:cubicBezTo>
                <a:lnTo>
                  <a:pt x="31216" y="20103"/>
                </a:lnTo>
                <a:cubicBezTo>
                  <a:pt x="31046" y="20181"/>
                  <a:pt x="30878" y="20299"/>
                  <a:pt x="30722" y="20441"/>
                </a:cubicBezTo>
                <a:cubicBezTo>
                  <a:pt x="30708" y="20403"/>
                  <a:pt x="30696" y="20363"/>
                  <a:pt x="30696" y="20337"/>
                </a:cubicBezTo>
                <a:lnTo>
                  <a:pt x="30696" y="20337"/>
                </a:lnTo>
                <a:cubicBezTo>
                  <a:pt x="30696" y="20377"/>
                  <a:pt x="30696" y="20415"/>
                  <a:pt x="30708" y="20455"/>
                </a:cubicBezTo>
                <a:cubicBezTo>
                  <a:pt x="30670" y="20481"/>
                  <a:pt x="30630" y="20519"/>
                  <a:pt x="30604" y="20559"/>
                </a:cubicBezTo>
                <a:lnTo>
                  <a:pt x="30448" y="20285"/>
                </a:lnTo>
                <a:cubicBezTo>
                  <a:pt x="30644" y="20169"/>
                  <a:pt x="30864" y="20051"/>
                  <a:pt x="31086" y="19973"/>
                </a:cubicBezTo>
                <a:close/>
                <a:moveTo>
                  <a:pt x="30370" y="20337"/>
                </a:moveTo>
                <a:cubicBezTo>
                  <a:pt x="30409" y="20441"/>
                  <a:pt x="30448" y="20545"/>
                  <a:pt x="30500" y="20650"/>
                </a:cubicBezTo>
                <a:lnTo>
                  <a:pt x="30500" y="20663"/>
                </a:lnTo>
                <a:cubicBezTo>
                  <a:pt x="30422" y="20585"/>
                  <a:pt x="30344" y="20493"/>
                  <a:pt x="30253" y="20415"/>
                </a:cubicBezTo>
                <a:lnTo>
                  <a:pt x="30370" y="20337"/>
                </a:lnTo>
                <a:close/>
                <a:moveTo>
                  <a:pt x="35198" y="19986"/>
                </a:moveTo>
                <a:cubicBezTo>
                  <a:pt x="35536" y="20117"/>
                  <a:pt x="35848" y="20311"/>
                  <a:pt x="36135" y="20533"/>
                </a:cubicBezTo>
                <a:lnTo>
                  <a:pt x="35705" y="20689"/>
                </a:lnTo>
                <a:cubicBezTo>
                  <a:pt x="35510" y="20467"/>
                  <a:pt x="35262" y="20273"/>
                  <a:pt x="35016" y="20129"/>
                </a:cubicBezTo>
                <a:lnTo>
                  <a:pt x="35016" y="20129"/>
                </a:lnTo>
                <a:lnTo>
                  <a:pt x="35796" y="20519"/>
                </a:lnTo>
                <a:cubicBezTo>
                  <a:pt x="35627" y="20311"/>
                  <a:pt x="35432" y="20129"/>
                  <a:pt x="35198" y="19986"/>
                </a:cubicBezTo>
                <a:close/>
                <a:moveTo>
                  <a:pt x="31463" y="20351"/>
                </a:moveTo>
                <a:lnTo>
                  <a:pt x="31463" y="20351"/>
                </a:lnTo>
                <a:cubicBezTo>
                  <a:pt x="31255" y="20415"/>
                  <a:pt x="31034" y="20571"/>
                  <a:pt x="30890" y="20741"/>
                </a:cubicBezTo>
                <a:cubicBezTo>
                  <a:pt x="30852" y="20676"/>
                  <a:pt x="30812" y="20624"/>
                  <a:pt x="30786" y="20571"/>
                </a:cubicBezTo>
                <a:cubicBezTo>
                  <a:pt x="30994" y="20455"/>
                  <a:pt x="31229" y="20377"/>
                  <a:pt x="31463" y="20351"/>
                </a:cubicBezTo>
                <a:close/>
                <a:moveTo>
                  <a:pt x="25692" y="20674"/>
                </a:moveTo>
                <a:lnTo>
                  <a:pt x="25692" y="20674"/>
                </a:lnTo>
                <a:cubicBezTo>
                  <a:pt x="25644" y="20711"/>
                  <a:pt x="25598" y="20750"/>
                  <a:pt x="25555" y="20793"/>
                </a:cubicBezTo>
                <a:cubicBezTo>
                  <a:pt x="25602" y="20753"/>
                  <a:pt x="25647" y="20714"/>
                  <a:pt x="25692" y="20674"/>
                </a:cubicBezTo>
                <a:close/>
                <a:moveTo>
                  <a:pt x="30722" y="20598"/>
                </a:moveTo>
                <a:cubicBezTo>
                  <a:pt x="30734" y="20676"/>
                  <a:pt x="30748" y="20741"/>
                  <a:pt x="30748" y="20806"/>
                </a:cubicBezTo>
                <a:cubicBezTo>
                  <a:pt x="30722" y="20754"/>
                  <a:pt x="30682" y="20702"/>
                  <a:pt x="30656" y="20650"/>
                </a:cubicBezTo>
                <a:cubicBezTo>
                  <a:pt x="30682" y="20637"/>
                  <a:pt x="30696" y="20624"/>
                  <a:pt x="30722" y="20598"/>
                </a:cubicBezTo>
                <a:close/>
                <a:moveTo>
                  <a:pt x="31333" y="20611"/>
                </a:moveTo>
                <a:lnTo>
                  <a:pt x="31333" y="20611"/>
                </a:lnTo>
                <a:cubicBezTo>
                  <a:pt x="31203" y="20676"/>
                  <a:pt x="31073" y="20767"/>
                  <a:pt x="30968" y="20871"/>
                </a:cubicBezTo>
                <a:cubicBezTo>
                  <a:pt x="30942" y="20832"/>
                  <a:pt x="30930" y="20806"/>
                  <a:pt x="30904" y="20767"/>
                </a:cubicBezTo>
                <a:cubicBezTo>
                  <a:pt x="31034" y="20689"/>
                  <a:pt x="31190" y="20637"/>
                  <a:pt x="31333" y="20611"/>
                </a:cubicBezTo>
                <a:close/>
                <a:moveTo>
                  <a:pt x="34690" y="20429"/>
                </a:moveTo>
                <a:cubicBezTo>
                  <a:pt x="34990" y="20481"/>
                  <a:pt x="35276" y="20598"/>
                  <a:pt x="35536" y="20767"/>
                </a:cubicBezTo>
                <a:cubicBezTo>
                  <a:pt x="35458" y="20793"/>
                  <a:pt x="35380" y="20832"/>
                  <a:pt x="35302" y="20871"/>
                </a:cubicBezTo>
                <a:cubicBezTo>
                  <a:pt x="35132" y="20689"/>
                  <a:pt x="34912" y="20519"/>
                  <a:pt x="34690" y="20429"/>
                </a:cubicBezTo>
                <a:close/>
                <a:moveTo>
                  <a:pt x="34820" y="20767"/>
                </a:moveTo>
                <a:lnTo>
                  <a:pt x="34820" y="20767"/>
                </a:lnTo>
                <a:cubicBezTo>
                  <a:pt x="34950" y="20806"/>
                  <a:pt x="35080" y="20858"/>
                  <a:pt x="35210" y="20923"/>
                </a:cubicBezTo>
                <a:cubicBezTo>
                  <a:pt x="35172" y="20936"/>
                  <a:pt x="35146" y="20962"/>
                  <a:pt x="35106" y="20975"/>
                </a:cubicBezTo>
                <a:cubicBezTo>
                  <a:pt x="35016" y="20897"/>
                  <a:pt x="34924" y="20832"/>
                  <a:pt x="34820" y="20767"/>
                </a:cubicBezTo>
                <a:close/>
                <a:moveTo>
                  <a:pt x="32205" y="20065"/>
                </a:moveTo>
                <a:cubicBezTo>
                  <a:pt x="32361" y="20077"/>
                  <a:pt x="32517" y="20103"/>
                  <a:pt x="32647" y="20143"/>
                </a:cubicBezTo>
                <a:cubicBezTo>
                  <a:pt x="32674" y="20403"/>
                  <a:pt x="32647" y="20650"/>
                  <a:pt x="32608" y="20910"/>
                </a:cubicBezTo>
                <a:cubicBezTo>
                  <a:pt x="32556" y="20884"/>
                  <a:pt x="32491" y="20858"/>
                  <a:pt x="32439" y="20832"/>
                </a:cubicBezTo>
                <a:lnTo>
                  <a:pt x="32439" y="20832"/>
                </a:lnTo>
                <a:cubicBezTo>
                  <a:pt x="32491" y="20910"/>
                  <a:pt x="32426" y="21014"/>
                  <a:pt x="32335" y="21066"/>
                </a:cubicBezTo>
                <a:cubicBezTo>
                  <a:pt x="32283" y="20845"/>
                  <a:pt x="32231" y="20624"/>
                  <a:pt x="32153" y="20403"/>
                </a:cubicBezTo>
                <a:cubicBezTo>
                  <a:pt x="32179" y="20285"/>
                  <a:pt x="32192" y="20169"/>
                  <a:pt x="32205" y="20065"/>
                </a:cubicBezTo>
                <a:close/>
                <a:moveTo>
                  <a:pt x="31830" y="20636"/>
                </a:moveTo>
                <a:cubicBezTo>
                  <a:pt x="31851" y="20636"/>
                  <a:pt x="31872" y="20636"/>
                  <a:pt x="31893" y="20637"/>
                </a:cubicBezTo>
                <a:cubicBezTo>
                  <a:pt x="31581" y="20702"/>
                  <a:pt x="31294" y="20897"/>
                  <a:pt x="31099" y="21158"/>
                </a:cubicBezTo>
                <a:cubicBezTo>
                  <a:pt x="31073" y="21079"/>
                  <a:pt x="31034" y="20988"/>
                  <a:pt x="30982" y="20910"/>
                </a:cubicBezTo>
                <a:cubicBezTo>
                  <a:pt x="31225" y="20728"/>
                  <a:pt x="31525" y="20636"/>
                  <a:pt x="31830" y="20636"/>
                </a:cubicBezTo>
                <a:close/>
                <a:moveTo>
                  <a:pt x="34117" y="20767"/>
                </a:moveTo>
                <a:cubicBezTo>
                  <a:pt x="34443" y="20767"/>
                  <a:pt x="34755" y="20858"/>
                  <a:pt x="35028" y="21027"/>
                </a:cubicBezTo>
                <a:cubicBezTo>
                  <a:pt x="34950" y="21066"/>
                  <a:pt x="34872" y="21106"/>
                  <a:pt x="34807" y="21158"/>
                </a:cubicBezTo>
                <a:cubicBezTo>
                  <a:pt x="34612" y="20975"/>
                  <a:pt x="34378" y="20832"/>
                  <a:pt x="34117" y="20767"/>
                </a:cubicBezTo>
                <a:close/>
                <a:moveTo>
                  <a:pt x="33214" y="20433"/>
                </a:moveTo>
                <a:cubicBezTo>
                  <a:pt x="33396" y="20433"/>
                  <a:pt x="33585" y="20470"/>
                  <a:pt x="33753" y="20545"/>
                </a:cubicBezTo>
                <a:cubicBezTo>
                  <a:pt x="33636" y="20832"/>
                  <a:pt x="33545" y="21132"/>
                  <a:pt x="33467" y="21430"/>
                </a:cubicBezTo>
                <a:cubicBezTo>
                  <a:pt x="33428" y="21236"/>
                  <a:pt x="33389" y="21040"/>
                  <a:pt x="33389" y="20845"/>
                </a:cubicBezTo>
                <a:cubicBezTo>
                  <a:pt x="33324" y="20988"/>
                  <a:pt x="33285" y="21144"/>
                  <a:pt x="33259" y="21288"/>
                </a:cubicBezTo>
                <a:cubicBezTo>
                  <a:pt x="33206" y="21236"/>
                  <a:pt x="33154" y="21184"/>
                  <a:pt x="33090" y="21144"/>
                </a:cubicBezTo>
                <a:cubicBezTo>
                  <a:pt x="33050" y="20936"/>
                  <a:pt x="33090" y="20663"/>
                  <a:pt x="33116" y="20507"/>
                </a:cubicBezTo>
                <a:lnTo>
                  <a:pt x="33116" y="20507"/>
                </a:lnTo>
                <a:cubicBezTo>
                  <a:pt x="33024" y="20676"/>
                  <a:pt x="32972" y="20884"/>
                  <a:pt x="32960" y="21079"/>
                </a:cubicBezTo>
                <a:cubicBezTo>
                  <a:pt x="32960" y="21079"/>
                  <a:pt x="32946" y="21066"/>
                  <a:pt x="32934" y="21066"/>
                </a:cubicBezTo>
                <a:cubicBezTo>
                  <a:pt x="32920" y="21027"/>
                  <a:pt x="32894" y="20975"/>
                  <a:pt x="32882" y="20936"/>
                </a:cubicBezTo>
                <a:cubicBezTo>
                  <a:pt x="32882" y="20780"/>
                  <a:pt x="32894" y="20624"/>
                  <a:pt x="32920" y="20467"/>
                </a:cubicBezTo>
                <a:cubicBezTo>
                  <a:pt x="33013" y="20444"/>
                  <a:pt x="33112" y="20433"/>
                  <a:pt x="33214" y="20433"/>
                </a:cubicBezTo>
                <a:close/>
                <a:moveTo>
                  <a:pt x="32049" y="20728"/>
                </a:moveTo>
                <a:cubicBezTo>
                  <a:pt x="32113" y="20858"/>
                  <a:pt x="32153" y="20975"/>
                  <a:pt x="32192" y="21106"/>
                </a:cubicBezTo>
                <a:cubicBezTo>
                  <a:pt x="32101" y="21118"/>
                  <a:pt x="32009" y="21118"/>
                  <a:pt x="31931" y="21170"/>
                </a:cubicBezTo>
                <a:cubicBezTo>
                  <a:pt x="31827" y="21222"/>
                  <a:pt x="31789" y="21418"/>
                  <a:pt x="31905" y="21444"/>
                </a:cubicBezTo>
                <a:lnTo>
                  <a:pt x="31489" y="21482"/>
                </a:lnTo>
                <a:cubicBezTo>
                  <a:pt x="31593" y="21534"/>
                  <a:pt x="31711" y="21586"/>
                  <a:pt x="31827" y="21638"/>
                </a:cubicBezTo>
                <a:cubicBezTo>
                  <a:pt x="31723" y="21652"/>
                  <a:pt x="31645" y="21678"/>
                  <a:pt x="31581" y="21717"/>
                </a:cubicBezTo>
                <a:cubicBezTo>
                  <a:pt x="31437" y="21574"/>
                  <a:pt x="31281" y="21430"/>
                  <a:pt x="31112" y="21314"/>
                </a:cubicBezTo>
                <a:cubicBezTo>
                  <a:pt x="31125" y="21262"/>
                  <a:pt x="31112" y="21222"/>
                  <a:pt x="31099" y="21170"/>
                </a:cubicBezTo>
                <a:cubicBezTo>
                  <a:pt x="31333" y="20910"/>
                  <a:pt x="31711" y="20728"/>
                  <a:pt x="32049" y="20728"/>
                </a:cubicBezTo>
                <a:close/>
                <a:moveTo>
                  <a:pt x="36343" y="20858"/>
                </a:moveTo>
                <a:lnTo>
                  <a:pt x="36772" y="21795"/>
                </a:lnTo>
                <a:cubicBezTo>
                  <a:pt x="36681" y="21782"/>
                  <a:pt x="36603" y="21782"/>
                  <a:pt x="36512" y="21782"/>
                </a:cubicBezTo>
                <a:cubicBezTo>
                  <a:pt x="36459" y="21482"/>
                  <a:pt x="36395" y="21170"/>
                  <a:pt x="36343" y="20858"/>
                </a:cubicBezTo>
                <a:close/>
                <a:moveTo>
                  <a:pt x="35926" y="21066"/>
                </a:moveTo>
                <a:cubicBezTo>
                  <a:pt x="36005" y="21132"/>
                  <a:pt x="36069" y="21210"/>
                  <a:pt x="36135" y="21288"/>
                </a:cubicBezTo>
                <a:cubicBezTo>
                  <a:pt x="36225" y="21430"/>
                  <a:pt x="36303" y="21574"/>
                  <a:pt x="36369" y="21717"/>
                </a:cubicBezTo>
                <a:cubicBezTo>
                  <a:pt x="36199" y="21717"/>
                  <a:pt x="36017" y="21756"/>
                  <a:pt x="35848" y="21834"/>
                </a:cubicBezTo>
                <a:cubicBezTo>
                  <a:pt x="35783" y="21574"/>
                  <a:pt x="35692" y="21314"/>
                  <a:pt x="35588" y="21079"/>
                </a:cubicBezTo>
                <a:lnTo>
                  <a:pt x="35588" y="21079"/>
                </a:lnTo>
                <a:cubicBezTo>
                  <a:pt x="35718" y="21288"/>
                  <a:pt x="35848" y="21508"/>
                  <a:pt x="35979" y="21730"/>
                </a:cubicBezTo>
                <a:lnTo>
                  <a:pt x="35783" y="21106"/>
                </a:lnTo>
                <a:lnTo>
                  <a:pt x="35783" y="21106"/>
                </a:lnTo>
                <a:cubicBezTo>
                  <a:pt x="35874" y="21222"/>
                  <a:pt x="35965" y="21340"/>
                  <a:pt x="36043" y="21456"/>
                </a:cubicBezTo>
                <a:lnTo>
                  <a:pt x="35926" y="21066"/>
                </a:lnTo>
                <a:close/>
                <a:moveTo>
                  <a:pt x="38205" y="21715"/>
                </a:moveTo>
                <a:lnTo>
                  <a:pt x="38205" y="21715"/>
                </a:lnTo>
                <a:cubicBezTo>
                  <a:pt x="38218" y="21764"/>
                  <a:pt x="38230" y="21812"/>
                  <a:pt x="38243" y="21860"/>
                </a:cubicBezTo>
                <a:cubicBezTo>
                  <a:pt x="38232" y="21811"/>
                  <a:pt x="38219" y="21763"/>
                  <a:pt x="38205" y="21715"/>
                </a:cubicBezTo>
                <a:close/>
                <a:moveTo>
                  <a:pt x="36381" y="21730"/>
                </a:moveTo>
                <a:cubicBezTo>
                  <a:pt x="36395" y="21756"/>
                  <a:pt x="36395" y="21769"/>
                  <a:pt x="36407" y="21795"/>
                </a:cubicBezTo>
                <a:cubicBezTo>
                  <a:pt x="36225" y="21808"/>
                  <a:pt x="36057" y="21847"/>
                  <a:pt x="35900" y="21899"/>
                </a:cubicBezTo>
                <a:cubicBezTo>
                  <a:pt x="36031" y="21834"/>
                  <a:pt x="36239" y="21795"/>
                  <a:pt x="36381" y="21730"/>
                </a:cubicBezTo>
                <a:close/>
                <a:moveTo>
                  <a:pt x="35262" y="21222"/>
                </a:moveTo>
                <a:cubicBezTo>
                  <a:pt x="35419" y="21404"/>
                  <a:pt x="35549" y="21600"/>
                  <a:pt x="35666" y="21808"/>
                </a:cubicBezTo>
                <a:cubicBezTo>
                  <a:pt x="35627" y="21847"/>
                  <a:pt x="35575" y="21886"/>
                  <a:pt x="35510" y="21938"/>
                </a:cubicBezTo>
                <a:cubicBezTo>
                  <a:pt x="35432" y="21704"/>
                  <a:pt x="35340" y="21470"/>
                  <a:pt x="35262" y="21222"/>
                </a:cubicBezTo>
                <a:close/>
                <a:moveTo>
                  <a:pt x="35679" y="21834"/>
                </a:moveTo>
                <a:cubicBezTo>
                  <a:pt x="35692" y="21860"/>
                  <a:pt x="35705" y="21886"/>
                  <a:pt x="35718" y="21899"/>
                </a:cubicBezTo>
                <a:cubicBezTo>
                  <a:pt x="35679" y="21925"/>
                  <a:pt x="35640" y="21964"/>
                  <a:pt x="35601" y="21990"/>
                </a:cubicBezTo>
                <a:lnTo>
                  <a:pt x="35679" y="21834"/>
                </a:lnTo>
                <a:close/>
                <a:moveTo>
                  <a:pt x="36824" y="21027"/>
                </a:moveTo>
                <a:lnTo>
                  <a:pt x="36824" y="21027"/>
                </a:lnTo>
                <a:cubicBezTo>
                  <a:pt x="37032" y="21314"/>
                  <a:pt x="37188" y="21638"/>
                  <a:pt x="37292" y="21990"/>
                </a:cubicBezTo>
                <a:cubicBezTo>
                  <a:pt x="37208" y="21975"/>
                  <a:pt x="37123" y="21969"/>
                  <a:pt x="37039" y="21969"/>
                </a:cubicBezTo>
                <a:cubicBezTo>
                  <a:pt x="36980" y="21969"/>
                  <a:pt x="36922" y="21972"/>
                  <a:pt x="36863" y="21977"/>
                </a:cubicBezTo>
                <a:lnTo>
                  <a:pt x="36850" y="21951"/>
                </a:lnTo>
                <a:cubicBezTo>
                  <a:pt x="36980" y="21925"/>
                  <a:pt x="37110" y="21886"/>
                  <a:pt x="37228" y="21860"/>
                </a:cubicBezTo>
                <a:cubicBezTo>
                  <a:pt x="37110" y="21821"/>
                  <a:pt x="36967" y="21808"/>
                  <a:pt x="36824" y="21795"/>
                </a:cubicBezTo>
                <a:cubicBezTo>
                  <a:pt x="36785" y="21586"/>
                  <a:pt x="36746" y="21366"/>
                  <a:pt x="36707" y="21158"/>
                </a:cubicBezTo>
                <a:lnTo>
                  <a:pt x="36707" y="21158"/>
                </a:lnTo>
                <a:cubicBezTo>
                  <a:pt x="36785" y="21274"/>
                  <a:pt x="36863" y="21404"/>
                  <a:pt x="36941" y="21522"/>
                </a:cubicBezTo>
                <a:cubicBezTo>
                  <a:pt x="36902" y="21366"/>
                  <a:pt x="36863" y="21196"/>
                  <a:pt x="36824" y="21027"/>
                </a:cubicBezTo>
                <a:close/>
                <a:moveTo>
                  <a:pt x="33897" y="20871"/>
                </a:moveTo>
                <a:cubicBezTo>
                  <a:pt x="34195" y="20897"/>
                  <a:pt x="34495" y="21014"/>
                  <a:pt x="34755" y="21196"/>
                </a:cubicBezTo>
                <a:cubicBezTo>
                  <a:pt x="34404" y="21430"/>
                  <a:pt x="34079" y="21704"/>
                  <a:pt x="33793" y="22016"/>
                </a:cubicBezTo>
                <a:cubicBezTo>
                  <a:pt x="33767" y="22003"/>
                  <a:pt x="33740" y="21990"/>
                  <a:pt x="33714" y="21964"/>
                </a:cubicBezTo>
                <a:cubicBezTo>
                  <a:pt x="33584" y="21873"/>
                  <a:pt x="33597" y="21691"/>
                  <a:pt x="33623" y="21534"/>
                </a:cubicBezTo>
                <a:cubicBezTo>
                  <a:pt x="33688" y="21314"/>
                  <a:pt x="33779" y="21092"/>
                  <a:pt x="33897" y="20871"/>
                </a:cubicBezTo>
                <a:close/>
                <a:moveTo>
                  <a:pt x="28486" y="22079"/>
                </a:moveTo>
                <a:cubicBezTo>
                  <a:pt x="28463" y="22101"/>
                  <a:pt x="28440" y="22124"/>
                  <a:pt x="28418" y="22146"/>
                </a:cubicBezTo>
                <a:cubicBezTo>
                  <a:pt x="28441" y="22124"/>
                  <a:pt x="28463" y="22102"/>
                  <a:pt x="28486" y="22079"/>
                </a:cubicBezTo>
                <a:close/>
                <a:moveTo>
                  <a:pt x="38759" y="22093"/>
                </a:moveTo>
                <a:lnTo>
                  <a:pt x="38759" y="22093"/>
                </a:lnTo>
                <a:cubicBezTo>
                  <a:pt x="38777" y="22167"/>
                  <a:pt x="38796" y="22241"/>
                  <a:pt x="38815" y="22315"/>
                </a:cubicBezTo>
                <a:cubicBezTo>
                  <a:pt x="38798" y="22240"/>
                  <a:pt x="38780" y="22166"/>
                  <a:pt x="38759" y="22093"/>
                </a:cubicBezTo>
                <a:close/>
                <a:moveTo>
                  <a:pt x="35028" y="21300"/>
                </a:moveTo>
                <a:cubicBezTo>
                  <a:pt x="35198" y="21482"/>
                  <a:pt x="35366" y="21717"/>
                  <a:pt x="35497" y="21951"/>
                </a:cubicBezTo>
                <a:cubicBezTo>
                  <a:pt x="35406" y="22003"/>
                  <a:pt x="35314" y="22068"/>
                  <a:pt x="35236" y="22146"/>
                </a:cubicBezTo>
                <a:cubicBezTo>
                  <a:pt x="34820" y="22211"/>
                  <a:pt x="34417" y="22315"/>
                  <a:pt x="34027" y="22471"/>
                </a:cubicBezTo>
                <a:cubicBezTo>
                  <a:pt x="34013" y="22459"/>
                  <a:pt x="34013" y="22445"/>
                  <a:pt x="34013" y="22433"/>
                </a:cubicBezTo>
                <a:cubicBezTo>
                  <a:pt x="34001" y="22367"/>
                  <a:pt x="33987" y="22315"/>
                  <a:pt x="33961" y="22251"/>
                </a:cubicBezTo>
                <a:cubicBezTo>
                  <a:pt x="33975" y="22225"/>
                  <a:pt x="34001" y="22211"/>
                  <a:pt x="34027" y="22185"/>
                </a:cubicBezTo>
                <a:cubicBezTo>
                  <a:pt x="34013" y="22133"/>
                  <a:pt x="33987" y="22094"/>
                  <a:pt x="33935" y="22081"/>
                </a:cubicBezTo>
                <a:cubicBezTo>
                  <a:pt x="34221" y="21769"/>
                  <a:pt x="34560" y="21522"/>
                  <a:pt x="34938" y="21340"/>
                </a:cubicBezTo>
                <a:cubicBezTo>
                  <a:pt x="35028" y="21430"/>
                  <a:pt x="35106" y="21522"/>
                  <a:pt x="35172" y="21626"/>
                </a:cubicBezTo>
                <a:cubicBezTo>
                  <a:pt x="35120" y="21522"/>
                  <a:pt x="35042" y="21418"/>
                  <a:pt x="34964" y="21326"/>
                </a:cubicBezTo>
                <a:cubicBezTo>
                  <a:pt x="34990" y="21314"/>
                  <a:pt x="35002" y="21300"/>
                  <a:pt x="35028" y="21300"/>
                </a:cubicBezTo>
                <a:close/>
                <a:moveTo>
                  <a:pt x="16864" y="21503"/>
                </a:moveTo>
                <a:cubicBezTo>
                  <a:pt x="17023" y="21503"/>
                  <a:pt x="17216" y="21585"/>
                  <a:pt x="17319" y="21626"/>
                </a:cubicBezTo>
                <a:lnTo>
                  <a:pt x="17424" y="21717"/>
                </a:lnTo>
                <a:cubicBezTo>
                  <a:pt x="17436" y="21717"/>
                  <a:pt x="17450" y="21730"/>
                  <a:pt x="17462" y="21730"/>
                </a:cubicBezTo>
                <a:cubicBezTo>
                  <a:pt x="17476" y="21938"/>
                  <a:pt x="17696" y="22042"/>
                  <a:pt x="17866" y="22094"/>
                </a:cubicBezTo>
                <a:cubicBezTo>
                  <a:pt x="17996" y="22146"/>
                  <a:pt x="18113" y="22225"/>
                  <a:pt x="18243" y="22251"/>
                </a:cubicBezTo>
                <a:cubicBezTo>
                  <a:pt x="18334" y="22263"/>
                  <a:pt x="18438" y="22237"/>
                  <a:pt x="18451" y="22355"/>
                </a:cubicBezTo>
                <a:cubicBezTo>
                  <a:pt x="18477" y="22497"/>
                  <a:pt x="18295" y="22771"/>
                  <a:pt x="18191" y="22849"/>
                </a:cubicBezTo>
                <a:cubicBezTo>
                  <a:pt x="18113" y="22888"/>
                  <a:pt x="18074" y="22875"/>
                  <a:pt x="17996" y="22901"/>
                </a:cubicBezTo>
                <a:cubicBezTo>
                  <a:pt x="17918" y="22914"/>
                  <a:pt x="17878" y="22979"/>
                  <a:pt x="17788" y="22992"/>
                </a:cubicBezTo>
                <a:cubicBezTo>
                  <a:pt x="17742" y="22997"/>
                  <a:pt x="17694" y="23001"/>
                  <a:pt x="17645" y="23001"/>
                </a:cubicBezTo>
                <a:cubicBezTo>
                  <a:pt x="17470" y="23001"/>
                  <a:pt x="17285" y="22960"/>
                  <a:pt x="17163" y="22849"/>
                </a:cubicBezTo>
                <a:cubicBezTo>
                  <a:pt x="17046" y="22731"/>
                  <a:pt x="17098" y="22641"/>
                  <a:pt x="17124" y="22497"/>
                </a:cubicBezTo>
                <a:cubicBezTo>
                  <a:pt x="17150" y="22381"/>
                  <a:pt x="17228" y="22277"/>
                  <a:pt x="17111" y="22199"/>
                </a:cubicBezTo>
                <a:cubicBezTo>
                  <a:pt x="17046" y="22159"/>
                  <a:pt x="16955" y="22159"/>
                  <a:pt x="16889" y="22120"/>
                </a:cubicBezTo>
                <a:cubicBezTo>
                  <a:pt x="16825" y="22094"/>
                  <a:pt x="16773" y="22042"/>
                  <a:pt x="16721" y="21990"/>
                </a:cubicBezTo>
                <a:cubicBezTo>
                  <a:pt x="16629" y="21938"/>
                  <a:pt x="16565" y="21925"/>
                  <a:pt x="16591" y="21795"/>
                </a:cubicBezTo>
                <a:cubicBezTo>
                  <a:pt x="16617" y="21717"/>
                  <a:pt x="16655" y="21560"/>
                  <a:pt x="16747" y="21522"/>
                </a:cubicBezTo>
                <a:cubicBezTo>
                  <a:pt x="16782" y="21508"/>
                  <a:pt x="16822" y="21503"/>
                  <a:pt x="16864" y="21503"/>
                </a:cubicBezTo>
                <a:close/>
                <a:moveTo>
                  <a:pt x="35432" y="22966"/>
                </a:moveTo>
                <a:cubicBezTo>
                  <a:pt x="35471" y="23109"/>
                  <a:pt x="35497" y="23265"/>
                  <a:pt x="35484" y="23422"/>
                </a:cubicBezTo>
                <a:cubicBezTo>
                  <a:pt x="35445" y="23422"/>
                  <a:pt x="35406" y="23408"/>
                  <a:pt x="35366" y="23408"/>
                </a:cubicBezTo>
                <a:cubicBezTo>
                  <a:pt x="35406" y="23265"/>
                  <a:pt x="35432" y="23122"/>
                  <a:pt x="35432" y="22966"/>
                </a:cubicBezTo>
                <a:close/>
                <a:moveTo>
                  <a:pt x="35146" y="22485"/>
                </a:moveTo>
                <a:lnTo>
                  <a:pt x="35146" y="22485"/>
                </a:lnTo>
                <a:cubicBezTo>
                  <a:pt x="35314" y="22771"/>
                  <a:pt x="35366" y="23096"/>
                  <a:pt x="35328" y="23408"/>
                </a:cubicBezTo>
                <a:cubicBezTo>
                  <a:pt x="35224" y="23408"/>
                  <a:pt x="35132" y="23408"/>
                  <a:pt x="35054" y="23434"/>
                </a:cubicBezTo>
                <a:cubicBezTo>
                  <a:pt x="35198" y="23135"/>
                  <a:pt x="35236" y="22797"/>
                  <a:pt x="35146" y="22485"/>
                </a:cubicBezTo>
                <a:close/>
                <a:moveTo>
                  <a:pt x="35601" y="22731"/>
                </a:moveTo>
                <a:cubicBezTo>
                  <a:pt x="35679" y="22953"/>
                  <a:pt x="35718" y="23187"/>
                  <a:pt x="35718" y="23434"/>
                </a:cubicBezTo>
                <a:cubicBezTo>
                  <a:pt x="35653" y="23434"/>
                  <a:pt x="35588" y="23422"/>
                  <a:pt x="35523" y="23422"/>
                </a:cubicBezTo>
                <a:cubicBezTo>
                  <a:pt x="35601" y="23213"/>
                  <a:pt x="35640" y="22953"/>
                  <a:pt x="35601" y="22731"/>
                </a:cubicBezTo>
                <a:close/>
                <a:moveTo>
                  <a:pt x="34990" y="22381"/>
                </a:moveTo>
                <a:cubicBezTo>
                  <a:pt x="35146" y="22693"/>
                  <a:pt x="35172" y="23109"/>
                  <a:pt x="35042" y="23434"/>
                </a:cubicBezTo>
                <a:cubicBezTo>
                  <a:pt x="34990" y="23448"/>
                  <a:pt x="34950" y="23460"/>
                  <a:pt x="34912" y="23486"/>
                </a:cubicBezTo>
                <a:cubicBezTo>
                  <a:pt x="34573" y="23330"/>
                  <a:pt x="34235" y="23213"/>
                  <a:pt x="33871" y="23161"/>
                </a:cubicBezTo>
                <a:cubicBezTo>
                  <a:pt x="33857" y="23135"/>
                  <a:pt x="33857" y="23109"/>
                  <a:pt x="33857" y="23083"/>
                </a:cubicBezTo>
                <a:cubicBezTo>
                  <a:pt x="33867" y="23013"/>
                  <a:pt x="33931" y="22944"/>
                  <a:pt x="33995" y="22944"/>
                </a:cubicBezTo>
                <a:cubicBezTo>
                  <a:pt x="34015" y="22944"/>
                  <a:pt x="34034" y="22950"/>
                  <a:pt x="34053" y="22966"/>
                </a:cubicBezTo>
                <a:lnTo>
                  <a:pt x="33961" y="22823"/>
                </a:lnTo>
                <a:lnTo>
                  <a:pt x="34352" y="22693"/>
                </a:lnTo>
                <a:cubicBezTo>
                  <a:pt x="34287" y="22653"/>
                  <a:pt x="34209" y="22615"/>
                  <a:pt x="34143" y="22563"/>
                </a:cubicBezTo>
                <a:cubicBezTo>
                  <a:pt x="34404" y="22459"/>
                  <a:pt x="34690" y="22407"/>
                  <a:pt x="34990" y="22381"/>
                </a:cubicBezTo>
                <a:close/>
                <a:moveTo>
                  <a:pt x="35718" y="23500"/>
                </a:moveTo>
                <a:cubicBezTo>
                  <a:pt x="35718" y="23526"/>
                  <a:pt x="35718" y="23564"/>
                  <a:pt x="35705" y="23590"/>
                </a:cubicBezTo>
                <a:cubicBezTo>
                  <a:pt x="35653" y="23578"/>
                  <a:pt x="35588" y="23578"/>
                  <a:pt x="35523" y="23578"/>
                </a:cubicBezTo>
                <a:lnTo>
                  <a:pt x="35718" y="23500"/>
                </a:lnTo>
                <a:close/>
                <a:moveTo>
                  <a:pt x="35939" y="22836"/>
                </a:moveTo>
                <a:cubicBezTo>
                  <a:pt x="35953" y="23031"/>
                  <a:pt x="35979" y="23304"/>
                  <a:pt x="35991" y="23500"/>
                </a:cubicBezTo>
                <a:cubicBezTo>
                  <a:pt x="36057" y="23304"/>
                  <a:pt x="36095" y="23109"/>
                  <a:pt x="36109" y="22901"/>
                </a:cubicBezTo>
                <a:cubicBezTo>
                  <a:pt x="36135" y="23122"/>
                  <a:pt x="36135" y="23370"/>
                  <a:pt x="36121" y="23604"/>
                </a:cubicBezTo>
                <a:cubicBezTo>
                  <a:pt x="36017" y="23604"/>
                  <a:pt x="35913" y="23590"/>
                  <a:pt x="35822" y="23590"/>
                </a:cubicBezTo>
                <a:cubicBezTo>
                  <a:pt x="35835" y="23538"/>
                  <a:pt x="35848" y="23500"/>
                  <a:pt x="35861" y="23448"/>
                </a:cubicBezTo>
                <a:cubicBezTo>
                  <a:pt x="35900" y="23434"/>
                  <a:pt x="35939" y="23422"/>
                  <a:pt x="35965" y="23408"/>
                </a:cubicBezTo>
                <a:lnTo>
                  <a:pt x="35965" y="23408"/>
                </a:lnTo>
                <a:cubicBezTo>
                  <a:pt x="35939" y="23422"/>
                  <a:pt x="35900" y="23422"/>
                  <a:pt x="35861" y="23434"/>
                </a:cubicBezTo>
                <a:cubicBezTo>
                  <a:pt x="35913" y="23226"/>
                  <a:pt x="35939" y="23018"/>
                  <a:pt x="35939" y="22836"/>
                </a:cubicBezTo>
                <a:close/>
                <a:moveTo>
                  <a:pt x="36121" y="23682"/>
                </a:moveTo>
                <a:cubicBezTo>
                  <a:pt x="36109" y="23734"/>
                  <a:pt x="36109" y="23786"/>
                  <a:pt x="36095" y="23838"/>
                </a:cubicBezTo>
                <a:cubicBezTo>
                  <a:pt x="35991" y="23798"/>
                  <a:pt x="35874" y="23760"/>
                  <a:pt x="35770" y="23734"/>
                </a:cubicBezTo>
                <a:lnTo>
                  <a:pt x="35770" y="23720"/>
                </a:lnTo>
                <a:cubicBezTo>
                  <a:pt x="35887" y="23720"/>
                  <a:pt x="36005" y="23708"/>
                  <a:pt x="36121" y="23682"/>
                </a:cubicBezTo>
                <a:close/>
                <a:moveTo>
                  <a:pt x="31489" y="22433"/>
                </a:moveTo>
                <a:cubicBezTo>
                  <a:pt x="31567" y="22589"/>
                  <a:pt x="31671" y="22719"/>
                  <a:pt x="31827" y="22797"/>
                </a:cubicBezTo>
                <a:cubicBezTo>
                  <a:pt x="31567" y="22966"/>
                  <a:pt x="31424" y="23278"/>
                  <a:pt x="31633" y="23642"/>
                </a:cubicBezTo>
                <a:cubicBezTo>
                  <a:pt x="31633" y="23656"/>
                  <a:pt x="31645" y="23668"/>
                  <a:pt x="31645" y="23682"/>
                </a:cubicBezTo>
                <a:cubicBezTo>
                  <a:pt x="31671" y="23720"/>
                  <a:pt x="31697" y="23760"/>
                  <a:pt x="31737" y="23798"/>
                </a:cubicBezTo>
                <a:cubicBezTo>
                  <a:pt x="31581" y="23903"/>
                  <a:pt x="31437" y="24020"/>
                  <a:pt x="31281" y="24137"/>
                </a:cubicBezTo>
                <a:cubicBezTo>
                  <a:pt x="31151" y="24254"/>
                  <a:pt x="31034" y="24371"/>
                  <a:pt x="30904" y="24489"/>
                </a:cubicBezTo>
                <a:cubicBezTo>
                  <a:pt x="30644" y="24150"/>
                  <a:pt x="30474" y="23734"/>
                  <a:pt x="30448" y="23304"/>
                </a:cubicBezTo>
                <a:lnTo>
                  <a:pt x="30448" y="23304"/>
                </a:lnTo>
                <a:cubicBezTo>
                  <a:pt x="30526" y="23590"/>
                  <a:pt x="30748" y="23890"/>
                  <a:pt x="30968" y="24085"/>
                </a:cubicBezTo>
                <a:cubicBezTo>
                  <a:pt x="30852" y="23903"/>
                  <a:pt x="30786" y="23668"/>
                  <a:pt x="30734" y="23460"/>
                </a:cubicBezTo>
                <a:lnTo>
                  <a:pt x="30734" y="23460"/>
                </a:lnTo>
                <a:cubicBezTo>
                  <a:pt x="30878" y="23720"/>
                  <a:pt x="31046" y="23955"/>
                  <a:pt x="31281" y="24137"/>
                </a:cubicBezTo>
                <a:cubicBezTo>
                  <a:pt x="30942" y="23786"/>
                  <a:pt x="30760" y="23304"/>
                  <a:pt x="30800" y="22810"/>
                </a:cubicBezTo>
                <a:lnTo>
                  <a:pt x="30800" y="22810"/>
                </a:lnTo>
                <a:cubicBezTo>
                  <a:pt x="30864" y="23226"/>
                  <a:pt x="31151" y="23616"/>
                  <a:pt x="31502" y="23851"/>
                </a:cubicBezTo>
                <a:cubicBezTo>
                  <a:pt x="31138" y="23590"/>
                  <a:pt x="30904" y="23070"/>
                  <a:pt x="30916" y="22615"/>
                </a:cubicBezTo>
                <a:cubicBezTo>
                  <a:pt x="31099" y="22537"/>
                  <a:pt x="31294" y="22485"/>
                  <a:pt x="31489" y="22433"/>
                </a:cubicBezTo>
                <a:close/>
                <a:moveTo>
                  <a:pt x="27000" y="24944"/>
                </a:moveTo>
                <a:cubicBezTo>
                  <a:pt x="26831" y="25152"/>
                  <a:pt x="26662" y="25373"/>
                  <a:pt x="26492" y="25594"/>
                </a:cubicBezTo>
                <a:cubicBezTo>
                  <a:pt x="26480" y="25568"/>
                  <a:pt x="26454" y="25530"/>
                  <a:pt x="26440" y="25504"/>
                </a:cubicBezTo>
                <a:cubicBezTo>
                  <a:pt x="26440" y="25504"/>
                  <a:pt x="26428" y="25478"/>
                  <a:pt x="26428" y="25464"/>
                </a:cubicBezTo>
                <a:cubicBezTo>
                  <a:pt x="26610" y="25295"/>
                  <a:pt x="26805" y="25113"/>
                  <a:pt x="27000" y="24944"/>
                </a:cubicBezTo>
                <a:close/>
                <a:moveTo>
                  <a:pt x="38748" y="26557"/>
                </a:moveTo>
                <a:lnTo>
                  <a:pt x="38748" y="26557"/>
                </a:lnTo>
                <a:cubicBezTo>
                  <a:pt x="38749" y="26557"/>
                  <a:pt x="38749" y="26557"/>
                  <a:pt x="38750" y="26557"/>
                </a:cubicBezTo>
                <a:cubicBezTo>
                  <a:pt x="38749" y="26557"/>
                  <a:pt x="38749" y="26557"/>
                  <a:pt x="38748" y="26557"/>
                </a:cubicBezTo>
                <a:close/>
                <a:moveTo>
                  <a:pt x="11841" y="24749"/>
                </a:moveTo>
                <a:cubicBezTo>
                  <a:pt x="11867" y="24775"/>
                  <a:pt x="11880" y="24801"/>
                  <a:pt x="11893" y="24839"/>
                </a:cubicBezTo>
                <a:cubicBezTo>
                  <a:pt x="11932" y="25048"/>
                  <a:pt x="11893" y="25217"/>
                  <a:pt x="12089" y="25347"/>
                </a:cubicBezTo>
                <a:cubicBezTo>
                  <a:pt x="12134" y="25376"/>
                  <a:pt x="12172" y="25387"/>
                  <a:pt x="12211" y="25387"/>
                </a:cubicBezTo>
                <a:cubicBezTo>
                  <a:pt x="12260" y="25387"/>
                  <a:pt x="12309" y="25369"/>
                  <a:pt x="12375" y="25347"/>
                </a:cubicBezTo>
                <a:cubicBezTo>
                  <a:pt x="12687" y="25269"/>
                  <a:pt x="12999" y="25139"/>
                  <a:pt x="13324" y="25139"/>
                </a:cubicBezTo>
                <a:cubicBezTo>
                  <a:pt x="13468" y="25139"/>
                  <a:pt x="13454" y="25152"/>
                  <a:pt x="13494" y="25282"/>
                </a:cubicBezTo>
                <a:cubicBezTo>
                  <a:pt x="13520" y="25347"/>
                  <a:pt x="13572" y="25399"/>
                  <a:pt x="13624" y="25451"/>
                </a:cubicBezTo>
                <a:cubicBezTo>
                  <a:pt x="13532" y="25504"/>
                  <a:pt x="13442" y="25542"/>
                  <a:pt x="13350" y="25568"/>
                </a:cubicBezTo>
                <a:cubicBezTo>
                  <a:pt x="13168" y="25634"/>
                  <a:pt x="13012" y="25698"/>
                  <a:pt x="12843" y="25802"/>
                </a:cubicBezTo>
                <a:cubicBezTo>
                  <a:pt x="12544" y="25984"/>
                  <a:pt x="12335" y="26297"/>
                  <a:pt x="12037" y="26492"/>
                </a:cubicBezTo>
                <a:cubicBezTo>
                  <a:pt x="11906" y="26571"/>
                  <a:pt x="11789" y="26623"/>
                  <a:pt x="11672" y="26739"/>
                </a:cubicBezTo>
                <a:cubicBezTo>
                  <a:pt x="11568" y="26831"/>
                  <a:pt x="11451" y="26909"/>
                  <a:pt x="11334" y="26973"/>
                </a:cubicBezTo>
                <a:cubicBezTo>
                  <a:pt x="11230" y="27039"/>
                  <a:pt x="11112" y="27091"/>
                  <a:pt x="11022" y="27156"/>
                </a:cubicBezTo>
                <a:cubicBezTo>
                  <a:pt x="10892" y="27247"/>
                  <a:pt x="10787" y="27390"/>
                  <a:pt x="10631" y="27429"/>
                </a:cubicBezTo>
                <a:cubicBezTo>
                  <a:pt x="10618" y="27377"/>
                  <a:pt x="10683" y="27325"/>
                  <a:pt x="10709" y="27273"/>
                </a:cubicBezTo>
                <a:cubicBezTo>
                  <a:pt x="10800" y="27143"/>
                  <a:pt x="10904" y="27013"/>
                  <a:pt x="10996" y="26869"/>
                </a:cubicBezTo>
                <a:cubicBezTo>
                  <a:pt x="11100" y="26701"/>
                  <a:pt x="11138" y="26505"/>
                  <a:pt x="11216" y="26310"/>
                </a:cubicBezTo>
                <a:cubicBezTo>
                  <a:pt x="11282" y="26128"/>
                  <a:pt x="11372" y="25958"/>
                  <a:pt x="11451" y="25776"/>
                </a:cubicBezTo>
                <a:cubicBezTo>
                  <a:pt x="11607" y="25451"/>
                  <a:pt x="11737" y="25100"/>
                  <a:pt x="11841" y="24749"/>
                </a:cubicBezTo>
                <a:close/>
                <a:moveTo>
                  <a:pt x="3017" y="19607"/>
                </a:moveTo>
                <a:cubicBezTo>
                  <a:pt x="3026" y="19607"/>
                  <a:pt x="3035" y="19607"/>
                  <a:pt x="3045" y="19609"/>
                </a:cubicBezTo>
                <a:cubicBezTo>
                  <a:pt x="3110" y="19622"/>
                  <a:pt x="3162" y="19648"/>
                  <a:pt x="3227" y="19661"/>
                </a:cubicBezTo>
                <a:cubicBezTo>
                  <a:pt x="3254" y="19666"/>
                  <a:pt x="3283" y="19668"/>
                  <a:pt x="3311" y="19668"/>
                </a:cubicBezTo>
                <a:cubicBezTo>
                  <a:pt x="3389" y="19668"/>
                  <a:pt x="3471" y="19653"/>
                  <a:pt x="3553" y="19653"/>
                </a:cubicBezTo>
                <a:cubicBezTo>
                  <a:pt x="3583" y="19653"/>
                  <a:pt x="3613" y="19655"/>
                  <a:pt x="3643" y="19661"/>
                </a:cubicBezTo>
                <a:cubicBezTo>
                  <a:pt x="3826" y="19687"/>
                  <a:pt x="3904" y="19830"/>
                  <a:pt x="4060" y="19908"/>
                </a:cubicBezTo>
                <a:cubicBezTo>
                  <a:pt x="4203" y="19973"/>
                  <a:pt x="4398" y="19973"/>
                  <a:pt x="4542" y="20051"/>
                </a:cubicBezTo>
                <a:cubicBezTo>
                  <a:pt x="4684" y="20129"/>
                  <a:pt x="4672" y="20325"/>
                  <a:pt x="4762" y="20467"/>
                </a:cubicBezTo>
                <a:cubicBezTo>
                  <a:pt x="4840" y="20598"/>
                  <a:pt x="4997" y="20598"/>
                  <a:pt x="5140" y="20624"/>
                </a:cubicBezTo>
                <a:cubicBezTo>
                  <a:pt x="5283" y="20663"/>
                  <a:pt x="5517" y="20676"/>
                  <a:pt x="5635" y="20793"/>
                </a:cubicBezTo>
                <a:cubicBezTo>
                  <a:pt x="5713" y="20884"/>
                  <a:pt x="5673" y="21066"/>
                  <a:pt x="5687" y="21184"/>
                </a:cubicBezTo>
                <a:cubicBezTo>
                  <a:pt x="5687" y="21288"/>
                  <a:pt x="5647" y="21418"/>
                  <a:pt x="5725" y="21482"/>
                </a:cubicBezTo>
                <a:cubicBezTo>
                  <a:pt x="5817" y="21574"/>
                  <a:pt x="5933" y="21534"/>
                  <a:pt x="5973" y="21664"/>
                </a:cubicBezTo>
                <a:cubicBezTo>
                  <a:pt x="5999" y="21743"/>
                  <a:pt x="5973" y="21860"/>
                  <a:pt x="5933" y="21925"/>
                </a:cubicBezTo>
                <a:cubicBezTo>
                  <a:pt x="5855" y="22068"/>
                  <a:pt x="5829" y="22094"/>
                  <a:pt x="5829" y="22263"/>
                </a:cubicBezTo>
                <a:cubicBezTo>
                  <a:pt x="5829" y="22409"/>
                  <a:pt x="5818" y="22499"/>
                  <a:pt x="5955" y="22499"/>
                </a:cubicBezTo>
                <a:cubicBezTo>
                  <a:pt x="5964" y="22499"/>
                  <a:pt x="5975" y="22498"/>
                  <a:pt x="5985" y="22497"/>
                </a:cubicBezTo>
                <a:cubicBezTo>
                  <a:pt x="6104" y="22497"/>
                  <a:pt x="6212" y="22444"/>
                  <a:pt x="6339" y="22444"/>
                </a:cubicBezTo>
                <a:cubicBezTo>
                  <a:pt x="6351" y="22444"/>
                  <a:pt x="6363" y="22444"/>
                  <a:pt x="6376" y="22445"/>
                </a:cubicBezTo>
                <a:cubicBezTo>
                  <a:pt x="6480" y="22459"/>
                  <a:pt x="6650" y="22497"/>
                  <a:pt x="6702" y="22601"/>
                </a:cubicBezTo>
                <a:cubicBezTo>
                  <a:pt x="6754" y="22719"/>
                  <a:pt x="6754" y="22849"/>
                  <a:pt x="6858" y="22953"/>
                </a:cubicBezTo>
                <a:cubicBezTo>
                  <a:pt x="6870" y="22979"/>
                  <a:pt x="6884" y="22992"/>
                  <a:pt x="6896" y="22992"/>
                </a:cubicBezTo>
                <a:cubicBezTo>
                  <a:pt x="6728" y="23318"/>
                  <a:pt x="6572" y="23642"/>
                  <a:pt x="6415" y="23968"/>
                </a:cubicBezTo>
                <a:cubicBezTo>
                  <a:pt x="6350" y="24111"/>
                  <a:pt x="6298" y="24254"/>
                  <a:pt x="6246" y="24397"/>
                </a:cubicBezTo>
                <a:cubicBezTo>
                  <a:pt x="6168" y="24593"/>
                  <a:pt x="6038" y="24749"/>
                  <a:pt x="5933" y="24931"/>
                </a:cubicBezTo>
                <a:cubicBezTo>
                  <a:pt x="5777" y="25178"/>
                  <a:pt x="5621" y="25386"/>
                  <a:pt x="5427" y="25620"/>
                </a:cubicBezTo>
                <a:cubicBezTo>
                  <a:pt x="4971" y="26154"/>
                  <a:pt x="4594" y="26739"/>
                  <a:pt x="4177" y="27312"/>
                </a:cubicBezTo>
                <a:cubicBezTo>
                  <a:pt x="4034" y="27494"/>
                  <a:pt x="3943" y="27702"/>
                  <a:pt x="3813" y="27884"/>
                </a:cubicBezTo>
                <a:cubicBezTo>
                  <a:pt x="3643" y="28118"/>
                  <a:pt x="3461" y="28340"/>
                  <a:pt x="3319" y="28600"/>
                </a:cubicBezTo>
                <a:cubicBezTo>
                  <a:pt x="3175" y="28821"/>
                  <a:pt x="3019" y="28991"/>
                  <a:pt x="2850" y="29199"/>
                </a:cubicBezTo>
                <a:cubicBezTo>
                  <a:pt x="2706" y="29368"/>
                  <a:pt x="2602" y="29576"/>
                  <a:pt x="2460" y="29745"/>
                </a:cubicBezTo>
                <a:cubicBezTo>
                  <a:pt x="2394" y="29810"/>
                  <a:pt x="2330" y="29888"/>
                  <a:pt x="2264" y="29954"/>
                </a:cubicBezTo>
                <a:cubicBezTo>
                  <a:pt x="2252" y="29667"/>
                  <a:pt x="2264" y="29381"/>
                  <a:pt x="2304" y="29107"/>
                </a:cubicBezTo>
                <a:lnTo>
                  <a:pt x="2304" y="29107"/>
                </a:lnTo>
                <a:cubicBezTo>
                  <a:pt x="2069" y="29589"/>
                  <a:pt x="1887" y="30096"/>
                  <a:pt x="1783" y="30617"/>
                </a:cubicBezTo>
                <a:cubicBezTo>
                  <a:pt x="1705" y="30734"/>
                  <a:pt x="1627" y="30864"/>
                  <a:pt x="1549" y="30981"/>
                </a:cubicBezTo>
                <a:cubicBezTo>
                  <a:pt x="1393" y="31241"/>
                  <a:pt x="1289" y="31541"/>
                  <a:pt x="1159" y="31814"/>
                </a:cubicBezTo>
                <a:cubicBezTo>
                  <a:pt x="1067" y="31788"/>
                  <a:pt x="976" y="31762"/>
                  <a:pt x="885" y="31749"/>
                </a:cubicBezTo>
                <a:cubicBezTo>
                  <a:pt x="924" y="31177"/>
                  <a:pt x="937" y="30630"/>
                  <a:pt x="937" y="30058"/>
                </a:cubicBezTo>
                <a:cubicBezTo>
                  <a:pt x="937" y="29836"/>
                  <a:pt x="924" y="29615"/>
                  <a:pt x="937" y="29394"/>
                </a:cubicBezTo>
                <a:cubicBezTo>
                  <a:pt x="950" y="29225"/>
                  <a:pt x="1002" y="29055"/>
                  <a:pt x="1028" y="28887"/>
                </a:cubicBezTo>
                <a:cubicBezTo>
                  <a:pt x="1107" y="28470"/>
                  <a:pt x="1133" y="28028"/>
                  <a:pt x="1171" y="27611"/>
                </a:cubicBezTo>
                <a:cubicBezTo>
                  <a:pt x="1223" y="26843"/>
                  <a:pt x="1185" y="26063"/>
                  <a:pt x="1185" y="25295"/>
                </a:cubicBezTo>
                <a:cubicBezTo>
                  <a:pt x="1185" y="24891"/>
                  <a:pt x="1159" y="24475"/>
                  <a:pt x="1185" y="24059"/>
                </a:cubicBezTo>
                <a:cubicBezTo>
                  <a:pt x="1211" y="23824"/>
                  <a:pt x="1237" y="23590"/>
                  <a:pt x="1249" y="23356"/>
                </a:cubicBezTo>
                <a:cubicBezTo>
                  <a:pt x="1263" y="23292"/>
                  <a:pt x="1263" y="23239"/>
                  <a:pt x="1263" y="23174"/>
                </a:cubicBezTo>
                <a:lnTo>
                  <a:pt x="1289" y="23174"/>
                </a:lnTo>
                <a:cubicBezTo>
                  <a:pt x="1405" y="23187"/>
                  <a:pt x="1419" y="23174"/>
                  <a:pt x="1457" y="23292"/>
                </a:cubicBezTo>
                <a:cubicBezTo>
                  <a:pt x="1523" y="23474"/>
                  <a:pt x="1549" y="23682"/>
                  <a:pt x="1601" y="23864"/>
                </a:cubicBezTo>
                <a:cubicBezTo>
                  <a:pt x="1640" y="23968"/>
                  <a:pt x="1666" y="24085"/>
                  <a:pt x="1783" y="24111"/>
                </a:cubicBezTo>
                <a:cubicBezTo>
                  <a:pt x="1803" y="24116"/>
                  <a:pt x="1822" y="24118"/>
                  <a:pt x="1841" y="24118"/>
                </a:cubicBezTo>
                <a:cubicBezTo>
                  <a:pt x="1940" y="24118"/>
                  <a:pt x="2040" y="24060"/>
                  <a:pt x="2139" y="24060"/>
                </a:cubicBezTo>
                <a:cubicBezTo>
                  <a:pt x="2163" y="24060"/>
                  <a:pt x="2188" y="24063"/>
                  <a:pt x="2212" y="24072"/>
                </a:cubicBezTo>
                <a:cubicBezTo>
                  <a:pt x="2316" y="24098"/>
                  <a:pt x="2394" y="24228"/>
                  <a:pt x="2460" y="24319"/>
                </a:cubicBezTo>
                <a:cubicBezTo>
                  <a:pt x="2517" y="24411"/>
                  <a:pt x="2708" y="24658"/>
                  <a:pt x="2877" y="24658"/>
                </a:cubicBezTo>
                <a:cubicBezTo>
                  <a:pt x="2899" y="24658"/>
                  <a:pt x="2920" y="24654"/>
                  <a:pt x="2941" y="24645"/>
                </a:cubicBezTo>
                <a:cubicBezTo>
                  <a:pt x="2928" y="24593"/>
                  <a:pt x="2785" y="24515"/>
                  <a:pt x="2746" y="24501"/>
                </a:cubicBezTo>
                <a:cubicBezTo>
                  <a:pt x="2844" y="24501"/>
                  <a:pt x="2964" y="24524"/>
                  <a:pt x="3067" y="24524"/>
                </a:cubicBezTo>
                <a:cubicBezTo>
                  <a:pt x="3101" y="24524"/>
                  <a:pt x="3133" y="24521"/>
                  <a:pt x="3162" y="24515"/>
                </a:cubicBezTo>
                <a:cubicBezTo>
                  <a:pt x="3279" y="24489"/>
                  <a:pt x="3319" y="24319"/>
                  <a:pt x="3331" y="24215"/>
                </a:cubicBezTo>
                <a:cubicBezTo>
                  <a:pt x="3357" y="24033"/>
                  <a:pt x="3357" y="23772"/>
                  <a:pt x="3279" y="23616"/>
                </a:cubicBezTo>
                <a:cubicBezTo>
                  <a:pt x="3227" y="23500"/>
                  <a:pt x="3175" y="23382"/>
                  <a:pt x="3110" y="23278"/>
                </a:cubicBezTo>
                <a:cubicBezTo>
                  <a:pt x="3071" y="23187"/>
                  <a:pt x="3006" y="23135"/>
                  <a:pt x="2993" y="23031"/>
                </a:cubicBezTo>
                <a:cubicBezTo>
                  <a:pt x="2980" y="22992"/>
                  <a:pt x="3006" y="22940"/>
                  <a:pt x="2980" y="22901"/>
                </a:cubicBezTo>
                <a:cubicBezTo>
                  <a:pt x="2954" y="22862"/>
                  <a:pt x="2876" y="22849"/>
                  <a:pt x="2850" y="22784"/>
                </a:cubicBezTo>
                <a:cubicBezTo>
                  <a:pt x="2811" y="22705"/>
                  <a:pt x="2863" y="22575"/>
                  <a:pt x="2850" y="22497"/>
                </a:cubicBezTo>
                <a:cubicBezTo>
                  <a:pt x="2824" y="22289"/>
                  <a:pt x="2538" y="22341"/>
                  <a:pt x="2382" y="22289"/>
                </a:cubicBezTo>
                <a:cubicBezTo>
                  <a:pt x="2082" y="22159"/>
                  <a:pt x="2200" y="21808"/>
                  <a:pt x="2316" y="21574"/>
                </a:cubicBezTo>
                <a:cubicBezTo>
                  <a:pt x="2342" y="21522"/>
                  <a:pt x="2368" y="21482"/>
                  <a:pt x="2394" y="21430"/>
                </a:cubicBezTo>
                <a:cubicBezTo>
                  <a:pt x="2420" y="21326"/>
                  <a:pt x="2460" y="21262"/>
                  <a:pt x="2498" y="21170"/>
                </a:cubicBezTo>
                <a:cubicBezTo>
                  <a:pt x="2564" y="21053"/>
                  <a:pt x="2498" y="20949"/>
                  <a:pt x="2498" y="20793"/>
                </a:cubicBezTo>
                <a:cubicBezTo>
                  <a:pt x="2498" y="20493"/>
                  <a:pt x="2512" y="20233"/>
                  <a:pt x="2654" y="19947"/>
                </a:cubicBezTo>
                <a:cubicBezTo>
                  <a:pt x="2728" y="19824"/>
                  <a:pt x="2849" y="19607"/>
                  <a:pt x="3017" y="19607"/>
                </a:cubicBezTo>
                <a:close/>
                <a:moveTo>
                  <a:pt x="8810" y="22055"/>
                </a:moveTo>
                <a:cubicBezTo>
                  <a:pt x="8992" y="22068"/>
                  <a:pt x="9212" y="22029"/>
                  <a:pt x="9252" y="22251"/>
                </a:cubicBezTo>
                <a:cubicBezTo>
                  <a:pt x="9278" y="22381"/>
                  <a:pt x="9265" y="22485"/>
                  <a:pt x="9356" y="22601"/>
                </a:cubicBezTo>
                <a:cubicBezTo>
                  <a:pt x="9473" y="22758"/>
                  <a:pt x="9681" y="22731"/>
                  <a:pt x="9799" y="22901"/>
                </a:cubicBezTo>
                <a:cubicBezTo>
                  <a:pt x="9851" y="22992"/>
                  <a:pt x="9877" y="23109"/>
                  <a:pt x="9889" y="23213"/>
                </a:cubicBezTo>
                <a:cubicBezTo>
                  <a:pt x="9940" y="23188"/>
                  <a:pt x="10015" y="23176"/>
                  <a:pt x="10096" y="23176"/>
                </a:cubicBezTo>
                <a:cubicBezTo>
                  <a:pt x="10264" y="23176"/>
                  <a:pt x="10461" y="23226"/>
                  <a:pt x="10540" y="23304"/>
                </a:cubicBezTo>
                <a:cubicBezTo>
                  <a:pt x="10605" y="23382"/>
                  <a:pt x="10657" y="23538"/>
                  <a:pt x="10696" y="23630"/>
                </a:cubicBezTo>
                <a:cubicBezTo>
                  <a:pt x="10774" y="23786"/>
                  <a:pt x="10774" y="23968"/>
                  <a:pt x="10839" y="24137"/>
                </a:cubicBezTo>
                <a:cubicBezTo>
                  <a:pt x="10892" y="24280"/>
                  <a:pt x="10930" y="24411"/>
                  <a:pt x="10996" y="24501"/>
                </a:cubicBezTo>
                <a:cubicBezTo>
                  <a:pt x="10982" y="24541"/>
                  <a:pt x="10982" y="24567"/>
                  <a:pt x="10970" y="24605"/>
                </a:cubicBezTo>
                <a:cubicBezTo>
                  <a:pt x="10930" y="24671"/>
                  <a:pt x="10892" y="24735"/>
                  <a:pt x="10865" y="24813"/>
                </a:cubicBezTo>
                <a:cubicBezTo>
                  <a:pt x="10826" y="24891"/>
                  <a:pt x="10826" y="24957"/>
                  <a:pt x="10813" y="25048"/>
                </a:cubicBezTo>
                <a:cubicBezTo>
                  <a:pt x="10774" y="25178"/>
                  <a:pt x="10670" y="25308"/>
                  <a:pt x="10618" y="25438"/>
                </a:cubicBezTo>
                <a:cubicBezTo>
                  <a:pt x="10566" y="25582"/>
                  <a:pt x="10514" y="25738"/>
                  <a:pt x="10462" y="25880"/>
                </a:cubicBezTo>
                <a:cubicBezTo>
                  <a:pt x="10397" y="26024"/>
                  <a:pt x="10384" y="26193"/>
                  <a:pt x="10319" y="26349"/>
                </a:cubicBezTo>
                <a:cubicBezTo>
                  <a:pt x="10241" y="26531"/>
                  <a:pt x="10071" y="26701"/>
                  <a:pt x="9967" y="26869"/>
                </a:cubicBezTo>
                <a:cubicBezTo>
                  <a:pt x="9825" y="27103"/>
                  <a:pt x="9655" y="27312"/>
                  <a:pt x="9499" y="27533"/>
                </a:cubicBezTo>
                <a:cubicBezTo>
                  <a:pt x="9330" y="27768"/>
                  <a:pt x="9186" y="28002"/>
                  <a:pt x="8978" y="28197"/>
                </a:cubicBezTo>
                <a:cubicBezTo>
                  <a:pt x="8796" y="28366"/>
                  <a:pt x="8692" y="28496"/>
                  <a:pt x="8536" y="28691"/>
                </a:cubicBezTo>
                <a:cubicBezTo>
                  <a:pt x="8406" y="28873"/>
                  <a:pt x="8250" y="28977"/>
                  <a:pt x="8055" y="29107"/>
                </a:cubicBezTo>
                <a:cubicBezTo>
                  <a:pt x="7885" y="29211"/>
                  <a:pt x="7729" y="29316"/>
                  <a:pt x="7586" y="29446"/>
                </a:cubicBezTo>
                <a:cubicBezTo>
                  <a:pt x="7469" y="29563"/>
                  <a:pt x="7300" y="29641"/>
                  <a:pt x="7183" y="29771"/>
                </a:cubicBezTo>
                <a:cubicBezTo>
                  <a:pt x="7092" y="29862"/>
                  <a:pt x="7040" y="29992"/>
                  <a:pt x="6962" y="30096"/>
                </a:cubicBezTo>
                <a:cubicBezTo>
                  <a:pt x="6832" y="30240"/>
                  <a:pt x="6702" y="30370"/>
                  <a:pt x="6584" y="30526"/>
                </a:cubicBezTo>
                <a:cubicBezTo>
                  <a:pt x="6389" y="30773"/>
                  <a:pt x="6142" y="31007"/>
                  <a:pt x="5881" y="31203"/>
                </a:cubicBezTo>
                <a:lnTo>
                  <a:pt x="6520" y="29876"/>
                </a:lnTo>
                <a:lnTo>
                  <a:pt x="6520" y="29876"/>
                </a:lnTo>
                <a:lnTo>
                  <a:pt x="4216" y="32178"/>
                </a:lnTo>
                <a:cubicBezTo>
                  <a:pt x="4151" y="32192"/>
                  <a:pt x="4086" y="32204"/>
                  <a:pt x="4034" y="32218"/>
                </a:cubicBezTo>
                <a:lnTo>
                  <a:pt x="4932" y="29329"/>
                </a:lnTo>
                <a:lnTo>
                  <a:pt x="4932" y="29329"/>
                </a:lnTo>
                <a:cubicBezTo>
                  <a:pt x="4268" y="30304"/>
                  <a:pt x="3683" y="31333"/>
                  <a:pt x="3201" y="32412"/>
                </a:cubicBezTo>
                <a:cubicBezTo>
                  <a:pt x="3214" y="31918"/>
                  <a:pt x="3267" y="31411"/>
                  <a:pt x="3331" y="30917"/>
                </a:cubicBezTo>
                <a:cubicBezTo>
                  <a:pt x="3435" y="30708"/>
                  <a:pt x="3539" y="30487"/>
                  <a:pt x="3631" y="30266"/>
                </a:cubicBezTo>
                <a:cubicBezTo>
                  <a:pt x="3917" y="29602"/>
                  <a:pt x="4307" y="28913"/>
                  <a:pt x="4788" y="28366"/>
                </a:cubicBezTo>
                <a:cubicBezTo>
                  <a:pt x="4945" y="28184"/>
                  <a:pt x="5127" y="28028"/>
                  <a:pt x="5270" y="27832"/>
                </a:cubicBezTo>
                <a:cubicBezTo>
                  <a:pt x="5531" y="27520"/>
                  <a:pt x="5699" y="27143"/>
                  <a:pt x="5933" y="26817"/>
                </a:cubicBezTo>
                <a:cubicBezTo>
                  <a:pt x="6168" y="26479"/>
                  <a:pt x="6376" y="26115"/>
                  <a:pt x="6598" y="25776"/>
                </a:cubicBezTo>
                <a:cubicBezTo>
                  <a:pt x="6754" y="25542"/>
                  <a:pt x="6896" y="25308"/>
                  <a:pt x="7014" y="25074"/>
                </a:cubicBezTo>
                <a:cubicBezTo>
                  <a:pt x="7274" y="24553"/>
                  <a:pt x="7391" y="23994"/>
                  <a:pt x="7639" y="23474"/>
                </a:cubicBezTo>
                <a:cubicBezTo>
                  <a:pt x="7755" y="23213"/>
                  <a:pt x="7833" y="22940"/>
                  <a:pt x="7899" y="22653"/>
                </a:cubicBezTo>
                <a:cubicBezTo>
                  <a:pt x="7906" y="22654"/>
                  <a:pt x="7913" y="22655"/>
                  <a:pt x="7920" y="22655"/>
                </a:cubicBezTo>
                <a:cubicBezTo>
                  <a:pt x="8029" y="22655"/>
                  <a:pt x="8138" y="22560"/>
                  <a:pt x="8224" y="22511"/>
                </a:cubicBezTo>
                <a:cubicBezTo>
                  <a:pt x="8354" y="22445"/>
                  <a:pt x="8445" y="22407"/>
                  <a:pt x="8510" y="22277"/>
                </a:cubicBezTo>
                <a:cubicBezTo>
                  <a:pt x="8601" y="22133"/>
                  <a:pt x="8627" y="22055"/>
                  <a:pt x="8810" y="22055"/>
                </a:cubicBezTo>
                <a:close/>
                <a:moveTo>
                  <a:pt x="62353" y="40376"/>
                </a:moveTo>
                <a:cubicBezTo>
                  <a:pt x="62419" y="40376"/>
                  <a:pt x="62483" y="40389"/>
                  <a:pt x="62497" y="40428"/>
                </a:cubicBezTo>
                <a:cubicBezTo>
                  <a:pt x="62497" y="40441"/>
                  <a:pt x="62483" y="40454"/>
                  <a:pt x="62471" y="40480"/>
                </a:cubicBezTo>
                <a:cubicBezTo>
                  <a:pt x="62457" y="40480"/>
                  <a:pt x="62445" y="40480"/>
                  <a:pt x="62431" y="40467"/>
                </a:cubicBezTo>
                <a:cubicBezTo>
                  <a:pt x="62405" y="40454"/>
                  <a:pt x="62367" y="40415"/>
                  <a:pt x="62353" y="40376"/>
                </a:cubicBezTo>
                <a:close/>
                <a:moveTo>
                  <a:pt x="30136" y="23578"/>
                </a:moveTo>
                <a:cubicBezTo>
                  <a:pt x="30292" y="23929"/>
                  <a:pt x="30552" y="24280"/>
                  <a:pt x="30864" y="24541"/>
                </a:cubicBezTo>
                <a:cubicBezTo>
                  <a:pt x="30540" y="24865"/>
                  <a:pt x="30253" y="25230"/>
                  <a:pt x="30019" y="25620"/>
                </a:cubicBezTo>
                <a:cubicBezTo>
                  <a:pt x="29329" y="26727"/>
                  <a:pt x="28991" y="28040"/>
                  <a:pt x="29056" y="29342"/>
                </a:cubicBezTo>
                <a:cubicBezTo>
                  <a:pt x="29173" y="29498"/>
                  <a:pt x="29316" y="29693"/>
                  <a:pt x="29433" y="29850"/>
                </a:cubicBezTo>
                <a:cubicBezTo>
                  <a:pt x="29368" y="29667"/>
                  <a:pt x="29277" y="29381"/>
                  <a:pt x="29225" y="29199"/>
                </a:cubicBezTo>
                <a:lnTo>
                  <a:pt x="29225" y="29199"/>
                </a:lnTo>
                <a:cubicBezTo>
                  <a:pt x="29381" y="29394"/>
                  <a:pt x="29563" y="29576"/>
                  <a:pt x="29719" y="29758"/>
                </a:cubicBezTo>
                <a:cubicBezTo>
                  <a:pt x="29603" y="29446"/>
                  <a:pt x="29433" y="29029"/>
                  <a:pt x="29316" y="28717"/>
                </a:cubicBezTo>
                <a:lnTo>
                  <a:pt x="29316" y="28717"/>
                </a:lnTo>
                <a:cubicBezTo>
                  <a:pt x="29473" y="29055"/>
                  <a:pt x="29733" y="29316"/>
                  <a:pt x="30084" y="29472"/>
                </a:cubicBezTo>
                <a:cubicBezTo>
                  <a:pt x="29837" y="29290"/>
                  <a:pt x="29629" y="29043"/>
                  <a:pt x="29473" y="28769"/>
                </a:cubicBezTo>
                <a:lnTo>
                  <a:pt x="29473" y="28769"/>
                </a:lnTo>
                <a:cubicBezTo>
                  <a:pt x="29655" y="28899"/>
                  <a:pt x="29837" y="29043"/>
                  <a:pt x="30019" y="29173"/>
                </a:cubicBezTo>
                <a:cubicBezTo>
                  <a:pt x="29797" y="29003"/>
                  <a:pt x="29615" y="28769"/>
                  <a:pt x="29499" y="28509"/>
                </a:cubicBezTo>
                <a:lnTo>
                  <a:pt x="29499" y="28509"/>
                </a:lnTo>
                <a:cubicBezTo>
                  <a:pt x="29733" y="28743"/>
                  <a:pt x="30006" y="28925"/>
                  <a:pt x="30318" y="29043"/>
                </a:cubicBezTo>
                <a:cubicBezTo>
                  <a:pt x="29953" y="28887"/>
                  <a:pt x="29667" y="28574"/>
                  <a:pt x="29537" y="28210"/>
                </a:cubicBezTo>
                <a:lnTo>
                  <a:pt x="29537" y="28210"/>
                </a:lnTo>
                <a:cubicBezTo>
                  <a:pt x="29667" y="28327"/>
                  <a:pt x="29759" y="28379"/>
                  <a:pt x="29889" y="28496"/>
                </a:cubicBezTo>
                <a:cubicBezTo>
                  <a:pt x="29759" y="28340"/>
                  <a:pt x="29667" y="28158"/>
                  <a:pt x="29615" y="27976"/>
                </a:cubicBezTo>
                <a:lnTo>
                  <a:pt x="29615" y="27976"/>
                </a:lnTo>
                <a:cubicBezTo>
                  <a:pt x="29875" y="28236"/>
                  <a:pt x="30149" y="28431"/>
                  <a:pt x="30474" y="28600"/>
                </a:cubicBezTo>
                <a:cubicBezTo>
                  <a:pt x="30227" y="28366"/>
                  <a:pt x="30006" y="28080"/>
                  <a:pt x="29849" y="27768"/>
                </a:cubicBezTo>
                <a:lnTo>
                  <a:pt x="29849" y="27768"/>
                </a:lnTo>
                <a:cubicBezTo>
                  <a:pt x="29980" y="27910"/>
                  <a:pt x="30110" y="28028"/>
                  <a:pt x="30253" y="28170"/>
                </a:cubicBezTo>
                <a:cubicBezTo>
                  <a:pt x="30123" y="28014"/>
                  <a:pt x="30006" y="27832"/>
                  <a:pt x="29901" y="27638"/>
                </a:cubicBezTo>
                <a:lnTo>
                  <a:pt x="29901" y="27638"/>
                </a:lnTo>
                <a:cubicBezTo>
                  <a:pt x="30071" y="27858"/>
                  <a:pt x="30279" y="28028"/>
                  <a:pt x="30514" y="28170"/>
                </a:cubicBezTo>
                <a:cubicBezTo>
                  <a:pt x="30292" y="27924"/>
                  <a:pt x="30149" y="27611"/>
                  <a:pt x="30084" y="27286"/>
                </a:cubicBezTo>
                <a:lnTo>
                  <a:pt x="30084" y="27286"/>
                </a:lnTo>
                <a:cubicBezTo>
                  <a:pt x="30214" y="27442"/>
                  <a:pt x="30370" y="27572"/>
                  <a:pt x="30526" y="27690"/>
                </a:cubicBezTo>
                <a:cubicBezTo>
                  <a:pt x="30370" y="27559"/>
                  <a:pt x="30266" y="27377"/>
                  <a:pt x="30227" y="27169"/>
                </a:cubicBezTo>
                <a:lnTo>
                  <a:pt x="30227" y="27169"/>
                </a:lnTo>
                <a:cubicBezTo>
                  <a:pt x="30370" y="27325"/>
                  <a:pt x="30540" y="27455"/>
                  <a:pt x="30708" y="27559"/>
                </a:cubicBezTo>
                <a:cubicBezTo>
                  <a:pt x="30500" y="27351"/>
                  <a:pt x="30344" y="27091"/>
                  <a:pt x="30227" y="26817"/>
                </a:cubicBezTo>
                <a:lnTo>
                  <a:pt x="30227" y="26817"/>
                </a:lnTo>
                <a:cubicBezTo>
                  <a:pt x="30526" y="27025"/>
                  <a:pt x="30812" y="27208"/>
                  <a:pt x="31112" y="27416"/>
                </a:cubicBezTo>
                <a:cubicBezTo>
                  <a:pt x="30812" y="27143"/>
                  <a:pt x="30592" y="26805"/>
                  <a:pt x="30448" y="26427"/>
                </a:cubicBezTo>
                <a:lnTo>
                  <a:pt x="30448" y="26427"/>
                </a:lnTo>
                <a:cubicBezTo>
                  <a:pt x="30656" y="26597"/>
                  <a:pt x="30864" y="26779"/>
                  <a:pt x="31073" y="26961"/>
                </a:cubicBezTo>
                <a:cubicBezTo>
                  <a:pt x="30916" y="26779"/>
                  <a:pt x="30800" y="26557"/>
                  <a:pt x="30708" y="26336"/>
                </a:cubicBezTo>
                <a:lnTo>
                  <a:pt x="30708" y="26336"/>
                </a:lnTo>
                <a:cubicBezTo>
                  <a:pt x="30904" y="26545"/>
                  <a:pt x="31125" y="26713"/>
                  <a:pt x="31372" y="26843"/>
                </a:cubicBezTo>
                <a:cubicBezTo>
                  <a:pt x="31177" y="26597"/>
                  <a:pt x="30916" y="26297"/>
                  <a:pt x="30722" y="26050"/>
                </a:cubicBezTo>
                <a:lnTo>
                  <a:pt x="30722" y="26050"/>
                </a:lnTo>
                <a:cubicBezTo>
                  <a:pt x="30890" y="26167"/>
                  <a:pt x="31073" y="26284"/>
                  <a:pt x="31242" y="26401"/>
                </a:cubicBezTo>
                <a:cubicBezTo>
                  <a:pt x="31086" y="26219"/>
                  <a:pt x="31008" y="26063"/>
                  <a:pt x="30904" y="25842"/>
                </a:cubicBezTo>
                <a:lnTo>
                  <a:pt x="30904" y="25842"/>
                </a:lnTo>
                <a:cubicBezTo>
                  <a:pt x="31151" y="26128"/>
                  <a:pt x="31476" y="26336"/>
                  <a:pt x="31841" y="26453"/>
                </a:cubicBezTo>
                <a:cubicBezTo>
                  <a:pt x="31489" y="26297"/>
                  <a:pt x="31229" y="25998"/>
                  <a:pt x="31008" y="25672"/>
                </a:cubicBezTo>
                <a:lnTo>
                  <a:pt x="31008" y="25672"/>
                </a:lnTo>
                <a:cubicBezTo>
                  <a:pt x="31333" y="25958"/>
                  <a:pt x="31723" y="26167"/>
                  <a:pt x="32139" y="26284"/>
                </a:cubicBezTo>
                <a:cubicBezTo>
                  <a:pt x="31801" y="26089"/>
                  <a:pt x="31476" y="25842"/>
                  <a:pt x="31203" y="25556"/>
                </a:cubicBezTo>
                <a:lnTo>
                  <a:pt x="31203" y="25556"/>
                </a:lnTo>
                <a:cubicBezTo>
                  <a:pt x="31398" y="25698"/>
                  <a:pt x="31607" y="25816"/>
                  <a:pt x="31827" y="25894"/>
                </a:cubicBezTo>
                <a:cubicBezTo>
                  <a:pt x="31659" y="25724"/>
                  <a:pt x="31450" y="25516"/>
                  <a:pt x="31281" y="25360"/>
                </a:cubicBezTo>
                <a:lnTo>
                  <a:pt x="31281" y="25360"/>
                </a:lnTo>
                <a:cubicBezTo>
                  <a:pt x="31619" y="25660"/>
                  <a:pt x="32127" y="25894"/>
                  <a:pt x="32582" y="25946"/>
                </a:cubicBezTo>
                <a:cubicBezTo>
                  <a:pt x="32101" y="25776"/>
                  <a:pt x="31685" y="25438"/>
                  <a:pt x="31437" y="24996"/>
                </a:cubicBezTo>
                <a:lnTo>
                  <a:pt x="31437" y="24996"/>
                </a:lnTo>
                <a:cubicBezTo>
                  <a:pt x="31619" y="25204"/>
                  <a:pt x="31931" y="25386"/>
                  <a:pt x="32205" y="25451"/>
                </a:cubicBezTo>
                <a:cubicBezTo>
                  <a:pt x="32035" y="25334"/>
                  <a:pt x="31879" y="25178"/>
                  <a:pt x="31749" y="25009"/>
                </a:cubicBezTo>
                <a:lnTo>
                  <a:pt x="31749" y="25009"/>
                </a:lnTo>
                <a:cubicBezTo>
                  <a:pt x="31983" y="25191"/>
                  <a:pt x="32231" y="25308"/>
                  <a:pt x="32517" y="25386"/>
                </a:cubicBezTo>
                <a:lnTo>
                  <a:pt x="32517" y="25386"/>
                </a:lnTo>
                <a:cubicBezTo>
                  <a:pt x="32075" y="25217"/>
                  <a:pt x="31723" y="24879"/>
                  <a:pt x="31554" y="24437"/>
                </a:cubicBezTo>
                <a:lnTo>
                  <a:pt x="31554" y="24437"/>
                </a:lnTo>
                <a:cubicBezTo>
                  <a:pt x="31789" y="24761"/>
                  <a:pt x="32179" y="24970"/>
                  <a:pt x="32569" y="25035"/>
                </a:cubicBezTo>
                <a:cubicBezTo>
                  <a:pt x="32205" y="24970"/>
                  <a:pt x="31853" y="24697"/>
                  <a:pt x="31645" y="24358"/>
                </a:cubicBezTo>
                <a:cubicBezTo>
                  <a:pt x="31775" y="24267"/>
                  <a:pt x="31945" y="24202"/>
                  <a:pt x="32101" y="24176"/>
                </a:cubicBezTo>
                <a:cubicBezTo>
                  <a:pt x="32179" y="24163"/>
                  <a:pt x="32244" y="24163"/>
                  <a:pt x="32309" y="24124"/>
                </a:cubicBezTo>
                <a:cubicBezTo>
                  <a:pt x="32348" y="24111"/>
                  <a:pt x="32374" y="24085"/>
                  <a:pt x="32400" y="24046"/>
                </a:cubicBezTo>
                <a:lnTo>
                  <a:pt x="32400" y="24046"/>
                </a:lnTo>
                <a:cubicBezTo>
                  <a:pt x="32374" y="24228"/>
                  <a:pt x="32309" y="24411"/>
                  <a:pt x="32231" y="24567"/>
                </a:cubicBezTo>
                <a:cubicBezTo>
                  <a:pt x="32374" y="24475"/>
                  <a:pt x="32504" y="24345"/>
                  <a:pt x="32608" y="24202"/>
                </a:cubicBezTo>
                <a:cubicBezTo>
                  <a:pt x="32998" y="26973"/>
                  <a:pt x="33050" y="34885"/>
                  <a:pt x="32946" y="41261"/>
                </a:cubicBezTo>
                <a:cubicBezTo>
                  <a:pt x="32778" y="40168"/>
                  <a:pt x="32348" y="39022"/>
                  <a:pt x="31763" y="38086"/>
                </a:cubicBezTo>
                <a:cubicBezTo>
                  <a:pt x="31333" y="39022"/>
                  <a:pt x="31333" y="40025"/>
                  <a:pt x="31567" y="41026"/>
                </a:cubicBezTo>
                <a:cubicBezTo>
                  <a:pt x="31255" y="40285"/>
                  <a:pt x="30474" y="39829"/>
                  <a:pt x="29693" y="39725"/>
                </a:cubicBezTo>
                <a:lnTo>
                  <a:pt x="29693" y="39725"/>
                </a:lnTo>
                <a:cubicBezTo>
                  <a:pt x="29759" y="40220"/>
                  <a:pt x="29967" y="40702"/>
                  <a:pt x="30201" y="41156"/>
                </a:cubicBezTo>
                <a:lnTo>
                  <a:pt x="29927" y="41156"/>
                </a:lnTo>
                <a:cubicBezTo>
                  <a:pt x="29541" y="40957"/>
                  <a:pt x="29130" y="40817"/>
                  <a:pt x="28683" y="40817"/>
                </a:cubicBezTo>
                <a:cubicBezTo>
                  <a:pt x="28664" y="40817"/>
                  <a:pt x="28645" y="40818"/>
                  <a:pt x="28626" y="40818"/>
                </a:cubicBezTo>
                <a:cubicBezTo>
                  <a:pt x="28692" y="40948"/>
                  <a:pt x="28756" y="41078"/>
                  <a:pt x="28822" y="41196"/>
                </a:cubicBezTo>
                <a:cubicBezTo>
                  <a:pt x="28706" y="41198"/>
                  <a:pt x="28590" y="41200"/>
                  <a:pt x="28474" y="41200"/>
                </a:cubicBezTo>
                <a:cubicBezTo>
                  <a:pt x="27967" y="41200"/>
                  <a:pt x="27466" y="41172"/>
                  <a:pt x="27000" y="41066"/>
                </a:cubicBezTo>
                <a:cubicBezTo>
                  <a:pt x="25621" y="40754"/>
                  <a:pt x="24150" y="40025"/>
                  <a:pt x="22993" y="39270"/>
                </a:cubicBezTo>
                <a:cubicBezTo>
                  <a:pt x="22758" y="39114"/>
                  <a:pt x="22524" y="38984"/>
                  <a:pt x="22276" y="38854"/>
                </a:cubicBezTo>
                <a:cubicBezTo>
                  <a:pt x="22615" y="38606"/>
                  <a:pt x="22953" y="38372"/>
                  <a:pt x="23291" y="38125"/>
                </a:cubicBezTo>
                <a:lnTo>
                  <a:pt x="23291" y="38125"/>
                </a:lnTo>
                <a:cubicBezTo>
                  <a:pt x="22771" y="38281"/>
                  <a:pt x="22250" y="38424"/>
                  <a:pt x="21717" y="38580"/>
                </a:cubicBezTo>
                <a:cubicBezTo>
                  <a:pt x="21418" y="38437"/>
                  <a:pt x="21105" y="38307"/>
                  <a:pt x="20793" y="38190"/>
                </a:cubicBezTo>
                <a:cubicBezTo>
                  <a:pt x="21262" y="37761"/>
                  <a:pt x="21717" y="37318"/>
                  <a:pt x="22186" y="36889"/>
                </a:cubicBezTo>
                <a:lnTo>
                  <a:pt x="22186" y="36889"/>
                </a:lnTo>
                <a:cubicBezTo>
                  <a:pt x="21509" y="37214"/>
                  <a:pt x="20871" y="37579"/>
                  <a:pt x="20247" y="37982"/>
                </a:cubicBezTo>
                <a:cubicBezTo>
                  <a:pt x="20078" y="37929"/>
                  <a:pt x="19922" y="37877"/>
                  <a:pt x="19766" y="37825"/>
                </a:cubicBezTo>
                <a:cubicBezTo>
                  <a:pt x="20416" y="36915"/>
                  <a:pt x="21157" y="36069"/>
                  <a:pt x="21978" y="35315"/>
                </a:cubicBezTo>
                <a:lnTo>
                  <a:pt x="21978" y="35315"/>
                </a:lnTo>
                <a:cubicBezTo>
                  <a:pt x="20859" y="35809"/>
                  <a:pt x="19896" y="36616"/>
                  <a:pt x="19193" y="37631"/>
                </a:cubicBezTo>
                <a:cubicBezTo>
                  <a:pt x="19128" y="37605"/>
                  <a:pt x="19049" y="37579"/>
                  <a:pt x="18985" y="37553"/>
                </a:cubicBezTo>
                <a:cubicBezTo>
                  <a:pt x="19180" y="36784"/>
                  <a:pt x="19518" y="36043"/>
                  <a:pt x="19986" y="35405"/>
                </a:cubicBezTo>
                <a:lnTo>
                  <a:pt x="19986" y="35405"/>
                </a:lnTo>
                <a:cubicBezTo>
                  <a:pt x="19557" y="35705"/>
                  <a:pt x="19180" y="36043"/>
                  <a:pt x="18829" y="36434"/>
                </a:cubicBezTo>
                <a:cubicBezTo>
                  <a:pt x="19206" y="35405"/>
                  <a:pt x="19453" y="34338"/>
                  <a:pt x="19531" y="33245"/>
                </a:cubicBezTo>
                <a:lnTo>
                  <a:pt x="19531" y="33245"/>
                </a:lnTo>
                <a:cubicBezTo>
                  <a:pt x="18933" y="34196"/>
                  <a:pt x="18347" y="35158"/>
                  <a:pt x="17748" y="36108"/>
                </a:cubicBezTo>
                <a:lnTo>
                  <a:pt x="18360" y="31840"/>
                </a:lnTo>
                <a:lnTo>
                  <a:pt x="18360" y="31840"/>
                </a:lnTo>
                <a:lnTo>
                  <a:pt x="16681" y="35041"/>
                </a:lnTo>
                <a:cubicBezTo>
                  <a:pt x="16681" y="33948"/>
                  <a:pt x="16695" y="32868"/>
                  <a:pt x="16695" y="31788"/>
                </a:cubicBezTo>
                <a:lnTo>
                  <a:pt x="16695" y="31788"/>
                </a:lnTo>
                <a:cubicBezTo>
                  <a:pt x="16343" y="32907"/>
                  <a:pt x="16096" y="34052"/>
                  <a:pt x="15953" y="35210"/>
                </a:cubicBezTo>
                <a:cubicBezTo>
                  <a:pt x="15953" y="35197"/>
                  <a:pt x="15940" y="35197"/>
                  <a:pt x="15940" y="35184"/>
                </a:cubicBezTo>
                <a:cubicBezTo>
                  <a:pt x="15562" y="33779"/>
                  <a:pt x="15394" y="32308"/>
                  <a:pt x="15420" y="30851"/>
                </a:cubicBezTo>
                <a:lnTo>
                  <a:pt x="15420" y="30851"/>
                </a:lnTo>
                <a:cubicBezTo>
                  <a:pt x="15016" y="31957"/>
                  <a:pt x="14938" y="33181"/>
                  <a:pt x="15146" y="34338"/>
                </a:cubicBezTo>
                <a:cubicBezTo>
                  <a:pt x="15068" y="34312"/>
                  <a:pt x="14964" y="34300"/>
                  <a:pt x="14808" y="34260"/>
                </a:cubicBezTo>
                <a:lnTo>
                  <a:pt x="14795" y="34260"/>
                </a:lnTo>
                <a:cubicBezTo>
                  <a:pt x="14469" y="33662"/>
                  <a:pt x="14235" y="33011"/>
                  <a:pt x="14118" y="32348"/>
                </a:cubicBezTo>
                <a:cubicBezTo>
                  <a:pt x="14040" y="32842"/>
                  <a:pt x="14014" y="33337"/>
                  <a:pt x="14053" y="33844"/>
                </a:cubicBezTo>
                <a:cubicBezTo>
                  <a:pt x="13949" y="33714"/>
                  <a:pt x="13923" y="33623"/>
                  <a:pt x="13754" y="33505"/>
                </a:cubicBezTo>
                <a:cubicBezTo>
                  <a:pt x="13546" y="33363"/>
                  <a:pt x="13520" y="33441"/>
                  <a:pt x="13350" y="33193"/>
                </a:cubicBezTo>
                <a:cubicBezTo>
                  <a:pt x="13142" y="32894"/>
                  <a:pt x="13234" y="32296"/>
                  <a:pt x="12973" y="32074"/>
                </a:cubicBezTo>
                <a:cubicBezTo>
                  <a:pt x="12879" y="31986"/>
                  <a:pt x="12776" y="31954"/>
                  <a:pt x="12666" y="31954"/>
                </a:cubicBezTo>
                <a:cubicBezTo>
                  <a:pt x="12381" y="31954"/>
                  <a:pt x="12055" y="32170"/>
                  <a:pt x="11743" y="32170"/>
                </a:cubicBezTo>
                <a:cubicBezTo>
                  <a:pt x="11680" y="32170"/>
                  <a:pt x="11617" y="32161"/>
                  <a:pt x="11555" y="32140"/>
                </a:cubicBezTo>
                <a:cubicBezTo>
                  <a:pt x="10761" y="31866"/>
                  <a:pt x="10475" y="29992"/>
                  <a:pt x="9903" y="29237"/>
                </a:cubicBezTo>
                <a:cubicBezTo>
                  <a:pt x="9929" y="29211"/>
                  <a:pt x="9955" y="29199"/>
                  <a:pt x="9981" y="29173"/>
                </a:cubicBezTo>
                <a:cubicBezTo>
                  <a:pt x="10241" y="28965"/>
                  <a:pt x="10449" y="28717"/>
                  <a:pt x="10709" y="28522"/>
                </a:cubicBezTo>
                <a:cubicBezTo>
                  <a:pt x="11112" y="28184"/>
                  <a:pt x="11516" y="27872"/>
                  <a:pt x="11854" y="27468"/>
                </a:cubicBezTo>
                <a:cubicBezTo>
                  <a:pt x="11945" y="27364"/>
                  <a:pt x="12023" y="27247"/>
                  <a:pt x="12101" y="27117"/>
                </a:cubicBezTo>
                <a:cubicBezTo>
                  <a:pt x="12193" y="26961"/>
                  <a:pt x="12335" y="26883"/>
                  <a:pt x="12439" y="26739"/>
                </a:cubicBezTo>
                <a:cubicBezTo>
                  <a:pt x="12505" y="26661"/>
                  <a:pt x="12557" y="26583"/>
                  <a:pt x="12622" y="26505"/>
                </a:cubicBezTo>
                <a:cubicBezTo>
                  <a:pt x="12778" y="26349"/>
                  <a:pt x="12999" y="26284"/>
                  <a:pt x="13182" y="26167"/>
                </a:cubicBezTo>
                <a:cubicBezTo>
                  <a:pt x="13324" y="26076"/>
                  <a:pt x="13454" y="25998"/>
                  <a:pt x="13624" y="25946"/>
                </a:cubicBezTo>
                <a:cubicBezTo>
                  <a:pt x="13793" y="25894"/>
                  <a:pt x="13975" y="25894"/>
                  <a:pt x="14145" y="25868"/>
                </a:cubicBezTo>
                <a:cubicBezTo>
                  <a:pt x="14483" y="25802"/>
                  <a:pt x="14782" y="25764"/>
                  <a:pt x="15016" y="25490"/>
                </a:cubicBezTo>
                <a:cubicBezTo>
                  <a:pt x="15068" y="25438"/>
                  <a:pt x="15107" y="25373"/>
                  <a:pt x="15146" y="25308"/>
                </a:cubicBezTo>
                <a:cubicBezTo>
                  <a:pt x="15198" y="25347"/>
                  <a:pt x="15250" y="25399"/>
                  <a:pt x="15290" y="25478"/>
                </a:cubicBezTo>
                <a:cubicBezTo>
                  <a:pt x="15340" y="25610"/>
                  <a:pt x="15440" y="25638"/>
                  <a:pt x="15562" y="25638"/>
                </a:cubicBezTo>
                <a:cubicBezTo>
                  <a:pt x="15595" y="25638"/>
                  <a:pt x="15630" y="25636"/>
                  <a:pt x="15666" y="25634"/>
                </a:cubicBezTo>
                <a:cubicBezTo>
                  <a:pt x="15810" y="25608"/>
                  <a:pt x="15966" y="25582"/>
                  <a:pt x="16096" y="25556"/>
                </a:cubicBezTo>
                <a:cubicBezTo>
                  <a:pt x="16265" y="25504"/>
                  <a:pt x="16383" y="25373"/>
                  <a:pt x="16539" y="25347"/>
                </a:cubicBezTo>
                <a:cubicBezTo>
                  <a:pt x="16586" y="25334"/>
                  <a:pt x="16638" y="25330"/>
                  <a:pt x="16692" y="25330"/>
                </a:cubicBezTo>
                <a:cubicBezTo>
                  <a:pt x="16798" y="25330"/>
                  <a:pt x="16911" y="25347"/>
                  <a:pt x="17007" y="25347"/>
                </a:cubicBezTo>
                <a:cubicBezTo>
                  <a:pt x="17280" y="25334"/>
                  <a:pt x="17566" y="25230"/>
                  <a:pt x="17710" y="24996"/>
                </a:cubicBezTo>
                <a:cubicBezTo>
                  <a:pt x="17788" y="24865"/>
                  <a:pt x="17892" y="24671"/>
                  <a:pt x="17918" y="24527"/>
                </a:cubicBezTo>
                <a:cubicBezTo>
                  <a:pt x="17930" y="24449"/>
                  <a:pt x="17918" y="24437"/>
                  <a:pt x="17956" y="24358"/>
                </a:cubicBezTo>
                <a:cubicBezTo>
                  <a:pt x="18009" y="24280"/>
                  <a:pt x="18048" y="24280"/>
                  <a:pt x="18100" y="24228"/>
                </a:cubicBezTo>
                <a:cubicBezTo>
                  <a:pt x="18204" y="24124"/>
                  <a:pt x="18087" y="23968"/>
                  <a:pt x="18178" y="23864"/>
                </a:cubicBezTo>
                <a:cubicBezTo>
                  <a:pt x="18218" y="23829"/>
                  <a:pt x="18287" y="23813"/>
                  <a:pt x="18356" y="23813"/>
                </a:cubicBezTo>
                <a:cubicBezTo>
                  <a:pt x="18443" y="23813"/>
                  <a:pt x="18532" y="23839"/>
                  <a:pt x="18569" y="23890"/>
                </a:cubicBezTo>
                <a:cubicBezTo>
                  <a:pt x="18659" y="24020"/>
                  <a:pt x="18555" y="24241"/>
                  <a:pt x="18621" y="24397"/>
                </a:cubicBezTo>
                <a:cubicBezTo>
                  <a:pt x="18673" y="24515"/>
                  <a:pt x="18803" y="24631"/>
                  <a:pt x="18919" y="24697"/>
                </a:cubicBezTo>
                <a:cubicBezTo>
                  <a:pt x="19011" y="24775"/>
                  <a:pt x="19141" y="24709"/>
                  <a:pt x="19245" y="24787"/>
                </a:cubicBezTo>
                <a:cubicBezTo>
                  <a:pt x="19310" y="24853"/>
                  <a:pt x="19284" y="24970"/>
                  <a:pt x="19284" y="25074"/>
                </a:cubicBezTo>
                <a:cubicBezTo>
                  <a:pt x="19284" y="25191"/>
                  <a:pt x="19310" y="25321"/>
                  <a:pt x="19336" y="25438"/>
                </a:cubicBezTo>
                <a:cubicBezTo>
                  <a:pt x="19349" y="25464"/>
                  <a:pt x="19362" y="25582"/>
                  <a:pt x="19388" y="25608"/>
                </a:cubicBezTo>
                <a:cubicBezTo>
                  <a:pt x="19401" y="25627"/>
                  <a:pt x="19414" y="25630"/>
                  <a:pt x="19432" y="25630"/>
                </a:cubicBezTo>
                <a:cubicBezTo>
                  <a:pt x="19440" y="25630"/>
                  <a:pt x="19450" y="25629"/>
                  <a:pt x="19462" y="25629"/>
                </a:cubicBezTo>
                <a:cubicBezTo>
                  <a:pt x="19474" y="25629"/>
                  <a:pt x="19488" y="25630"/>
                  <a:pt x="19505" y="25634"/>
                </a:cubicBezTo>
                <a:cubicBezTo>
                  <a:pt x="19596" y="25646"/>
                  <a:pt x="19596" y="25686"/>
                  <a:pt x="19674" y="25750"/>
                </a:cubicBezTo>
                <a:cubicBezTo>
                  <a:pt x="19726" y="25802"/>
                  <a:pt x="19804" y="25802"/>
                  <a:pt x="19830" y="25868"/>
                </a:cubicBezTo>
                <a:cubicBezTo>
                  <a:pt x="19922" y="25972"/>
                  <a:pt x="19766" y="26050"/>
                  <a:pt x="19766" y="26193"/>
                </a:cubicBezTo>
                <a:cubicBezTo>
                  <a:pt x="19766" y="26271"/>
                  <a:pt x="19792" y="26362"/>
                  <a:pt x="19830" y="26427"/>
                </a:cubicBezTo>
                <a:cubicBezTo>
                  <a:pt x="19856" y="26492"/>
                  <a:pt x="19934" y="26545"/>
                  <a:pt x="19960" y="26609"/>
                </a:cubicBezTo>
                <a:cubicBezTo>
                  <a:pt x="20038" y="26779"/>
                  <a:pt x="19844" y="26779"/>
                  <a:pt x="19740" y="26831"/>
                </a:cubicBezTo>
                <a:cubicBezTo>
                  <a:pt x="19648" y="26883"/>
                  <a:pt x="19610" y="27117"/>
                  <a:pt x="19714" y="27195"/>
                </a:cubicBezTo>
                <a:cubicBezTo>
                  <a:pt x="19738" y="27210"/>
                  <a:pt x="19766" y="27216"/>
                  <a:pt x="19797" y="27216"/>
                </a:cubicBezTo>
                <a:cubicBezTo>
                  <a:pt x="19898" y="27216"/>
                  <a:pt x="20021" y="27153"/>
                  <a:pt x="20090" y="27143"/>
                </a:cubicBezTo>
                <a:cubicBezTo>
                  <a:pt x="20105" y="27141"/>
                  <a:pt x="20119" y="27140"/>
                  <a:pt x="20131" y="27140"/>
                </a:cubicBezTo>
                <a:cubicBezTo>
                  <a:pt x="20272" y="27140"/>
                  <a:pt x="20271" y="27268"/>
                  <a:pt x="20390" y="27364"/>
                </a:cubicBezTo>
                <a:cubicBezTo>
                  <a:pt x="20455" y="27414"/>
                  <a:pt x="20563" y="27453"/>
                  <a:pt x="20665" y="27453"/>
                </a:cubicBezTo>
                <a:cubicBezTo>
                  <a:pt x="20747" y="27453"/>
                  <a:pt x="20825" y="27428"/>
                  <a:pt x="20871" y="27364"/>
                </a:cubicBezTo>
                <a:cubicBezTo>
                  <a:pt x="20975" y="27234"/>
                  <a:pt x="21053" y="27077"/>
                  <a:pt x="21249" y="27051"/>
                </a:cubicBezTo>
                <a:cubicBezTo>
                  <a:pt x="21269" y="27047"/>
                  <a:pt x="21286" y="27046"/>
                  <a:pt x="21300" y="27046"/>
                </a:cubicBezTo>
                <a:cubicBezTo>
                  <a:pt x="21381" y="27046"/>
                  <a:pt x="21393" y="27103"/>
                  <a:pt x="21470" y="27169"/>
                </a:cubicBezTo>
                <a:cubicBezTo>
                  <a:pt x="21561" y="27221"/>
                  <a:pt x="21717" y="27234"/>
                  <a:pt x="21822" y="27247"/>
                </a:cubicBezTo>
                <a:cubicBezTo>
                  <a:pt x="21951" y="27247"/>
                  <a:pt x="22060" y="27355"/>
                  <a:pt x="22186" y="27355"/>
                </a:cubicBezTo>
                <a:cubicBezTo>
                  <a:pt x="22199" y="27355"/>
                  <a:pt x="22211" y="27354"/>
                  <a:pt x="22224" y="27351"/>
                </a:cubicBezTo>
                <a:cubicBezTo>
                  <a:pt x="22407" y="27299"/>
                  <a:pt x="22381" y="26961"/>
                  <a:pt x="22563" y="26895"/>
                </a:cubicBezTo>
                <a:cubicBezTo>
                  <a:pt x="22590" y="26886"/>
                  <a:pt x="22643" y="26882"/>
                  <a:pt x="22704" y="26882"/>
                </a:cubicBezTo>
                <a:cubicBezTo>
                  <a:pt x="22815" y="26882"/>
                  <a:pt x="22950" y="26896"/>
                  <a:pt x="22993" y="26921"/>
                </a:cubicBezTo>
                <a:cubicBezTo>
                  <a:pt x="23057" y="26961"/>
                  <a:pt x="23097" y="27039"/>
                  <a:pt x="23175" y="27077"/>
                </a:cubicBezTo>
                <a:cubicBezTo>
                  <a:pt x="23227" y="27117"/>
                  <a:pt x="23305" y="27130"/>
                  <a:pt x="23383" y="27143"/>
                </a:cubicBezTo>
                <a:cubicBezTo>
                  <a:pt x="23422" y="27147"/>
                  <a:pt x="23461" y="27149"/>
                  <a:pt x="23500" y="27149"/>
                </a:cubicBezTo>
                <a:cubicBezTo>
                  <a:pt x="23578" y="27149"/>
                  <a:pt x="23656" y="27143"/>
                  <a:pt x="23734" y="27143"/>
                </a:cubicBezTo>
                <a:cubicBezTo>
                  <a:pt x="23903" y="27143"/>
                  <a:pt x="24060" y="27103"/>
                  <a:pt x="24228" y="27103"/>
                </a:cubicBezTo>
                <a:cubicBezTo>
                  <a:pt x="24272" y="27099"/>
                  <a:pt x="24315" y="27098"/>
                  <a:pt x="24359" y="27098"/>
                </a:cubicBezTo>
                <a:cubicBezTo>
                  <a:pt x="24447" y="27098"/>
                  <a:pt x="24536" y="27103"/>
                  <a:pt x="24632" y="27103"/>
                </a:cubicBezTo>
                <a:cubicBezTo>
                  <a:pt x="24684" y="27103"/>
                  <a:pt x="24762" y="27091"/>
                  <a:pt x="24814" y="27091"/>
                </a:cubicBezTo>
                <a:cubicBezTo>
                  <a:pt x="24866" y="27103"/>
                  <a:pt x="24905" y="27143"/>
                  <a:pt x="24957" y="27156"/>
                </a:cubicBezTo>
                <a:cubicBezTo>
                  <a:pt x="24967" y="27157"/>
                  <a:pt x="24976" y="27158"/>
                  <a:pt x="24985" y="27158"/>
                </a:cubicBezTo>
                <a:cubicBezTo>
                  <a:pt x="25052" y="27158"/>
                  <a:pt x="25068" y="27113"/>
                  <a:pt x="25127" y="27077"/>
                </a:cubicBezTo>
                <a:cubicBezTo>
                  <a:pt x="25191" y="27051"/>
                  <a:pt x="25231" y="27065"/>
                  <a:pt x="25295" y="27051"/>
                </a:cubicBezTo>
                <a:cubicBezTo>
                  <a:pt x="25387" y="27039"/>
                  <a:pt x="25465" y="26987"/>
                  <a:pt x="25555" y="26947"/>
                </a:cubicBezTo>
                <a:cubicBezTo>
                  <a:pt x="25595" y="26935"/>
                  <a:pt x="25660" y="26921"/>
                  <a:pt x="25699" y="26895"/>
                </a:cubicBezTo>
                <a:cubicBezTo>
                  <a:pt x="25894" y="26779"/>
                  <a:pt x="25907" y="26492"/>
                  <a:pt x="26076" y="26349"/>
                </a:cubicBezTo>
                <a:cubicBezTo>
                  <a:pt x="26102" y="26336"/>
                  <a:pt x="26115" y="26323"/>
                  <a:pt x="26142" y="26310"/>
                </a:cubicBezTo>
                <a:lnTo>
                  <a:pt x="26142" y="26310"/>
                </a:lnTo>
                <a:cubicBezTo>
                  <a:pt x="26050" y="26518"/>
                  <a:pt x="25972" y="26739"/>
                  <a:pt x="25933" y="26973"/>
                </a:cubicBezTo>
                <a:lnTo>
                  <a:pt x="26206" y="26505"/>
                </a:lnTo>
                <a:lnTo>
                  <a:pt x="26206" y="26505"/>
                </a:lnTo>
                <a:cubicBezTo>
                  <a:pt x="26194" y="26635"/>
                  <a:pt x="26168" y="26765"/>
                  <a:pt x="26154" y="26895"/>
                </a:cubicBezTo>
                <a:cubicBezTo>
                  <a:pt x="26206" y="26779"/>
                  <a:pt x="26258" y="26649"/>
                  <a:pt x="26310" y="26531"/>
                </a:cubicBezTo>
                <a:cubicBezTo>
                  <a:pt x="26336" y="26687"/>
                  <a:pt x="26376" y="26857"/>
                  <a:pt x="26402" y="26999"/>
                </a:cubicBezTo>
                <a:cubicBezTo>
                  <a:pt x="26428" y="26805"/>
                  <a:pt x="26466" y="26505"/>
                  <a:pt x="26492" y="26297"/>
                </a:cubicBezTo>
                <a:cubicBezTo>
                  <a:pt x="26558" y="26545"/>
                  <a:pt x="26648" y="26805"/>
                  <a:pt x="26701" y="27039"/>
                </a:cubicBezTo>
                <a:cubicBezTo>
                  <a:pt x="26740" y="26701"/>
                  <a:pt x="26753" y="26232"/>
                  <a:pt x="26792" y="25894"/>
                </a:cubicBezTo>
                <a:cubicBezTo>
                  <a:pt x="26792" y="26284"/>
                  <a:pt x="26922" y="26635"/>
                  <a:pt x="27182" y="26947"/>
                </a:cubicBezTo>
                <a:cubicBezTo>
                  <a:pt x="27026" y="26649"/>
                  <a:pt x="26948" y="26323"/>
                  <a:pt x="26922" y="25998"/>
                </a:cubicBezTo>
                <a:lnTo>
                  <a:pt x="26922" y="25998"/>
                </a:lnTo>
                <a:cubicBezTo>
                  <a:pt x="27039" y="26206"/>
                  <a:pt x="27143" y="26414"/>
                  <a:pt x="27261" y="26623"/>
                </a:cubicBezTo>
                <a:cubicBezTo>
                  <a:pt x="27130" y="26362"/>
                  <a:pt x="27052" y="26076"/>
                  <a:pt x="27052" y="25776"/>
                </a:cubicBezTo>
                <a:lnTo>
                  <a:pt x="27052" y="25776"/>
                </a:lnTo>
                <a:cubicBezTo>
                  <a:pt x="27182" y="26089"/>
                  <a:pt x="27365" y="26388"/>
                  <a:pt x="27585" y="26635"/>
                </a:cubicBezTo>
                <a:cubicBezTo>
                  <a:pt x="27325" y="26323"/>
                  <a:pt x="27195" y="25906"/>
                  <a:pt x="27235" y="25504"/>
                </a:cubicBezTo>
                <a:lnTo>
                  <a:pt x="27235" y="25504"/>
                </a:lnTo>
                <a:cubicBezTo>
                  <a:pt x="27299" y="25672"/>
                  <a:pt x="27365" y="25764"/>
                  <a:pt x="27429" y="25932"/>
                </a:cubicBezTo>
                <a:cubicBezTo>
                  <a:pt x="27377" y="25724"/>
                  <a:pt x="27377" y="25516"/>
                  <a:pt x="27417" y="25321"/>
                </a:cubicBezTo>
                <a:lnTo>
                  <a:pt x="27417" y="25321"/>
                </a:lnTo>
                <a:cubicBezTo>
                  <a:pt x="27533" y="25686"/>
                  <a:pt x="27703" y="25984"/>
                  <a:pt x="27937" y="26284"/>
                </a:cubicBezTo>
                <a:cubicBezTo>
                  <a:pt x="27807" y="25946"/>
                  <a:pt x="27729" y="25582"/>
                  <a:pt x="27715" y="25230"/>
                </a:cubicBezTo>
                <a:lnTo>
                  <a:pt x="27715" y="25230"/>
                </a:lnTo>
                <a:cubicBezTo>
                  <a:pt x="27781" y="25425"/>
                  <a:pt x="27859" y="25582"/>
                  <a:pt x="27924" y="25790"/>
                </a:cubicBezTo>
                <a:cubicBezTo>
                  <a:pt x="27859" y="25568"/>
                  <a:pt x="27833" y="25347"/>
                  <a:pt x="27833" y="25126"/>
                </a:cubicBezTo>
                <a:lnTo>
                  <a:pt x="27833" y="25126"/>
                </a:lnTo>
                <a:cubicBezTo>
                  <a:pt x="27898" y="25399"/>
                  <a:pt x="28002" y="25660"/>
                  <a:pt x="28158" y="25906"/>
                </a:cubicBezTo>
                <a:cubicBezTo>
                  <a:pt x="28067" y="25568"/>
                  <a:pt x="28067" y="25204"/>
                  <a:pt x="28158" y="24865"/>
                </a:cubicBezTo>
                <a:cubicBezTo>
                  <a:pt x="28210" y="25074"/>
                  <a:pt x="28288" y="25269"/>
                  <a:pt x="28392" y="25451"/>
                </a:cubicBezTo>
                <a:cubicBezTo>
                  <a:pt x="28301" y="25256"/>
                  <a:pt x="28288" y="25035"/>
                  <a:pt x="28340" y="24827"/>
                </a:cubicBezTo>
                <a:lnTo>
                  <a:pt x="28340" y="24827"/>
                </a:lnTo>
                <a:cubicBezTo>
                  <a:pt x="28406" y="25035"/>
                  <a:pt x="28510" y="25230"/>
                  <a:pt x="28626" y="25412"/>
                </a:cubicBezTo>
                <a:cubicBezTo>
                  <a:pt x="28522" y="25113"/>
                  <a:pt x="28484" y="24801"/>
                  <a:pt x="28496" y="24489"/>
                </a:cubicBezTo>
                <a:lnTo>
                  <a:pt x="28496" y="24489"/>
                </a:lnTo>
                <a:cubicBezTo>
                  <a:pt x="28692" y="24813"/>
                  <a:pt x="28874" y="25126"/>
                  <a:pt x="29069" y="25464"/>
                </a:cubicBezTo>
                <a:cubicBezTo>
                  <a:pt x="28913" y="25074"/>
                  <a:pt x="28848" y="24645"/>
                  <a:pt x="28887" y="24228"/>
                </a:cubicBezTo>
                <a:lnTo>
                  <a:pt x="28887" y="24228"/>
                </a:lnTo>
                <a:cubicBezTo>
                  <a:pt x="29004" y="24489"/>
                  <a:pt x="29121" y="24749"/>
                  <a:pt x="29238" y="24996"/>
                </a:cubicBezTo>
                <a:cubicBezTo>
                  <a:pt x="29173" y="24761"/>
                  <a:pt x="29147" y="24501"/>
                  <a:pt x="29160" y="24254"/>
                </a:cubicBezTo>
                <a:lnTo>
                  <a:pt x="29160" y="24254"/>
                </a:lnTo>
                <a:cubicBezTo>
                  <a:pt x="29251" y="24527"/>
                  <a:pt x="29394" y="24801"/>
                  <a:pt x="29563" y="25035"/>
                </a:cubicBezTo>
                <a:cubicBezTo>
                  <a:pt x="29499" y="24709"/>
                  <a:pt x="29381" y="24306"/>
                  <a:pt x="29303" y="23981"/>
                </a:cubicBezTo>
                <a:lnTo>
                  <a:pt x="29303" y="23981"/>
                </a:lnTo>
                <a:cubicBezTo>
                  <a:pt x="29421" y="24176"/>
                  <a:pt x="29525" y="24358"/>
                  <a:pt x="29641" y="24553"/>
                </a:cubicBezTo>
                <a:cubicBezTo>
                  <a:pt x="29577" y="24319"/>
                  <a:pt x="29577" y="24124"/>
                  <a:pt x="29563" y="23877"/>
                </a:cubicBezTo>
                <a:lnTo>
                  <a:pt x="29563" y="23877"/>
                </a:lnTo>
                <a:cubicBezTo>
                  <a:pt x="29681" y="24254"/>
                  <a:pt x="29889" y="24593"/>
                  <a:pt x="30175" y="24865"/>
                </a:cubicBezTo>
                <a:cubicBezTo>
                  <a:pt x="29927" y="24553"/>
                  <a:pt x="29811" y="24163"/>
                  <a:pt x="29733" y="23760"/>
                </a:cubicBezTo>
                <a:lnTo>
                  <a:pt x="29733" y="23760"/>
                </a:lnTo>
                <a:cubicBezTo>
                  <a:pt x="29927" y="24176"/>
                  <a:pt x="30201" y="24541"/>
                  <a:pt x="30540" y="24839"/>
                </a:cubicBezTo>
                <a:cubicBezTo>
                  <a:pt x="30305" y="24501"/>
                  <a:pt x="30110" y="24124"/>
                  <a:pt x="29980" y="23734"/>
                </a:cubicBezTo>
                <a:lnTo>
                  <a:pt x="29980" y="23734"/>
                </a:lnTo>
                <a:cubicBezTo>
                  <a:pt x="30097" y="23955"/>
                  <a:pt x="30240" y="24150"/>
                  <a:pt x="30422" y="24332"/>
                </a:cubicBezTo>
                <a:cubicBezTo>
                  <a:pt x="30331" y="24098"/>
                  <a:pt x="30227" y="23812"/>
                  <a:pt x="30136" y="23578"/>
                </a:cubicBezTo>
                <a:close/>
                <a:moveTo>
                  <a:pt x="65241" y="42262"/>
                </a:moveTo>
                <a:cubicBezTo>
                  <a:pt x="65304" y="42262"/>
                  <a:pt x="65378" y="42270"/>
                  <a:pt x="65398" y="42341"/>
                </a:cubicBezTo>
                <a:cubicBezTo>
                  <a:pt x="65412" y="42406"/>
                  <a:pt x="65333" y="42458"/>
                  <a:pt x="65346" y="42510"/>
                </a:cubicBezTo>
                <a:cubicBezTo>
                  <a:pt x="65357" y="42512"/>
                  <a:pt x="65367" y="42514"/>
                  <a:pt x="65377" y="42514"/>
                </a:cubicBezTo>
                <a:cubicBezTo>
                  <a:pt x="65414" y="42514"/>
                  <a:pt x="65446" y="42497"/>
                  <a:pt x="65476" y="42497"/>
                </a:cubicBezTo>
                <a:cubicBezTo>
                  <a:pt x="65528" y="42497"/>
                  <a:pt x="65568" y="42510"/>
                  <a:pt x="65606" y="42523"/>
                </a:cubicBezTo>
                <a:cubicBezTo>
                  <a:pt x="65632" y="42588"/>
                  <a:pt x="65542" y="42679"/>
                  <a:pt x="65516" y="42744"/>
                </a:cubicBezTo>
                <a:cubicBezTo>
                  <a:pt x="65476" y="42835"/>
                  <a:pt x="65490" y="42952"/>
                  <a:pt x="65424" y="43030"/>
                </a:cubicBezTo>
                <a:cubicBezTo>
                  <a:pt x="65398" y="43070"/>
                  <a:pt x="65359" y="43070"/>
                  <a:pt x="65320" y="43108"/>
                </a:cubicBezTo>
                <a:cubicBezTo>
                  <a:pt x="65281" y="43134"/>
                  <a:pt x="65255" y="43200"/>
                  <a:pt x="65216" y="43226"/>
                </a:cubicBezTo>
                <a:cubicBezTo>
                  <a:pt x="65190" y="43264"/>
                  <a:pt x="65151" y="43278"/>
                  <a:pt x="65151" y="43330"/>
                </a:cubicBezTo>
                <a:cubicBezTo>
                  <a:pt x="65138" y="43356"/>
                  <a:pt x="65151" y="43368"/>
                  <a:pt x="65151" y="43394"/>
                </a:cubicBezTo>
                <a:cubicBezTo>
                  <a:pt x="65073" y="43421"/>
                  <a:pt x="64995" y="43447"/>
                  <a:pt x="64930" y="43486"/>
                </a:cubicBezTo>
                <a:cubicBezTo>
                  <a:pt x="64969" y="43421"/>
                  <a:pt x="64995" y="43356"/>
                  <a:pt x="64956" y="43304"/>
                </a:cubicBezTo>
                <a:cubicBezTo>
                  <a:pt x="64917" y="43252"/>
                  <a:pt x="64839" y="43290"/>
                  <a:pt x="64799" y="43252"/>
                </a:cubicBezTo>
                <a:cubicBezTo>
                  <a:pt x="64765" y="43228"/>
                  <a:pt x="64719" y="43131"/>
                  <a:pt x="64672" y="43131"/>
                </a:cubicBezTo>
                <a:cubicBezTo>
                  <a:pt x="64667" y="43131"/>
                  <a:pt x="64662" y="43132"/>
                  <a:pt x="64657" y="43134"/>
                </a:cubicBezTo>
                <a:cubicBezTo>
                  <a:pt x="64631" y="43226"/>
                  <a:pt x="64669" y="43238"/>
                  <a:pt x="64565" y="43252"/>
                </a:cubicBezTo>
                <a:cubicBezTo>
                  <a:pt x="64565" y="43264"/>
                  <a:pt x="64553" y="43278"/>
                  <a:pt x="64553" y="43290"/>
                </a:cubicBezTo>
                <a:cubicBezTo>
                  <a:pt x="64475" y="43290"/>
                  <a:pt x="64449" y="43148"/>
                  <a:pt x="64371" y="43134"/>
                </a:cubicBezTo>
                <a:cubicBezTo>
                  <a:pt x="64345" y="43122"/>
                  <a:pt x="64293" y="43122"/>
                  <a:pt x="64266" y="43122"/>
                </a:cubicBezTo>
                <a:cubicBezTo>
                  <a:pt x="64227" y="43148"/>
                  <a:pt x="64240" y="43200"/>
                  <a:pt x="64201" y="43212"/>
                </a:cubicBezTo>
                <a:cubicBezTo>
                  <a:pt x="64191" y="43222"/>
                  <a:pt x="64180" y="43224"/>
                  <a:pt x="64168" y="43224"/>
                </a:cubicBezTo>
                <a:cubicBezTo>
                  <a:pt x="64155" y="43224"/>
                  <a:pt x="64142" y="43222"/>
                  <a:pt x="64130" y="43222"/>
                </a:cubicBezTo>
                <a:cubicBezTo>
                  <a:pt x="64123" y="43222"/>
                  <a:pt x="64116" y="43223"/>
                  <a:pt x="64110" y="43226"/>
                </a:cubicBezTo>
                <a:cubicBezTo>
                  <a:pt x="64084" y="43238"/>
                  <a:pt x="64084" y="43264"/>
                  <a:pt x="64058" y="43278"/>
                </a:cubicBezTo>
                <a:cubicBezTo>
                  <a:pt x="64047" y="43281"/>
                  <a:pt x="64037" y="43283"/>
                  <a:pt x="64028" y="43283"/>
                </a:cubicBezTo>
                <a:cubicBezTo>
                  <a:pt x="63932" y="43283"/>
                  <a:pt x="63945" y="43108"/>
                  <a:pt x="63850" y="43108"/>
                </a:cubicBezTo>
                <a:cubicBezTo>
                  <a:pt x="63850" y="43122"/>
                  <a:pt x="63850" y="43134"/>
                  <a:pt x="63837" y="43148"/>
                </a:cubicBezTo>
                <a:cubicBezTo>
                  <a:pt x="63798" y="43148"/>
                  <a:pt x="63746" y="43134"/>
                  <a:pt x="63694" y="43134"/>
                </a:cubicBezTo>
                <a:cubicBezTo>
                  <a:pt x="63681" y="43134"/>
                  <a:pt x="63657" y="43138"/>
                  <a:pt x="63636" y="43138"/>
                </a:cubicBezTo>
                <a:cubicBezTo>
                  <a:pt x="63615" y="43138"/>
                  <a:pt x="63596" y="43135"/>
                  <a:pt x="63590" y="43122"/>
                </a:cubicBezTo>
                <a:cubicBezTo>
                  <a:pt x="63564" y="43096"/>
                  <a:pt x="63576" y="42978"/>
                  <a:pt x="63590" y="42940"/>
                </a:cubicBezTo>
                <a:cubicBezTo>
                  <a:pt x="63590" y="42888"/>
                  <a:pt x="63628" y="42862"/>
                  <a:pt x="63642" y="42809"/>
                </a:cubicBezTo>
                <a:cubicBezTo>
                  <a:pt x="63680" y="42809"/>
                  <a:pt x="63732" y="42796"/>
                  <a:pt x="63772" y="42783"/>
                </a:cubicBezTo>
                <a:cubicBezTo>
                  <a:pt x="63854" y="42758"/>
                  <a:pt x="63931" y="42749"/>
                  <a:pt x="64012" y="42749"/>
                </a:cubicBezTo>
                <a:cubicBezTo>
                  <a:pt x="64060" y="42749"/>
                  <a:pt x="64109" y="42752"/>
                  <a:pt x="64162" y="42757"/>
                </a:cubicBezTo>
                <a:cubicBezTo>
                  <a:pt x="64183" y="42757"/>
                  <a:pt x="64244" y="42774"/>
                  <a:pt x="64282" y="42774"/>
                </a:cubicBezTo>
                <a:cubicBezTo>
                  <a:pt x="64292" y="42774"/>
                  <a:pt x="64300" y="42773"/>
                  <a:pt x="64305" y="42770"/>
                </a:cubicBezTo>
                <a:cubicBezTo>
                  <a:pt x="64345" y="42757"/>
                  <a:pt x="64331" y="42744"/>
                  <a:pt x="64357" y="42718"/>
                </a:cubicBezTo>
                <a:cubicBezTo>
                  <a:pt x="64435" y="42588"/>
                  <a:pt x="64579" y="42471"/>
                  <a:pt x="64721" y="42419"/>
                </a:cubicBezTo>
                <a:cubicBezTo>
                  <a:pt x="64799" y="42380"/>
                  <a:pt x="64891" y="42380"/>
                  <a:pt x="64969" y="42328"/>
                </a:cubicBezTo>
                <a:cubicBezTo>
                  <a:pt x="65047" y="42289"/>
                  <a:pt x="65099" y="42275"/>
                  <a:pt x="65190" y="42263"/>
                </a:cubicBezTo>
                <a:cubicBezTo>
                  <a:pt x="65205" y="42263"/>
                  <a:pt x="65222" y="42262"/>
                  <a:pt x="65241" y="42262"/>
                </a:cubicBezTo>
                <a:close/>
                <a:moveTo>
                  <a:pt x="60977" y="44836"/>
                </a:moveTo>
                <a:cubicBezTo>
                  <a:pt x="60992" y="44836"/>
                  <a:pt x="61009" y="44837"/>
                  <a:pt x="61026" y="44839"/>
                </a:cubicBezTo>
                <a:cubicBezTo>
                  <a:pt x="61104" y="44839"/>
                  <a:pt x="61196" y="44878"/>
                  <a:pt x="61248" y="44930"/>
                </a:cubicBezTo>
                <a:cubicBezTo>
                  <a:pt x="61300" y="45034"/>
                  <a:pt x="61208" y="45138"/>
                  <a:pt x="61130" y="45216"/>
                </a:cubicBezTo>
                <a:lnTo>
                  <a:pt x="61118" y="45216"/>
                </a:lnTo>
                <a:cubicBezTo>
                  <a:pt x="60909" y="45282"/>
                  <a:pt x="60701" y="45372"/>
                  <a:pt x="60506" y="45450"/>
                </a:cubicBezTo>
                <a:cubicBezTo>
                  <a:pt x="60337" y="45516"/>
                  <a:pt x="60167" y="45607"/>
                  <a:pt x="60011" y="45698"/>
                </a:cubicBezTo>
                <a:cubicBezTo>
                  <a:pt x="59999" y="45672"/>
                  <a:pt x="59985" y="45659"/>
                  <a:pt x="59959" y="45646"/>
                </a:cubicBezTo>
                <a:cubicBezTo>
                  <a:pt x="59894" y="45620"/>
                  <a:pt x="59816" y="45633"/>
                  <a:pt x="59751" y="45620"/>
                </a:cubicBezTo>
                <a:cubicBezTo>
                  <a:pt x="59660" y="45607"/>
                  <a:pt x="59543" y="45542"/>
                  <a:pt x="59491" y="45476"/>
                </a:cubicBezTo>
                <a:cubicBezTo>
                  <a:pt x="59439" y="45412"/>
                  <a:pt x="59439" y="45360"/>
                  <a:pt x="59478" y="45294"/>
                </a:cubicBezTo>
                <a:cubicBezTo>
                  <a:pt x="59530" y="45190"/>
                  <a:pt x="59595" y="45190"/>
                  <a:pt x="59699" y="45190"/>
                </a:cubicBezTo>
                <a:cubicBezTo>
                  <a:pt x="59764" y="45190"/>
                  <a:pt x="59790" y="45204"/>
                  <a:pt x="59855" y="45230"/>
                </a:cubicBezTo>
                <a:cubicBezTo>
                  <a:pt x="59868" y="45230"/>
                  <a:pt x="59881" y="45242"/>
                  <a:pt x="59894" y="45242"/>
                </a:cubicBezTo>
                <a:cubicBezTo>
                  <a:pt x="59947" y="45230"/>
                  <a:pt x="59973" y="45178"/>
                  <a:pt x="60011" y="45152"/>
                </a:cubicBezTo>
                <a:cubicBezTo>
                  <a:pt x="60089" y="45100"/>
                  <a:pt x="60233" y="45126"/>
                  <a:pt x="60337" y="45100"/>
                </a:cubicBezTo>
                <a:cubicBezTo>
                  <a:pt x="60401" y="45086"/>
                  <a:pt x="60427" y="45074"/>
                  <a:pt x="60479" y="45022"/>
                </a:cubicBezTo>
                <a:cubicBezTo>
                  <a:pt x="60436" y="45002"/>
                  <a:pt x="60423" y="44997"/>
                  <a:pt x="60429" y="44997"/>
                </a:cubicBezTo>
                <a:cubicBezTo>
                  <a:pt x="60435" y="44997"/>
                  <a:pt x="60462" y="45003"/>
                  <a:pt x="60497" y="45003"/>
                </a:cubicBezTo>
                <a:cubicBezTo>
                  <a:pt x="60516" y="45003"/>
                  <a:pt x="60537" y="45001"/>
                  <a:pt x="60558" y="44995"/>
                </a:cubicBezTo>
                <a:cubicBezTo>
                  <a:pt x="60596" y="44976"/>
                  <a:pt x="60613" y="44964"/>
                  <a:pt x="60640" y="44964"/>
                </a:cubicBezTo>
                <a:cubicBezTo>
                  <a:pt x="60650" y="44964"/>
                  <a:pt x="60661" y="44966"/>
                  <a:pt x="60675" y="44969"/>
                </a:cubicBezTo>
                <a:cubicBezTo>
                  <a:pt x="60691" y="44973"/>
                  <a:pt x="60704" y="44974"/>
                  <a:pt x="60715" y="44974"/>
                </a:cubicBezTo>
                <a:cubicBezTo>
                  <a:pt x="60748" y="44974"/>
                  <a:pt x="60763" y="44960"/>
                  <a:pt x="60792" y="44930"/>
                </a:cubicBezTo>
                <a:cubicBezTo>
                  <a:pt x="60846" y="44865"/>
                  <a:pt x="60900" y="44836"/>
                  <a:pt x="60977" y="44836"/>
                </a:cubicBezTo>
                <a:close/>
                <a:moveTo>
                  <a:pt x="55138" y="42773"/>
                </a:moveTo>
                <a:cubicBezTo>
                  <a:pt x="55151" y="42773"/>
                  <a:pt x="55164" y="42777"/>
                  <a:pt x="55171" y="42783"/>
                </a:cubicBezTo>
                <a:cubicBezTo>
                  <a:pt x="55184" y="42796"/>
                  <a:pt x="55197" y="42809"/>
                  <a:pt x="55223" y="42822"/>
                </a:cubicBezTo>
                <a:lnTo>
                  <a:pt x="55288" y="42822"/>
                </a:lnTo>
                <a:cubicBezTo>
                  <a:pt x="55366" y="42822"/>
                  <a:pt x="55587" y="42822"/>
                  <a:pt x="55575" y="42952"/>
                </a:cubicBezTo>
                <a:cubicBezTo>
                  <a:pt x="55561" y="43004"/>
                  <a:pt x="55522" y="43070"/>
                  <a:pt x="55496" y="43108"/>
                </a:cubicBezTo>
                <a:cubicBezTo>
                  <a:pt x="55483" y="43134"/>
                  <a:pt x="55470" y="43160"/>
                  <a:pt x="55483" y="43200"/>
                </a:cubicBezTo>
                <a:cubicBezTo>
                  <a:pt x="55491" y="43202"/>
                  <a:pt x="55500" y="43202"/>
                  <a:pt x="55510" y="43202"/>
                </a:cubicBezTo>
                <a:cubicBezTo>
                  <a:pt x="55535" y="43202"/>
                  <a:pt x="55565" y="43198"/>
                  <a:pt x="55592" y="43198"/>
                </a:cubicBezTo>
                <a:cubicBezTo>
                  <a:pt x="55621" y="43198"/>
                  <a:pt x="55648" y="43203"/>
                  <a:pt x="55665" y="43226"/>
                </a:cubicBezTo>
                <a:cubicBezTo>
                  <a:pt x="55691" y="43252"/>
                  <a:pt x="55717" y="43304"/>
                  <a:pt x="55717" y="43330"/>
                </a:cubicBezTo>
                <a:cubicBezTo>
                  <a:pt x="55731" y="43421"/>
                  <a:pt x="55717" y="43525"/>
                  <a:pt x="55769" y="43616"/>
                </a:cubicBezTo>
                <a:cubicBezTo>
                  <a:pt x="55786" y="43644"/>
                  <a:pt x="55805" y="43652"/>
                  <a:pt x="55826" y="43652"/>
                </a:cubicBezTo>
                <a:cubicBezTo>
                  <a:pt x="55855" y="43652"/>
                  <a:pt x="55888" y="43636"/>
                  <a:pt x="55925" y="43629"/>
                </a:cubicBezTo>
                <a:cubicBezTo>
                  <a:pt x="55952" y="43629"/>
                  <a:pt x="56047" y="43617"/>
                  <a:pt x="56115" y="43617"/>
                </a:cubicBezTo>
                <a:cubicBezTo>
                  <a:pt x="56149" y="43617"/>
                  <a:pt x="56177" y="43620"/>
                  <a:pt x="56186" y="43629"/>
                </a:cubicBezTo>
                <a:cubicBezTo>
                  <a:pt x="56212" y="43668"/>
                  <a:pt x="56173" y="43798"/>
                  <a:pt x="56173" y="43837"/>
                </a:cubicBezTo>
                <a:cubicBezTo>
                  <a:pt x="56160" y="43902"/>
                  <a:pt x="56160" y="43967"/>
                  <a:pt x="56173" y="44019"/>
                </a:cubicBezTo>
                <a:cubicBezTo>
                  <a:pt x="56264" y="44033"/>
                  <a:pt x="56368" y="44085"/>
                  <a:pt x="56420" y="44175"/>
                </a:cubicBezTo>
                <a:cubicBezTo>
                  <a:pt x="56446" y="44241"/>
                  <a:pt x="56420" y="44319"/>
                  <a:pt x="56394" y="44383"/>
                </a:cubicBezTo>
                <a:cubicBezTo>
                  <a:pt x="56392" y="44383"/>
                  <a:pt x="56390" y="44383"/>
                  <a:pt x="56388" y="44383"/>
                </a:cubicBezTo>
                <a:cubicBezTo>
                  <a:pt x="56303" y="44383"/>
                  <a:pt x="56288" y="44645"/>
                  <a:pt x="56225" y="44696"/>
                </a:cubicBezTo>
                <a:cubicBezTo>
                  <a:pt x="56212" y="44709"/>
                  <a:pt x="56186" y="44709"/>
                  <a:pt x="56173" y="44722"/>
                </a:cubicBezTo>
                <a:lnTo>
                  <a:pt x="56134" y="44761"/>
                </a:lnTo>
                <a:cubicBezTo>
                  <a:pt x="56122" y="44769"/>
                  <a:pt x="56110" y="44772"/>
                  <a:pt x="56098" y="44772"/>
                </a:cubicBezTo>
                <a:cubicBezTo>
                  <a:pt x="56071" y="44772"/>
                  <a:pt x="56044" y="44757"/>
                  <a:pt x="56017" y="44748"/>
                </a:cubicBezTo>
                <a:cubicBezTo>
                  <a:pt x="56000" y="44744"/>
                  <a:pt x="55983" y="44741"/>
                  <a:pt x="55967" y="44741"/>
                </a:cubicBezTo>
                <a:cubicBezTo>
                  <a:pt x="55933" y="44741"/>
                  <a:pt x="55904" y="44752"/>
                  <a:pt x="55887" y="44787"/>
                </a:cubicBezTo>
                <a:cubicBezTo>
                  <a:pt x="55847" y="44813"/>
                  <a:pt x="55861" y="44852"/>
                  <a:pt x="55861" y="44891"/>
                </a:cubicBezTo>
                <a:cubicBezTo>
                  <a:pt x="55861" y="44956"/>
                  <a:pt x="55847" y="44943"/>
                  <a:pt x="55795" y="44969"/>
                </a:cubicBezTo>
                <a:cubicBezTo>
                  <a:pt x="55764" y="44980"/>
                  <a:pt x="55741" y="44999"/>
                  <a:pt x="55705" y="44999"/>
                </a:cubicBezTo>
                <a:cubicBezTo>
                  <a:pt x="55697" y="44999"/>
                  <a:pt x="55688" y="44998"/>
                  <a:pt x="55679" y="44995"/>
                </a:cubicBezTo>
                <a:cubicBezTo>
                  <a:pt x="55574" y="44983"/>
                  <a:pt x="55480" y="44900"/>
                  <a:pt x="55378" y="44900"/>
                </a:cubicBezTo>
                <a:cubicBezTo>
                  <a:pt x="55366" y="44900"/>
                  <a:pt x="55353" y="44901"/>
                  <a:pt x="55340" y="44904"/>
                </a:cubicBezTo>
                <a:cubicBezTo>
                  <a:pt x="55301" y="44917"/>
                  <a:pt x="55236" y="44930"/>
                  <a:pt x="55223" y="44956"/>
                </a:cubicBezTo>
                <a:cubicBezTo>
                  <a:pt x="55171" y="44995"/>
                  <a:pt x="55210" y="45034"/>
                  <a:pt x="55223" y="45074"/>
                </a:cubicBezTo>
                <a:cubicBezTo>
                  <a:pt x="55275" y="45164"/>
                  <a:pt x="55249" y="45282"/>
                  <a:pt x="55171" y="45360"/>
                </a:cubicBezTo>
                <a:cubicBezTo>
                  <a:pt x="55132" y="45398"/>
                  <a:pt x="55067" y="45438"/>
                  <a:pt x="55119" y="45490"/>
                </a:cubicBezTo>
                <a:cubicBezTo>
                  <a:pt x="55145" y="45516"/>
                  <a:pt x="55171" y="45528"/>
                  <a:pt x="55210" y="45528"/>
                </a:cubicBezTo>
                <a:cubicBezTo>
                  <a:pt x="55200" y="45567"/>
                  <a:pt x="55162" y="45662"/>
                  <a:pt x="55169" y="45720"/>
                </a:cubicBezTo>
                <a:lnTo>
                  <a:pt x="55169" y="45720"/>
                </a:lnTo>
                <a:cubicBezTo>
                  <a:pt x="55158" y="45682"/>
                  <a:pt x="55157" y="45645"/>
                  <a:pt x="55132" y="45620"/>
                </a:cubicBezTo>
                <a:cubicBezTo>
                  <a:pt x="55119" y="45594"/>
                  <a:pt x="55080" y="45568"/>
                  <a:pt x="55067" y="45542"/>
                </a:cubicBezTo>
                <a:cubicBezTo>
                  <a:pt x="55014" y="45476"/>
                  <a:pt x="55014" y="45386"/>
                  <a:pt x="54976" y="45308"/>
                </a:cubicBezTo>
                <a:cubicBezTo>
                  <a:pt x="54936" y="45242"/>
                  <a:pt x="54910" y="45204"/>
                  <a:pt x="54884" y="45126"/>
                </a:cubicBezTo>
                <a:cubicBezTo>
                  <a:pt x="54858" y="45022"/>
                  <a:pt x="54846" y="44917"/>
                  <a:pt x="54820" y="44813"/>
                </a:cubicBezTo>
                <a:cubicBezTo>
                  <a:pt x="54806" y="44748"/>
                  <a:pt x="54794" y="44670"/>
                  <a:pt x="54768" y="44605"/>
                </a:cubicBezTo>
                <a:cubicBezTo>
                  <a:pt x="54742" y="44527"/>
                  <a:pt x="54742" y="44435"/>
                  <a:pt x="54716" y="44357"/>
                </a:cubicBezTo>
                <a:cubicBezTo>
                  <a:pt x="54690" y="44279"/>
                  <a:pt x="54664" y="44215"/>
                  <a:pt x="54638" y="44137"/>
                </a:cubicBezTo>
                <a:cubicBezTo>
                  <a:pt x="54612" y="44071"/>
                  <a:pt x="54586" y="43993"/>
                  <a:pt x="54560" y="43929"/>
                </a:cubicBezTo>
                <a:cubicBezTo>
                  <a:pt x="54534" y="43876"/>
                  <a:pt x="54494" y="43824"/>
                  <a:pt x="54482" y="43772"/>
                </a:cubicBezTo>
                <a:cubicBezTo>
                  <a:pt x="54455" y="43733"/>
                  <a:pt x="54455" y="43694"/>
                  <a:pt x="54442" y="43655"/>
                </a:cubicBezTo>
                <a:cubicBezTo>
                  <a:pt x="54403" y="43564"/>
                  <a:pt x="54351" y="43473"/>
                  <a:pt x="54338" y="43368"/>
                </a:cubicBezTo>
                <a:cubicBezTo>
                  <a:pt x="54312" y="43278"/>
                  <a:pt x="54325" y="43186"/>
                  <a:pt x="54286" y="43096"/>
                </a:cubicBezTo>
                <a:lnTo>
                  <a:pt x="54247" y="42978"/>
                </a:lnTo>
                <a:lnTo>
                  <a:pt x="54247" y="42978"/>
                </a:lnTo>
                <a:cubicBezTo>
                  <a:pt x="54273" y="42992"/>
                  <a:pt x="54312" y="42992"/>
                  <a:pt x="54338" y="42992"/>
                </a:cubicBezTo>
                <a:cubicBezTo>
                  <a:pt x="54390" y="42978"/>
                  <a:pt x="54377" y="42978"/>
                  <a:pt x="54416" y="42940"/>
                </a:cubicBezTo>
                <a:cubicBezTo>
                  <a:pt x="54455" y="42900"/>
                  <a:pt x="54520" y="42874"/>
                  <a:pt x="54586" y="42862"/>
                </a:cubicBezTo>
                <a:cubicBezTo>
                  <a:pt x="54651" y="42837"/>
                  <a:pt x="54670" y="42802"/>
                  <a:pt x="54704" y="42802"/>
                </a:cubicBezTo>
                <a:cubicBezTo>
                  <a:pt x="54724" y="42802"/>
                  <a:pt x="54750" y="42814"/>
                  <a:pt x="54794" y="42848"/>
                </a:cubicBezTo>
                <a:cubicBezTo>
                  <a:pt x="54858" y="42888"/>
                  <a:pt x="54910" y="42914"/>
                  <a:pt x="54988" y="42940"/>
                </a:cubicBezTo>
                <a:cubicBezTo>
                  <a:pt x="55014" y="42952"/>
                  <a:pt x="55041" y="42966"/>
                  <a:pt x="55080" y="42978"/>
                </a:cubicBezTo>
                <a:cubicBezTo>
                  <a:pt x="55014" y="42952"/>
                  <a:pt x="55054" y="42809"/>
                  <a:pt x="55106" y="42783"/>
                </a:cubicBezTo>
                <a:cubicBezTo>
                  <a:pt x="55112" y="42777"/>
                  <a:pt x="55125" y="42773"/>
                  <a:pt x="55138" y="42773"/>
                </a:cubicBezTo>
                <a:close/>
                <a:moveTo>
                  <a:pt x="61300" y="45620"/>
                </a:moveTo>
                <a:cubicBezTo>
                  <a:pt x="61300" y="45633"/>
                  <a:pt x="61312" y="45646"/>
                  <a:pt x="61312" y="45659"/>
                </a:cubicBezTo>
                <a:cubicBezTo>
                  <a:pt x="61326" y="45750"/>
                  <a:pt x="61352" y="45854"/>
                  <a:pt x="61416" y="45919"/>
                </a:cubicBezTo>
                <a:cubicBezTo>
                  <a:pt x="61442" y="45932"/>
                  <a:pt x="61482" y="45932"/>
                  <a:pt x="61508" y="45958"/>
                </a:cubicBezTo>
                <a:cubicBezTo>
                  <a:pt x="61520" y="45984"/>
                  <a:pt x="61520" y="46036"/>
                  <a:pt x="61534" y="46062"/>
                </a:cubicBezTo>
                <a:cubicBezTo>
                  <a:pt x="61534" y="46115"/>
                  <a:pt x="61534" y="46219"/>
                  <a:pt x="61572" y="46257"/>
                </a:cubicBezTo>
                <a:cubicBezTo>
                  <a:pt x="61599" y="46283"/>
                  <a:pt x="61703" y="46283"/>
                  <a:pt x="61742" y="46297"/>
                </a:cubicBezTo>
                <a:cubicBezTo>
                  <a:pt x="61794" y="46309"/>
                  <a:pt x="61859" y="46297"/>
                  <a:pt x="61911" y="46335"/>
                </a:cubicBezTo>
                <a:cubicBezTo>
                  <a:pt x="61989" y="46401"/>
                  <a:pt x="61950" y="46491"/>
                  <a:pt x="61885" y="46557"/>
                </a:cubicBezTo>
                <a:cubicBezTo>
                  <a:pt x="61834" y="46618"/>
                  <a:pt x="61791" y="46744"/>
                  <a:pt x="61705" y="46744"/>
                </a:cubicBezTo>
                <a:cubicBezTo>
                  <a:pt x="61681" y="46744"/>
                  <a:pt x="61655" y="46735"/>
                  <a:pt x="61625" y="46713"/>
                </a:cubicBezTo>
                <a:cubicBezTo>
                  <a:pt x="61560" y="46661"/>
                  <a:pt x="61572" y="46557"/>
                  <a:pt x="61508" y="46505"/>
                </a:cubicBezTo>
                <a:cubicBezTo>
                  <a:pt x="61493" y="46495"/>
                  <a:pt x="61479" y="46493"/>
                  <a:pt x="61464" y="46493"/>
                </a:cubicBezTo>
                <a:cubicBezTo>
                  <a:pt x="61449" y="46493"/>
                  <a:pt x="61433" y="46496"/>
                  <a:pt x="61418" y="46496"/>
                </a:cubicBezTo>
                <a:cubicBezTo>
                  <a:pt x="61409" y="46496"/>
                  <a:pt x="61400" y="46495"/>
                  <a:pt x="61390" y="46491"/>
                </a:cubicBezTo>
                <a:cubicBezTo>
                  <a:pt x="61338" y="46479"/>
                  <a:pt x="61312" y="46427"/>
                  <a:pt x="61260" y="46427"/>
                </a:cubicBezTo>
                <a:cubicBezTo>
                  <a:pt x="61196" y="46413"/>
                  <a:pt x="61182" y="46439"/>
                  <a:pt x="61118" y="46387"/>
                </a:cubicBezTo>
                <a:cubicBezTo>
                  <a:pt x="61050" y="46342"/>
                  <a:pt x="61011" y="46307"/>
                  <a:pt x="60942" y="46307"/>
                </a:cubicBezTo>
                <a:cubicBezTo>
                  <a:pt x="60932" y="46307"/>
                  <a:pt x="60921" y="46308"/>
                  <a:pt x="60909" y="46309"/>
                </a:cubicBezTo>
                <a:cubicBezTo>
                  <a:pt x="60857" y="46317"/>
                  <a:pt x="60813" y="46324"/>
                  <a:pt x="60768" y="46324"/>
                </a:cubicBezTo>
                <a:cubicBezTo>
                  <a:pt x="60735" y="46324"/>
                  <a:pt x="60701" y="46320"/>
                  <a:pt x="60662" y="46309"/>
                </a:cubicBezTo>
                <a:cubicBezTo>
                  <a:pt x="60571" y="46271"/>
                  <a:pt x="60467" y="46219"/>
                  <a:pt x="60349" y="46193"/>
                </a:cubicBezTo>
                <a:cubicBezTo>
                  <a:pt x="60311" y="46179"/>
                  <a:pt x="60245" y="46193"/>
                  <a:pt x="60219" y="46153"/>
                </a:cubicBezTo>
                <a:cubicBezTo>
                  <a:pt x="60193" y="46101"/>
                  <a:pt x="60207" y="46010"/>
                  <a:pt x="60167" y="45971"/>
                </a:cubicBezTo>
                <a:cubicBezTo>
                  <a:pt x="60271" y="45945"/>
                  <a:pt x="60375" y="45932"/>
                  <a:pt x="60479" y="45880"/>
                </a:cubicBezTo>
                <a:cubicBezTo>
                  <a:pt x="60649" y="45802"/>
                  <a:pt x="60805" y="45698"/>
                  <a:pt x="61000" y="45672"/>
                </a:cubicBezTo>
                <a:cubicBezTo>
                  <a:pt x="61092" y="45659"/>
                  <a:pt x="61170" y="45659"/>
                  <a:pt x="61260" y="45633"/>
                </a:cubicBezTo>
                <a:cubicBezTo>
                  <a:pt x="61274" y="45633"/>
                  <a:pt x="61286" y="45620"/>
                  <a:pt x="61300" y="45620"/>
                </a:cubicBezTo>
                <a:close/>
                <a:moveTo>
                  <a:pt x="58489" y="46687"/>
                </a:moveTo>
                <a:cubicBezTo>
                  <a:pt x="58515" y="46713"/>
                  <a:pt x="58541" y="46739"/>
                  <a:pt x="58580" y="46752"/>
                </a:cubicBezTo>
                <a:cubicBezTo>
                  <a:pt x="58645" y="46804"/>
                  <a:pt x="58762" y="46830"/>
                  <a:pt x="58828" y="46908"/>
                </a:cubicBezTo>
                <a:cubicBezTo>
                  <a:pt x="58854" y="46947"/>
                  <a:pt x="58880" y="47064"/>
                  <a:pt x="58892" y="47116"/>
                </a:cubicBezTo>
                <a:cubicBezTo>
                  <a:pt x="58906" y="47168"/>
                  <a:pt x="58892" y="47194"/>
                  <a:pt x="58854" y="47234"/>
                </a:cubicBezTo>
                <a:cubicBezTo>
                  <a:pt x="58801" y="47312"/>
                  <a:pt x="58723" y="47390"/>
                  <a:pt x="58632" y="47442"/>
                </a:cubicBezTo>
                <a:cubicBezTo>
                  <a:pt x="58580" y="47480"/>
                  <a:pt x="58515" y="47494"/>
                  <a:pt x="58463" y="47532"/>
                </a:cubicBezTo>
                <a:cubicBezTo>
                  <a:pt x="58437" y="47546"/>
                  <a:pt x="58424" y="47558"/>
                  <a:pt x="58398" y="47572"/>
                </a:cubicBezTo>
                <a:cubicBezTo>
                  <a:pt x="58398" y="47468"/>
                  <a:pt x="58398" y="47364"/>
                  <a:pt x="58411" y="47260"/>
                </a:cubicBezTo>
                <a:cubicBezTo>
                  <a:pt x="58424" y="47064"/>
                  <a:pt x="58450" y="46882"/>
                  <a:pt x="58489" y="46687"/>
                </a:cubicBezTo>
                <a:close/>
                <a:moveTo>
                  <a:pt x="87168" y="47416"/>
                </a:moveTo>
                <a:cubicBezTo>
                  <a:pt x="87258" y="47454"/>
                  <a:pt x="87362" y="47494"/>
                  <a:pt x="87454" y="47532"/>
                </a:cubicBezTo>
                <a:cubicBezTo>
                  <a:pt x="87284" y="47546"/>
                  <a:pt x="87102" y="47558"/>
                  <a:pt x="86920" y="47584"/>
                </a:cubicBezTo>
                <a:cubicBezTo>
                  <a:pt x="86998" y="47532"/>
                  <a:pt x="87076" y="47480"/>
                  <a:pt x="87168" y="47416"/>
                </a:cubicBezTo>
                <a:close/>
                <a:moveTo>
                  <a:pt x="67115" y="47042"/>
                </a:moveTo>
                <a:cubicBezTo>
                  <a:pt x="67219" y="47042"/>
                  <a:pt x="67320" y="47072"/>
                  <a:pt x="67428" y="47090"/>
                </a:cubicBezTo>
                <a:cubicBezTo>
                  <a:pt x="67376" y="47116"/>
                  <a:pt x="67480" y="47129"/>
                  <a:pt x="67519" y="47168"/>
                </a:cubicBezTo>
                <a:cubicBezTo>
                  <a:pt x="67545" y="47194"/>
                  <a:pt x="67558" y="47208"/>
                  <a:pt x="67610" y="47208"/>
                </a:cubicBezTo>
                <a:cubicBezTo>
                  <a:pt x="67806" y="47208"/>
                  <a:pt x="67988" y="47181"/>
                  <a:pt x="68183" y="47181"/>
                </a:cubicBezTo>
                <a:cubicBezTo>
                  <a:pt x="68209" y="47181"/>
                  <a:pt x="68245" y="47175"/>
                  <a:pt x="68277" y="47175"/>
                </a:cubicBezTo>
                <a:cubicBezTo>
                  <a:pt x="68310" y="47175"/>
                  <a:pt x="68339" y="47181"/>
                  <a:pt x="68352" y="47208"/>
                </a:cubicBezTo>
                <a:cubicBezTo>
                  <a:pt x="68378" y="47272"/>
                  <a:pt x="68313" y="47364"/>
                  <a:pt x="68274" y="47416"/>
                </a:cubicBezTo>
                <a:cubicBezTo>
                  <a:pt x="68209" y="47480"/>
                  <a:pt x="68157" y="47494"/>
                  <a:pt x="68066" y="47494"/>
                </a:cubicBezTo>
                <a:lnTo>
                  <a:pt x="67832" y="47494"/>
                </a:lnTo>
                <a:cubicBezTo>
                  <a:pt x="67754" y="47494"/>
                  <a:pt x="67740" y="47494"/>
                  <a:pt x="67702" y="47558"/>
                </a:cubicBezTo>
                <a:cubicBezTo>
                  <a:pt x="67676" y="47598"/>
                  <a:pt x="67662" y="47650"/>
                  <a:pt x="67624" y="47662"/>
                </a:cubicBezTo>
                <a:cubicBezTo>
                  <a:pt x="67584" y="47662"/>
                  <a:pt x="67584" y="47636"/>
                  <a:pt x="67545" y="47624"/>
                </a:cubicBezTo>
                <a:cubicBezTo>
                  <a:pt x="67512" y="47607"/>
                  <a:pt x="67476" y="47602"/>
                  <a:pt x="67439" y="47602"/>
                </a:cubicBezTo>
                <a:cubicBezTo>
                  <a:pt x="67391" y="47602"/>
                  <a:pt x="67342" y="47610"/>
                  <a:pt x="67298" y="47610"/>
                </a:cubicBezTo>
                <a:lnTo>
                  <a:pt x="67116" y="47610"/>
                </a:lnTo>
                <a:cubicBezTo>
                  <a:pt x="67011" y="47610"/>
                  <a:pt x="66907" y="47520"/>
                  <a:pt x="66881" y="47416"/>
                </a:cubicBezTo>
                <a:cubicBezTo>
                  <a:pt x="66869" y="47350"/>
                  <a:pt x="66855" y="47312"/>
                  <a:pt x="66855" y="47246"/>
                </a:cubicBezTo>
                <a:cubicBezTo>
                  <a:pt x="66855" y="47155"/>
                  <a:pt x="66881" y="47103"/>
                  <a:pt x="66973" y="47064"/>
                </a:cubicBezTo>
                <a:cubicBezTo>
                  <a:pt x="67021" y="47048"/>
                  <a:pt x="67069" y="47042"/>
                  <a:pt x="67115" y="47042"/>
                </a:cubicBezTo>
                <a:close/>
                <a:moveTo>
                  <a:pt x="55639" y="45542"/>
                </a:moveTo>
                <a:cubicBezTo>
                  <a:pt x="55731" y="45542"/>
                  <a:pt x="55783" y="45581"/>
                  <a:pt x="55783" y="45672"/>
                </a:cubicBezTo>
                <a:cubicBezTo>
                  <a:pt x="55783" y="45724"/>
                  <a:pt x="55769" y="45841"/>
                  <a:pt x="55731" y="45880"/>
                </a:cubicBezTo>
                <a:cubicBezTo>
                  <a:pt x="55717" y="45893"/>
                  <a:pt x="55691" y="45893"/>
                  <a:pt x="55679" y="45906"/>
                </a:cubicBezTo>
                <a:cubicBezTo>
                  <a:pt x="55627" y="45932"/>
                  <a:pt x="55627" y="45919"/>
                  <a:pt x="55627" y="45971"/>
                </a:cubicBezTo>
                <a:cubicBezTo>
                  <a:pt x="55613" y="46036"/>
                  <a:pt x="55639" y="46101"/>
                  <a:pt x="55639" y="46167"/>
                </a:cubicBezTo>
                <a:cubicBezTo>
                  <a:pt x="55639" y="46231"/>
                  <a:pt x="55665" y="46283"/>
                  <a:pt x="55743" y="46283"/>
                </a:cubicBezTo>
                <a:cubicBezTo>
                  <a:pt x="55783" y="46283"/>
                  <a:pt x="55769" y="46271"/>
                  <a:pt x="55809" y="46257"/>
                </a:cubicBezTo>
                <a:cubicBezTo>
                  <a:pt x="55835" y="46231"/>
                  <a:pt x="55847" y="46245"/>
                  <a:pt x="55887" y="46231"/>
                </a:cubicBezTo>
                <a:cubicBezTo>
                  <a:pt x="55925" y="46231"/>
                  <a:pt x="55925" y="46219"/>
                  <a:pt x="55965" y="46193"/>
                </a:cubicBezTo>
                <a:cubicBezTo>
                  <a:pt x="55977" y="46167"/>
                  <a:pt x="55991" y="46115"/>
                  <a:pt x="56017" y="46101"/>
                </a:cubicBezTo>
                <a:cubicBezTo>
                  <a:pt x="56030" y="46095"/>
                  <a:pt x="56043" y="46095"/>
                  <a:pt x="56056" y="46095"/>
                </a:cubicBezTo>
                <a:cubicBezTo>
                  <a:pt x="56069" y="46095"/>
                  <a:pt x="56082" y="46095"/>
                  <a:pt x="56095" y="46088"/>
                </a:cubicBezTo>
                <a:cubicBezTo>
                  <a:pt x="56121" y="46075"/>
                  <a:pt x="56121" y="46049"/>
                  <a:pt x="56121" y="46023"/>
                </a:cubicBezTo>
                <a:cubicBezTo>
                  <a:pt x="56134" y="45945"/>
                  <a:pt x="56107" y="45867"/>
                  <a:pt x="56134" y="45789"/>
                </a:cubicBezTo>
                <a:cubicBezTo>
                  <a:pt x="56156" y="45733"/>
                  <a:pt x="56189" y="45695"/>
                  <a:pt x="56239" y="45695"/>
                </a:cubicBezTo>
                <a:cubicBezTo>
                  <a:pt x="56247" y="45695"/>
                  <a:pt x="56255" y="45696"/>
                  <a:pt x="56264" y="45698"/>
                </a:cubicBezTo>
                <a:cubicBezTo>
                  <a:pt x="56277" y="45698"/>
                  <a:pt x="56355" y="45711"/>
                  <a:pt x="56355" y="45711"/>
                </a:cubicBezTo>
                <a:cubicBezTo>
                  <a:pt x="56407" y="45737"/>
                  <a:pt x="56355" y="45828"/>
                  <a:pt x="56355" y="45880"/>
                </a:cubicBezTo>
                <a:cubicBezTo>
                  <a:pt x="56355" y="45932"/>
                  <a:pt x="56355" y="45997"/>
                  <a:pt x="56381" y="46049"/>
                </a:cubicBezTo>
                <a:cubicBezTo>
                  <a:pt x="56407" y="46101"/>
                  <a:pt x="56446" y="46127"/>
                  <a:pt x="56459" y="46179"/>
                </a:cubicBezTo>
                <a:cubicBezTo>
                  <a:pt x="56469" y="46186"/>
                  <a:pt x="56477" y="46188"/>
                  <a:pt x="56485" y="46188"/>
                </a:cubicBezTo>
                <a:cubicBezTo>
                  <a:pt x="56506" y="46188"/>
                  <a:pt x="56521" y="46167"/>
                  <a:pt x="56550" y="46167"/>
                </a:cubicBezTo>
                <a:cubicBezTo>
                  <a:pt x="56554" y="46163"/>
                  <a:pt x="56559" y="46161"/>
                  <a:pt x="56565" y="46161"/>
                </a:cubicBezTo>
                <a:cubicBezTo>
                  <a:pt x="56579" y="46161"/>
                  <a:pt x="56597" y="46170"/>
                  <a:pt x="56615" y="46179"/>
                </a:cubicBezTo>
                <a:cubicBezTo>
                  <a:pt x="56668" y="46193"/>
                  <a:pt x="56720" y="46205"/>
                  <a:pt x="56784" y="46205"/>
                </a:cubicBezTo>
                <a:cubicBezTo>
                  <a:pt x="56836" y="46127"/>
                  <a:pt x="56836" y="46115"/>
                  <a:pt x="56784" y="46023"/>
                </a:cubicBezTo>
                <a:cubicBezTo>
                  <a:pt x="56758" y="45971"/>
                  <a:pt x="56720" y="45932"/>
                  <a:pt x="56706" y="45880"/>
                </a:cubicBezTo>
                <a:cubicBezTo>
                  <a:pt x="56680" y="45802"/>
                  <a:pt x="56668" y="45672"/>
                  <a:pt x="56746" y="45620"/>
                </a:cubicBezTo>
                <a:cubicBezTo>
                  <a:pt x="56764" y="45608"/>
                  <a:pt x="56783" y="45603"/>
                  <a:pt x="56803" y="45603"/>
                </a:cubicBezTo>
                <a:cubicBezTo>
                  <a:pt x="56869" y="45603"/>
                  <a:pt x="56940" y="45658"/>
                  <a:pt x="56980" y="45698"/>
                </a:cubicBezTo>
                <a:cubicBezTo>
                  <a:pt x="57070" y="45789"/>
                  <a:pt x="57070" y="45919"/>
                  <a:pt x="57162" y="45997"/>
                </a:cubicBezTo>
                <a:cubicBezTo>
                  <a:pt x="57214" y="46023"/>
                  <a:pt x="57318" y="46088"/>
                  <a:pt x="57370" y="46101"/>
                </a:cubicBezTo>
                <a:cubicBezTo>
                  <a:pt x="57387" y="46108"/>
                  <a:pt x="57404" y="46111"/>
                  <a:pt x="57420" y="46111"/>
                </a:cubicBezTo>
                <a:cubicBezTo>
                  <a:pt x="57463" y="46111"/>
                  <a:pt x="57501" y="46087"/>
                  <a:pt x="57539" y="46049"/>
                </a:cubicBezTo>
                <a:cubicBezTo>
                  <a:pt x="57578" y="45997"/>
                  <a:pt x="57630" y="45919"/>
                  <a:pt x="57708" y="45919"/>
                </a:cubicBezTo>
                <a:cubicBezTo>
                  <a:pt x="57761" y="45919"/>
                  <a:pt x="57813" y="45984"/>
                  <a:pt x="57851" y="46023"/>
                </a:cubicBezTo>
                <a:cubicBezTo>
                  <a:pt x="57917" y="46062"/>
                  <a:pt x="57955" y="46062"/>
                  <a:pt x="58021" y="46062"/>
                </a:cubicBezTo>
                <a:cubicBezTo>
                  <a:pt x="57969" y="46193"/>
                  <a:pt x="57929" y="46309"/>
                  <a:pt x="57891" y="46427"/>
                </a:cubicBezTo>
                <a:cubicBezTo>
                  <a:pt x="57839" y="46583"/>
                  <a:pt x="57787" y="46726"/>
                  <a:pt x="57747" y="46895"/>
                </a:cubicBezTo>
                <a:cubicBezTo>
                  <a:pt x="57721" y="47064"/>
                  <a:pt x="57721" y="47246"/>
                  <a:pt x="57695" y="47416"/>
                </a:cubicBezTo>
                <a:cubicBezTo>
                  <a:pt x="57682" y="47624"/>
                  <a:pt x="57643" y="47832"/>
                  <a:pt x="57617" y="48040"/>
                </a:cubicBezTo>
                <a:cubicBezTo>
                  <a:pt x="57617" y="48079"/>
                  <a:pt x="57604" y="48131"/>
                  <a:pt x="57604" y="48170"/>
                </a:cubicBezTo>
                <a:cubicBezTo>
                  <a:pt x="57552" y="48144"/>
                  <a:pt x="57539" y="48079"/>
                  <a:pt x="57487" y="48066"/>
                </a:cubicBezTo>
                <a:cubicBezTo>
                  <a:pt x="57465" y="48058"/>
                  <a:pt x="57442" y="48055"/>
                  <a:pt x="57419" y="48055"/>
                </a:cubicBezTo>
                <a:cubicBezTo>
                  <a:pt x="57372" y="48055"/>
                  <a:pt x="57322" y="48066"/>
                  <a:pt x="57279" y="48066"/>
                </a:cubicBezTo>
                <a:cubicBezTo>
                  <a:pt x="57174" y="48040"/>
                  <a:pt x="57070" y="47988"/>
                  <a:pt x="56954" y="47988"/>
                </a:cubicBezTo>
                <a:cubicBezTo>
                  <a:pt x="56927" y="47988"/>
                  <a:pt x="56890" y="47994"/>
                  <a:pt x="56856" y="47994"/>
                </a:cubicBezTo>
                <a:cubicBezTo>
                  <a:pt x="56839" y="47994"/>
                  <a:pt x="56823" y="47992"/>
                  <a:pt x="56810" y="47988"/>
                </a:cubicBezTo>
                <a:cubicBezTo>
                  <a:pt x="56772" y="47975"/>
                  <a:pt x="56732" y="47923"/>
                  <a:pt x="56706" y="47897"/>
                </a:cubicBezTo>
                <a:lnTo>
                  <a:pt x="56706" y="47884"/>
                </a:lnTo>
                <a:lnTo>
                  <a:pt x="56694" y="47871"/>
                </a:lnTo>
                <a:cubicBezTo>
                  <a:pt x="56615" y="47740"/>
                  <a:pt x="56550" y="47598"/>
                  <a:pt x="56472" y="47468"/>
                </a:cubicBezTo>
                <a:cubicBezTo>
                  <a:pt x="56394" y="47324"/>
                  <a:pt x="56277" y="47220"/>
                  <a:pt x="56173" y="47103"/>
                </a:cubicBezTo>
                <a:cubicBezTo>
                  <a:pt x="56081" y="46999"/>
                  <a:pt x="56017" y="46882"/>
                  <a:pt x="55939" y="46778"/>
                </a:cubicBezTo>
                <a:cubicBezTo>
                  <a:pt x="55873" y="46687"/>
                  <a:pt x="55835" y="46595"/>
                  <a:pt x="55769" y="46517"/>
                </a:cubicBezTo>
                <a:cubicBezTo>
                  <a:pt x="55691" y="46453"/>
                  <a:pt x="55627" y="46387"/>
                  <a:pt x="55548" y="46323"/>
                </a:cubicBezTo>
                <a:cubicBezTo>
                  <a:pt x="55444" y="46245"/>
                  <a:pt x="55379" y="46141"/>
                  <a:pt x="55327" y="46023"/>
                </a:cubicBezTo>
                <a:cubicBezTo>
                  <a:pt x="55280" y="45928"/>
                  <a:pt x="55222" y="45845"/>
                  <a:pt x="55182" y="45753"/>
                </a:cubicBezTo>
                <a:lnTo>
                  <a:pt x="55182" y="45753"/>
                </a:lnTo>
                <a:cubicBezTo>
                  <a:pt x="55186" y="45757"/>
                  <a:pt x="55191" y="45760"/>
                  <a:pt x="55197" y="45763"/>
                </a:cubicBezTo>
                <a:lnTo>
                  <a:pt x="55431" y="45763"/>
                </a:lnTo>
                <a:cubicBezTo>
                  <a:pt x="55535" y="45763"/>
                  <a:pt x="55509" y="45737"/>
                  <a:pt x="55522" y="45646"/>
                </a:cubicBezTo>
                <a:cubicBezTo>
                  <a:pt x="55535" y="45554"/>
                  <a:pt x="55575" y="45554"/>
                  <a:pt x="55639" y="45542"/>
                </a:cubicBezTo>
                <a:close/>
                <a:moveTo>
                  <a:pt x="62118" y="48390"/>
                </a:moveTo>
                <a:cubicBezTo>
                  <a:pt x="62150" y="48390"/>
                  <a:pt x="62181" y="48391"/>
                  <a:pt x="62211" y="48391"/>
                </a:cubicBezTo>
                <a:cubicBezTo>
                  <a:pt x="62315" y="48391"/>
                  <a:pt x="62367" y="48417"/>
                  <a:pt x="62419" y="48443"/>
                </a:cubicBezTo>
                <a:cubicBezTo>
                  <a:pt x="62457" y="48457"/>
                  <a:pt x="62457" y="48457"/>
                  <a:pt x="62471" y="48495"/>
                </a:cubicBezTo>
                <a:lnTo>
                  <a:pt x="62471" y="48535"/>
                </a:lnTo>
                <a:cubicBezTo>
                  <a:pt x="62471" y="48547"/>
                  <a:pt x="62483" y="48561"/>
                  <a:pt x="62497" y="48561"/>
                </a:cubicBezTo>
                <a:lnTo>
                  <a:pt x="62497" y="48625"/>
                </a:lnTo>
                <a:cubicBezTo>
                  <a:pt x="62506" y="48630"/>
                  <a:pt x="62516" y="48631"/>
                  <a:pt x="62526" y="48631"/>
                </a:cubicBezTo>
                <a:cubicBezTo>
                  <a:pt x="62547" y="48631"/>
                  <a:pt x="62570" y="48625"/>
                  <a:pt x="62587" y="48625"/>
                </a:cubicBezTo>
                <a:cubicBezTo>
                  <a:pt x="62639" y="48625"/>
                  <a:pt x="62705" y="48639"/>
                  <a:pt x="62757" y="48651"/>
                </a:cubicBezTo>
                <a:cubicBezTo>
                  <a:pt x="62848" y="48665"/>
                  <a:pt x="62913" y="48729"/>
                  <a:pt x="62991" y="48769"/>
                </a:cubicBezTo>
                <a:cubicBezTo>
                  <a:pt x="62991" y="48781"/>
                  <a:pt x="63004" y="48781"/>
                  <a:pt x="63004" y="48781"/>
                </a:cubicBezTo>
                <a:cubicBezTo>
                  <a:pt x="63017" y="48807"/>
                  <a:pt x="63017" y="48833"/>
                  <a:pt x="63043" y="48860"/>
                </a:cubicBezTo>
                <a:cubicBezTo>
                  <a:pt x="63069" y="48912"/>
                  <a:pt x="63108" y="48938"/>
                  <a:pt x="63160" y="48951"/>
                </a:cubicBezTo>
                <a:lnTo>
                  <a:pt x="63160" y="48964"/>
                </a:lnTo>
                <a:lnTo>
                  <a:pt x="63160" y="48977"/>
                </a:lnTo>
                <a:cubicBezTo>
                  <a:pt x="63134" y="48977"/>
                  <a:pt x="63147" y="48990"/>
                  <a:pt x="63147" y="49003"/>
                </a:cubicBezTo>
                <a:cubicBezTo>
                  <a:pt x="63135" y="49112"/>
                  <a:pt x="63056" y="49187"/>
                  <a:pt x="62950" y="49187"/>
                </a:cubicBezTo>
                <a:cubicBezTo>
                  <a:pt x="62942" y="49187"/>
                  <a:pt x="62934" y="49186"/>
                  <a:pt x="62926" y="49185"/>
                </a:cubicBezTo>
                <a:cubicBezTo>
                  <a:pt x="62912" y="49182"/>
                  <a:pt x="62899" y="49181"/>
                  <a:pt x="62886" y="49181"/>
                </a:cubicBezTo>
                <a:cubicBezTo>
                  <a:pt x="62809" y="49181"/>
                  <a:pt x="62735" y="49226"/>
                  <a:pt x="62658" y="49226"/>
                </a:cubicBezTo>
                <a:cubicBezTo>
                  <a:pt x="62635" y="49226"/>
                  <a:pt x="62612" y="49222"/>
                  <a:pt x="62587" y="49211"/>
                </a:cubicBezTo>
                <a:cubicBezTo>
                  <a:pt x="62561" y="49198"/>
                  <a:pt x="62549" y="49159"/>
                  <a:pt x="62509" y="49159"/>
                </a:cubicBezTo>
                <a:cubicBezTo>
                  <a:pt x="62483" y="49146"/>
                  <a:pt x="62457" y="49146"/>
                  <a:pt x="62431" y="49146"/>
                </a:cubicBezTo>
                <a:cubicBezTo>
                  <a:pt x="62405" y="49146"/>
                  <a:pt x="62379" y="49146"/>
                  <a:pt x="62353" y="49133"/>
                </a:cubicBezTo>
                <a:cubicBezTo>
                  <a:pt x="62301" y="49107"/>
                  <a:pt x="62263" y="49055"/>
                  <a:pt x="62211" y="49029"/>
                </a:cubicBezTo>
                <a:cubicBezTo>
                  <a:pt x="62171" y="49003"/>
                  <a:pt x="62119" y="48990"/>
                  <a:pt x="62080" y="48990"/>
                </a:cubicBezTo>
                <a:cubicBezTo>
                  <a:pt x="62028" y="48990"/>
                  <a:pt x="62002" y="49016"/>
                  <a:pt x="61950" y="49029"/>
                </a:cubicBezTo>
                <a:cubicBezTo>
                  <a:pt x="61937" y="49033"/>
                  <a:pt x="61923" y="49035"/>
                  <a:pt x="61908" y="49035"/>
                </a:cubicBezTo>
                <a:cubicBezTo>
                  <a:pt x="61878" y="49035"/>
                  <a:pt x="61846" y="49029"/>
                  <a:pt x="61820" y="49029"/>
                </a:cubicBezTo>
                <a:cubicBezTo>
                  <a:pt x="61690" y="49029"/>
                  <a:pt x="61572" y="48964"/>
                  <a:pt x="61508" y="48860"/>
                </a:cubicBezTo>
                <a:cubicBezTo>
                  <a:pt x="61494" y="48860"/>
                  <a:pt x="61442" y="48755"/>
                  <a:pt x="61456" y="48717"/>
                </a:cubicBezTo>
                <a:cubicBezTo>
                  <a:pt x="61456" y="48704"/>
                  <a:pt x="61459" y="48700"/>
                  <a:pt x="61466" y="48700"/>
                </a:cubicBezTo>
                <a:cubicBezTo>
                  <a:pt x="61472" y="48700"/>
                  <a:pt x="61482" y="48703"/>
                  <a:pt x="61494" y="48703"/>
                </a:cubicBezTo>
                <a:cubicBezTo>
                  <a:pt x="61509" y="48698"/>
                  <a:pt x="61524" y="48696"/>
                  <a:pt x="61539" y="48696"/>
                </a:cubicBezTo>
                <a:cubicBezTo>
                  <a:pt x="61573" y="48696"/>
                  <a:pt x="61607" y="48706"/>
                  <a:pt x="61639" y="48706"/>
                </a:cubicBezTo>
                <a:cubicBezTo>
                  <a:pt x="61658" y="48706"/>
                  <a:pt x="61675" y="48702"/>
                  <a:pt x="61690" y="48691"/>
                </a:cubicBezTo>
                <a:cubicBezTo>
                  <a:pt x="61729" y="48665"/>
                  <a:pt x="61755" y="48599"/>
                  <a:pt x="61781" y="48573"/>
                </a:cubicBezTo>
                <a:cubicBezTo>
                  <a:pt x="61794" y="48561"/>
                  <a:pt x="61820" y="48547"/>
                  <a:pt x="61833" y="48535"/>
                </a:cubicBezTo>
                <a:cubicBezTo>
                  <a:pt x="61872" y="48509"/>
                  <a:pt x="61885" y="48457"/>
                  <a:pt x="61924" y="48431"/>
                </a:cubicBezTo>
                <a:cubicBezTo>
                  <a:pt x="61986" y="48395"/>
                  <a:pt x="62053" y="48390"/>
                  <a:pt x="62118" y="48390"/>
                </a:cubicBezTo>
                <a:close/>
                <a:moveTo>
                  <a:pt x="54325" y="48275"/>
                </a:moveTo>
                <a:cubicBezTo>
                  <a:pt x="54390" y="48287"/>
                  <a:pt x="54442" y="48327"/>
                  <a:pt x="54508" y="48339"/>
                </a:cubicBezTo>
                <a:cubicBezTo>
                  <a:pt x="54520" y="48344"/>
                  <a:pt x="54533" y="48345"/>
                  <a:pt x="54546" y="48345"/>
                </a:cubicBezTo>
                <a:cubicBezTo>
                  <a:pt x="54572" y="48345"/>
                  <a:pt x="54598" y="48339"/>
                  <a:pt x="54624" y="48339"/>
                </a:cubicBezTo>
                <a:cubicBezTo>
                  <a:pt x="54664" y="48339"/>
                  <a:pt x="54664" y="48353"/>
                  <a:pt x="54702" y="48379"/>
                </a:cubicBezTo>
                <a:cubicBezTo>
                  <a:pt x="54716" y="48391"/>
                  <a:pt x="54716" y="48405"/>
                  <a:pt x="54742" y="48417"/>
                </a:cubicBezTo>
                <a:cubicBezTo>
                  <a:pt x="54753" y="48421"/>
                  <a:pt x="54765" y="48423"/>
                  <a:pt x="54776" y="48423"/>
                </a:cubicBezTo>
                <a:cubicBezTo>
                  <a:pt x="54804" y="48423"/>
                  <a:pt x="54831" y="48413"/>
                  <a:pt x="54858" y="48405"/>
                </a:cubicBezTo>
                <a:cubicBezTo>
                  <a:pt x="54917" y="48385"/>
                  <a:pt x="54960" y="48351"/>
                  <a:pt x="55017" y="48351"/>
                </a:cubicBezTo>
                <a:cubicBezTo>
                  <a:pt x="55036" y="48351"/>
                  <a:pt x="55057" y="48355"/>
                  <a:pt x="55080" y="48365"/>
                </a:cubicBezTo>
                <a:cubicBezTo>
                  <a:pt x="55171" y="48405"/>
                  <a:pt x="55223" y="48495"/>
                  <a:pt x="55314" y="48535"/>
                </a:cubicBezTo>
                <a:cubicBezTo>
                  <a:pt x="55332" y="48540"/>
                  <a:pt x="55351" y="48542"/>
                  <a:pt x="55371" y="48542"/>
                </a:cubicBezTo>
                <a:cubicBezTo>
                  <a:pt x="55458" y="48542"/>
                  <a:pt x="55566" y="48504"/>
                  <a:pt x="55639" y="48483"/>
                </a:cubicBezTo>
                <a:cubicBezTo>
                  <a:pt x="55705" y="48469"/>
                  <a:pt x="55769" y="48469"/>
                  <a:pt x="55821" y="48431"/>
                </a:cubicBezTo>
                <a:cubicBezTo>
                  <a:pt x="55873" y="48405"/>
                  <a:pt x="55913" y="48365"/>
                  <a:pt x="55977" y="48365"/>
                </a:cubicBezTo>
                <a:cubicBezTo>
                  <a:pt x="56009" y="48376"/>
                  <a:pt x="56040" y="48395"/>
                  <a:pt x="56078" y="48395"/>
                </a:cubicBezTo>
                <a:cubicBezTo>
                  <a:pt x="56088" y="48395"/>
                  <a:pt x="56097" y="48394"/>
                  <a:pt x="56107" y="48391"/>
                </a:cubicBezTo>
                <a:cubicBezTo>
                  <a:pt x="56173" y="48379"/>
                  <a:pt x="56225" y="48339"/>
                  <a:pt x="56290" y="48327"/>
                </a:cubicBezTo>
                <a:cubicBezTo>
                  <a:pt x="56303" y="48365"/>
                  <a:pt x="56329" y="48405"/>
                  <a:pt x="56355" y="48443"/>
                </a:cubicBezTo>
                <a:cubicBezTo>
                  <a:pt x="56446" y="48573"/>
                  <a:pt x="56498" y="48743"/>
                  <a:pt x="56550" y="48886"/>
                </a:cubicBezTo>
                <a:cubicBezTo>
                  <a:pt x="56550" y="48925"/>
                  <a:pt x="56563" y="48951"/>
                  <a:pt x="56563" y="48977"/>
                </a:cubicBezTo>
                <a:cubicBezTo>
                  <a:pt x="56537" y="49042"/>
                  <a:pt x="56524" y="49107"/>
                  <a:pt x="56485" y="49159"/>
                </a:cubicBezTo>
                <a:cubicBezTo>
                  <a:pt x="56433" y="49250"/>
                  <a:pt x="56446" y="49354"/>
                  <a:pt x="56368" y="49432"/>
                </a:cubicBezTo>
                <a:cubicBezTo>
                  <a:pt x="56342" y="49472"/>
                  <a:pt x="56329" y="49472"/>
                  <a:pt x="56290" y="49484"/>
                </a:cubicBezTo>
                <a:cubicBezTo>
                  <a:pt x="56281" y="49484"/>
                  <a:pt x="56273" y="49479"/>
                  <a:pt x="56264" y="49479"/>
                </a:cubicBezTo>
                <a:cubicBezTo>
                  <a:pt x="56260" y="49479"/>
                  <a:pt x="56255" y="49480"/>
                  <a:pt x="56251" y="49484"/>
                </a:cubicBezTo>
                <a:cubicBezTo>
                  <a:pt x="56199" y="49510"/>
                  <a:pt x="56199" y="49628"/>
                  <a:pt x="56134" y="49666"/>
                </a:cubicBezTo>
                <a:cubicBezTo>
                  <a:pt x="56113" y="49679"/>
                  <a:pt x="56091" y="49684"/>
                  <a:pt x="56068" y="49684"/>
                </a:cubicBezTo>
                <a:cubicBezTo>
                  <a:pt x="56010" y="49684"/>
                  <a:pt x="55948" y="49653"/>
                  <a:pt x="55889" y="49653"/>
                </a:cubicBezTo>
                <a:cubicBezTo>
                  <a:pt x="55857" y="49653"/>
                  <a:pt x="55825" y="49663"/>
                  <a:pt x="55795" y="49692"/>
                </a:cubicBezTo>
                <a:cubicBezTo>
                  <a:pt x="55757" y="49744"/>
                  <a:pt x="55743" y="49770"/>
                  <a:pt x="55679" y="49796"/>
                </a:cubicBezTo>
                <a:cubicBezTo>
                  <a:pt x="55639" y="49810"/>
                  <a:pt x="55601" y="49810"/>
                  <a:pt x="55575" y="49822"/>
                </a:cubicBezTo>
                <a:cubicBezTo>
                  <a:pt x="55522" y="49862"/>
                  <a:pt x="55483" y="49888"/>
                  <a:pt x="55418" y="49888"/>
                </a:cubicBezTo>
                <a:cubicBezTo>
                  <a:pt x="55340" y="49888"/>
                  <a:pt x="55288" y="49874"/>
                  <a:pt x="55223" y="49862"/>
                </a:cubicBezTo>
                <a:cubicBezTo>
                  <a:pt x="55184" y="49852"/>
                  <a:pt x="55147" y="49844"/>
                  <a:pt x="55113" y="49844"/>
                </a:cubicBezTo>
                <a:cubicBezTo>
                  <a:pt x="55058" y="49844"/>
                  <a:pt x="55013" y="49866"/>
                  <a:pt x="54988" y="49940"/>
                </a:cubicBezTo>
                <a:cubicBezTo>
                  <a:pt x="54988" y="49953"/>
                  <a:pt x="54988" y="49979"/>
                  <a:pt x="54976" y="49992"/>
                </a:cubicBezTo>
                <a:cubicBezTo>
                  <a:pt x="54806" y="49914"/>
                  <a:pt x="54638" y="49810"/>
                  <a:pt x="54468" y="49680"/>
                </a:cubicBezTo>
                <a:cubicBezTo>
                  <a:pt x="54442" y="49211"/>
                  <a:pt x="54338" y="48717"/>
                  <a:pt x="54182" y="48275"/>
                </a:cubicBezTo>
                <a:close/>
                <a:moveTo>
                  <a:pt x="69211" y="47532"/>
                </a:moveTo>
                <a:cubicBezTo>
                  <a:pt x="69289" y="47546"/>
                  <a:pt x="69367" y="47584"/>
                  <a:pt x="69445" y="47584"/>
                </a:cubicBezTo>
                <a:cubicBezTo>
                  <a:pt x="69575" y="47598"/>
                  <a:pt x="69692" y="47598"/>
                  <a:pt x="69822" y="47636"/>
                </a:cubicBezTo>
                <a:cubicBezTo>
                  <a:pt x="69900" y="47662"/>
                  <a:pt x="69978" y="47702"/>
                  <a:pt x="70056" y="47740"/>
                </a:cubicBezTo>
                <a:cubicBezTo>
                  <a:pt x="70030" y="47740"/>
                  <a:pt x="70004" y="47754"/>
                  <a:pt x="69992" y="47754"/>
                </a:cubicBezTo>
                <a:cubicBezTo>
                  <a:pt x="70837" y="48301"/>
                  <a:pt x="71787" y="48665"/>
                  <a:pt x="72776" y="48847"/>
                </a:cubicBezTo>
                <a:cubicBezTo>
                  <a:pt x="71696" y="48977"/>
                  <a:pt x="70655" y="49484"/>
                  <a:pt x="69888" y="50265"/>
                </a:cubicBezTo>
                <a:cubicBezTo>
                  <a:pt x="69862" y="50213"/>
                  <a:pt x="69848" y="50161"/>
                  <a:pt x="69796" y="50122"/>
                </a:cubicBezTo>
                <a:cubicBezTo>
                  <a:pt x="69758" y="50057"/>
                  <a:pt x="69744" y="49992"/>
                  <a:pt x="69718" y="49940"/>
                </a:cubicBezTo>
                <a:cubicBezTo>
                  <a:pt x="69683" y="49857"/>
                  <a:pt x="69615" y="49741"/>
                  <a:pt x="69514" y="49741"/>
                </a:cubicBezTo>
                <a:cubicBezTo>
                  <a:pt x="69504" y="49741"/>
                  <a:pt x="69494" y="49742"/>
                  <a:pt x="69484" y="49744"/>
                </a:cubicBezTo>
                <a:cubicBezTo>
                  <a:pt x="69419" y="49758"/>
                  <a:pt x="69367" y="49796"/>
                  <a:pt x="69302" y="49796"/>
                </a:cubicBezTo>
                <a:cubicBezTo>
                  <a:pt x="69276" y="49796"/>
                  <a:pt x="69250" y="49791"/>
                  <a:pt x="69224" y="49791"/>
                </a:cubicBezTo>
                <a:cubicBezTo>
                  <a:pt x="69211" y="49791"/>
                  <a:pt x="69198" y="49792"/>
                  <a:pt x="69185" y="49796"/>
                </a:cubicBezTo>
                <a:cubicBezTo>
                  <a:pt x="69155" y="49796"/>
                  <a:pt x="69111" y="49819"/>
                  <a:pt x="69075" y="49819"/>
                </a:cubicBezTo>
                <a:cubicBezTo>
                  <a:pt x="69062" y="49819"/>
                  <a:pt x="69051" y="49816"/>
                  <a:pt x="69041" y="49810"/>
                </a:cubicBezTo>
                <a:cubicBezTo>
                  <a:pt x="69015" y="49796"/>
                  <a:pt x="68989" y="49744"/>
                  <a:pt x="68977" y="49718"/>
                </a:cubicBezTo>
                <a:cubicBezTo>
                  <a:pt x="68951" y="49692"/>
                  <a:pt x="68925" y="49654"/>
                  <a:pt x="68937" y="49614"/>
                </a:cubicBezTo>
                <a:cubicBezTo>
                  <a:pt x="68963" y="49562"/>
                  <a:pt x="69029" y="49536"/>
                  <a:pt x="69081" y="49510"/>
                </a:cubicBezTo>
                <a:cubicBezTo>
                  <a:pt x="69159" y="49472"/>
                  <a:pt x="69211" y="49458"/>
                  <a:pt x="69302" y="49458"/>
                </a:cubicBezTo>
                <a:cubicBezTo>
                  <a:pt x="69311" y="49458"/>
                  <a:pt x="69348" y="49464"/>
                  <a:pt x="69380" y="49464"/>
                </a:cubicBezTo>
                <a:cubicBezTo>
                  <a:pt x="69396" y="49464"/>
                  <a:pt x="69411" y="49463"/>
                  <a:pt x="69419" y="49458"/>
                </a:cubicBezTo>
                <a:cubicBezTo>
                  <a:pt x="69458" y="49420"/>
                  <a:pt x="69406" y="49250"/>
                  <a:pt x="69393" y="49224"/>
                </a:cubicBezTo>
                <a:cubicBezTo>
                  <a:pt x="69367" y="49185"/>
                  <a:pt x="69367" y="49146"/>
                  <a:pt x="69354" y="49107"/>
                </a:cubicBezTo>
                <a:cubicBezTo>
                  <a:pt x="69328" y="49055"/>
                  <a:pt x="69315" y="49055"/>
                  <a:pt x="69263" y="49055"/>
                </a:cubicBezTo>
                <a:cubicBezTo>
                  <a:pt x="69211" y="49055"/>
                  <a:pt x="69159" y="49029"/>
                  <a:pt x="69107" y="49029"/>
                </a:cubicBezTo>
                <a:cubicBezTo>
                  <a:pt x="69081" y="49029"/>
                  <a:pt x="69049" y="49035"/>
                  <a:pt x="69015" y="49035"/>
                </a:cubicBezTo>
                <a:cubicBezTo>
                  <a:pt x="68998" y="49035"/>
                  <a:pt x="68981" y="49033"/>
                  <a:pt x="68963" y="49029"/>
                </a:cubicBezTo>
                <a:cubicBezTo>
                  <a:pt x="68930" y="49018"/>
                  <a:pt x="68906" y="48987"/>
                  <a:pt x="68867" y="48987"/>
                </a:cubicBezTo>
                <a:cubicBezTo>
                  <a:pt x="68860" y="48987"/>
                  <a:pt x="68854" y="48988"/>
                  <a:pt x="68847" y="48990"/>
                </a:cubicBezTo>
                <a:cubicBezTo>
                  <a:pt x="68794" y="48990"/>
                  <a:pt x="68733" y="49007"/>
                  <a:pt x="68677" y="49007"/>
                </a:cubicBezTo>
                <a:cubicBezTo>
                  <a:pt x="68664" y="49007"/>
                  <a:pt x="68651" y="49006"/>
                  <a:pt x="68639" y="49003"/>
                </a:cubicBezTo>
                <a:cubicBezTo>
                  <a:pt x="68585" y="49003"/>
                  <a:pt x="68536" y="49000"/>
                  <a:pt x="68486" y="49000"/>
                </a:cubicBezTo>
                <a:cubicBezTo>
                  <a:pt x="68438" y="49000"/>
                  <a:pt x="68390" y="49003"/>
                  <a:pt x="68339" y="49016"/>
                </a:cubicBezTo>
                <a:cubicBezTo>
                  <a:pt x="68196" y="49055"/>
                  <a:pt x="68092" y="49107"/>
                  <a:pt x="67936" y="49107"/>
                </a:cubicBezTo>
                <a:cubicBezTo>
                  <a:pt x="67832" y="49107"/>
                  <a:pt x="67728" y="49094"/>
                  <a:pt x="67624" y="49081"/>
                </a:cubicBezTo>
                <a:cubicBezTo>
                  <a:pt x="67608" y="49081"/>
                  <a:pt x="67589" y="49083"/>
                  <a:pt x="67568" y="49083"/>
                </a:cubicBezTo>
                <a:cubicBezTo>
                  <a:pt x="67537" y="49083"/>
                  <a:pt x="67504" y="49079"/>
                  <a:pt x="67480" y="49055"/>
                </a:cubicBezTo>
                <a:cubicBezTo>
                  <a:pt x="67490" y="49053"/>
                  <a:pt x="67501" y="49052"/>
                  <a:pt x="67512" y="49052"/>
                </a:cubicBezTo>
                <a:cubicBezTo>
                  <a:pt x="67554" y="49052"/>
                  <a:pt x="67603" y="49064"/>
                  <a:pt x="67652" y="49064"/>
                </a:cubicBezTo>
                <a:cubicBezTo>
                  <a:pt x="67673" y="49064"/>
                  <a:pt x="67694" y="49062"/>
                  <a:pt x="67714" y="49055"/>
                </a:cubicBezTo>
                <a:cubicBezTo>
                  <a:pt x="67688" y="49003"/>
                  <a:pt x="67624" y="48873"/>
                  <a:pt x="67558" y="48860"/>
                </a:cubicBezTo>
                <a:cubicBezTo>
                  <a:pt x="67532" y="48873"/>
                  <a:pt x="67506" y="48886"/>
                  <a:pt x="67467" y="48899"/>
                </a:cubicBezTo>
                <a:cubicBezTo>
                  <a:pt x="67415" y="48925"/>
                  <a:pt x="67350" y="48951"/>
                  <a:pt x="67285" y="48964"/>
                </a:cubicBezTo>
                <a:cubicBezTo>
                  <a:pt x="67285" y="48964"/>
                  <a:pt x="67135" y="48997"/>
                  <a:pt x="67068" y="48997"/>
                </a:cubicBezTo>
                <a:cubicBezTo>
                  <a:pt x="67052" y="48997"/>
                  <a:pt x="67040" y="48995"/>
                  <a:pt x="67038" y="48990"/>
                </a:cubicBezTo>
                <a:cubicBezTo>
                  <a:pt x="67011" y="48951"/>
                  <a:pt x="67025" y="48951"/>
                  <a:pt x="67051" y="48925"/>
                </a:cubicBezTo>
                <a:cubicBezTo>
                  <a:pt x="67064" y="48925"/>
                  <a:pt x="67077" y="48925"/>
                  <a:pt x="67090" y="48912"/>
                </a:cubicBezTo>
                <a:cubicBezTo>
                  <a:pt x="67103" y="48886"/>
                  <a:pt x="67103" y="48873"/>
                  <a:pt x="67116" y="48860"/>
                </a:cubicBezTo>
                <a:cubicBezTo>
                  <a:pt x="67154" y="48821"/>
                  <a:pt x="67212" y="48811"/>
                  <a:pt x="67272" y="48811"/>
                </a:cubicBezTo>
                <a:cubicBezTo>
                  <a:pt x="67333" y="48811"/>
                  <a:pt x="67395" y="48821"/>
                  <a:pt x="67441" y="48821"/>
                </a:cubicBezTo>
                <a:cubicBezTo>
                  <a:pt x="67532" y="48833"/>
                  <a:pt x="67636" y="48847"/>
                  <a:pt x="67740" y="48847"/>
                </a:cubicBezTo>
                <a:cubicBezTo>
                  <a:pt x="67758" y="48847"/>
                  <a:pt x="67786" y="48853"/>
                  <a:pt x="67815" y="48853"/>
                </a:cubicBezTo>
                <a:cubicBezTo>
                  <a:pt x="67830" y="48853"/>
                  <a:pt x="67845" y="48851"/>
                  <a:pt x="67858" y="48847"/>
                </a:cubicBezTo>
                <a:cubicBezTo>
                  <a:pt x="67896" y="48833"/>
                  <a:pt x="67910" y="48755"/>
                  <a:pt x="67936" y="48729"/>
                </a:cubicBezTo>
                <a:cubicBezTo>
                  <a:pt x="68014" y="48613"/>
                  <a:pt x="68144" y="48573"/>
                  <a:pt x="68248" y="48509"/>
                </a:cubicBezTo>
                <a:cubicBezTo>
                  <a:pt x="68300" y="48483"/>
                  <a:pt x="68365" y="48469"/>
                  <a:pt x="68417" y="48431"/>
                </a:cubicBezTo>
                <a:cubicBezTo>
                  <a:pt x="68482" y="48391"/>
                  <a:pt x="68456" y="48353"/>
                  <a:pt x="68482" y="48301"/>
                </a:cubicBezTo>
                <a:cubicBezTo>
                  <a:pt x="68508" y="48275"/>
                  <a:pt x="68534" y="48261"/>
                  <a:pt x="68547" y="48235"/>
                </a:cubicBezTo>
                <a:cubicBezTo>
                  <a:pt x="68578" y="48243"/>
                  <a:pt x="68586" y="48256"/>
                  <a:pt x="68602" y="48256"/>
                </a:cubicBezTo>
                <a:cubicBezTo>
                  <a:pt x="68612" y="48256"/>
                  <a:pt x="68626" y="48251"/>
                  <a:pt x="68651" y="48235"/>
                </a:cubicBezTo>
                <a:cubicBezTo>
                  <a:pt x="68677" y="48222"/>
                  <a:pt x="68807" y="48157"/>
                  <a:pt x="68821" y="48105"/>
                </a:cubicBezTo>
                <a:cubicBezTo>
                  <a:pt x="68831" y="48063"/>
                  <a:pt x="68806" y="48051"/>
                  <a:pt x="68770" y="48051"/>
                </a:cubicBezTo>
                <a:cubicBezTo>
                  <a:pt x="68715" y="48051"/>
                  <a:pt x="68636" y="48079"/>
                  <a:pt x="68612" y="48079"/>
                </a:cubicBezTo>
                <a:cubicBezTo>
                  <a:pt x="68598" y="48081"/>
                  <a:pt x="68585" y="48083"/>
                  <a:pt x="68573" y="48083"/>
                </a:cubicBezTo>
                <a:cubicBezTo>
                  <a:pt x="68524" y="48083"/>
                  <a:pt x="68499" y="48061"/>
                  <a:pt x="68456" y="48040"/>
                </a:cubicBezTo>
                <a:cubicBezTo>
                  <a:pt x="68417" y="48014"/>
                  <a:pt x="68365" y="48014"/>
                  <a:pt x="68326" y="47988"/>
                </a:cubicBezTo>
                <a:cubicBezTo>
                  <a:pt x="68300" y="47962"/>
                  <a:pt x="68313" y="47949"/>
                  <a:pt x="68261" y="47936"/>
                </a:cubicBezTo>
                <a:cubicBezTo>
                  <a:pt x="68222" y="47936"/>
                  <a:pt x="68144" y="47962"/>
                  <a:pt x="68118" y="47962"/>
                </a:cubicBezTo>
                <a:cubicBezTo>
                  <a:pt x="68040" y="47988"/>
                  <a:pt x="67974" y="47988"/>
                  <a:pt x="67896" y="47988"/>
                </a:cubicBezTo>
                <a:cubicBezTo>
                  <a:pt x="67888" y="47988"/>
                  <a:pt x="67856" y="47994"/>
                  <a:pt x="67832" y="47994"/>
                </a:cubicBezTo>
                <a:cubicBezTo>
                  <a:pt x="67820" y="47994"/>
                  <a:pt x="67810" y="47992"/>
                  <a:pt x="67806" y="47988"/>
                </a:cubicBezTo>
                <a:cubicBezTo>
                  <a:pt x="67780" y="47975"/>
                  <a:pt x="67766" y="47936"/>
                  <a:pt x="67780" y="47910"/>
                </a:cubicBezTo>
                <a:cubicBezTo>
                  <a:pt x="67806" y="47858"/>
                  <a:pt x="67884" y="47845"/>
                  <a:pt x="67922" y="47832"/>
                </a:cubicBezTo>
                <a:cubicBezTo>
                  <a:pt x="67974" y="47806"/>
                  <a:pt x="68026" y="47780"/>
                  <a:pt x="68066" y="47754"/>
                </a:cubicBezTo>
                <a:cubicBezTo>
                  <a:pt x="68104" y="47740"/>
                  <a:pt x="68131" y="47728"/>
                  <a:pt x="68157" y="47702"/>
                </a:cubicBezTo>
                <a:cubicBezTo>
                  <a:pt x="68196" y="47676"/>
                  <a:pt x="68209" y="47636"/>
                  <a:pt x="68235" y="47610"/>
                </a:cubicBezTo>
                <a:cubicBezTo>
                  <a:pt x="68263" y="47588"/>
                  <a:pt x="68289" y="47583"/>
                  <a:pt x="68314" y="47583"/>
                </a:cubicBezTo>
                <a:cubicBezTo>
                  <a:pt x="68338" y="47583"/>
                  <a:pt x="68361" y="47587"/>
                  <a:pt x="68386" y="47587"/>
                </a:cubicBezTo>
                <a:cubicBezTo>
                  <a:pt x="68396" y="47587"/>
                  <a:pt x="68406" y="47587"/>
                  <a:pt x="68417" y="47584"/>
                </a:cubicBezTo>
                <a:cubicBezTo>
                  <a:pt x="68456" y="47584"/>
                  <a:pt x="68469" y="47532"/>
                  <a:pt x="68521" y="47532"/>
                </a:cubicBezTo>
                <a:cubicBezTo>
                  <a:pt x="68630" y="47532"/>
                  <a:pt x="68683" y="47679"/>
                  <a:pt x="68783" y="47679"/>
                </a:cubicBezTo>
                <a:cubicBezTo>
                  <a:pt x="68791" y="47679"/>
                  <a:pt x="68799" y="47678"/>
                  <a:pt x="68807" y="47676"/>
                </a:cubicBezTo>
                <a:cubicBezTo>
                  <a:pt x="68873" y="47676"/>
                  <a:pt x="68951" y="47610"/>
                  <a:pt x="69015" y="47572"/>
                </a:cubicBezTo>
                <a:cubicBezTo>
                  <a:pt x="69081" y="47546"/>
                  <a:pt x="69133" y="47532"/>
                  <a:pt x="69211" y="47532"/>
                </a:cubicBezTo>
                <a:close/>
                <a:moveTo>
                  <a:pt x="66166" y="50187"/>
                </a:moveTo>
                <a:cubicBezTo>
                  <a:pt x="66205" y="50213"/>
                  <a:pt x="66231" y="50226"/>
                  <a:pt x="66270" y="50239"/>
                </a:cubicBezTo>
                <a:lnTo>
                  <a:pt x="66348" y="50239"/>
                </a:lnTo>
                <a:cubicBezTo>
                  <a:pt x="66322" y="50304"/>
                  <a:pt x="66270" y="50382"/>
                  <a:pt x="66231" y="50408"/>
                </a:cubicBezTo>
                <a:cubicBezTo>
                  <a:pt x="66205" y="50421"/>
                  <a:pt x="66192" y="50421"/>
                  <a:pt x="66166" y="50421"/>
                </a:cubicBezTo>
                <a:lnTo>
                  <a:pt x="66166" y="50187"/>
                </a:lnTo>
                <a:close/>
                <a:moveTo>
                  <a:pt x="58876" y="48846"/>
                </a:moveTo>
                <a:cubicBezTo>
                  <a:pt x="58881" y="48846"/>
                  <a:pt x="58887" y="48846"/>
                  <a:pt x="58892" y="48847"/>
                </a:cubicBezTo>
                <a:cubicBezTo>
                  <a:pt x="58932" y="48847"/>
                  <a:pt x="58944" y="48860"/>
                  <a:pt x="58984" y="48873"/>
                </a:cubicBezTo>
                <a:cubicBezTo>
                  <a:pt x="59048" y="48873"/>
                  <a:pt x="59114" y="48860"/>
                  <a:pt x="59178" y="48860"/>
                </a:cubicBezTo>
                <a:cubicBezTo>
                  <a:pt x="59270" y="48873"/>
                  <a:pt x="59308" y="48951"/>
                  <a:pt x="59386" y="48990"/>
                </a:cubicBezTo>
                <a:cubicBezTo>
                  <a:pt x="59465" y="49016"/>
                  <a:pt x="59556" y="49016"/>
                  <a:pt x="59621" y="49055"/>
                </a:cubicBezTo>
                <a:cubicBezTo>
                  <a:pt x="59699" y="49094"/>
                  <a:pt x="59686" y="49185"/>
                  <a:pt x="59725" y="49250"/>
                </a:cubicBezTo>
                <a:cubicBezTo>
                  <a:pt x="59764" y="49315"/>
                  <a:pt x="59842" y="49315"/>
                  <a:pt x="59907" y="49328"/>
                </a:cubicBezTo>
                <a:cubicBezTo>
                  <a:pt x="59985" y="49354"/>
                  <a:pt x="60089" y="49354"/>
                  <a:pt x="60155" y="49420"/>
                </a:cubicBezTo>
                <a:cubicBezTo>
                  <a:pt x="60193" y="49458"/>
                  <a:pt x="60167" y="49550"/>
                  <a:pt x="60167" y="49602"/>
                </a:cubicBezTo>
                <a:cubicBezTo>
                  <a:pt x="60167" y="49654"/>
                  <a:pt x="60155" y="49718"/>
                  <a:pt x="60193" y="49744"/>
                </a:cubicBezTo>
                <a:cubicBezTo>
                  <a:pt x="60233" y="49784"/>
                  <a:pt x="60297" y="49770"/>
                  <a:pt x="60311" y="49836"/>
                </a:cubicBezTo>
                <a:cubicBezTo>
                  <a:pt x="60323" y="49874"/>
                  <a:pt x="60311" y="49926"/>
                  <a:pt x="60297" y="49966"/>
                </a:cubicBezTo>
                <a:cubicBezTo>
                  <a:pt x="60259" y="50031"/>
                  <a:pt x="60245" y="50044"/>
                  <a:pt x="60245" y="50135"/>
                </a:cubicBezTo>
                <a:cubicBezTo>
                  <a:pt x="60245" y="50193"/>
                  <a:pt x="60235" y="50241"/>
                  <a:pt x="60298" y="50241"/>
                </a:cubicBezTo>
                <a:cubicBezTo>
                  <a:pt x="60305" y="50241"/>
                  <a:pt x="60314" y="50240"/>
                  <a:pt x="60323" y="50239"/>
                </a:cubicBezTo>
                <a:cubicBezTo>
                  <a:pt x="60380" y="50239"/>
                  <a:pt x="60426" y="50210"/>
                  <a:pt x="60479" y="50210"/>
                </a:cubicBezTo>
                <a:cubicBezTo>
                  <a:pt x="60488" y="50210"/>
                  <a:pt x="60497" y="50211"/>
                  <a:pt x="60506" y="50213"/>
                </a:cubicBezTo>
                <a:cubicBezTo>
                  <a:pt x="60558" y="50226"/>
                  <a:pt x="60636" y="50239"/>
                  <a:pt x="60662" y="50291"/>
                </a:cubicBezTo>
                <a:cubicBezTo>
                  <a:pt x="60688" y="50343"/>
                  <a:pt x="60688" y="50408"/>
                  <a:pt x="60740" y="50461"/>
                </a:cubicBezTo>
                <a:cubicBezTo>
                  <a:pt x="60753" y="50473"/>
                  <a:pt x="60753" y="50473"/>
                  <a:pt x="60766" y="50473"/>
                </a:cubicBezTo>
                <a:lnTo>
                  <a:pt x="60571" y="50863"/>
                </a:lnTo>
                <a:cubicBezTo>
                  <a:pt x="60025" y="50759"/>
                  <a:pt x="59478" y="50655"/>
                  <a:pt x="58932" y="50617"/>
                </a:cubicBezTo>
                <a:cubicBezTo>
                  <a:pt x="58906" y="50577"/>
                  <a:pt x="58880" y="50551"/>
                  <a:pt x="58866" y="50499"/>
                </a:cubicBezTo>
                <a:cubicBezTo>
                  <a:pt x="58866" y="50487"/>
                  <a:pt x="58880" y="50447"/>
                  <a:pt x="58866" y="50434"/>
                </a:cubicBezTo>
                <a:cubicBezTo>
                  <a:pt x="58854" y="50408"/>
                  <a:pt x="58814" y="50408"/>
                  <a:pt x="58801" y="50382"/>
                </a:cubicBezTo>
                <a:cubicBezTo>
                  <a:pt x="58775" y="50343"/>
                  <a:pt x="58801" y="50278"/>
                  <a:pt x="58801" y="50239"/>
                </a:cubicBezTo>
                <a:cubicBezTo>
                  <a:pt x="58788" y="50135"/>
                  <a:pt x="58645" y="50161"/>
                  <a:pt x="58580" y="50135"/>
                </a:cubicBezTo>
                <a:cubicBezTo>
                  <a:pt x="58424" y="50070"/>
                  <a:pt x="58489" y="49900"/>
                  <a:pt x="58541" y="49796"/>
                </a:cubicBezTo>
                <a:lnTo>
                  <a:pt x="58580" y="49718"/>
                </a:lnTo>
                <a:cubicBezTo>
                  <a:pt x="58593" y="49666"/>
                  <a:pt x="58619" y="49640"/>
                  <a:pt x="58632" y="49602"/>
                </a:cubicBezTo>
                <a:cubicBezTo>
                  <a:pt x="58658" y="49536"/>
                  <a:pt x="58632" y="49484"/>
                  <a:pt x="58632" y="49406"/>
                </a:cubicBezTo>
                <a:cubicBezTo>
                  <a:pt x="58632" y="49263"/>
                  <a:pt x="58632" y="49146"/>
                  <a:pt x="58710" y="49003"/>
                </a:cubicBezTo>
                <a:cubicBezTo>
                  <a:pt x="58734" y="48942"/>
                  <a:pt x="58794" y="48846"/>
                  <a:pt x="58876" y="48846"/>
                </a:cubicBezTo>
                <a:close/>
                <a:moveTo>
                  <a:pt x="61659" y="50028"/>
                </a:moveTo>
                <a:cubicBezTo>
                  <a:pt x="61669" y="50028"/>
                  <a:pt x="61679" y="50029"/>
                  <a:pt x="61690" y="50031"/>
                </a:cubicBezTo>
                <a:cubicBezTo>
                  <a:pt x="61708" y="50031"/>
                  <a:pt x="61726" y="50030"/>
                  <a:pt x="61743" y="50030"/>
                </a:cubicBezTo>
                <a:cubicBezTo>
                  <a:pt x="61818" y="50030"/>
                  <a:pt x="61887" y="50038"/>
                  <a:pt x="61898" y="50122"/>
                </a:cubicBezTo>
                <a:cubicBezTo>
                  <a:pt x="61911" y="50187"/>
                  <a:pt x="61911" y="50239"/>
                  <a:pt x="61950" y="50291"/>
                </a:cubicBezTo>
                <a:cubicBezTo>
                  <a:pt x="62015" y="50369"/>
                  <a:pt x="62119" y="50356"/>
                  <a:pt x="62171" y="50434"/>
                </a:cubicBezTo>
                <a:cubicBezTo>
                  <a:pt x="62197" y="50473"/>
                  <a:pt x="62211" y="50539"/>
                  <a:pt x="62211" y="50591"/>
                </a:cubicBezTo>
                <a:cubicBezTo>
                  <a:pt x="62237" y="50577"/>
                  <a:pt x="62275" y="50571"/>
                  <a:pt x="62316" y="50571"/>
                </a:cubicBezTo>
                <a:cubicBezTo>
                  <a:pt x="62396" y="50571"/>
                  <a:pt x="62488" y="50595"/>
                  <a:pt x="62523" y="50629"/>
                </a:cubicBezTo>
                <a:cubicBezTo>
                  <a:pt x="62561" y="50669"/>
                  <a:pt x="62587" y="50747"/>
                  <a:pt x="62601" y="50785"/>
                </a:cubicBezTo>
                <a:cubicBezTo>
                  <a:pt x="62639" y="50863"/>
                  <a:pt x="62639" y="50955"/>
                  <a:pt x="62679" y="51033"/>
                </a:cubicBezTo>
                <a:cubicBezTo>
                  <a:pt x="62692" y="51098"/>
                  <a:pt x="62718" y="51163"/>
                  <a:pt x="62744" y="51215"/>
                </a:cubicBezTo>
                <a:cubicBezTo>
                  <a:pt x="62744" y="51228"/>
                  <a:pt x="62744" y="51241"/>
                  <a:pt x="62731" y="51254"/>
                </a:cubicBezTo>
                <a:cubicBezTo>
                  <a:pt x="62731" y="51280"/>
                  <a:pt x="62718" y="51293"/>
                  <a:pt x="62705" y="51306"/>
                </a:cubicBezTo>
                <a:cubicBezTo>
                  <a:pt x="62315" y="51189"/>
                  <a:pt x="61924" y="51098"/>
                  <a:pt x="61520" y="51033"/>
                </a:cubicBezTo>
                <a:cubicBezTo>
                  <a:pt x="61352" y="51007"/>
                  <a:pt x="61196" y="50981"/>
                  <a:pt x="61026" y="50941"/>
                </a:cubicBezTo>
                <a:cubicBezTo>
                  <a:pt x="61052" y="50863"/>
                  <a:pt x="61078" y="50785"/>
                  <a:pt x="61118" y="50721"/>
                </a:cubicBezTo>
                <a:cubicBezTo>
                  <a:pt x="61170" y="50591"/>
                  <a:pt x="61208" y="50447"/>
                  <a:pt x="61248" y="50317"/>
                </a:cubicBezTo>
                <a:cubicBezTo>
                  <a:pt x="61300" y="50317"/>
                  <a:pt x="61364" y="50265"/>
                  <a:pt x="61404" y="50252"/>
                </a:cubicBezTo>
                <a:cubicBezTo>
                  <a:pt x="61468" y="50213"/>
                  <a:pt x="61508" y="50200"/>
                  <a:pt x="61546" y="50135"/>
                </a:cubicBezTo>
                <a:cubicBezTo>
                  <a:pt x="61581" y="50066"/>
                  <a:pt x="61595" y="50028"/>
                  <a:pt x="61659" y="50028"/>
                </a:cubicBezTo>
                <a:close/>
                <a:moveTo>
                  <a:pt x="82509" y="49602"/>
                </a:moveTo>
                <a:lnTo>
                  <a:pt x="82509" y="49602"/>
                </a:lnTo>
                <a:cubicBezTo>
                  <a:pt x="82457" y="49758"/>
                  <a:pt x="82431" y="49926"/>
                  <a:pt x="82392" y="50083"/>
                </a:cubicBezTo>
                <a:cubicBezTo>
                  <a:pt x="82131" y="50408"/>
                  <a:pt x="81911" y="50773"/>
                  <a:pt x="81715" y="51137"/>
                </a:cubicBezTo>
                <a:cubicBezTo>
                  <a:pt x="81520" y="51189"/>
                  <a:pt x="81325" y="51241"/>
                  <a:pt x="81142" y="51306"/>
                </a:cubicBezTo>
                <a:cubicBezTo>
                  <a:pt x="81585" y="50825"/>
                  <a:pt x="81975" y="50291"/>
                  <a:pt x="82288" y="49680"/>
                </a:cubicBezTo>
                <a:cubicBezTo>
                  <a:pt x="82366" y="49654"/>
                  <a:pt x="82431" y="49628"/>
                  <a:pt x="82509" y="49602"/>
                </a:cubicBezTo>
                <a:close/>
                <a:moveTo>
                  <a:pt x="63876" y="51514"/>
                </a:moveTo>
                <a:cubicBezTo>
                  <a:pt x="63941" y="51514"/>
                  <a:pt x="63941" y="51527"/>
                  <a:pt x="63954" y="51580"/>
                </a:cubicBezTo>
                <a:cubicBezTo>
                  <a:pt x="63967" y="51618"/>
                  <a:pt x="63993" y="51644"/>
                  <a:pt x="64019" y="51670"/>
                </a:cubicBezTo>
                <a:cubicBezTo>
                  <a:pt x="64006" y="51670"/>
                  <a:pt x="64006" y="51684"/>
                  <a:pt x="63993" y="51684"/>
                </a:cubicBezTo>
                <a:lnTo>
                  <a:pt x="63602" y="51566"/>
                </a:lnTo>
                <a:cubicBezTo>
                  <a:pt x="63694" y="51540"/>
                  <a:pt x="63785" y="51514"/>
                  <a:pt x="63876" y="51514"/>
                </a:cubicBezTo>
                <a:close/>
                <a:moveTo>
                  <a:pt x="64761" y="51606"/>
                </a:moveTo>
                <a:cubicBezTo>
                  <a:pt x="64787" y="51618"/>
                  <a:pt x="64813" y="51644"/>
                  <a:pt x="64825" y="51684"/>
                </a:cubicBezTo>
                <a:cubicBezTo>
                  <a:pt x="64865" y="51762"/>
                  <a:pt x="64930" y="51762"/>
                  <a:pt x="65008" y="51762"/>
                </a:cubicBezTo>
                <a:cubicBezTo>
                  <a:pt x="65086" y="51748"/>
                  <a:pt x="65151" y="51736"/>
                  <a:pt x="65216" y="51722"/>
                </a:cubicBezTo>
                <a:cubicBezTo>
                  <a:pt x="65294" y="51696"/>
                  <a:pt x="65359" y="51632"/>
                  <a:pt x="65438" y="51618"/>
                </a:cubicBezTo>
                <a:cubicBezTo>
                  <a:pt x="65455" y="51614"/>
                  <a:pt x="65474" y="51613"/>
                  <a:pt x="65493" y="51613"/>
                </a:cubicBezTo>
                <a:cubicBezTo>
                  <a:pt x="65533" y="51613"/>
                  <a:pt x="65576" y="51618"/>
                  <a:pt x="65620" y="51618"/>
                </a:cubicBezTo>
                <a:cubicBezTo>
                  <a:pt x="65606" y="51762"/>
                  <a:pt x="65606" y="51918"/>
                  <a:pt x="65594" y="52060"/>
                </a:cubicBezTo>
                <a:cubicBezTo>
                  <a:pt x="65412" y="52034"/>
                  <a:pt x="65242" y="51996"/>
                  <a:pt x="65047" y="51956"/>
                </a:cubicBezTo>
                <a:cubicBezTo>
                  <a:pt x="64865" y="51918"/>
                  <a:pt x="64669" y="51878"/>
                  <a:pt x="64487" y="51826"/>
                </a:cubicBezTo>
                <a:cubicBezTo>
                  <a:pt x="64565" y="51800"/>
                  <a:pt x="64631" y="51762"/>
                  <a:pt x="64695" y="51684"/>
                </a:cubicBezTo>
                <a:cubicBezTo>
                  <a:pt x="64721" y="51658"/>
                  <a:pt x="64735" y="51632"/>
                  <a:pt x="64761" y="51606"/>
                </a:cubicBezTo>
                <a:close/>
                <a:moveTo>
                  <a:pt x="66319" y="50875"/>
                </a:moveTo>
                <a:cubicBezTo>
                  <a:pt x="66359" y="50875"/>
                  <a:pt x="66399" y="50888"/>
                  <a:pt x="66413" y="50915"/>
                </a:cubicBezTo>
                <a:cubicBezTo>
                  <a:pt x="66465" y="50981"/>
                  <a:pt x="66413" y="51085"/>
                  <a:pt x="66439" y="51163"/>
                </a:cubicBezTo>
                <a:cubicBezTo>
                  <a:pt x="66465" y="51215"/>
                  <a:pt x="66531" y="51267"/>
                  <a:pt x="66583" y="51306"/>
                </a:cubicBezTo>
                <a:cubicBezTo>
                  <a:pt x="66609" y="51326"/>
                  <a:pt x="66638" y="51326"/>
                  <a:pt x="66665" y="51326"/>
                </a:cubicBezTo>
                <a:cubicBezTo>
                  <a:pt x="66693" y="51326"/>
                  <a:pt x="66719" y="51326"/>
                  <a:pt x="66739" y="51345"/>
                </a:cubicBezTo>
                <a:cubicBezTo>
                  <a:pt x="66777" y="51384"/>
                  <a:pt x="66765" y="51436"/>
                  <a:pt x="66765" y="51488"/>
                </a:cubicBezTo>
                <a:cubicBezTo>
                  <a:pt x="66765" y="51540"/>
                  <a:pt x="66777" y="51606"/>
                  <a:pt x="66791" y="51658"/>
                </a:cubicBezTo>
                <a:cubicBezTo>
                  <a:pt x="66791" y="51684"/>
                  <a:pt x="66803" y="51736"/>
                  <a:pt x="66817" y="51748"/>
                </a:cubicBezTo>
                <a:cubicBezTo>
                  <a:pt x="66823" y="51755"/>
                  <a:pt x="66830" y="51755"/>
                  <a:pt x="66838" y="51755"/>
                </a:cubicBezTo>
                <a:cubicBezTo>
                  <a:pt x="66846" y="51755"/>
                  <a:pt x="66856" y="51755"/>
                  <a:pt x="66869" y="51762"/>
                </a:cubicBezTo>
                <a:cubicBezTo>
                  <a:pt x="66921" y="51762"/>
                  <a:pt x="66921" y="51788"/>
                  <a:pt x="66947" y="51814"/>
                </a:cubicBezTo>
                <a:cubicBezTo>
                  <a:pt x="66973" y="51840"/>
                  <a:pt x="67011" y="51840"/>
                  <a:pt x="67025" y="51866"/>
                </a:cubicBezTo>
                <a:cubicBezTo>
                  <a:pt x="67064" y="51930"/>
                  <a:pt x="66999" y="51956"/>
                  <a:pt x="66999" y="52022"/>
                </a:cubicBezTo>
                <a:cubicBezTo>
                  <a:pt x="66999" y="52060"/>
                  <a:pt x="67011" y="52113"/>
                  <a:pt x="67025" y="52139"/>
                </a:cubicBezTo>
                <a:cubicBezTo>
                  <a:pt x="67038" y="52178"/>
                  <a:pt x="67077" y="52204"/>
                  <a:pt x="67090" y="52230"/>
                </a:cubicBezTo>
                <a:cubicBezTo>
                  <a:pt x="67116" y="52295"/>
                  <a:pt x="67077" y="52308"/>
                  <a:pt x="67038" y="52321"/>
                </a:cubicBezTo>
                <a:cubicBezTo>
                  <a:pt x="66725" y="52256"/>
                  <a:pt x="66426" y="52204"/>
                  <a:pt x="66127" y="52152"/>
                </a:cubicBezTo>
                <a:cubicBezTo>
                  <a:pt x="66127" y="51800"/>
                  <a:pt x="66140" y="51462"/>
                  <a:pt x="66153" y="51111"/>
                </a:cubicBezTo>
                <a:cubicBezTo>
                  <a:pt x="66166" y="51098"/>
                  <a:pt x="66179" y="51098"/>
                  <a:pt x="66192" y="51085"/>
                </a:cubicBezTo>
                <a:cubicBezTo>
                  <a:pt x="66244" y="51033"/>
                  <a:pt x="66179" y="50955"/>
                  <a:pt x="66231" y="50903"/>
                </a:cubicBezTo>
                <a:cubicBezTo>
                  <a:pt x="66249" y="50884"/>
                  <a:pt x="66284" y="50875"/>
                  <a:pt x="66319" y="50875"/>
                </a:cubicBezTo>
                <a:close/>
                <a:moveTo>
                  <a:pt x="74051" y="51982"/>
                </a:moveTo>
                <a:lnTo>
                  <a:pt x="74051" y="52399"/>
                </a:lnTo>
                <a:lnTo>
                  <a:pt x="73882" y="52399"/>
                </a:lnTo>
                <a:cubicBezTo>
                  <a:pt x="73947" y="52269"/>
                  <a:pt x="73999" y="52126"/>
                  <a:pt x="74051" y="51982"/>
                </a:cubicBezTo>
                <a:close/>
                <a:moveTo>
                  <a:pt x="74532" y="51788"/>
                </a:moveTo>
                <a:cubicBezTo>
                  <a:pt x="74584" y="52008"/>
                  <a:pt x="74636" y="52230"/>
                  <a:pt x="74676" y="52451"/>
                </a:cubicBezTo>
                <a:cubicBezTo>
                  <a:pt x="74624" y="52438"/>
                  <a:pt x="74558" y="52438"/>
                  <a:pt x="74506" y="52425"/>
                </a:cubicBezTo>
                <a:cubicBezTo>
                  <a:pt x="74506" y="52204"/>
                  <a:pt x="74520" y="51982"/>
                  <a:pt x="74532" y="51788"/>
                </a:cubicBezTo>
                <a:close/>
                <a:moveTo>
                  <a:pt x="73245" y="51501"/>
                </a:moveTo>
                <a:cubicBezTo>
                  <a:pt x="73153" y="51826"/>
                  <a:pt x="73075" y="52152"/>
                  <a:pt x="72997" y="52477"/>
                </a:cubicBezTo>
                <a:cubicBezTo>
                  <a:pt x="72893" y="52490"/>
                  <a:pt x="72802" y="52516"/>
                  <a:pt x="72698" y="52542"/>
                </a:cubicBezTo>
                <a:cubicBezTo>
                  <a:pt x="72828" y="52334"/>
                  <a:pt x="72958" y="52113"/>
                  <a:pt x="73063" y="51878"/>
                </a:cubicBezTo>
                <a:cubicBezTo>
                  <a:pt x="73127" y="51748"/>
                  <a:pt x="73193" y="51618"/>
                  <a:pt x="73245" y="51501"/>
                </a:cubicBezTo>
                <a:close/>
                <a:moveTo>
                  <a:pt x="76484" y="50461"/>
                </a:moveTo>
                <a:cubicBezTo>
                  <a:pt x="76862" y="50591"/>
                  <a:pt x="77252" y="50695"/>
                  <a:pt x="77643" y="50773"/>
                </a:cubicBezTo>
                <a:cubicBezTo>
                  <a:pt x="77551" y="51371"/>
                  <a:pt x="77513" y="52008"/>
                  <a:pt x="77539" y="52633"/>
                </a:cubicBezTo>
                <a:cubicBezTo>
                  <a:pt x="77330" y="51840"/>
                  <a:pt x="77005" y="51124"/>
                  <a:pt x="76484" y="50461"/>
                </a:cubicBezTo>
                <a:close/>
                <a:moveTo>
                  <a:pt x="80804" y="49289"/>
                </a:moveTo>
                <a:lnTo>
                  <a:pt x="80804" y="49302"/>
                </a:lnTo>
                <a:cubicBezTo>
                  <a:pt x="80544" y="49524"/>
                  <a:pt x="80297" y="49758"/>
                  <a:pt x="80089" y="50031"/>
                </a:cubicBezTo>
                <a:lnTo>
                  <a:pt x="80492" y="50031"/>
                </a:lnTo>
                <a:cubicBezTo>
                  <a:pt x="80284" y="50603"/>
                  <a:pt x="80154" y="51202"/>
                  <a:pt x="80075" y="51800"/>
                </a:cubicBezTo>
                <a:cubicBezTo>
                  <a:pt x="79647" y="52048"/>
                  <a:pt x="79243" y="52360"/>
                  <a:pt x="78878" y="52699"/>
                </a:cubicBezTo>
                <a:cubicBezTo>
                  <a:pt x="78956" y="52399"/>
                  <a:pt x="79008" y="52086"/>
                  <a:pt x="79074" y="51774"/>
                </a:cubicBezTo>
                <a:cubicBezTo>
                  <a:pt x="79152" y="51358"/>
                  <a:pt x="79165" y="50915"/>
                  <a:pt x="79126" y="50473"/>
                </a:cubicBezTo>
                <a:cubicBezTo>
                  <a:pt x="79699" y="50109"/>
                  <a:pt x="80271" y="49718"/>
                  <a:pt x="80804" y="49289"/>
                </a:cubicBezTo>
                <a:close/>
                <a:moveTo>
                  <a:pt x="75092" y="51020"/>
                </a:moveTo>
                <a:lnTo>
                  <a:pt x="75092" y="51020"/>
                </a:lnTo>
                <a:cubicBezTo>
                  <a:pt x="75417" y="51670"/>
                  <a:pt x="75782" y="52308"/>
                  <a:pt x="76185" y="52919"/>
                </a:cubicBezTo>
                <a:cubicBezTo>
                  <a:pt x="75912" y="52777"/>
                  <a:pt x="75625" y="52673"/>
                  <a:pt x="75327" y="52581"/>
                </a:cubicBezTo>
                <a:cubicBezTo>
                  <a:pt x="75313" y="52060"/>
                  <a:pt x="75235" y="51540"/>
                  <a:pt x="75092" y="51020"/>
                </a:cubicBezTo>
                <a:close/>
                <a:moveTo>
                  <a:pt x="88443" y="51996"/>
                </a:moveTo>
                <a:lnTo>
                  <a:pt x="88443" y="51996"/>
                </a:lnTo>
                <a:cubicBezTo>
                  <a:pt x="88963" y="52243"/>
                  <a:pt x="89510" y="52412"/>
                  <a:pt x="90069" y="52516"/>
                </a:cubicBezTo>
                <a:cubicBezTo>
                  <a:pt x="89562" y="52581"/>
                  <a:pt x="89054" y="52737"/>
                  <a:pt x="88599" y="52971"/>
                </a:cubicBezTo>
                <a:cubicBezTo>
                  <a:pt x="88573" y="52647"/>
                  <a:pt x="88521" y="52321"/>
                  <a:pt x="88443" y="51996"/>
                </a:cubicBezTo>
                <a:close/>
                <a:moveTo>
                  <a:pt x="82548" y="51762"/>
                </a:moveTo>
                <a:lnTo>
                  <a:pt x="82548" y="51762"/>
                </a:lnTo>
                <a:cubicBezTo>
                  <a:pt x="82314" y="52308"/>
                  <a:pt x="82171" y="52881"/>
                  <a:pt x="82093" y="53466"/>
                </a:cubicBezTo>
                <a:cubicBezTo>
                  <a:pt x="81856" y="53443"/>
                  <a:pt x="81616" y="53431"/>
                  <a:pt x="81376" y="53431"/>
                </a:cubicBezTo>
                <a:cubicBezTo>
                  <a:pt x="80941" y="53431"/>
                  <a:pt x="80503" y="53469"/>
                  <a:pt x="80075" y="53544"/>
                </a:cubicBezTo>
                <a:cubicBezTo>
                  <a:pt x="80232" y="53440"/>
                  <a:pt x="80362" y="53336"/>
                  <a:pt x="80505" y="53232"/>
                </a:cubicBezTo>
                <a:cubicBezTo>
                  <a:pt x="80934" y="52893"/>
                  <a:pt x="81299" y="52529"/>
                  <a:pt x="81637" y="52126"/>
                </a:cubicBezTo>
                <a:cubicBezTo>
                  <a:pt x="81781" y="52048"/>
                  <a:pt x="81911" y="51956"/>
                  <a:pt x="82041" y="51866"/>
                </a:cubicBezTo>
                <a:lnTo>
                  <a:pt x="82041" y="51866"/>
                </a:lnTo>
                <a:cubicBezTo>
                  <a:pt x="82015" y="52048"/>
                  <a:pt x="81989" y="52230"/>
                  <a:pt x="81963" y="52425"/>
                </a:cubicBezTo>
                <a:cubicBezTo>
                  <a:pt x="82171" y="52217"/>
                  <a:pt x="82366" y="51996"/>
                  <a:pt x="82548" y="51762"/>
                </a:cubicBezTo>
                <a:close/>
                <a:moveTo>
                  <a:pt x="75261" y="53818"/>
                </a:moveTo>
                <a:cubicBezTo>
                  <a:pt x="75613" y="53922"/>
                  <a:pt x="75977" y="54012"/>
                  <a:pt x="76328" y="54078"/>
                </a:cubicBezTo>
                <a:cubicBezTo>
                  <a:pt x="75938" y="54130"/>
                  <a:pt x="75561" y="54208"/>
                  <a:pt x="75183" y="54325"/>
                </a:cubicBezTo>
                <a:cubicBezTo>
                  <a:pt x="75223" y="54156"/>
                  <a:pt x="75249" y="53986"/>
                  <a:pt x="75261" y="53818"/>
                </a:cubicBezTo>
                <a:close/>
                <a:moveTo>
                  <a:pt x="74468" y="53557"/>
                </a:moveTo>
                <a:cubicBezTo>
                  <a:pt x="74636" y="53622"/>
                  <a:pt x="74806" y="53674"/>
                  <a:pt x="74975" y="53726"/>
                </a:cubicBezTo>
                <a:cubicBezTo>
                  <a:pt x="75027" y="53934"/>
                  <a:pt x="75079" y="54130"/>
                  <a:pt x="75131" y="54338"/>
                </a:cubicBezTo>
                <a:cubicBezTo>
                  <a:pt x="74910" y="54403"/>
                  <a:pt x="74689" y="54481"/>
                  <a:pt x="74468" y="54572"/>
                </a:cubicBezTo>
                <a:lnTo>
                  <a:pt x="74468" y="54130"/>
                </a:lnTo>
                <a:lnTo>
                  <a:pt x="74468" y="53557"/>
                </a:lnTo>
                <a:close/>
                <a:moveTo>
                  <a:pt x="72086" y="50070"/>
                </a:moveTo>
                <a:lnTo>
                  <a:pt x="72086" y="50070"/>
                </a:lnTo>
                <a:cubicBezTo>
                  <a:pt x="71357" y="50811"/>
                  <a:pt x="70811" y="51748"/>
                  <a:pt x="70538" y="52763"/>
                </a:cubicBezTo>
                <a:cubicBezTo>
                  <a:pt x="70993" y="52477"/>
                  <a:pt x="71436" y="52165"/>
                  <a:pt x="71852" y="51826"/>
                </a:cubicBezTo>
                <a:lnTo>
                  <a:pt x="71852" y="51826"/>
                </a:lnTo>
                <a:cubicBezTo>
                  <a:pt x="71527" y="52516"/>
                  <a:pt x="71331" y="53271"/>
                  <a:pt x="71293" y="54038"/>
                </a:cubicBezTo>
                <a:cubicBezTo>
                  <a:pt x="71839" y="53635"/>
                  <a:pt x="72268" y="53179"/>
                  <a:pt x="72633" y="52647"/>
                </a:cubicBezTo>
                <a:cubicBezTo>
                  <a:pt x="72724" y="52699"/>
                  <a:pt x="72828" y="52763"/>
                  <a:pt x="72919" y="52815"/>
                </a:cubicBezTo>
                <a:cubicBezTo>
                  <a:pt x="72828" y="53258"/>
                  <a:pt x="72763" y="53687"/>
                  <a:pt x="72698" y="54130"/>
                </a:cubicBezTo>
                <a:cubicBezTo>
                  <a:pt x="73011" y="53818"/>
                  <a:pt x="73271" y="53479"/>
                  <a:pt x="73491" y="53127"/>
                </a:cubicBezTo>
                <a:cubicBezTo>
                  <a:pt x="73674" y="53219"/>
                  <a:pt x="73856" y="53297"/>
                  <a:pt x="74038" y="53375"/>
                </a:cubicBezTo>
                <a:cubicBezTo>
                  <a:pt x="74025" y="53870"/>
                  <a:pt x="74012" y="54338"/>
                  <a:pt x="73999" y="54807"/>
                </a:cubicBezTo>
                <a:cubicBezTo>
                  <a:pt x="73817" y="54897"/>
                  <a:pt x="73635" y="55015"/>
                  <a:pt x="73465" y="55119"/>
                </a:cubicBezTo>
                <a:cubicBezTo>
                  <a:pt x="72854" y="54885"/>
                  <a:pt x="72256" y="54637"/>
                  <a:pt x="71670" y="54364"/>
                </a:cubicBezTo>
                <a:cubicBezTo>
                  <a:pt x="70408" y="53804"/>
                  <a:pt x="69419" y="52985"/>
                  <a:pt x="68118" y="52594"/>
                </a:cubicBezTo>
                <a:cubicBezTo>
                  <a:pt x="68052" y="52568"/>
                  <a:pt x="67988" y="52555"/>
                  <a:pt x="67910" y="52529"/>
                </a:cubicBezTo>
                <a:cubicBezTo>
                  <a:pt x="67948" y="52529"/>
                  <a:pt x="67974" y="52542"/>
                  <a:pt x="67988" y="52542"/>
                </a:cubicBezTo>
                <a:cubicBezTo>
                  <a:pt x="68059" y="52542"/>
                  <a:pt x="68109" y="52596"/>
                  <a:pt x="68166" y="52596"/>
                </a:cubicBezTo>
                <a:cubicBezTo>
                  <a:pt x="68171" y="52596"/>
                  <a:pt x="68177" y="52596"/>
                  <a:pt x="68183" y="52594"/>
                </a:cubicBezTo>
                <a:cubicBezTo>
                  <a:pt x="68274" y="52568"/>
                  <a:pt x="68261" y="52399"/>
                  <a:pt x="68352" y="52373"/>
                </a:cubicBezTo>
                <a:cubicBezTo>
                  <a:pt x="68368" y="52368"/>
                  <a:pt x="68401" y="52365"/>
                  <a:pt x="68437" y="52365"/>
                </a:cubicBezTo>
                <a:cubicBezTo>
                  <a:pt x="68489" y="52365"/>
                  <a:pt x="68545" y="52371"/>
                  <a:pt x="68560" y="52386"/>
                </a:cubicBezTo>
                <a:cubicBezTo>
                  <a:pt x="68599" y="52399"/>
                  <a:pt x="68612" y="52438"/>
                  <a:pt x="68651" y="52464"/>
                </a:cubicBezTo>
                <a:cubicBezTo>
                  <a:pt x="68677" y="52477"/>
                  <a:pt x="68717" y="52477"/>
                  <a:pt x="68743" y="52490"/>
                </a:cubicBezTo>
                <a:cubicBezTo>
                  <a:pt x="68764" y="52495"/>
                  <a:pt x="68784" y="52496"/>
                  <a:pt x="68804" y="52496"/>
                </a:cubicBezTo>
                <a:cubicBezTo>
                  <a:pt x="68843" y="52496"/>
                  <a:pt x="68881" y="52490"/>
                  <a:pt x="68925" y="52490"/>
                </a:cubicBezTo>
                <a:cubicBezTo>
                  <a:pt x="69003" y="52490"/>
                  <a:pt x="69081" y="52464"/>
                  <a:pt x="69159" y="52464"/>
                </a:cubicBezTo>
                <a:lnTo>
                  <a:pt x="69445" y="52464"/>
                </a:lnTo>
                <a:cubicBezTo>
                  <a:pt x="69471" y="52477"/>
                  <a:pt x="69484" y="52490"/>
                  <a:pt x="69510" y="52490"/>
                </a:cubicBezTo>
                <a:cubicBezTo>
                  <a:pt x="69517" y="52493"/>
                  <a:pt x="69524" y="52494"/>
                  <a:pt x="69529" y="52494"/>
                </a:cubicBezTo>
                <a:cubicBezTo>
                  <a:pt x="69555" y="52494"/>
                  <a:pt x="69569" y="52475"/>
                  <a:pt x="69601" y="52464"/>
                </a:cubicBezTo>
                <a:cubicBezTo>
                  <a:pt x="69615" y="52451"/>
                  <a:pt x="69624" y="52448"/>
                  <a:pt x="69636" y="52448"/>
                </a:cubicBezTo>
                <a:cubicBezTo>
                  <a:pt x="69647" y="52448"/>
                  <a:pt x="69660" y="52451"/>
                  <a:pt x="69679" y="52451"/>
                </a:cubicBezTo>
                <a:cubicBezTo>
                  <a:pt x="69718" y="52438"/>
                  <a:pt x="69758" y="52412"/>
                  <a:pt x="69796" y="52399"/>
                </a:cubicBezTo>
                <a:cubicBezTo>
                  <a:pt x="69822" y="52386"/>
                  <a:pt x="69848" y="52386"/>
                  <a:pt x="69874" y="52373"/>
                </a:cubicBezTo>
                <a:cubicBezTo>
                  <a:pt x="69966" y="52321"/>
                  <a:pt x="69966" y="52178"/>
                  <a:pt x="70056" y="52113"/>
                </a:cubicBezTo>
                <a:cubicBezTo>
                  <a:pt x="70096" y="52074"/>
                  <a:pt x="70122" y="52086"/>
                  <a:pt x="70174" y="52060"/>
                </a:cubicBezTo>
                <a:cubicBezTo>
                  <a:pt x="70238" y="52034"/>
                  <a:pt x="70252" y="51982"/>
                  <a:pt x="70252" y="51918"/>
                </a:cubicBezTo>
                <a:cubicBezTo>
                  <a:pt x="70252" y="51852"/>
                  <a:pt x="70264" y="51866"/>
                  <a:pt x="70264" y="51800"/>
                </a:cubicBezTo>
                <a:cubicBezTo>
                  <a:pt x="70278" y="51762"/>
                  <a:pt x="70252" y="51736"/>
                  <a:pt x="70226" y="51696"/>
                </a:cubicBezTo>
                <a:cubicBezTo>
                  <a:pt x="70212" y="51670"/>
                  <a:pt x="70200" y="51618"/>
                  <a:pt x="70174" y="51592"/>
                </a:cubicBezTo>
                <a:lnTo>
                  <a:pt x="70122" y="51592"/>
                </a:lnTo>
                <a:cubicBezTo>
                  <a:pt x="70096" y="51566"/>
                  <a:pt x="70122" y="51566"/>
                  <a:pt x="70108" y="51540"/>
                </a:cubicBezTo>
                <a:cubicBezTo>
                  <a:pt x="70092" y="51507"/>
                  <a:pt x="70081" y="51505"/>
                  <a:pt x="70065" y="51505"/>
                </a:cubicBezTo>
                <a:cubicBezTo>
                  <a:pt x="70063" y="51505"/>
                  <a:pt x="70061" y="51505"/>
                  <a:pt x="70058" y="51505"/>
                </a:cubicBezTo>
                <a:cubicBezTo>
                  <a:pt x="70051" y="51505"/>
                  <a:pt x="70042" y="51505"/>
                  <a:pt x="70030" y="51501"/>
                </a:cubicBezTo>
                <a:cubicBezTo>
                  <a:pt x="69940" y="51449"/>
                  <a:pt x="70082" y="51306"/>
                  <a:pt x="70122" y="51267"/>
                </a:cubicBezTo>
                <a:cubicBezTo>
                  <a:pt x="70134" y="51241"/>
                  <a:pt x="70160" y="51241"/>
                  <a:pt x="70186" y="51215"/>
                </a:cubicBezTo>
                <a:cubicBezTo>
                  <a:pt x="70212" y="51189"/>
                  <a:pt x="70226" y="51150"/>
                  <a:pt x="70252" y="51124"/>
                </a:cubicBezTo>
                <a:cubicBezTo>
                  <a:pt x="70290" y="51046"/>
                  <a:pt x="70317" y="51007"/>
                  <a:pt x="70317" y="50929"/>
                </a:cubicBezTo>
                <a:cubicBezTo>
                  <a:pt x="70317" y="50825"/>
                  <a:pt x="70304" y="50747"/>
                  <a:pt x="70238" y="50669"/>
                </a:cubicBezTo>
                <a:cubicBezTo>
                  <a:pt x="70238" y="50655"/>
                  <a:pt x="70226" y="50655"/>
                  <a:pt x="70212" y="50643"/>
                </a:cubicBezTo>
                <a:cubicBezTo>
                  <a:pt x="70863" y="50577"/>
                  <a:pt x="71501" y="50369"/>
                  <a:pt x="72086" y="50070"/>
                </a:cubicBezTo>
                <a:close/>
                <a:moveTo>
                  <a:pt x="83771" y="52022"/>
                </a:moveTo>
                <a:lnTo>
                  <a:pt x="83771" y="52022"/>
                </a:lnTo>
                <a:cubicBezTo>
                  <a:pt x="83758" y="52503"/>
                  <a:pt x="83745" y="52985"/>
                  <a:pt x="83745" y="53453"/>
                </a:cubicBezTo>
                <a:cubicBezTo>
                  <a:pt x="83706" y="53622"/>
                  <a:pt x="83680" y="53804"/>
                  <a:pt x="83654" y="53986"/>
                </a:cubicBezTo>
                <a:lnTo>
                  <a:pt x="83732" y="53908"/>
                </a:lnTo>
                <a:lnTo>
                  <a:pt x="83732" y="53908"/>
                </a:lnTo>
                <a:cubicBezTo>
                  <a:pt x="83680" y="55600"/>
                  <a:pt x="83615" y="57135"/>
                  <a:pt x="83550" y="58384"/>
                </a:cubicBezTo>
                <a:cubicBezTo>
                  <a:pt x="82912" y="58190"/>
                  <a:pt x="82261" y="57994"/>
                  <a:pt x="81624" y="57812"/>
                </a:cubicBezTo>
                <a:cubicBezTo>
                  <a:pt x="81520" y="57565"/>
                  <a:pt x="81403" y="57317"/>
                  <a:pt x="81286" y="57083"/>
                </a:cubicBezTo>
                <a:cubicBezTo>
                  <a:pt x="81038" y="56615"/>
                  <a:pt x="80752" y="56224"/>
                  <a:pt x="80440" y="55860"/>
                </a:cubicBezTo>
                <a:lnTo>
                  <a:pt x="80440" y="55860"/>
                </a:lnTo>
                <a:cubicBezTo>
                  <a:pt x="81312" y="56302"/>
                  <a:pt x="82261" y="56602"/>
                  <a:pt x="83238" y="56745"/>
                </a:cubicBezTo>
                <a:cubicBezTo>
                  <a:pt x="82874" y="56238"/>
                  <a:pt x="82457" y="55834"/>
                  <a:pt x="81989" y="55431"/>
                </a:cubicBezTo>
                <a:cubicBezTo>
                  <a:pt x="81637" y="55131"/>
                  <a:pt x="81273" y="54845"/>
                  <a:pt x="80882" y="54611"/>
                </a:cubicBezTo>
                <a:cubicBezTo>
                  <a:pt x="81807" y="54546"/>
                  <a:pt x="82600" y="54260"/>
                  <a:pt x="83354" y="53700"/>
                </a:cubicBezTo>
                <a:cubicBezTo>
                  <a:pt x="83068" y="53622"/>
                  <a:pt x="82782" y="53557"/>
                  <a:pt x="82496" y="53518"/>
                </a:cubicBezTo>
                <a:cubicBezTo>
                  <a:pt x="83004" y="53075"/>
                  <a:pt x="83420" y="52594"/>
                  <a:pt x="83771" y="52022"/>
                </a:cubicBezTo>
                <a:close/>
                <a:moveTo>
                  <a:pt x="108702" y="56537"/>
                </a:moveTo>
                <a:lnTo>
                  <a:pt x="108702" y="56537"/>
                </a:lnTo>
                <a:cubicBezTo>
                  <a:pt x="108181" y="57071"/>
                  <a:pt x="107765" y="57708"/>
                  <a:pt x="107479" y="58398"/>
                </a:cubicBezTo>
                <a:cubicBezTo>
                  <a:pt x="107232" y="58268"/>
                  <a:pt x="107062" y="58060"/>
                  <a:pt x="106880" y="57695"/>
                </a:cubicBezTo>
                <a:cubicBezTo>
                  <a:pt x="106763" y="57461"/>
                  <a:pt x="106594" y="57291"/>
                  <a:pt x="106438" y="57097"/>
                </a:cubicBezTo>
                <a:cubicBezTo>
                  <a:pt x="107232" y="57097"/>
                  <a:pt x="107999" y="56901"/>
                  <a:pt x="108702" y="56537"/>
                </a:cubicBezTo>
                <a:close/>
                <a:moveTo>
                  <a:pt x="108494" y="58164"/>
                </a:moveTo>
                <a:lnTo>
                  <a:pt x="108494" y="58164"/>
                </a:lnTo>
                <a:cubicBezTo>
                  <a:pt x="108415" y="58320"/>
                  <a:pt x="108351" y="58476"/>
                  <a:pt x="108299" y="58632"/>
                </a:cubicBezTo>
                <a:cubicBezTo>
                  <a:pt x="108221" y="58606"/>
                  <a:pt x="108129" y="58592"/>
                  <a:pt x="107999" y="58566"/>
                </a:cubicBezTo>
                <a:cubicBezTo>
                  <a:pt x="107987" y="58566"/>
                  <a:pt x="107987" y="58566"/>
                  <a:pt x="107973" y="58554"/>
                </a:cubicBezTo>
                <a:cubicBezTo>
                  <a:pt x="108143" y="58436"/>
                  <a:pt x="108325" y="58306"/>
                  <a:pt x="108494" y="58164"/>
                </a:cubicBezTo>
                <a:close/>
                <a:moveTo>
                  <a:pt x="85072" y="51918"/>
                </a:moveTo>
                <a:lnTo>
                  <a:pt x="85190" y="52386"/>
                </a:lnTo>
                <a:cubicBezTo>
                  <a:pt x="85138" y="54807"/>
                  <a:pt x="85020" y="57123"/>
                  <a:pt x="84929" y="58801"/>
                </a:cubicBezTo>
                <a:cubicBezTo>
                  <a:pt x="84734" y="58749"/>
                  <a:pt x="84552" y="58684"/>
                  <a:pt x="84357" y="58632"/>
                </a:cubicBezTo>
                <a:cubicBezTo>
                  <a:pt x="84369" y="56927"/>
                  <a:pt x="84383" y="54780"/>
                  <a:pt x="84383" y="53127"/>
                </a:cubicBezTo>
                <a:cubicBezTo>
                  <a:pt x="84656" y="52751"/>
                  <a:pt x="84890" y="52347"/>
                  <a:pt x="85072" y="51918"/>
                </a:cubicBezTo>
                <a:close/>
                <a:moveTo>
                  <a:pt x="112879" y="57773"/>
                </a:moveTo>
                <a:cubicBezTo>
                  <a:pt x="113608" y="58216"/>
                  <a:pt x="114415" y="58528"/>
                  <a:pt x="115260" y="58684"/>
                </a:cubicBezTo>
                <a:cubicBezTo>
                  <a:pt x="114571" y="58762"/>
                  <a:pt x="113894" y="59009"/>
                  <a:pt x="113308" y="59387"/>
                </a:cubicBezTo>
                <a:cubicBezTo>
                  <a:pt x="113256" y="58840"/>
                  <a:pt x="113100" y="58294"/>
                  <a:pt x="112879" y="57773"/>
                </a:cubicBezTo>
                <a:close/>
                <a:moveTo>
                  <a:pt x="109782" y="57851"/>
                </a:moveTo>
                <a:lnTo>
                  <a:pt x="109782" y="57851"/>
                </a:lnTo>
                <a:cubicBezTo>
                  <a:pt x="109626" y="58410"/>
                  <a:pt x="109496" y="58957"/>
                  <a:pt x="109392" y="59529"/>
                </a:cubicBezTo>
                <a:cubicBezTo>
                  <a:pt x="109262" y="59425"/>
                  <a:pt x="109132" y="59321"/>
                  <a:pt x="109002" y="59205"/>
                </a:cubicBezTo>
                <a:cubicBezTo>
                  <a:pt x="109236" y="58905"/>
                  <a:pt x="109444" y="58580"/>
                  <a:pt x="109613" y="58216"/>
                </a:cubicBezTo>
                <a:cubicBezTo>
                  <a:pt x="109678" y="58086"/>
                  <a:pt x="109730" y="57968"/>
                  <a:pt x="109782" y="57851"/>
                </a:cubicBezTo>
                <a:close/>
                <a:moveTo>
                  <a:pt x="86413" y="50487"/>
                </a:moveTo>
                <a:lnTo>
                  <a:pt x="86413" y="50487"/>
                </a:lnTo>
                <a:cubicBezTo>
                  <a:pt x="86881" y="51475"/>
                  <a:pt x="87428" y="52412"/>
                  <a:pt x="88052" y="53297"/>
                </a:cubicBezTo>
                <a:cubicBezTo>
                  <a:pt x="87714" y="53531"/>
                  <a:pt x="87414" y="53818"/>
                  <a:pt x="87154" y="54142"/>
                </a:cubicBezTo>
                <a:cubicBezTo>
                  <a:pt x="87223" y="54146"/>
                  <a:pt x="87291" y="54148"/>
                  <a:pt x="87360" y="54148"/>
                </a:cubicBezTo>
                <a:cubicBezTo>
                  <a:pt x="87760" y="54148"/>
                  <a:pt x="88158" y="54085"/>
                  <a:pt x="88547" y="53974"/>
                </a:cubicBezTo>
                <a:cubicBezTo>
                  <a:pt x="88559" y="53986"/>
                  <a:pt x="88573" y="54012"/>
                  <a:pt x="88585" y="54038"/>
                </a:cubicBezTo>
                <a:cubicBezTo>
                  <a:pt x="88599" y="54012"/>
                  <a:pt x="88599" y="53986"/>
                  <a:pt x="88599" y="53960"/>
                </a:cubicBezTo>
                <a:cubicBezTo>
                  <a:pt x="88885" y="53870"/>
                  <a:pt x="89171" y="53752"/>
                  <a:pt x="89444" y="53609"/>
                </a:cubicBezTo>
                <a:lnTo>
                  <a:pt x="89444" y="53609"/>
                </a:lnTo>
                <a:cubicBezTo>
                  <a:pt x="88793" y="54272"/>
                  <a:pt x="88299" y="55105"/>
                  <a:pt x="88065" y="56004"/>
                </a:cubicBezTo>
                <a:lnTo>
                  <a:pt x="88065" y="56004"/>
                </a:lnTo>
                <a:cubicBezTo>
                  <a:pt x="88469" y="55756"/>
                  <a:pt x="88872" y="55470"/>
                  <a:pt x="89236" y="55183"/>
                </a:cubicBezTo>
                <a:lnTo>
                  <a:pt x="89236" y="55183"/>
                </a:lnTo>
                <a:cubicBezTo>
                  <a:pt x="88950" y="55795"/>
                  <a:pt x="88767" y="56459"/>
                  <a:pt x="88741" y="57149"/>
                </a:cubicBezTo>
                <a:cubicBezTo>
                  <a:pt x="89444" y="56628"/>
                  <a:pt x="89939" y="56016"/>
                  <a:pt x="90316" y="55223"/>
                </a:cubicBezTo>
                <a:cubicBezTo>
                  <a:pt x="90381" y="55105"/>
                  <a:pt x="90433" y="54989"/>
                  <a:pt x="90485" y="54885"/>
                </a:cubicBezTo>
                <a:lnTo>
                  <a:pt x="90485" y="54885"/>
                </a:lnTo>
                <a:cubicBezTo>
                  <a:pt x="90264" y="55652"/>
                  <a:pt x="90095" y="56432"/>
                  <a:pt x="89991" y="57227"/>
                </a:cubicBezTo>
                <a:cubicBezTo>
                  <a:pt x="90537" y="56680"/>
                  <a:pt x="90953" y="56016"/>
                  <a:pt x="91201" y="55313"/>
                </a:cubicBezTo>
                <a:lnTo>
                  <a:pt x="91201" y="55313"/>
                </a:lnTo>
                <a:cubicBezTo>
                  <a:pt x="91188" y="56328"/>
                  <a:pt x="91175" y="57331"/>
                  <a:pt x="91149" y="58268"/>
                </a:cubicBezTo>
                <a:cubicBezTo>
                  <a:pt x="91032" y="58202"/>
                  <a:pt x="90875" y="58176"/>
                  <a:pt x="90629" y="58046"/>
                </a:cubicBezTo>
                <a:cubicBezTo>
                  <a:pt x="90537" y="58320"/>
                  <a:pt x="90629" y="58827"/>
                  <a:pt x="90407" y="59035"/>
                </a:cubicBezTo>
                <a:cubicBezTo>
                  <a:pt x="90333" y="59102"/>
                  <a:pt x="90282" y="59126"/>
                  <a:pt x="90243" y="59126"/>
                </a:cubicBezTo>
                <a:cubicBezTo>
                  <a:pt x="90143" y="59126"/>
                  <a:pt x="90122" y="58969"/>
                  <a:pt x="89999" y="58969"/>
                </a:cubicBezTo>
                <a:cubicBezTo>
                  <a:pt x="89992" y="58969"/>
                  <a:pt x="89985" y="58969"/>
                  <a:pt x="89978" y="58970"/>
                </a:cubicBezTo>
                <a:cubicBezTo>
                  <a:pt x="89692" y="59009"/>
                  <a:pt x="89756" y="59087"/>
                  <a:pt x="89640" y="59335"/>
                </a:cubicBezTo>
                <a:cubicBezTo>
                  <a:pt x="89510" y="59595"/>
                  <a:pt x="89574" y="59595"/>
                  <a:pt x="89249" y="59725"/>
                </a:cubicBezTo>
                <a:cubicBezTo>
                  <a:pt x="89081" y="59792"/>
                  <a:pt x="88690" y="59946"/>
                  <a:pt x="88419" y="59946"/>
                </a:cubicBezTo>
                <a:cubicBezTo>
                  <a:pt x="88376" y="59946"/>
                  <a:pt x="88335" y="59942"/>
                  <a:pt x="88299" y="59933"/>
                </a:cubicBezTo>
                <a:cubicBezTo>
                  <a:pt x="87857" y="59790"/>
                  <a:pt x="87870" y="59191"/>
                  <a:pt x="87492" y="58983"/>
                </a:cubicBezTo>
                <a:cubicBezTo>
                  <a:pt x="87246" y="58840"/>
                  <a:pt x="86829" y="58879"/>
                  <a:pt x="86569" y="58762"/>
                </a:cubicBezTo>
                <a:cubicBezTo>
                  <a:pt x="86344" y="58660"/>
                  <a:pt x="86096" y="58518"/>
                  <a:pt x="85823" y="58518"/>
                </a:cubicBezTo>
                <a:cubicBezTo>
                  <a:pt x="85748" y="58518"/>
                  <a:pt x="85671" y="58529"/>
                  <a:pt x="85593" y="58554"/>
                </a:cubicBezTo>
                <a:cubicBezTo>
                  <a:pt x="85632" y="57031"/>
                  <a:pt x="85658" y="55235"/>
                  <a:pt x="85658" y="54000"/>
                </a:cubicBezTo>
                <a:cubicBezTo>
                  <a:pt x="85658" y="52959"/>
                  <a:pt x="85710" y="52060"/>
                  <a:pt x="85762" y="51345"/>
                </a:cubicBezTo>
                <a:cubicBezTo>
                  <a:pt x="85944" y="52360"/>
                  <a:pt x="86165" y="53375"/>
                  <a:pt x="86439" y="54364"/>
                </a:cubicBezTo>
                <a:cubicBezTo>
                  <a:pt x="86751" y="53037"/>
                  <a:pt x="86725" y="51748"/>
                  <a:pt x="86413" y="50487"/>
                </a:cubicBezTo>
                <a:close/>
                <a:moveTo>
                  <a:pt x="105371" y="58892"/>
                </a:moveTo>
                <a:cubicBezTo>
                  <a:pt x="105475" y="58983"/>
                  <a:pt x="105579" y="59074"/>
                  <a:pt x="105605" y="59139"/>
                </a:cubicBezTo>
                <a:cubicBezTo>
                  <a:pt x="105761" y="59465"/>
                  <a:pt x="105683" y="59269"/>
                  <a:pt x="105527" y="59569"/>
                </a:cubicBezTo>
                <a:cubicBezTo>
                  <a:pt x="105449" y="59738"/>
                  <a:pt x="105397" y="59933"/>
                  <a:pt x="105358" y="60141"/>
                </a:cubicBezTo>
                <a:cubicBezTo>
                  <a:pt x="105358" y="59738"/>
                  <a:pt x="105358" y="59321"/>
                  <a:pt x="105371" y="58892"/>
                </a:cubicBezTo>
                <a:close/>
                <a:moveTo>
                  <a:pt x="110537" y="58306"/>
                </a:moveTo>
                <a:lnTo>
                  <a:pt x="110537" y="58306"/>
                </a:lnTo>
                <a:cubicBezTo>
                  <a:pt x="110523" y="59165"/>
                  <a:pt x="110511" y="59998"/>
                  <a:pt x="110485" y="60805"/>
                </a:cubicBezTo>
                <a:cubicBezTo>
                  <a:pt x="110147" y="60648"/>
                  <a:pt x="109990" y="60141"/>
                  <a:pt x="109730" y="59829"/>
                </a:cubicBezTo>
                <a:cubicBezTo>
                  <a:pt x="109717" y="59829"/>
                  <a:pt x="109704" y="59816"/>
                  <a:pt x="109704" y="59816"/>
                </a:cubicBezTo>
                <a:cubicBezTo>
                  <a:pt x="110055" y="59347"/>
                  <a:pt x="110341" y="58840"/>
                  <a:pt x="110537" y="58306"/>
                </a:cubicBezTo>
                <a:close/>
                <a:moveTo>
                  <a:pt x="110979" y="58124"/>
                </a:moveTo>
                <a:cubicBezTo>
                  <a:pt x="111135" y="58931"/>
                  <a:pt x="111318" y="59725"/>
                  <a:pt x="111538" y="60506"/>
                </a:cubicBezTo>
                <a:cubicBezTo>
                  <a:pt x="111330" y="60596"/>
                  <a:pt x="111135" y="60752"/>
                  <a:pt x="110914" y="60818"/>
                </a:cubicBezTo>
                <a:lnTo>
                  <a:pt x="110914" y="60298"/>
                </a:lnTo>
                <a:cubicBezTo>
                  <a:pt x="110914" y="59439"/>
                  <a:pt x="110940" y="58697"/>
                  <a:pt x="110979" y="58124"/>
                </a:cubicBezTo>
                <a:close/>
                <a:moveTo>
                  <a:pt x="97889" y="58332"/>
                </a:moveTo>
                <a:cubicBezTo>
                  <a:pt x="97681" y="59048"/>
                  <a:pt x="97525" y="59790"/>
                  <a:pt x="97433" y="60532"/>
                </a:cubicBezTo>
                <a:cubicBezTo>
                  <a:pt x="97941" y="60011"/>
                  <a:pt x="98332" y="59399"/>
                  <a:pt x="98566" y="58736"/>
                </a:cubicBezTo>
                <a:lnTo>
                  <a:pt x="98566" y="58736"/>
                </a:lnTo>
                <a:cubicBezTo>
                  <a:pt x="98566" y="59517"/>
                  <a:pt x="98540" y="60284"/>
                  <a:pt x="98526" y="61026"/>
                </a:cubicBezTo>
                <a:cubicBezTo>
                  <a:pt x="98280" y="60909"/>
                  <a:pt x="98006" y="60740"/>
                  <a:pt x="97928" y="60558"/>
                </a:cubicBezTo>
                <a:cubicBezTo>
                  <a:pt x="97768" y="60628"/>
                  <a:pt x="97659" y="60659"/>
                  <a:pt x="97577" y="60659"/>
                </a:cubicBezTo>
                <a:cubicBezTo>
                  <a:pt x="97385" y="60659"/>
                  <a:pt x="97336" y="60494"/>
                  <a:pt x="97109" y="60284"/>
                </a:cubicBezTo>
                <a:cubicBezTo>
                  <a:pt x="96965" y="60141"/>
                  <a:pt x="96809" y="60115"/>
                  <a:pt x="96666" y="60115"/>
                </a:cubicBezTo>
                <a:cubicBezTo>
                  <a:pt x="97109" y="59699"/>
                  <a:pt x="97459" y="59231"/>
                  <a:pt x="97746" y="58658"/>
                </a:cubicBezTo>
                <a:cubicBezTo>
                  <a:pt x="97798" y="58540"/>
                  <a:pt x="97850" y="58436"/>
                  <a:pt x="97889" y="58332"/>
                </a:cubicBezTo>
                <a:close/>
                <a:moveTo>
                  <a:pt x="111500" y="57421"/>
                </a:moveTo>
                <a:lnTo>
                  <a:pt x="111500" y="57421"/>
                </a:lnTo>
                <a:cubicBezTo>
                  <a:pt x="111890" y="58216"/>
                  <a:pt x="112359" y="58983"/>
                  <a:pt x="112879" y="59712"/>
                </a:cubicBezTo>
                <a:cubicBezTo>
                  <a:pt x="112645" y="59907"/>
                  <a:pt x="112423" y="60128"/>
                  <a:pt x="112241" y="60376"/>
                </a:cubicBezTo>
                <a:cubicBezTo>
                  <a:pt x="112593" y="60376"/>
                  <a:pt x="112957" y="60350"/>
                  <a:pt x="113295" y="60272"/>
                </a:cubicBezTo>
                <a:lnTo>
                  <a:pt x="113322" y="60298"/>
                </a:lnTo>
                <a:lnTo>
                  <a:pt x="113322" y="60272"/>
                </a:lnTo>
                <a:cubicBezTo>
                  <a:pt x="113764" y="60180"/>
                  <a:pt x="114206" y="60024"/>
                  <a:pt x="114623" y="59816"/>
                </a:cubicBezTo>
                <a:lnTo>
                  <a:pt x="114623" y="59816"/>
                </a:lnTo>
                <a:cubicBezTo>
                  <a:pt x="113959" y="60480"/>
                  <a:pt x="113464" y="61299"/>
                  <a:pt x="113204" y="62197"/>
                </a:cubicBezTo>
                <a:cubicBezTo>
                  <a:pt x="112983" y="61976"/>
                  <a:pt x="112840" y="61729"/>
                  <a:pt x="112697" y="61443"/>
                </a:cubicBezTo>
                <a:cubicBezTo>
                  <a:pt x="112553" y="61169"/>
                  <a:pt x="112475" y="60700"/>
                  <a:pt x="112189" y="60532"/>
                </a:cubicBezTo>
                <a:cubicBezTo>
                  <a:pt x="112068" y="60458"/>
                  <a:pt x="111958" y="60429"/>
                  <a:pt x="111855" y="60429"/>
                </a:cubicBezTo>
                <a:cubicBezTo>
                  <a:pt x="111757" y="60429"/>
                  <a:pt x="111666" y="60454"/>
                  <a:pt x="111578" y="60492"/>
                </a:cubicBezTo>
                <a:cubicBezTo>
                  <a:pt x="111799" y="59439"/>
                  <a:pt x="111760" y="58410"/>
                  <a:pt x="111500" y="57421"/>
                </a:cubicBezTo>
                <a:close/>
                <a:moveTo>
                  <a:pt x="127895" y="62093"/>
                </a:moveTo>
                <a:lnTo>
                  <a:pt x="127895" y="62093"/>
                </a:lnTo>
                <a:cubicBezTo>
                  <a:pt x="127881" y="62249"/>
                  <a:pt x="127881" y="62392"/>
                  <a:pt x="127881" y="62536"/>
                </a:cubicBezTo>
                <a:cubicBezTo>
                  <a:pt x="127838" y="62536"/>
                  <a:pt x="127801" y="62541"/>
                  <a:pt x="127765" y="62541"/>
                </a:cubicBezTo>
                <a:cubicBezTo>
                  <a:pt x="127747" y="62541"/>
                  <a:pt x="127730" y="62540"/>
                  <a:pt x="127713" y="62536"/>
                </a:cubicBezTo>
                <a:cubicBezTo>
                  <a:pt x="127661" y="62522"/>
                  <a:pt x="127621" y="62496"/>
                  <a:pt x="127569" y="62484"/>
                </a:cubicBezTo>
                <a:cubicBezTo>
                  <a:pt x="127552" y="62484"/>
                  <a:pt x="127517" y="62489"/>
                  <a:pt x="127492" y="62489"/>
                </a:cubicBezTo>
                <a:cubicBezTo>
                  <a:pt x="127480" y="62489"/>
                  <a:pt x="127469" y="62488"/>
                  <a:pt x="127465" y="62484"/>
                </a:cubicBezTo>
                <a:cubicBezTo>
                  <a:pt x="127413" y="62444"/>
                  <a:pt x="127465" y="62340"/>
                  <a:pt x="127491" y="62301"/>
                </a:cubicBezTo>
                <a:cubicBezTo>
                  <a:pt x="127505" y="62275"/>
                  <a:pt x="127531" y="62223"/>
                  <a:pt x="127557" y="62197"/>
                </a:cubicBezTo>
                <a:cubicBezTo>
                  <a:pt x="127583" y="62171"/>
                  <a:pt x="127621" y="62145"/>
                  <a:pt x="127647" y="62119"/>
                </a:cubicBezTo>
                <a:cubicBezTo>
                  <a:pt x="127687" y="62106"/>
                  <a:pt x="127699" y="62106"/>
                  <a:pt x="127751" y="62106"/>
                </a:cubicBezTo>
                <a:lnTo>
                  <a:pt x="127855" y="62106"/>
                </a:lnTo>
                <a:cubicBezTo>
                  <a:pt x="127869" y="62106"/>
                  <a:pt x="127881" y="62106"/>
                  <a:pt x="127895" y="62093"/>
                </a:cubicBezTo>
                <a:close/>
                <a:moveTo>
                  <a:pt x="114401" y="61443"/>
                </a:moveTo>
                <a:lnTo>
                  <a:pt x="114401" y="61443"/>
                </a:lnTo>
                <a:cubicBezTo>
                  <a:pt x="114180" y="61911"/>
                  <a:pt x="114011" y="62418"/>
                  <a:pt x="113933" y="62938"/>
                </a:cubicBezTo>
                <a:cubicBezTo>
                  <a:pt x="113738" y="62718"/>
                  <a:pt x="113568" y="62536"/>
                  <a:pt x="113334" y="62327"/>
                </a:cubicBezTo>
                <a:lnTo>
                  <a:pt x="113256" y="62249"/>
                </a:lnTo>
                <a:cubicBezTo>
                  <a:pt x="113646" y="62002"/>
                  <a:pt x="114037" y="61729"/>
                  <a:pt x="114401" y="61443"/>
                </a:cubicBezTo>
                <a:close/>
                <a:moveTo>
                  <a:pt x="115690" y="61130"/>
                </a:moveTo>
                <a:lnTo>
                  <a:pt x="115690" y="61130"/>
                </a:lnTo>
                <a:cubicBezTo>
                  <a:pt x="115468" y="61924"/>
                  <a:pt x="115299" y="62744"/>
                  <a:pt x="115182" y="63563"/>
                </a:cubicBezTo>
                <a:cubicBezTo>
                  <a:pt x="115754" y="62991"/>
                  <a:pt x="116184" y="62314"/>
                  <a:pt x="116444" y="61585"/>
                </a:cubicBezTo>
                <a:lnTo>
                  <a:pt x="116444" y="61585"/>
                </a:lnTo>
                <a:cubicBezTo>
                  <a:pt x="116431" y="62626"/>
                  <a:pt x="116405" y="63655"/>
                  <a:pt x="116379" y="64604"/>
                </a:cubicBezTo>
                <a:cubicBezTo>
                  <a:pt x="116184" y="64448"/>
                  <a:pt x="115976" y="64331"/>
                  <a:pt x="115754" y="64292"/>
                </a:cubicBezTo>
                <a:cubicBezTo>
                  <a:pt x="115247" y="64227"/>
                  <a:pt x="115260" y="64383"/>
                  <a:pt x="114843" y="63979"/>
                </a:cubicBezTo>
                <a:cubicBezTo>
                  <a:pt x="114609" y="63745"/>
                  <a:pt x="114401" y="63485"/>
                  <a:pt x="114193" y="63238"/>
                </a:cubicBezTo>
                <a:cubicBezTo>
                  <a:pt x="114753" y="62744"/>
                  <a:pt x="115195" y="62184"/>
                  <a:pt x="115520" y="61495"/>
                </a:cubicBezTo>
                <a:cubicBezTo>
                  <a:pt x="115586" y="61365"/>
                  <a:pt x="115638" y="61247"/>
                  <a:pt x="115690" y="61130"/>
                </a:cubicBezTo>
                <a:close/>
                <a:moveTo>
                  <a:pt x="142859" y="62926"/>
                </a:moveTo>
                <a:lnTo>
                  <a:pt x="142859" y="62926"/>
                </a:lnTo>
                <a:cubicBezTo>
                  <a:pt x="141856" y="63941"/>
                  <a:pt x="141115" y="65216"/>
                  <a:pt x="140751" y="66595"/>
                </a:cubicBezTo>
                <a:cubicBezTo>
                  <a:pt x="141375" y="66205"/>
                  <a:pt x="141974" y="65789"/>
                  <a:pt x="142546" y="65320"/>
                </a:cubicBezTo>
                <a:lnTo>
                  <a:pt x="142546" y="65320"/>
                </a:lnTo>
                <a:cubicBezTo>
                  <a:pt x="142090" y="66270"/>
                  <a:pt x="141830" y="67298"/>
                  <a:pt x="141778" y="68339"/>
                </a:cubicBezTo>
                <a:cubicBezTo>
                  <a:pt x="142845" y="67532"/>
                  <a:pt x="143613" y="66608"/>
                  <a:pt x="144198" y="65398"/>
                </a:cubicBezTo>
                <a:cubicBezTo>
                  <a:pt x="144290" y="65216"/>
                  <a:pt x="144368" y="65046"/>
                  <a:pt x="144446" y="64864"/>
                </a:cubicBezTo>
                <a:lnTo>
                  <a:pt x="144446" y="64864"/>
                </a:lnTo>
                <a:cubicBezTo>
                  <a:pt x="144108" y="66049"/>
                  <a:pt x="143860" y="67246"/>
                  <a:pt x="143704" y="68469"/>
                </a:cubicBezTo>
                <a:cubicBezTo>
                  <a:pt x="144537" y="67623"/>
                  <a:pt x="145161" y="66621"/>
                  <a:pt x="145552" y="65541"/>
                </a:cubicBezTo>
                <a:lnTo>
                  <a:pt x="145552" y="65541"/>
                </a:lnTo>
                <a:cubicBezTo>
                  <a:pt x="145539" y="67116"/>
                  <a:pt x="145500" y="68677"/>
                  <a:pt x="145461" y="70121"/>
                </a:cubicBezTo>
                <a:cubicBezTo>
                  <a:pt x="144390" y="69884"/>
                  <a:pt x="143282" y="69820"/>
                  <a:pt x="142169" y="69820"/>
                </a:cubicBezTo>
                <a:cubicBezTo>
                  <a:pt x="140834" y="69820"/>
                  <a:pt x="139492" y="69913"/>
                  <a:pt x="138200" y="69913"/>
                </a:cubicBezTo>
                <a:lnTo>
                  <a:pt x="136521" y="69913"/>
                </a:lnTo>
                <a:lnTo>
                  <a:pt x="136521" y="68846"/>
                </a:lnTo>
                <a:cubicBezTo>
                  <a:pt x="136509" y="67961"/>
                  <a:pt x="136547" y="67194"/>
                  <a:pt x="136587" y="66595"/>
                </a:cubicBezTo>
                <a:cubicBezTo>
                  <a:pt x="136743" y="67454"/>
                  <a:pt x="136951" y="68313"/>
                  <a:pt x="137185" y="69158"/>
                </a:cubicBezTo>
                <a:cubicBezTo>
                  <a:pt x="137432" y="68027"/>
                  <a:pt x="137406" y="66920"/>
                  <a:pt x="137120" y="65853"/>
                </a:cubicBezTo>
                <a:lnTo>
                  <a:pt x="137120" y="65853"/>
                </a:lnTo>
                <a:cubicBezTo>
                  <a:pt x="137640" y="66920"/>
                  <a:pt x="138278" y="67923"/>
                  <a:pt x="139020" y="68859"/>
                </a:cubicBezTo>
                <a:cubicBezTo>
                  <a:pt x="139111" y="67831"/>
                  <a:pt x="138863" y="66790"/>
                  <a:pt x="138382" y="65879"/>
                </a:cubicBezTo>
                <a:cubicBezTo>
                  <a:pt x="138213" y="65554"/>
                  <a:pt x="138005" y="65268"/>
                  <a:pt x="137784" y="65020"/>
                </a:cubicBezTo>
                <a:lnTo>
                  <a:pt x="137784" y="65020"/>
                </a:lnTo>
                <a:cubicBezTo>
                  <a:pt x="138409" y="65333"/>
                  <a:pt x="139072" y="65541"/>
                  <a:pt x="139762" y="65645"/>
                </a:cubicBezTo>
                <a:cubicBezTo>
                  <a:pt x="139502" y="65294"/>
                  <a:pt x="139215" y="65008"/>
                  <a:pt x="138877" y="64722"/>
                </a:cubicBezTo>
                <a:cubicBezTo>
                  <a:pt x="138629" y="64513"/>
                  <a:pt x="138382" y="64305"/>
                  <a:pt x="138096" y="64136"/>
                </a:cubicBezTo>
                <a:cubicBezTo>
                  <a:pt x="138591" y="64110"/>
                  <a:pt x="139033" y="63979"/>
                  <a:pt x="139449" y="63745"/>
                </a:cubicBezTo>
                <a:cubicBezTo>
                  <a:pt x="139496" y="63746"/>
                  <a:pt x="139542" y="63747"/>
                  <a:pt x="139588" y="63747"/>
                </a:cubicBezTo>
                <a:cubicBezTo>
                  <a:pt x="140736" y="63747"/>
                  <a:pt x="141845" y="63438"/>
                  <a:pt x="142859" y="62926"/>
                </a:cubicBezTo>
                <a:close/>
                <a:moveTo>
                  <a:pt x="156013" y="70017"/>
                </a:moveTo>
                <a:cubicBezTo>
                  <a:pt x="156065" y="70031"/>
                  <a:pt x="156091" y="70057"/>
                  <a:pt x="156131" y="70083"/>
                </a:cubicBezTo>
                <a:cubicBezTo>
                  <a:pt x="156170" y="70111"/>
                  <a:pt x="156201" y="70126"/>
                  <a:pt x="156242" y="70126"/>
                </a:cubicBezTo>
                <a:cubicBezTo>
                  <a:pt x="156256" y="70126"/>
                  <a:pt x="156270" y="70124"/>
                  <a:pt x="156287" y="70121"/>
                </a:cubicBezTo>
                <a:cubicBezTo>
                  <a:pt x="156339" y="70121"/>
                  <a:pt x="156377" y="70147"/>
                  <a:pt x="156430" y="70161"/>
                </a:cubicBezTo>
                <a:cubicBezTo>
                  <a:pt x="156456" y="70161"/>
                  <a:pt x="156495" y="70161"/>
                  <a:pt x="156508" y="70173"/>
                </a:cubicBezTo>
                <a:cubicBezTo>
                  <a:pt x="156521" y="70187"/>
                  <a:pt x="156495" y="70225"/>
                  <a:pt x="156508" y="70251"/>
                </a:cubicBezTo>
                <a:cubicBezTo>
                  <a:pt x="156534" y="70303"/>
                  <a:pt x="156690" y="70265"/>
                  <a:pt x="156703" y="70317"/>
                </a:cubicBezTo>
                <a:cubicBezTo>
                  <a:pt x="156716" y="70355"/>
                  <a:pt x="156625" y="70447"/>
                  <a:pt x="156599" y="70459"/>
                </a:cubicBezTo>
                <a:cubicBezTo>
                  <a:pt x="156586" y="70473"/>
                  <a:pt x="156573" y="70473"/>
                  <a:pt x="156560" y="70473"/>
                </a:cubicBezTo>
                <a:cubicBezTo>
                  <a:pt x="156547" y="70485"/>
                  <a:pt x="156547" y="70499"/>
                  <a:pt x="156534" y="70499"/>
                </a:cubicBezTo>
                <a:cubicBezTo>
                  <a:pt x="156521" y="70512"/>
                  <a:pt x="156504" y="70512"/>
                  <a:pt x="156487" y="70512"/>
                </a:cubicBezTo>
                <a:cubicBezTo>
                  <a:pt x="156469" y="70512"/>
                  <a:pt x="156449" y="70512"/>
                  <a:pt x="156430" y="70525"/>
                </a:cubicBezTo>
                <a:cubicBezTo>
                  <a:pt x="156404" y="70537"/>
                  <a:pt x="156417" y="70590"/>
                  <a:pt x="156404" y="70616"/>
                </a:cubicBezTo>
                <a:cubicBezTo>
                  <a:pt x="156391" y="70642"/>
                  <a:pt x="156365" y="70642"/>
                  <a:pt x="156325" y="70655"/>
                </a:cubicBezTo>
                <a:cubicBezTo>
                  <a:pt x="156273" y="70668"/>
                  <a:pt x="156261" y="70733"/>
                  <a:pt x="156209" y="70772"/>
                </a:cubicBezTo>
                <a:cubicBezTo>
                  <a:pt x="156195" y="70785"/>
                  <a:pt x="156169" y="70798"/>
                  <a:pt x="156157" y="70824"/>
                </a:cubicBezTo>
                <a:cubicBezTo>
                  <a:pt x="156091" y="70563"/>
                  <a:pt x="156065" y="70291"/>
                  <a:pt x="156013" y="70017"/>
                </a:cubicBezTo>
                <a:close/>
                <a:moveTo>
                  <a:pt x="158698" y="71656"/>
                </a:moveTo>
                <a:cubicBezTo>
                  <a:pt x="158747" y="71656"/>
                  <a:pt x="158801" y="71663"/>
                  <a:pt x="158811" y="71722"/>
                </a:cubicBezTo>
                <a:cubicBezTo>
                  <a:pt x="158824" y="71761"/>
                  <a:pt x="158759" y="71800"/>
                  <a:pt x="158785" y="71839"/>
                </a:cubicBezTo>
                <a:cubicBezTo>
                  <a:pt x="158811" y="71839"/>
                  <a:pt x="158837" y="71826"/>
                  <a:pt x="158876" y="71826"/>
                </a:cubicBezTo>
                <a:cubicBezTo>
                  <a:pt x="158902" y="71826"/>
                  <a:pt x="158941" y="71839"/>
                  <a:pt x="158967" y="71839"/>
                </a:cubicBezTo>
                <a:cubicBezTo>
                  <a:pt x="158980" y="71891"/>
                  <a:pt x="158928" y="71956"/>
                  <a:pt x="158902" y="71995"/>
                </a:cubicBezTo>
                <a:cubicBezTo>
                  <a:pt x="158729" y="71960"/>
                  <a:pt x="158546" y="71949"/>
                  <a:pt x="158362" y="71949"/>
                </a:cubicBezTo>
                <a:cubicBezTo>
                  <a:pt x="158268" y="71949"/>
                  <a:pt x="158175" y="71952"/>
                  <a:pt x="158083" y="71956"/>
                </a:cubicBezTo>
                <a:cubicBezTo>
                  <a:pt x="158147" y="71878"/>
                  <a:pt x="158225" y="71813"/>
                  <a:pt x="158317" y="71774"/>
                </a:cubicBezTo>
                <a:cubicBezTo>
                  <a:pt x="158381" y="71748"/>
                  <a:pt x="158447" y="71735"/>
                  <a:pt x="158499" y="71709"/>
                </a:cubicBezTo>
                <a:cubicBezTo>
                  <a:pt x="158563" y="71683"/>
                  <a:pt x="158603" y="71670"/>
                  <a:pt x="158655" y="71656"/>
                </a:cubicBezTo>
                <a:cubicBezTo>
                  <a:pt x="158668" y="71656"/>
                  <a:pt x="158683" y="71656"/>
                  <a:pt x="158698" y="71656"/>
                </a:cubicBezTo>
                <a:close/>
                <a:moveTo>
                  <a:pt x="161348" y="72255"/>
                </a:moveTo>
                <a:cubicBezTo>
                  <a:pt x="161374" y="72269"/>
                  <a:pt x="161400" y="72295"/>
                  <a:pt x="161426" y="72307"/>
                </a:cubicBezTo>
                <a:cubicBezTo>
                  <a:pt x="161452" y="72347"/>
                  <a:pt x="161478" y="72373"/>
                  <a:pt x="161504" y="72399"/>
                </a:cubicBezTo>
                <a:cubicBezTo>
                  <a:pt x="161518" y="72411"/>
                  <a:pt x="161530" y="72425"/>
                  <a:pt x="161556" y="72425"/>
                </a:cubicBezTo>
                <a:cubicBezTo>
                  <a:pt x="161544" y="72437"/>
                  <a:pt x="161530" y="72451"/>
                  <a:pt x="161504" y="72463"/>
                </a:cubicBezTo>
                <a:cubicBezTo>
                  <a:pt x="161478" y="72437"/>
                  <a:pt x="161452" y="72411"/>
                  <a:pt x="161400" y="72411"/>
                </a:cubicBezTo>
                <a:cubicBezTo>
                  <a:pt x="161374" y="72411"/>
                  <a:pt x="161362" y="72399"/>
                  <a:pt x="161348" y="72399"/>
                </a:cubicBezTo>
                <a:lnTo>
                  <a:pt x="161348" y="72255"/>
                </a:lnTo>
                <a:close/>
                <a:moveTo>
                  <a:pt x="160932" y="71930"/>
                </a:moveTo>
                <a:cubicBezTo>
                  <a:pt x="160945" y="71943"/>
                  <a:pt x="160958" y="71969"/>
                  <a:pt x="160971" y="71995"/>
                </a:cubicBezTo>
                <a:cubicBezTo>
                  <a:pt x="160997" y="72021"/>
                  <a:pt x="161010" y="72073"/>
                  <a:pt x="161036" y="72086"/>
                </a:cubicBezTo>
                <a:cubicBezTo>
                  <a:pt x="161051" y="72102"/>
                  <a:pt x="161066" y="72108"/>
                  <a:pt x="161081" y="72108"/>
                </a:cubicBezTo>
                <a:cubicBezTo>
                  <a:pt x="161092" y="72108"/>
                  <a:pt x="161103" y="72105"/>
                  <a:pt x="161114" y="72099"/>
                </a:cubicBezTo>
                <a:cubicBezTo>
                  <a:pt x="161123" y="72095"/>
                  <a:pt x="161131" y="72093"/>
                  <a:pt x="161139" y="72093"/>
                </a:cubicBezTo>
                <a:cubicBezTo>
                  <a:pt x="161156" y="72093"/>
                  <a:pt x="161170" y="72099"/>
                  <a:pt x="161179" y="72099"/>
                </a:cubicBezTo>
                <a:lnTo>
                  <a:pt x="161179" y="72385"/>
                </a:lnTo>
                <a:lnTo>
                  <a:pt x="161127" y="72385"/>
                </a:lnTo>
                <a:cubicBezTo>
                  <a:pt x="161107" y="72385"/>
                  <a:pt x="161084" y="72389"/>
                  <a:pt x="161062" y="72389"/>
                </a:cubicBezTo>
                <a:cubicBezTo>
                  <a:pt x="161042" y="72389"/>
                  <a:pt x="161022" y="72385"/>
                  <a:pt x="161010" y="72373"/>
                </a:cubicBezTo>
                <a:cubicBezTo>
                  <a:pt x="160971" y="72373"/>
                  <a:pt x="160958" y="72373"/>
                  <a:pt x="160932" y="72385"/>
                </a:cubicBezTo>
                <a:cubicBezTo>
                  <a:pt x="160919" y="72385"/>
                  <a:pt x="160893" y="72385"/>
                  <a:pt x="160880" y="72399"/>
                </a:cubicBezTo>
                <a:cubicBezTo>
                  <a:pt x="160867" y="72399"/>
                  <a:pt x="160867" y="72425"/>
                  <a:pt x="160854" y="72425"/>
                </a:cubicBezTo>
                <a:cubicBezTo>
                  <a:pt x="160841" y="72437"/>
                  <a:pt x="160828" y="72451"/>
                  <a:pt x="160815" y="72451"/>
                </a:cubicBezTo>
                <a:cubicBezTo>
                  <a:pt x="160802" y="72463"/>
                  <a:pt x="160763" y="72477"/>
                  <a:pt x="160737" y="72477"/>
                </a:cubicBezTo>
                <a:cubicBezTo>
                  <a:pt x="160730" y="72483"/>
                  <a:pt x="160724" y="72483"/>
                  <a:pt x="160717" y="72483"/>
                </a:cubicBezTo>
                <a:cubicBezTo>
                  <a:pt x="160711" y="72483"/>
                  <a:pt x="160704" y="72483"/>
                  <a:pt x="160697" y="72489"/>
                </a:cubicBezTo>
                <a:cubicBezTo>
                  <a:pt x="160659" y="72489"/>
                  <a:pt x="160645" y="72503"/>
                  <a:pt x="160619" y="72515"/>
                </a:cubicBezTo>
                <a:lnTo>
                  <a:pt x="160619" y="72529"/>
                </a:lnTo>
                <a:cubicBezTo>
                  <a:pt x="160307" y="72373"/>
                  <a:pt x="160099" y="72411"/>
                  <a:pt x="159787" y="72347"/>
                </a:cubicBezTo>
                <a:cubicBezTo>
                  <a:pt x="159813" y="72307"/>
                  <a:pt x="159852" y="72269"/>
                  <a:pt x="159865" y="72255"/>
                </a:cubicBezTo>
                <a:cubicBezTo>
                  <a:pt x="159904" y="72217"/>
                  <a:pt x="159904" y="72217"/>
                  <a:pt x="159917" y="72177"/>
                </a:cubicBezTo>
                <a:cubicBezTo>
                  <a:pt x="159930" y="72151"/>
                  <a:pt x="159943" y="72151"/>
                  <a:pt x="159969" y="72151"/>
                </a:cubicBezTo>
                <a:cubicBezTo>
                  <a:pt x="159989" y="72145"/>
                  <a:pt x="160011" y="72142"/>
                  <a:pt x="160033" y="72142"/>
                </a:cubicBezTo>
                <a:cubicBezTo>
                  <a:pt x="160054" y="72142"/>
                  <a:pt x="160073" y="72145"/>
                  <a:pt x="160086" y="72151"/>
                </a:cubicBezTo>
                <a:cubicBezTo>
                  <a:pt x="160125" y="72151"/>
                  <a:pt x="160151" y="72191"/>
                  <a:pt x="160177" y="72203"/>
                </a:cubicBezTo>
                <a:cubicBezTo>
                  <a:pt x="160205" y="72213"/>
                  <a:pt x="160239" y="72222"/>
                  <a:pt x="160271" y="72222"/>
                </a:cubicBezTo>
                <a:cubicBezTo>
                  <a:pt x="160284" y="72222"/>
                  <a:pt x="160296" y="72220"/>
                  <a:pt x="160307" y="72217"/>
                </a:cubicBezTo>
                <a:cubicBezTo>
                  <a:pt x="160359" y="72203"/>
                  <a:pt x="160359" y="72191"/>
                  <a:pt x="160373" y="72151"/>
                </a:cubicBezTo>
                <a:cubicBezTo>
                  <a:pt x="160373" y="72119"/>
                  <a:pt x="160381" y="72096"/>
                  <a:pt x="160407" y="72096"/>
                </a:cubicBezTo>
                <a:cubicBezTo>
                  <a:pt x="160412" y="72096"/>
                  <a:pt x="160418" y="72097"/>
                  <a:pt x="160425" y="72099"/>
                </a:cubicBezTo>
                <a:cubicBezTo>
                  <a:pt x="160463" y="72099"/>
                  <a:pt x="160489" y="72112"/>
                  <a:pt x="160515" y="72112"/>
                </a:cubicBezTo>
                <a:cubicBezTo>
                  <a:pt x="160593" y="72112"/>
                  <a:pt x="160581" y="72060"/>
                  <a:pt x="160581" y="72008"/>
                </a:cubicBezTo>
                <a:lnTo>
                  <a:pt x="160581" y="72008"/>
                </a:lnTo>
                <a:cubicBezTo>
                  <a:pt x="160593" y="72021"/>
                  <a:pt x="160619" y="72021"/>
                  <a:pt x="160633" y="72021"/>
                </a:cubicBezTo>
                <a:cubicBezTo>
                  <a:pt x="160659" y="72021"/>
                  <a:pt x="160671" y="72008"/>
                  <a:pt x="160697" y="72008"/>
                </a:cubicBezTo>
                <a:lnTo>
                  <a:pt x="160815" y="72008"/>
                </a:lnTo>
                <a:cubicBezTo>
                  <a:pt x="160832" y="72008"/>
                  <a:pt x="160861" y="72014"/>
                  <a:pt x="160886" y="72014"/>
                </a:cubicBezTo>
                <a:cubicBezTo>
                  <a:pt x="160899" y="72014"/>
                  <a:pt x="160911" y="72013"/>
                  <a:pt x="160919" y="72008"/>
                </a:cubicBezTo>
                <a:cubicBezTo>
                  <a:pt x="160932" y="71995"/>
                  <a:pt x="160919" y="71969"/>
                  <a:pt x="160919" y="71956"/>
                </a:cubicBezTo>
                <a:cubicBezTo>
                  <a:pt x="160919" y="71943"/>
                  <a:pt x="160932" y="71930"/>
                  <a:pt x="160932" y="71930"/>
                </a:cubicBezTo>
                <a:close/>
                <a:moveTo>
                  <a:pt x="2200" y="0"/>
                </a:moveTo>
                <a:cubicBezTo>
                  <a:pt x="2121" y="26"/>
                  <a:pt x="2082" y="104"/>
                  <a:pt x="2017" y="130"/>
                </a:cubicBezTo>
                <a:cubicBezTo>
                  <a:pt x="1990" y="144"/>
                  <a:pt x="1962" y="148"/>
                  <a:pt x="1935" y="148"/>
                </a:cubicBezTo>
                <a:cubicBezTo>
                  <a:pt x="1897" y="148"/>
                  <a:pt x="1860" y="140"/>
                  <a:pt x="1826" y="140"/>
                </a:cubicBezTo>
                <a:cubicBezTo>
                  <a:pt x="1816" y="140"/>
                  <a:pt x="1806" y="141"/>
                  <a:pt x="1796" y="143"/>
                </a:cubicBezTo>
                <a:cubicBezTo>
                  <a:pt x="1731" y="156"/>
                  <a:pt x="1679" y="195"/>
                  <a:pt x="1640" y="234"/>
                </a:cubicBezTo>
                <a:cubicBezTo>
                  <a:pt x="1627" y="260"/>
                  <a:pt x="1601" y="325"/>
                  <a:pt x="1575" y="338"/>
                </a:cubicBezTo>
                <a:cubicBezTo>
                  <a:pt x="1501" y="338"/>
                  <a:pt x="1497" y="233"/>
                  <a:pt x="1419" y="233"/>
                </a:cubicBezTo>
                <a:cubicBezTo>
                  <a:pt x="1415" y="233"/>
                  <a:pt x="1410" y="234"/>
                  <a:pt x="1405" y="234"/>
                </a:cubicBezTo>
                <a:cubicBezTo>
                  <a:pt x="1341" y="247"/>
                  <a:pt x="1249" y="377"/>
                  <a:pt x="1223" y="416"/>
                </a:cubicBezTo>
                <a:cubicBezTo>
                  <a:pt x="1145" y="547"/>
                  <a:pt x="1171" y="559"/>
                  <a:pt x="1028" y="585"/>
                </a:cubicBezTo>
                <a:cubicBezTo>
                  <a:pt x="943" y="593"/>
                  <a:pt x="890" y="656"/>
                  <a:pt x="850" y="656"/>
                </a:cubicBezTo>
                <a:cubicBezTo>
                  <a:pt x="823" y="656"/>
                  <a:pt x="802" y="628"/>
                  <a:pt x="781" y="533"/>
                </a:cubicBezTo>
                <a:cubicBezTo>
                  <a:pt x="777" y="532"/>
                  <a:pt x="773" y="532"/>
                  <a:pt x="769" y="532"/>
                </a:cubicBezTo>
                <a:cubicBezTo>
                  <a:pt x="687" y="532"/>
                  <a:pt x="648" y="652"/>
                  <a:pt x="586" y="689"/>
                </a:cubicBezTo>
                <a:cubicBezTo>
                  <a:pt x="551" y="709"/>
                  <a:pt x="534" y="716"/>
                  <a:pt x="519" y="716"/>
                </a:cubicBezTo>
                <a:cubicBezTo>
                  <a:pt x="495" y="716"/>
                  <a:pt x="481" y="698"/>
                  <a:pt x="416" y="689"/>
                </a:cubicBezTo>
                <a:cubicBezTo>
                  <a:pt x="364" y="677"/>
                  <a:pt x="300" y="677"/>
                  <a:pt x="248" y="677"/>
                </a:cubicBezTo>
                <a:cubicBezTo>
                  <a:pt x="196" y="689"/>
                  <a:pt x="170" y="715"/>
                  <a:pt x="118" y="729"/>
                </a:cubicBezTo>
                <a:cubicBezTo>
                  <a:pt x="92" y="729"/>
                  <a:pt x="52" y="729"/>
                  <a:pt x="0" y="741"/>
                </a:cubicBezTo>
                <a:lnTo>
                  <a:pt x="0" y="13975"/>
                </a:lnTo>
                <a:cubicBezTo>
                  <a:pt x="92" y="13975"/>
                  <a:pt x="170" y="13923"/>
                  <a:pt x="234" y="13845"/>
                </a:cubicBezTo>
                <a:cubicBezTo>
                  <a:pt x="326" y="13753"/>
                  <a:pt x="430" y="13585"/>
                  <a:pt x="586" y="13585"/>
                </a:cubicBezTo>
                <a:cubicBezTo>
                  <a:pt x="716" y="13585"/>
                  <a:pt x="794" y="13715"/>
                  <a:pt x="885" y="13793"/>
                </a:cubicBezTo>
                <a:cubicBezTo>
                  <a:pt x="1015" y="13883"/>
                  <a:pt x="1119" y="13883"/>
                  <a:pt x="1237" y="13883"/>
                </a:cubicBezTo>
                <a:cubicBezTo>
                  <a:pt x="1145" y="14131"/>
                  <a:pt x="1054" y="14378"/>
                  <a:pt x="976" y="14638"/>
                </a:cubicBezTo>
                <a:cubicBezTo>
                  <a:pt x="872" y="14950"/>
                  <a:pt x="742" y="15250"/>
                  <a:pt x="690" y="15575"/>
                </a:cubicBezTo>
                <a:cubicBezTo>
                  <a:pt x="625" y="15953"/>
                  <a:pt x="612" y="16317"/>
                  <a:pt x="573" y="16681"/>
                </a:cubicBezTo>
                <a:cubicBezTo>
                  <a:pt x="520" y="17098"/>
                  <a:pt x="456" y="17527"/>
                  <a:pt x="404" y="17943"/>
                </a:cubicBezTo>
                <a:cubicBezTo>
                  <a:pt x="404" y="18035"/>
                  <a:pt x="390" y="18139"/>
                  <a:pt x="390" y="18229"/>
                </a:cubicBezTo>
                <a:cubicBezTo>
                  <a:pt x="286" y="18177"/>
                  <a:pt x="234" y="18035"/>
                  <a:pt x="130" y="17995"/>
                </a:cubicBezTo>
                <a:cubicBezTo>
                  <a:pt x="92" y="17983"/>
                  <a:pt x="52" y="17983"/>
                  <a:pt x="0" y="17983"/>
                </a:cubicBezTo>
                <a:lnTo>
                  <a:pt x="0" y="78839"/>
                </a:lnTo>
                <a:lnTo>
                  <a:pt x="179226" y="78839"/>
                </a:lnTo>
                <a:cubicBezTo>
                  <a:pt x="178628" y="78566"/>
                  <a:pt x="178043" y="78293"/>
                  <a:pt x="177470" y="78020"/>
                </a:cubicBezTo>
                <a:cubicBezTo>
                  <a:pt x="176286" y="77460"/>
                  <a:pt x="174764" y="77005"/>
                  <a:pt x="173463" y="76979"/>
                </a:cubicBezTo>
                <a:cubicBezTo>
                  <a:pt x="172188" y="76953"/>
                  <a:pt x="171159" y="76653"/>
                  <a:pt x="169936" y="76510"/>
                </a:cubicBezTo>
                <a:cubicBezTo>
                  <a:pt x="169806" y="76497"/>
                  <a:pt x="169676" y="76471"/>
                  <a:pt x="169546" y="76458"/>
                </a:cubicBezTo>
                <a:cubicBezTo>
                  <a:pt x="169559" y="75417"/>
                  <a:pt x="169559" y="74103"/>
                  <a:pt x="169559" y="73218"/>
                </a:cubicBezTo>
                <a:cubicBezTo>
                  <a:pt x="169546" y="72529"/>
                  <a:pt x="169572" y="71943"/>
                  <a:pt x="169611" y="71474"/>
                </a:cubicBezTo>
                <a:cubicBezTo>
                  <a:pt x="169728" y="72138"/>
                  <a:pt x="169884" y="72802"/>
                  <a:pt x="170066" y="73452"/>
                </a:cubicBezTo>
                <a:cubicBezTo>
                  <a:pt x="170262" y="72581"/>
                  <a:pt x="170236" y="71722"/>
                  <a:pt x="170028" y="70902"/>
                </a:cubicBezTo>
                <a:lnTo>
                  <a:pt x="170028" y="70902"/>
                </a:lnTo>
                <a:cubicBezTo>
                  <a:pt x="170430" y="71722"/>
                  <a:pt x="170912" y="72503"/>
                  <a:pt x="171485" y="73218"/>
                </a:cubicBezTo>
                <a:cubicBezTo>
                  <a:pt x="171563" y="72425"/>
                  <a:pt x="171367" y="71630"/>
                  <a:pt x="170990" y="70928"/>
                </a:cubicBezTo>
                <a:cubicBezTo>
                  <a:pt x="170860" y="70668"/>
                  <a:pt x="170704" y="70459"/>
                  <a:pt x="170534" y="70265"/>
                </a:cubicBezTo>
                <a:lnTo>
                  <a:pt x="170534" y="70265"/>
                </a:lnTo>
                <a:cubicBezTo>
                  <a:pt x="171016" y="70499"/>
                  <a:pt x="171523" y="70668"/>
                  <a:pt x="172057" y="70746"/>
                </a:cubicBezTo>
                <a:cubicBezTo>
                  <a:pt x="171862" y="70473"/>
                  <a:pt x="171627" y="70251"/>
                  <a:pt x="171381" y="70031"/>
                </a:cubicBezTo>
                <a:cubicBezTo>
                  <a:pt x="171185" y="69861"/>
                  <a:pt x="170990" y="69705"/>
                  <a:pt x="170782" y="69575"/>
                </a:cubicBezTo>
                <a:cubicBezTo>
                  <a:pt x="171277" y="69549"/>
                  <a:pt x="171706" y="69392"/>
                  <a:pt x="172122" y="69080"/>
                </a:cubicBezTo>
                <a:cubicBezTo>
                  <a:pt x="171766" y="68983"/>
                  <a:pt x="171389" y="68931"/>
                  <a:pt x="171014" y="68931"/>
                </a:cubicBezTo>
                <a:cubicBezTo>
                  <a:pt x="170787" y="68931"/>
                  <a:pt x="170561" y="68950"/>
                  <a:pt x="170340" y="68990"/>
                </a:cubicBezTo>
                <a:lnTo>
                  <a:pt x="170574" y="68833"/>
                </a:lnTo>
                <a:cubicBezTo>
                  <a:pt x="171016" y="68469"/>
                  <a:pt x="171329" y="68079"/>
                  <a:pt x="171667" y="67610"/>
                </a:cubicBezTo>
                <a:lnTo>
                  <a:pt x="171667" y="67610"/>
                </a:lnTo>
                <a:cubicBezTo>
                  <a:pt x="170925" y="67688"/>
                  <a:pt x="170222" y="68027"/>
                  <a:pt x="169689" y="68534"/>
                </a:cubicBezTo>
                <a:cubicBezTo>
                  <a:pt x="169728" y="68377"/>
                  <a:pt x="169754" y="68209"/>
                  <a:pt x="169793" y="68039"/>
                </a:cubicBezTo>
                <a:cubicBezTo>
                  <a:pt x="169910" y="67428"/>
                  <a:pt x="169754" y="66738"/>
                  <a:pt x="169494" y="66191"/>
                </a:cubicBezTo>
                <a:cubicBezTo>
                  <a:pt x="169065" y="66868"/>
                  <a:pt x="168921" y="67688"/>
                  <a:pt x="168961" y="68495"/>
                </a:cubicBezTo>
                <a:cubicBezTo>
                  <a:pt x="168778" y="67831"/>
                  <a:pt x="168440" y="67258"/>
                  <a:pt x="167828" y="66752"/>
                </a:cubicBezTo>
                <a:lnTo>
                  <a:pt x="167828" y="66752"/>
                </a:lnTo>
                <a:cubicBezTo>
                  <a:pt x="167802" y="67506"/>
                  <a:pt x="168062" y="68247"/>
                  <a:pt x="168531" y="68833"/>
                </a:cubicBezTo>
                <a:cubicBezTo>
                  <a:pt x="168074" y="68529"/>
                  <a:pt x="167543" y="68372"/>
                  <a:pt x="166985" y="68372"/>
                </a:cubicBezTo>
                <a:cubicBezTo>
                  <a:pt x="166732" y="68372"/>
                  <a:pt x="166474" y="68404"/>
                  <a:pt x="166215" y="68469"/>
                </a:cubicBezTo>
                <a:cubicBezTo>
                  <a:pt x="166853" y="68872"/>
                  <a:pt x="167555" y="69158"/>
                  <a:pt x="168296" y="69288"/>
                </a:cubicBezTo>
                <a:cubicBezTo>
                  <a:pt x="167347" y="69392"/>
                  <a:pt x="166449" y="69887"/>
                  <a:pt x="165864" y="70642"/>
                </a:cubicBezTo>
                <a:cubicBezTo>
                  <a:pt x="165909" y="70643"/>
                  <a:pt x="165955" y="70644"/>
                  <a:pt x="166001" y="70644"/>
                </a:cubicBezTo>
                <a:cubicBezTo>
                  <a:pt x="166628" y="70644"/>
                  <a:pt x="167230" y="70479"/>
                  <a:pt x="167776" y="70199"/>
                </a:cubicBezTo>
                <a:lnTo>
                  <a:pt x="167776" y="70199"/>
                </a:lnTo>
                <a:cubicBezTo>
                  <a:pt x="167229" y="70759"/>
                  <a:pt x="166827" y="71448"/>
                  <a:pt x="166631" y="72203"/>
                </a:cubicBezTo>
                <a:cubicBezTo>
                  <a:pt x="166969" y="71982"/>
                  <a:pt x="167295" y="71761"/>
                  <a:pt x="167607" y="71500"/>
                </a:cubicBezTo>
                <a:lnTo>
                  <a:pt x="167607" y="71500"/>
                </a:lnTo>
                <a:cubicBezTo>
                  <a:pt x="167360" y="72021"/>
                  <a:pt x="167217" y="72581"/>
                  <a:pt x="167191" y="73153"/>
                </a:cubicBezTo>
                <a:cubicBezTo>
                  <a:pt x="167776" y="72711"/>
                  <a:pt x="168192" y="72203"/>
                  <a:pt x="168505" y="71540"/>
                </a:cubicBezTo>
                <a:cubicBezTo>
                  <a:pt x="168557" y="71448"/>
                  <a:pt x="168596" y="71358"/>
                  <a:pt x="168648" y="71254"/>
                </a:cubicBezTo>
                <a:lnTo>
                  <a:pt x="168648" y="71254"/>
                </a:lnTo>
                <a:cubicBezTo>
                  <a:pt x="168466" y="71904"/>
                  <a:pt x="168322" y="72555"/>
                  <a:pt x="168232" y="73218"/>
                </a:cubicBezTo>
                <a:cubicBezTo>
                  <a:pt x="168687" y="72749"/>
                  <a:pt x="169039" y="72203"/>
                  <a:pt x="169247" y="71618"/>
                </a:cubicBezTo>
                <a:lnTo>
                  <a:pt x="169247" y="71618"/>
                </a:lnTo>
                <a:cubicBezTo>
                  <a:pt x="169233" y="73426"/>
                  <a:pt x="169169" y="75170"/>
                  <a:pt x="169103" y="76406"/>
                </a:cubicBezTo>
                <a:cubicBezTo>
                  <a:pt x="168596" y="76328"/>
                  <a:pt x="168088" y="76224"/>
                  <a:pt x="167581" y="76120"/>
                </a:cubicBezTo>
                <a:cubicBezTo>
                  <a:pt x="167568" y="75990"/>
                  <a:pt x="167542" y="75872"/>
                  <a:pt x="167490" y="75782"/>
                </a:cubicBezTo>
                <a:cubicBezTo>
                  <a:pt x="167269" y="75365"/>
                  <a:pt x="166723" y="75417"/>
                  <a:pt x="166735" y="74857"/>
                </a:cubicBezTo>
                <a:cubicBezTo>
                  <a:pt x="166678" y="74833"/>
                  <a:pt x="166615" y="74825"/>
                  <a:pt x="166547" y="74825"/>
                </a:cubicBezTo>
                <a:cubicBezTo>
                  <a:pt x="166383" y="74825"/>
                  <a:pt x="166195" y="74875"/>
                  <a:pt x="166033" y="74875"/>
                </a:cubicBezTo>
                <a:cubicBezTo>
                  <a:pt x="165939" y="74875"/>
                  <a:pt x="165854" y="74858"/>
                  <a:pt x="165786" y="74805"/>
                </a:cubicBezTo>
                <a:cubicBezTo>
                  <a:pt x="165499" y="74597"/>
                  <a:pt x="165708" y="74324"/>
                  <a:pt x="165590" y="74051"/>
                </a:cubicBezTo>
                <a:cubicBezTo>
                  <a:pt x="165454" y="73758"/>
                  <a:pt x="165343" y="73700"/>
                  <a:pt x="165205" y="73700"/>
                </a:cubicBezTo>
                <a:cubicBezTo>
                  <a:pt x="165112" y="73700"/>
                  <a:pt x="165008" y="73726"/>
                  <a:pt x="164875" y="73726"/>
                </a:cubicBezTo>
                <a:cubicBezTo>
                  <a:pt x="164808" y="73726"/>
                  <a:pt x="164735" y="73719"/>
                  <a:pt x="164653" y="73700"/>
                </a:cubicBezTo>
                <a:cubicBezTo>
                  <a:pt x="164302" y="73622"/>
                  <a:pt x="164172" y="73400"/>
                  <a:pt x="163950" y="73114"/>
                </a:cubicBezTo>
                <a:cubicBezTo>
                  <a:pt x="163704" y="72815"/>
                  <a:pt x="163326" y="72503"/>
                  <a:pt x="162923" y="72307"/>
                </a:cubicBezTo>
                <a:cubicBezTo>
                  <a:pt x="162923" y="72281"/>
                  <a:pt x="162923" y="72243"/>
                  <a:pt x="162909" y="72203"/>
                </a:cubicBezTo>
                <a:cubicBezTo>
                  <a:pt x="162897" y="72164"/>
                  <a:pt x="162897" y="72151"/>
                  <a:pt x="162883" y="72112"/>
                </a:cubicBezTo>
                <a:cubicBezTo>
                  <a:pt x="162871" y="72021"/>
                  <a:pt x="162845" y="71865"/>
                  <a:pt x="162779" y="71800"/>
                </a:cubicBezTo>
                <a:cubicBezTo>
                  <a:pt x="162753" y="71774"/>
                  <a:pt x="162715" y="71761"/>
                  <a:pt x="162675" y="71735"/>
                </a:cubicBezTo>
                <a:cubicBezTo>
                  <a:pt x="162689" y="71735"/>
                  <a:pt x="162689" y="71735"/>
                  <a:pt x="162701" y="71722"/>
                </a:cubicBezTo>
                <a:cubicBezTo>
                  <a:pt x="162727" y="71696"/>
                  <a:pt x="162727" y="71670"/>
                  <a:pt x="162753" y="71644"/>
                </a:cubicBezTo>
                <a:cubicBezTo>
                  <a:pt x="162779" y="71618"/>
                  <a:pt x="162819" y="71604"/>
                  <a:pt x="162831" y="71566"/>
                </a:cubicBezTo>
                <a:cubicBezTo>
                  <a:pt x="162845" y="71526"/>
                  <a:pt x="162857" y="71500"/>
                  <a:pt x="162857" y="71462"/>
                </a:cubicBezTo>
                <a:cubicBezTo>
                  <a:pt x="162857" y="71448"/>
                  <a:pt x="162871" y="71410"/>
                  <a:pt x="162845" y="71384"/>
                </a:cubicBezTo>
                <a:cubicBezTo>
                  <a:pt x="162845" y="71384"/>
                  <a:pt x="162819" y="71370"/>
                  <a:pt x="162805" y="71358"/>
                </a:cubicBezTo>
                <a:cubicBezTo>
                  <a:pt x="162767" y="71332"/>
                  <a:pt x="162715" y="71292"/>
                  <a:pt x="162675" y="71292"/>
                </a:cubicBezTo>
                <a:cubicBezTo>
                  <a:pt x="162637" y="71292"/>
                  <a:pt x="162623" y="71306"/>
                  <a:pt x="162597" y="71318"/>
                </a:cubicBezTo>
                <a:cubicBezTo>
                  <a:pt x="162571" y="71332"/>
                  <a:pt x="162559" y="71332"/>
                  <a:pt x="162545" y="71332"/>
                </a:cubicBezTo>
                <a:cubicBezTo>
                  <a:pt x="162507" y="71332"/>
                  <a:pt x="162493" y="71358"/>
                  <a:pt x="162467" y="71358"/>
                </a:cubicBezTo>
                <a:cubicBezTo>
                  <a:pt x="162467" y="71370"/>
                  <a:pt x="162455" y="71370"/>
                  <a:pt x="162441" y="71370"/>
                </a:cubicBezTo>
                <a:cubicBezTo>
                  <a:pt x="162415" y="71318"/>
                  <a:pt x="162389" y="71280"/>
                  <a:pt x="162324" y="71254"/>
                </a:cubicBezTo>
                <a:cubicBezTo>
                  <a:pt x="162298" y="71240"/>
                  <a:pt x="162272" y="71240"/>
                  <a:pt x="162246" y="71228"/>
                </a:cubicBezTo>
                <a:cubicBezTo>
                  <a:pt x="162259" y="71214"/>
                  <a:pt x="162272" y="71214"/>
                  <a:pt x="162285" y="71214"/>
                </a:cubicBezTo>
                <a:cubicBezTo>
                  <a:pt x="162311" y="71202"/>
                  <a:pt x="162324" y="71188"/>
                  <a:pt x="162324" y="71176"/>
                </a:cubicBezTo>
                <a:lnTo>
                  <a:pt x="162324" y="71150"/>
                </a:lnTo>
                <a:lnTo>
                  <a:pt x="162350" y="71150"/>
                </a:lnTo>
                <a:cubicBezTo>
                  <a:pt x="162389" y="71136"/>
                  <a:pt x="162403" y="71110"/>
                  <a:pt x="162441" y="71097"/>
                </a:cubicBezTo>
                <a:cubicBezTo>
                  <a:pt x="162455" y="71097"/>
                  <a:pt x="162481" y="71084"/>
                  <a:pt x="162507" y="71071"/>
                </a:cubicBezTo>
                <a:cubicBezTo>
                  <a:pt x="162519" y="71058"/>
                  <a:pt x="162507" y="71032"/>
                  <a:pt x="162507" y="71019"/>
                </a:cubicBezTo>
                <a:cubicBezTo>
                  <a:pt x="162493" y="70993"/>
                  <a:pt x="162481" y="70993"/>
                  <a:pt x="162467" y="70980"/>
                </a:cubicBezTo>
                <a:cubicBezTo>
                  <a:pt x="162441" y="70967"/>
                  <a:pt x="162415" y="70954"/>
                  <a:pt x="162403" y="70941"/>
                </a:cubicBezTo>
                <a:cubicBezTo>
                  <a:pt x="162377" y="70915"/>
                  <a:pt x="162350" y="70902"/>
                  <a:pt x="162324" y="70889"/>
                </a:cubicBezTo>
                <a:cubicBezTo>
                  <a:pt x="162324" y="70876"/>
                  <a:pt x="162337" y="70876"/>
                  <a:pt x="162337" y="70863"/>
                </a:cubicBezTo>
                <a:cubicBezTo>
                  <a:pt x="162363" y="70824"/>
                  <a:pt x="162337" y="70746"/>
                  <a:pt x="162337" y="70707"/>
                </a:cubicBezTo>
                <a:cubicBezTo>
                  <a:pt x="162324" y="70668"/>
                  <a:pt x="162324" y="70668"/>
                  <a:pt x="162285" y="70642"/>
                </a:cubicBezTo>
                <a:cubicBezTo>
                  <a:pt x="162220" y="70603"/>
                  <a:pt x="162194" y="70511"/>
                  <a:pt x="162142" y="70447"/>
                </a:cubicBezTo>
                <a:cubicBezTo>
                  <a:pt x="162116" y="70433"/>
                  <a:pt x="162090" y="70407"/>
                  <a:pt x="162077" y="70381"/>
                </a:cubicBezTo>
                <a:lnTo>
                  <a:pt x="162077" y="70355"/>
                </a:lnTo>
                <a:cubicBezTo>
                  <a:pt x="162077" y="70355"/>
                  <a:pt x="162090" y="70355"/>
                  <a:pt x="162103" y="70369"/>
                </a:cubicBezTo>
                <a:cubicBezTo>
                  <a:pt x="162129" y="70381"/>
                  <a:pt x="162129" y="70369"/>
                  <a:pt x="162142" y="70395"/>
                </a:cubicBezTo>
                <a:lnTo>
                  <a:pt x="162181" y="70473"/>
                </a:lnTo>
                <a:cubicBezTo>
                  <a:pt x="162194" y="70485"/>
                  <a:pt x="162207" y="70511"/>
                  <a:pt x="162220" y="70525"/>
                </a:cubicBezTo>
                <a:cubicBezTo>
                  <a:pt x="162227" y="70531"/>
                  <a:pt x="162233" y="70534"/>
                  <a:pt x="162240" y="70534"/>
                </a:cubicBezTo>
                <a:cubicBezTo>
                  <a:pt x="162246" y="70534"/>
                  <a:pt x="162253" y="70531"/>
                  <a:pt x="162259" y="70525"/>
                </a:cubicBezTo>
                <a:cubicBezTo>
                  <a:pt x="162285" y="70525"/>
                  <a:pt x="162298" y="70525"/>
                  <a:pt x="162311" y="70537"/>
                </a:cubicBezTo>
                <a:cubicBezTo>
                  <a:pt x="162337" y="70563"/>
                  <a:pt x="162363" y="70577"/>
                  <a:pt x="162377" y="70603"/>
                </a:cubicBezTo>
                <a:cubicBezTo>
                  <a:pt x="162389" y="70616"/>
                  <a:pt x="162403" y="70629"/>
                  <a:pt x="162429" y="70642"/>
                </a:cubicBezTo>
                <a:cubicBezTo>
                  <a:pt x="162441" y="70655"/>
                  <a:pt x="162455" y="70681"/>
                  <a:pt x="162467" y="70694"/>
                </a:cubicBezTo>
                <a:cubicBezTo>
                  <a:pt x="162481" y="70707"/>
                  <a:pt x="162507" y="70707"/>
                  <a:pt x="162519" y="70720"/>
                </a:cubicBezTo>
                <a:cubicBezTo>
                  <a:pt x="162533" y="70733"/>
                  <a:pt x="162545" y="70746"/>
                  <a:pt x="162545" y="70759"/>
                </a:cubicBezTo>
                <a:lnTo>
                  <a:pt x="162585" y="70759"/>
                </a:lnTo>
                <a:cubicBezTo>
                  <a:pt x="162597" y="70759"/>
                  <a:pt x="162611" y="70772"/>
                  <a:pt x="162637" y="70785"/>
                </a:cubicBezTo>
                <a:cubicBezTo>
                  <a:pt x="162675" y="70798"/>
                  <a:pt x="162715" y="70824"/>
                  <a:pt x="162753" y="70837"/>
                </a:cubicBezTo>
                <a:cubicBezTo>
                  <a:pt x="162793" y="70850"/>
                  <a:pt x="162845" y="70876"/>
                  <a:pt x="162883" y="70876"/>
                </a:cubicBezTo>
                <a:cubicBezTo>
                  <a:pt x="162899" y="70880"/>
                  <a:pt x="162914" y="70881"/>
                  <a:pt x="162929" y="70881"/>
                </a:cubicBezTo>
                <a:cubicBezTo>
                  <a:pt x="162965" y="70881"/>
                  <a:pt x="162999" y="70872"/>
                  <a:pt x="163027" y="70863"/>
                </a:cubicBezTo>
                <a:cubicBezTo>
                  <a:pt x="163040" y="70850"/>
                  <a:pt x="163066" y="70811"/>
                  <a:pt x="163092" y="70811"/>
                </a:cubicBezTo>
                <a:cubicBezTo>
                  <a:pt x="163099" y="70807"/>
                  <a:pt x="163107" y="70806"/>
                  <a:pt x="163115" y="70806"/>
                </a:cubicBezTo>
                <a:cubicBezTo>
                  <a:pt x="163133" y="70806"/>
                  <a:pt x="163151" y="70815"/>
                  <a:pt x="163170" y="70824"/>
                </a:cubicBezTo>
                <a:cubicBezTo>
                  <a:pt x="163222" y="70824"/>
                  <a:pt x="163222" y="70811"/>
                  <a:pt x="163222" y="70772"/>
                </a:cubicBezTo>
                <a:cubicBezTo>
                  <a:pt x="163222" y="70746"/>
                  <a:pt x="163235" y="70733"/>
                  <a:pt x="163235" y="70707"/>
                </a:cubicBezTo>
                <a:lnTo>
                  <a:pt x="163235" y="70655"/>
                </a:lnTo>
                <a:cubicBezTo>
                  <a:pt x="163235" y="70629"/>
                  <a:pt x="163235" y="70616"/>
                  <a:pt x="163222" y="70590"/>
                </a:cubicBezTo>
                <a:cubicBezTo>
                  <a:pt x="163222" y="70563"/>
                  <a:pt x="163209" y="70563"/>
                  <a:pt x="163209" y="70537"/>
                </a:cubicBezTo>
                <a:cubicBezTo>
                  <a:pt x="163209" y="70485"/>
                  <a:pt x="163196" y="70407"/>
                  <a:pt x="163157" y="70369"/>
                </a:cubicBezTo>
                <a:cubicBezTo>
                  <a:pt x="163131" y="70355"/>
                  <a:pt x="163118" y="70343"/>
                  <a:pt x="163105" y="70329"/>
                </a:cubicBezTo>
                <a:cubicBezTo>
                  <a:pt x="163066" y="70317"/>
                  <a:pt x="163053" y="70277"/>
                  <a:pt x="163027" y="70251"/>
                </a:cubicBezTo>
                <a:cubicBezTo>
                  <a:pt x="163001" y="70187"/>
                  <a:pt x="162988" y="70109"/>
                  <a:pt x="162909" y="70083"/>
                </a:cubicBezTo>
                <a:cubicBezTo>
                  <a:pt x="162871" y="70057"/>
                  <a:pt x="162857" y="70069"/>
                  <a:pt x="162857" y="70017"/>
                </a:cubicBezTo>
                <a:cubicBezTo>
                  <a:pt x="162857" y="69978"/>
                  <a:pt x="162871" y="69939"/>
                  <a:pt x="162883" y="69900"/>
                </a:cubicBezTo>
                <a:cubicBezTo>
                  <a:pt x="162897" y="69887"/>
                  <a:pt x="162909" y="69887"/>
                  <a:pt x="162923" y="69861"/>
                </a:cubicBezTo>
                <a:cubicBezTo>
                  <a:pt x="162936" y="69848"/>
                  <a:pt x="162923" y="69809"/>
                  <a:pt x="162909" y="69783"/>
                </a:cubicBezTo>
                <a:cubicBezTo>
                  <a:pt x="162909" y="69757"/>
                  <a:pt x="162909" y="69757"/>
                  <a:pt x="162897" y="69744"/>
                </a:cubicBezTo>
                <a:cubicBezTo>
                  <a:pt x="162857" y="69718"/>
                  <a:pt x="162845" y="69679"/>
                  <a:pt x="162805" y="69640"/>
                </a:cubicBezTo>
                <a:cubicBezTo>
                  <a:pt x="162793" y="69627"/>
                  <a:pt x="162793" y="69614"/>
                  <a:pt x="162779" y="69601"/>
                </a:cubicBezTo>
                <a:cubicBezTo>
                  <a:pt x="162767" y="69588"/>
                  <a:pt x="162767" y="69575"/>
                  <a:pt x="162767" y="69562"/>
                </a:cubicBezTo>
                <a:cubicBezTo>
                  <a:pt x="162741" y="69536"/>
                  <a:pt x="162715" y="69536"/>
                  <a:pt x="162701" y="69523"/>
                </a:cubicBezTo>
                <a:cubicBezTo>
                  <a:pt x="162675" y="69510"/>
                  <a:pt x="162663" y="69484"/>
                  <a:pt x="162663" y="69458"/>
                </a:cubicBezTo>
                <a:cubicBezTo>
                  <a:pt x="162663" y="69444"/>
                  <a:pt x="162675" y="69432"/>
                  <a:pt x="162675" y="69418"/>
                </a:cubicBezTo>
                <a:cubicBezTo>
                  <a:pt x="162689" y="69380"/>
                  <a:pt x="162637" y="69366"/>
                  <a:pt x="162623" y="69328"/>
                </a:cubicBezTo>
                <a:cubicBezTo>
                  <a:pt x="162611" y="69302"/>
                  <a:pt x="162611" y="69276"/>
                  <a:pt x="162611" y="69250"/>
                </a:cubicBezTo>
                <a:lnTo>
                  <a:pt x="162611" y="69198"/>
                </a:lnTo>
                <a:cubicBezTo>
                  <a:pt x="162604" y="69184"/>
                  <a:pt x="162594" y="69181"/>
                  <a:pt x="162584" y="69181"/>
                </a:cubicBezTo>
                <a:cubicBezTo>
                  <a:pt x="162574" y="69181"/>
                  <a:pt x="162565" y="69184"/>
                  <a:pt x="162559" y="69184"/>
                </a:cubicBezTo>
                <a:cubicBezTo>
                  <a:pt x="162519" y="69210"/>
                  <a:pt x="162493" y="69224"/>
                  <a:pt x="162455" y="69236"/>
                </a:cubicBezTo>
                <a:lnTo>
                  <a:pt x="162403" y="69236"/>
                </a:lnTo>
                <a:cubicBezTo>
                  <a:pt x="162395" y="69234"/>
                  <a:pt x="162389" y="69233"/>
                  <a:pt x="162383" y="69233"/>
                </a:cubicBezTo>
                <a:cubicBezTo>
                  <a:pt x="162358" y="69233"/>
                  <a:pt x="162348" y="69252"/>
                  <a:pt x="162337" y="69262"/>
                </a:cubicBezTo>
                <a:cubicBezTo>
                  <a:pt x="162317" y="69282"/>
                  <a:pt x="162233" y="69359"/>
                  <a:pt x="162186" y="69359"/>
                </a:cubicBezTo>
                <a:cubicBezTo>
                  <a:pt x="162170" y="69359"/>
                  <a:pt x="162158" y="69351"/>
                  <a:pt x="162155" y="69328"/>
                </a:cubicBezTo>
                <a:lnTo>
                  <a:pt x="162155" y="69276"/>
                </a:lnTo>
                <a:cubicBezTo>
                  <a:pt x="162168" y="69262"/>
                  <a:pt x="162207" y="69262"/>
                  <a:pt x="162220" y="69250"/>
                </a:cubicBezTo>
                <a:cubicBezTo>
                  <a:pt x="162233" y="69236"/>
                  <a:pt x="162259" y="69224"/>
                  <a:pt x="162259" y="69210"/>
                </a:cubicBezTo>
                <a:cubicBezTo>
                  <a:pt x="162272" y="69198"/>
                  <a:pt x="162259" y="69172"/>
                  <a:pt x="162259" y="69158"/>
                </a:cubicBezTo>
                <a:cubicBezTo>
                  <a:pt x="162272" y="69132"/>
                  <a:pt x="162285" y="69132"/>
                  <a:pt x="162298" y="69120"/>
                </a:cubicBezTo>
                <a:cubicBezTo>
                  <a:pt x="162311" y="69106"/>
                  <a:pt x="162324" y="69094"/>
                  <a:pt x="162324" y="69080"/>
                </a:cubicBezTo>
                <a:cubicBezTo>
                  <a:pt x="162350" y="69042"/>
                  <a:pt x="162363" y="69002"/>
                  <a:pt x="162377" y="68976"/>
                </a:cubicBezTo>
                <a:cubicBezTo>
                  <a:pt x="162389" y="68950"/>
                  <a:pt x="162403" y="68938"/>
                  <a:pt x="162403" y="68924"/>
                </a:cubicBezTo>
                <a:cubicBezTo>
                  <a:pt x="162409" y="68898"/>
                  <a:pt x="162396" y="68891"/>
                  <a:pt x="162378" y="68891"/>
                </a:cubicBezTo>
                <a:cubicBezTo>
                  <a:pt x="162360" y="68891"/>
                  <a:pt x="162337" y="68898"/>
                  <a:pt x="162324" y="68898"/>
                </a:cubicBezTo>
                <a:cubicBezTo>
                  <a:pt x="162317" y="68902"/>
                  <a:pt x="162310" y="68904"/>
                  <a:pt x="162304" y="68904"/>
                </a:cubicBezTo>
                <a:cubicBezTo>
                  <a:pt x="162291" y="68904"/>
                  <a:pt x="162281" y="68894"/>
                  <a:pt x="162272" y="68885"/>
                </a:cubicBezTo>
                <a:cubicBezTo>
                  <a:pt x="162266" y="68879"/>
                  <a:pt x="162259" y="68879"/>
                  <a:pt x="162253" y="68879"/>
                </a:cubicBezTo>
                <a:cubicBezTo>
                  <a:pt x="162246" y="68879"/>
                  <a:pt x="162240" y="68879"/>
                  <a:pt x="162233" y="68872"/>
                </a:cubicBezTo>
                <a:cubicBezTo>
                  <a:pt x="162233" y="68872"/>
                  <a:pt x="162233" y="68859"/>
                  <a:pt x="162220" y="68859"/>
                </a:cubicBezTo>
                <a:lnTo>
                  <a:pt x="162207" y="68859"/>
                </a:lnTo>
                <a:cubicBezTo>
                  <a:pt x="162181" y="68846"/>
                  <a:pt x="162181" y="68833"/>
                  <a:pt x="162181" y="68820"/>
                </a:cubicBezTo>
                <a:cubicBezTo>
                  <a:pt x="162171" y="68790"/>
                  <a:pt x="162169" y="68759"/>
                  <a:pt x="162144" y="68759"/>
                </a:cubicBezTo>
                <a:cubicBezTo>
                  <a:pt x="162137" y="68759"/>
                  <a:pt x="162128" y="68762"/>
                  <a:pt x="162116" y="68768"/>
                </a:cubicBezTo>
                <a:cubicBezTo>
                  <a:pt x="162090" y="68781"/>
                  <a:pt x="162051" y="68794"/>
                  <a:pt x="162038" y="68807"/>
                </a:cubicBezTo>
                <a:cubicBezTo>
                  <a:pt x="162025" y="68820"/>
                  <a:pt x="162025" y="68833"/>
                  <a:pt x="162012" y="68833"/>
                </a:cubicBezTo>
                <a:cubicBezTo>
                  <a:pt x="162012" y="68820"/>
                  <a:pt x="161999" y="68807"/>
                  <a:pt x="161999" y="68794"/>
                </a:cubicBezTo>
                <a:cubicBezTo>
                  <a:pt x="161986" y="68781"/>
                  <a:pt x="161973" y="68781"/>
                  <a:pt x="161973" y="68768"/>
                </a:cubicBezTo>
                <a:cubicBezTo>
                  <a:pt x="161973" y="68755"/>
                  <a:pt x="161973" y="68716"/>
                  <a:pt x="161986" y="68716"/>
                </a:cubicBezTo>
                <a:cubicBezTo>
                  <a:pt x="161999" y="68690"/>
                  <a:pt x="162025" y="68690"/>
                  <a:pt x="162051" y="68677"/>
                </a:cubicBezTo>
                <a:cubicBezTo>
                  <a:pt x="162064" y="68664"/>
                  <a:pt x="162064" y="68664"/>
                  <a:pt x="162064" y="68651"/>
                </a:cubicBezTo>
                <a:cubicBezTo>
                  <a:pt x="162077" y="68651"/>
                  <a:pt x="162090" y="68638"/>
                  <a:pt x="162103" y="68638"/>
                </a:cubicBezTo>
                <a:cubicBezTo>
                  <a:pt x="162116" y="68586"/>
                  <a:pt x="162051" y="68599"/>
                  <a:pt x="162064" y="68547"/>
                </a:cubicBezTo>
                <a:cubicBezTo>
                  <a:pt x="162077" y="68521"/>
                  <a:pt x="162103" y="68508"/>
                  <a:pt x="162103" y="68482"/>
                </a:cubicBezTo>
                <a:lnTo>
                  <a:pt x="162103" y="68417"/>
                </a:lnTo>
                <a:cubicBezTo>
                  <a:pt x="162099" y="68416"/>
                  <a:pt x="162096" y="68415"/>
                  <a:pt x="162093" y="68415"/>
                </a:cubicBezTo>
                <a:cubicBezTo>
                  <a:pt x="162061" y="68415"/>
                  <a:pt x="162047" y="68469"/>
                  <a:pt x="162012" y="68469"/>
                </a:cubicBezTo>
                <a:cubicBezTo>
                  <a:pt x="161999" y="68469"/>
                  <a:pt x="161986" y="68469"/>
                  <a:pt x="161973" y="68482"/>
                </a:cubicBezTo>
                <a:cubicBezTo>
                  <a:pt x="161960" y="68495"/>
                  <a:pt x="161934" y="68508"/>
                  <a:pt x="161921" y="68521"/>
                </a:cubicBezTo>
                <a:cubicBezTo>
                  <a:pt x="161908" y="68547"/>
                  <a:pt x="161882" y="68547"/>
                  <a:pt x="161856" y="68560"/>
                </a:cubicBezTo>
                <a:cubicBezTo>
                  <a:pt x="161856" y="68573"/>
                  <a:pt x="161843" y="68573"/>
                  <a:pt x="161843" y="68573"/>
                </a:cubicBezTo>
                <a:lnTo>
                  <a:pt x="161816" y="68573"/>
                </a:lnTo>
                <a:cubicBezTo>
                  <a:pt x="161790" y="68573"/>
                  <a:pt x="161764" y="68586"/>
                  <a:pt x="161752" y="68599"/>
                </a:cubicBezTo>
                <a:lnTo>
                  <a:pt x="161712" y="68638"/>
                </a:lnTo>
                <a:cubicBezTo>
                  <a:pt x="161712" y="68612"/>
                  <a:pt x="161726" y="68573"/>
                  <a:pt x="161712" y="68547"/>
                </a:cubicBezTo>
                <a:cubicBezTo>
                  <a:pt x="161700" y="68534"/>
                  <a:pt x="161700" y="68534"/>
                  <a:pt x="161700" y="68521"/>
                </a:cubicBezTo>
                <a:cubicBezTo>
                  <a:pt x="161686" y="68508"/>
                  <a:pt x="161700" y="68508"/>
                  <a:pt x="161674" y="68495"/>
                </a:cubicBezTo>
                <a:cubicBezTo>
                  <a:pt x="161660" y="68495"/>
                  <a:pt x="161608" y="68482"/>
                  <a:pt x="161608" y="68469"/>
                </a:cubicBezTo>
                <a:lnTo>
                  <a:pt x="161622" y="68443"/>
                </a:lnTo>
                <a:cubicBezTo>
                  <a:pt x="161634" y="68430"/>
                  <a:pt x="161622" y="68417"/>
                  <a:pt x="161622" y="68417"/>
                </a:cubicBezTo>
                <a:cubicBezTo>
                  <a:pt x="161634" y="68404"/>
                  <a:pt x="161622" y="68391"/>
                  <a:pt x="161634" y="68377"/>
                </a:cubicBezTo>
                <a:cubicBezTo>
                  <a:pt x="161648" y="68365"/>
                  <a:pt x="161686" y="68365"/>
                  <a:pt x="161700" y="68339"/>
                </a:cubicBezTo>
                <a:cubicBezTo>
                  <a:pt x="161700" y="68325"/>
                  <a:pt x="161700" y="68313"/>
                  <a:pt x="161712" y="68299"/>
                </a:cubicBezTo>
                <a:cubicBezTo>
                  <a:pt x="161712" y="68287"/>
                  <a:pt x="161726" y="68273"/>
                  <a:pt x="161726" y="68261"/>
                </a:cubicBezTo>
                <a:lnTo>
                  <a:pt x="161726" y="68209"/>
                </a:lnTo>
                <a:lnTo>
                  <a:pt x="161764" y="68169"/>
                </a:lnTo>
                <a:cubicBezTo>
                  <a:pt x="161778" y="68157"/>
                  <a:pt x="161778" y="68131"/>
                  <a:pt x="161764" y="68117"/>
                </a:cubicBezTo>
                <a:cubicBezTo>
                  <a:pt x="161764" y="68105"/>
                  <a:pt x="161738" y="68105"/>
                  <a:pt x="161738" y="68091"/>
                </a:cubicBezTo>
                <a:lnTo>
                  <a:pt x="161712" y="68091"/>
                </a:lnTo>
                <a:cubicBezTo>
                  <a:pt x="161708" y="68090"/>
                  <a:pt x="161704" y="68090"/>
                  <a:pt x="161700" y="68090"/>
                </a:cubicBezTo>
                <a:cubicBezTo>
                  <a:pt x="161664" y="68090"/>
                  <a:pt x="161683" y="68144"/>
                  <a:pt x="161648" y="68157"/>
                </a:cubicBezTo>
                <a:cubicBezTo>
                  <a:pt x="161634" y="68157"/>
                  <a:pt x="161608" y="68157"/>
                  <a:pt x="161608" y="68143"/>
                </a:cubicBezTo>
                <a:cubicBezTo>
                  <a:pt x="161608" y="68131"/>
                  <a:pt x="161622" y="68105"/>
                  <a:pt x="161622" y="68091"/>
                </a:cubicBezTo>
                <a:lnTo>
                  <a:pt x="161622" y="68027"/>
                </a:lnTo>
                <a:cubicBezTo>
                  <a:pt x="161622" y="67987"/>
                  <a:pt x="161634" y="67883"/>
                  <a:pt x="161596" y="67871"/>
                </a:cubicBezTo>
                <a:cubicBezTo>
                  <a:pt x="161589" y="67871"/>
                  <a:pt x="161586" y="67874"/>
                  <a:pt x="161583" y="67874"/>
                </a:cubicBezTo>
                <a:cubicBezTo>
                  <a:pt x="161579" y="67874"/>
                  <a:pt x="161576" y="67870"/>
                  <a:pt x="161570" y="67857"/>
                </a:cubicBezTo>
                <a:cubicBezTo>
                  <a:pt x="161556" y="67857"/>
                  <a:pt x="161556" y="67845"/>
                  <a:pt x="161544" y="67845"/>
                </a:cubicBezTo>
                <a:cubicBezTo>
                  <a:pt x="161530" y="67818"/>
                  <a:pt x="161530" y="67792"/>
                  <a:pt x="161530" y="67766"/>
                </a:cubicBezTo>
                <a:cubicBezTo>
                  <a:pt x="161530" y="67740"/>
                  <a:pt x="161530" y="67701"/>
                  <a:pt x="161518" y="67688"/>
                </a:cubicBezTo>
                <a:cubicBezTo>
                  <a:pt x="161504" y="67688"/>
                  <a:pt x="161478" y="67727"/>
                  <a:pt x="161466" y="67740"/>
                </a:cubicBezTo>
                <a:cubicBezTo>
                  <a:pt x="161414" y="67792"/>
                  <a:pt x="161440" y="67857"/>
                  <a:pt x="161414" y="67923"/>
                </a:cubicBezTo>
                <a:cubicBezTo>
                  <a:pt x="161400" y="67923"/>
                  <a:pt x="161388" y="67897"/>
                  <a:pt x="161388" y="67883"/>
                </a:cubicBezTo>
                <a:cubicBezTo>
                  <a:pt x="161374" y="67831"/>
                  <a:pt x="161388" y="67792"/>
                  <a:pt x="161362" y="67753"/>
                </a:cubicBezTo>
                <a:cubicBezTo>
                  <a:pt x="161362" y="67727"/>
                  <a:pt x="161336" y="67714"/>
                  <a:pt x="161322" y="67688"/>
                </a:cubicBezTo>
                <a:cubicBezTo>
                  <a:pt x="161311" y="67677"/>
                  <a:pt x="161300" y="67646"/>
                  <a:pt x="161280" y="67646"/>
                </a:cubicBezTo>
                <a:cubicBezTo>
                  <a:pt x="161277" y="67646"/>
                  <a:pt x="161274" y="67647"/>
                  <a:pt x="161270" y="67649"/>
                </a:cubicBezTo>
                <a:cubicBezTo>
                  <a:pt x="161244" y="67662"/>
                  <a:pt x="161270" y="67701"/>
                  <a:pt x="161257" y="67727"/>
                </a:cubicBezTo>
                <a:cubicBezTo>
                  <a:pt x="161244" y="67727"/>
                  <a:pt x="161231" y="67727"/>
                  <a:pt x="161231" y="67740"/>
                </a:cubicBezTo>
                <a:cubicBezTo>
                  <a:pt x="161218" y="67740"/>
                  <a:pt x="161218" y="67766"/>
                  <a:pt x="161218" y="67779"/>
                </a:cubicBezTo>
                <a:cubicBezTo>
                  <a:pt x="161205" y="67792"/>
                  <a:pt x="161205" y="67818"/>
                  <a:pt x="161205" y="67845"/>
                </a:cubicBezTo>
                <a:cubicBezTo>
                  <a:pt x="161205" y="67857"/>
                  <a:pt x="161192" y="67857"/>
                  <a:pt x="161192" y="67871"/>
                </a:cubicBezTo>
                <a:lnTo>
                  <a:pt x="161192" y="67897"/>
                </a:lnTo>
                <a:cubicBezTo>
                  <a:pt x="161192" y="67903"/>
                  <a:pt x="161182" y="67903"/>
                  <a:pt x="161171" y="67903"/>
                </a:cubicBezTo>
                <a:cubicBezTo>
                  <a:pt x="161160" y="67903"/>
                  <a:pt x="161147" y="67903"/>
                  <a:pt x="161140" y="67909"/>
                </a:cubicBezTo>
                <a:cubicBezTo>
                  <a:pt x="161114" y="67923"/>
                  <a:pt x="161101" y="67975"/>
                  <a:pt x="161101" y="67987"/>
                </a:cubicBezTo>
                <a:cubicBezTo>
                  <a:pt x="161101" y="68001"/>
                  <a:pt x="161101" y="68027"/>
                  <a:pt x="161088" y="68027"/>
                </a:cubicBezTo>
                <a:cubicBezTo>
                  <a:pt x="161085" y="68029"/>
                  <a:pt x="161083" y="68030"/>
                  <a:pt x="161080" y="68030"/>
                </a:cubicBezTo>
                <a:cubicBezTo>
                  <a:pt x="161070" y="68030"/>
                  <a:pt x="161059" y="68013"/>
                  <a:pt x="161049" y="68013"/>
                </a:cubicBezTo>
                <a:cubicBezTo>
                  <a:pt x="161036" y="68013"/>
                  <a:pt x="161036" y="68013"/>
                  <a:pt x="161023" y="68001"/>
                </a:cubicBezTo>
                <a:cubicBezTo>
                  <a:pt x="161010" y="68001"/>
                  <a:pt x="160997" y="67987"/>
                  <a:pt x="160997" y="67975"/>
                </a:cubicBezTo>
                <a:cubicBezTo>
                  <a:pt x="160984" y="67961"/>
                  <a:pt x="160971" y="67949"/>
                  <a:pt x="160945" y="67949"/>
                </a:cubicBezTo>
                <a:cubicBezTo>
                  <a:pt x="160932" y="67949"/>
                  <a:pt x="160919" y="67961"/>
                  <a:pt x="160919" y="67961"/>
                </a:cubicBezTo>
                <a:cubicBezTo>
                  <a:pt x="160893" y="67961"/>
                  <a:pt x="160854" y="67961"/>
                  <a:pt x="160841" y="67949"/>
                </a:cubicBezTo>
                <a:cubicBezTo>
                  <a:pt x="160828" y="67949"/>
                  <a:pt x="160828" y="67935"/>
                  <a:pt x="160802" y="67935"/>
                </a:cubicBezTo>
                <a:cubicBezTo>
                  <a:pt x="160776" y="67935"/>
                  <a:pt x="160789" y="67935"/>
                  <a:pt x="160789" y="67949"/>
                </a:cubicBezTo>
                <a:cubicBezTo>
                  <a:pt x="160776" y="67975"/>
                  <a:pt x="160789" y="68013"/>
                  <a:pt x="160789" y="68039"/>
                </a:cubicBezTo>
                <a:cubicBezTo>
                  <a:pt x="160802" y="68079"/>
                  <a:pt x="160802" y="68105"/>
                  <a:pt x="160828" y="68143"/>
                </a:cubicBezTo>
                <a:cubicBezTo>
                  <a:pt x="160828" y="68157"/>
                  <a:pt x="160841" y="68169"/>
                  <a:pt x="160841" y="68183"/>
                </a:cubicBezTo>
                <a:lnTo>
                  <a:pt x="160815" y="68183"/>
                </a:lnTo>
                <a:lnTo>
                  <a:pt x="160815" y="68169"/>
                </a:lnTo>
                <a:cubicBezTo>
                  <a:pt x="160811" y="68165"/>
                  <a:pt x="160806" y="68164"/>
                  <a:pt x="160802" y="68164"/>
                </a:cubicBezTo>
                <a:cubicBezTo>
                  <a:pt x="160793" y="68164"/>
                  <a:pt x="160785" y="68169"/>
                  <a:pt x="160776" y="68169"/>
                </a:cubicBezTo>
                <a:cubicBezTo>
                  <a:pt x="160750" y="68169"/>
                  <a:pt x="160737" y="68169"/>
                  <a:pt x="160723" y="68157"/>
                </a:cubicBezTo>
                <a:cubicBezTo>
                  <a:pt x="160711" y="68143"/>
                  <a:pt x="160711" y="68117"/>
                  <a:pt x="160685" y="68117"/>
                </a:cubicBezTo>
                <a:lnTo>
                  <a:pt x="160633" y="68117"/>
                </a:lnTo>
                <a:cubicBezTo>
                  <a:pt x="160619" y="68105"/>
                  <a:pt x="160607" y="68105"/>
                  <a:pt x="160593" y="68105"/>
                </a:cubicBezTo>
                <a:cubicBezTo>
                  <a:pt x="160567" y="68105"/>
                  <a:pt x="160555" y="68091"/>
                  <a:pt x="160541" y="68065"/>
                </a:cubicBezTo>
                <a:cubicBezTo>
                  <a:pt x="160529" y="68053"/>
                  <a:pt x="160515" y="68039"/>
                  <a:pt x="160489" y="68039"/>
                </a:cubicBezTo>
                <a:cubicBezTo>
                  <a:pt x="160463" y="68039"/>
                  <a:pt x="160463" y="68053"/>
                  <a:pt x="160463" y="68079"/>
                </a:cubicBezTo>
                <a:lnTo>
                  <a:pt x="160463" y="68131"/>
                </a:lnTo>
                <a:cubicBezTo>
                  <a:pt x="160437" y="68143"/>
                  <a:pt x="160425" y="68157"/>
                  <a:pt x="160411" y="68169"/>
                </a:cubicBezTo>
                <a:cubicBezTo>
                  <a:pt x="160411" y="68195"/>
                  <a:pt x="160411" y="68235"/>
                  <a:pt x="160425" y="68247"/>
                </a:cubicBezTo>
                <a:lnTo>
                  <a:pt x="160463" y="68287"/>
                </a:lnTo>
                <a:cubicBezTo>
                  <a:pt x="160477" y="68313"/>
                  <a:pt x="160477" y="68325"/>
                  <a:pt x="160515" y="68339"/>
                </a:cubicBezTo>
                <a:cubicBezTo>
                  <a:pt x="160503" y="68351"/>
                  <a:pt x="160489" y="68351"/>
                  <a:pt x="160477" y="68365"/>
                </a:cubicBezTo>
                <a:lnTo>
                  <a:pt x="160437" y="68404"/>
                </a:lnTo>
                <a:cubicBezTo>
                  <a:pt x="160428" y="68395"/>
                  <a:pt x="160419" y="68385"/>
                  <a:pt x="160410" y="68385"/>
                </a:cubicBezTo>
                <a:cubicBezTo>
                  <a:pt x="160406" y="68385"/>
                  <a:pt x="160402" y="68387"/>
                  <a:pt x="160399" y="68391"/>
                </a:cubicBezTo>
                <a:cubicBezTo>
                  <a:pt x="160399" y="68391"/>
                  <a:pt x="160399" y="68417"/>
                  <a:pt x="160411" y="68417"/>
                </a:cubicBezTo>
                <a:cubicBezTo>
                  <a:pt x="160399" y="68430"/>
                  <a:pt x="160385" y="68430"/>
                  <a:pt x="160373" y="68443"/>
                </a:cubicBezTo>
                <a:lnTo>
                  <a:pt x="160347" y="68443"/>
                </a:lnTo>
                <a:lnTo>
                  <a:pt x="160333" y="68430"/>
                </a:lnTo>
                <a:cubicBezTo>
                  <a:pt x="160321" y="68417"/>
                  <a:pt x="160307" y="68391"/>
                  <a:pt x="160295" y="68391"/>
                </a:cubicBezTo>
                <a:cubicBezTo>
                  <a:pt x="160281" y="68391"/>
                  <a:pt x="160269" y="68404"/>
                  <a:pt x="160269" y="68417"/>
                </a:cubicBezTo>
                <a:cubicBezTo>
                  <a:pt x="160255" y="68417"/>
                  <a:pt x="160243" y="68417"/>
                  <a:pt x="160243" y="68430"/>
                </a:cubicBezTo>
                <a:cubicBezTo>
                  <a:pt x="160229" y="68443"/>
                  <a:pt x="160229" y="68456"/>
                  <a:pt x="160229" y="68469"/>
                </a:cubicBezTo>
                <a:cubicBezTo>
                  <a:pt x="160217" y="68482"/>
                  <a:pt x="160191" y="68495"/>
                  <a:pt x="160164" y="68508"/>
                </a:cubicBezTo>
                <a:cubicBezTo>
                  <a:pt x="160138" y="68521"/>
                  <a:pt x="160125" y="68547"/>
                  <a:pt x="160099" y="68573"/>
                </a:cubicBezTo>
                <a:cubicBezTo>
                  <a:pt x="160099" y="68521"/>
                  <a:pt x="160112" y="68456"/>
                  <a:pt x="160086" y="68417"/>
                </a:cubicBezTo>
                <a:cubicBezTo>
                  <a:pt x="160073" y="68377"/>
                  <a:pt x="160073" y="68391"/>
                  <a:pt x="160060" y="68351"/>
                </a:cubicBezTo>
                <a:cubicBezTo>
                  <a:pt x="160060" y="68325"/>
                  <a:pt x="160060" y="68325"/>
                  <a:pt x="160021" y="68313"/>
                </a:cubicBezTo>
                <a:cubicBezTo>
                  <a:pt x="159995" y="68299"/>
                  <a:pt x="159904" y="68299"/>
                  <a:pt x="159904" y="68273"/>
                </a:cubicBezTo>
                <a:cubicBezTo>
                  <a:pt x="159904" y="68261"/>
                  <a:pt x="159930" y="68221"/>
                  <a:pt x="159930" y="68221"/>
                </a:cubicBezTo>
                <a:cubicBezTo>
                  <a:pt x="159943" y="68195"/>
                  <a:pt x="159943" y="68183"/>
                  <a:pt x="159943" y="68157"/>
                </a:cubicBezTo>
                <a:cubicBezTo>
                  <a:pt x="159943" y="68131"/>
                  <a:pt x="159930" y="68117"/>
                  <a:pt x="159956" y="68105"/>
                </a:cubicBezTo>
                <a:cubicBezTo>
                  <a:pt x="159982" y="68065"/>
                  <a:pt x="160047" y="68065"/>
                  <a:pt x="160073" y="68013"/>
                </a:cubicBezTo>
                <a:cubicBezTo>
                  <a:pt x="160086" y="68001"/>
                  <a:pt x="160086" y="67975"/>
                  <a:pt x="160086" y="67949"/>
                </a:cubicBezTo>
                <a:cubicBezTo>
                  <a:pt x="160099" y="67923"/>
                  <a:pt x="160112" y="67897"/>
                  <a:pt x="160112" y="67871"/>
                </a:cubicBezTo>
                <a:cubicBezTo>
                  <a:pt x="160125" y="67845"/>
                  <a:pt x="160112" y="67818"/>
                  <a:pt x="160125" y="67792"/>
                </a:cubicBezTo>
                <a:cubicBezTo>
                  <a:pt x="160138" y="67753"/>
                  <a:pt x="160164" y="67740"/>
                  <a:pt x="160177" y="67714"/>
                </a:cubicBezTo>
                <a:cubicBezTo>
                  <a:pt x="160203" y="67688"/>
                  <a:pt x="160229" y="67636"/>
                  <a:pt x="160191" y="67597"/>
                </a:cubicBezTo>
                <a:cubicBezTo>
                  <a:pt x="160177" y="67597"/>
                  <a:pt x="160151" y="67584"/>
                  <a:pt x="160138" y="67571"/>
                </a:cubicBezTo>
                <a:cubicBezTo>
                  <a:pt x="160125" y="67571"/>
                  <a:pt x="160099" y="67558"/>
                  <a:pt x="160086" y="67558"/>
                </a:cubicBezTo>
                <a:cubicBezTo>
                  <a:pt x="160082" y="67557"/>
                  <a:pt x="160077" y="67557"/>
                  <a:pt x="160073" y="67557"/>
                </a:cubicBezTo>
                <a:cubicBezTo>
                  <a:pt x="160011" y="67557"/>
                  <a:pt x="160030" y="67650"/>
                  <a:pt x="159969" y="67675"/>
                </a:cubicBezTo>
                <a:cubicBezTo>
                  <a:pt x="159965" y="67678"/>
                  <a:pt x="159959" y="67680"/>
                  <a:pt x="159952" y="67680"/>
                </a:cubicBezTo>
                <a:cubicBezTo>
                  <a:pt x="159932" y="67680"/>
                  <a:pt x="159904" y="67668"/>
                  <a:pt x="159904" y="67649"/>
                </a:cubicBezTo>
                <a:cubicBezTo>
                  <a:pt x="159891" y="67636"/>
                  <a:pt x="159917" y="67584"/>
                  <a:pt x="159917" y="67558"/>
                </a:cubicBezTo>
                <a:lnTo>
                  <a:pt x="159917" y="67428"/>
                </a:lnTo>
                <a:cubicBezTo>
                  <a:pt x="159917" y="67376"/>
                  <a:pt x="159956" y="67180"/>
                  <a:pt x="159891" y="67154"/>
                </a:cubicBezTo>
                <a:cubicBezTo>
                  <a:pt x="159870" y="67154"/>
                  <a:pt x="159859" y="67157"/>
                  <a:pt x="159853" y="67157"/>
                </a:cubicBezTo>
                <a:cubicBezTo>
                  <a:pt x="159843" y="67157"/>
                  <a:pt x="159842" y="67152"/>
                  <a:pt x="159826" y="67128"/>
                </a:cubicBezTo>
                <a:lnTo>
                  <a:pt x="159787" y="67090"/>
                </a:lnTo>
                <a:cubicBezTo>
                  <a:pt x="159748" y="67050"/>
                  <a:pt x="159761" y="66998"/>
                  <a:pt x="159761" y="66946"/>
                </a:cubicBezTo>
                <a:cubicBezTo>
                  <a:pt x="159761" y="66920"/>
                  <a:pt x="159761" y="66830"/>
                  <a:pt x="159722" y="66816"/>
                </a:cubicBezTo>
                <a:cubicBezTo>
                  <a:pt x="159696" y="66816"/>
                  <a:pt x="159656" y="66882"/>
                  <a:pt x="159644" y="66894"/>
                </a:cubicBezTo>
                <a:cubicBezTo>
                  <a:pt x="159540" y="66998"/>
                  <a:pt x="159578" y="67128"/>
                  <a:pt x="159540" y="67246"/>
                </a:cubicBezTo>
                <a:cubicBezTo>
                  <a:pt x="159514" y="67246"/>
                  <a:pt x="159500" y="67194"/>
                  <a:pt x="159488" y="67168"/>
                </a:cubicBezTo>
                <a:cubicBezTo>
                  <a:pt x="159462" y="67090"/>
                  <a:pt x="159488" y="67012"/>
                  <a:pt x="159448" y="66934"/>
                </a:cubicBezTo>
                <a:cubicBezTo>
                  <a:pt x="159436" y="66882"/>
                  <a:pt x="159396" y="66856"/>
                  <a:pt x="159370" y="66816"/>
                </a:cubicBezTo>
                <a:cubicBezTo>
                  <a:pt x="159348" y="66794"/>
                  <a:pt x="159336" y="66745"/>
                  <a:pt x="159302" y="66745"/>
                </a:cubicBezTo>
                <a:cubicBezTo>
                  <a:pt x="159296" y="66745"/>
                  <a:pt x="159288" y="66747"/>
                  <a:pt x="159280" y="66752"/>
                </a:cubicBezTo>
                <a:cubicBezTo>
                  <a:pt x="159228" y="66764"/>
                  <a:pt x="159280" y="66842"/>
                  <a:pt x="159240" y="66882"/>
                </a:cubicBezTo>
                <a:cubicBezTo>
                  <a:pt x="159234" y="66888"/>
                  <a:pt x="159224" y="66888"/>
                  <a:pt x="159214" y="66888"/>
                </a:cubicBezTo>
                <a:cubicBezTo>
                  <a:pt x="159205" y="66888"/>
                  <a:pt x="159195" y="66888"/>
                  <a:pt x="159188" y="66894"/>
                </a:cubicBezTo>
                <a:cubicBezTo>
                  <a:pt x="159176" y="66920"/>
                  <a:pt x="159176" y="66946"/>
                  <a:pt x="159162" y="66972"/>
                </a:cubicBezTo>
                <a:cubicBezTo>
                  <a:pt x="159162" y="67012"/>
                  <a:pt x="159150" y="67050"/>
                  <a:pt x="159150" y="67090"/>
                </a:cubicBezTo>
                <a:cubicBezTo>
                  <a:pt x="159136" y="67116"/>
                  <a:pt x="159136" y="67142"/>
                  <a:pt x="159136" y="67154"/>
                </a:cubicBezTo>
                <a:lnTo>
                  <a:pt x="159136" y="67194"/>
                </a:lnTo>
                <a:cubicBezTo>
                  <a:pt x="159124" y="67232"/>
                  <a:pt x="159058" y="67206"/>
                  <a:pt x="159019" y="67232"/>
                </a:cubicBezTo>
                <a:cubicBezTo>
                  <a:pt x="158980" y="67258"/>
                  <a:pt x="158967" y="67337"/>
                  <a:pt x="158954" y="67376"/>
                </a:cubicBezTo>
                <a:cubicBezTo>
                  <a:pt x="158954" y="67402"/>
                  <a:pt x="158967" y="67428"/>
                  <a:pt x="158941" y="67441"/>
                </a:cubicBezTo>
                <a:cubicBezTo>
                  <a:pt x="158932" y="67447"/>
                  <a:pt x="158924" y="67449"/>
                  <a:pt x="158917" y="67449"/>
                </a:cubicBezTo>
                <a:cubicBezTo>
                  <a:pt x="158895" y="67449"/>
                  <a:pt x="158883" y="67425"/>
                  <a:pt x="158863" y="67415"/>
                </a:cubicBezTo>
                <a:cubicBezTo>
                  <a:pt x="158850" y="67408"/>
                  <a:pt x="158840" y="67408"/>
                  <a:pt x="158832" y="67408"/>
                </a:cubicBezTo>
                <a:cubicBezTo>
                  <a:pt x="158824" y="67408"/>
                  <a:pt x="158817" y="67408"/>
                  <a:pt x="158811" y="67402"/>
                </a:cubicBezTo>
                <a:cubicBezTo>
                  <a:pt x="158785" y="67389"/>
                  <a:pt x="158772" y="67363"/>
                  <a:pt x="158759" y="67350"/>
                </a:cubicBezTo>
                <a:cubicBezTo>
                  <a:pt x="158733" y="67310"/>
                  <a:pt x="158720" y="67284"/>
                  <a:pt x="158668" y="67284"/>
                </a:cubicBezTo>
                <a:cubicBezTo>
                  <a:pt x="158655" y="67284"/>
                  <a:pt x="158629" y="67310"/>
                  <a:pt x="158616" y="67324"/>
                </a:cubicBezTo>
                <a:cubicBezTo>
                  <a:pt x="158563" y="67324"/>
                  <a:pt x="158511" y="67324"/>
                  <a:pt x="158473" y="67310"/>
                </a:cubicBezTo>
                <a:cubicBezTo>
                  <a:pt x="158452" y="67289"/>
                  <a:pt x="158448" y="67268"/>
                  <a:pt x="158419" y="67268"/>
                </a:cubicBezTo>
                <a:cubicBezTo>
                  <a:pt x="158413" y="67268"/>
                  <a:pt x="158405" y="67269"/>
                  <a:pt x="158395" y="67272"/>
                </a:cubicBezTo>
                <a:cubicBezTo>
                  <a:pt x="158369" y="67272"/>
                  <a:pt x="158369" y="67272"/>
                  <a:pt x="158369" y="67298"/>
                </a:cubicBezTo>
                <a:cubicBezTo>
                  <a:pt x="158355" y="67350"/>
                  <a:pt x="158369" y="67402"/>
                  <a:pt x="158381" y="67454"/>
                </a:cubicBezTo>
                <a:cubicBezTo>
                  <a:pt x="158395" y="67532"/>
                  <a:pt x="158395" y="67597"/>
                  <a:pt x="158433" y="67662"/>
                </a:cubicBezTo>
                <a:cubicBezTo>
                  <a:pt x="158459" y="67688"/>
                  <a:pt x="158485" y="67701"/>
                  <a:pt x="158473" y="67727"/>
                </a:cubicBezTo>
                <a:cubicBezTo>
                  <a:pt x="158447" y="67727"/>
                  <a:pt x="158421" y="67714"/>
                  <a:pt x="158395" y="67714"/>
                </a:cubicBezTo>
                <a:lnTo>
                  <a:pt x="158343" y="67714"/>
                </a:lnTo>
                <a:cubicBezTo>
                  <a:pt x="158317" y="67714"/>
                  <a:pt x="158291" y="67701"/>
                  <a:pt x="158251" y="67675"/>
                </a:cubicBezTo>
                <a:cubicBezTo>
                  <a:pt x="158239" y="67662"/>
                  <a:pt x="158225" y="67610"/>
                  <a:pt x="158187" y="67610"/>
                </a:cubicBezTo>
                <a:cubicBezTo>
                  <a:pt x="158174" y="67604"/>
                  <a:pt x="158157" y="67604"/>
                  <a:pt x="158141" y="67604"/>
                </a:cubicBezTo>
                <a:cubicBezTo>
                  <a:pt x="158124" y="67604"/>
                  <a:pt x="158108" y="67604"/>
                  <a:pt x="158095" y="67597"/>
                </a:cubicBezTo>
                <a:cubicBezTo>
                  <a:pt x="158069" y="67597"/>
                  <a:pt x="158043" y="67597"/>
                  <a:pt x="158005" y="67584"/>
                </a:cubicBezTo>
                <a:cubicBezTo>
                  <a:pt x="157965" y="67584"/>
                  <a:pt x="157952" y="67545"/>
                  <a:pt x="157913" y="67519"/>
                </a:cubicBezTo>
                <a:cubicBezTo>
                  <a:pt x="157890" y="67496"/>
                  <a:pt x="157868" y="67464"/>
                  <a:pt x="157828" y="67464"/>
                </a:cubicBezTo>
                <a:cubicBezTo>
                  <a:pt x="157822" y="67464"/>
                  <a:pt x="157816" y="67465"/>
                  <a:pt x="157809" y="67467"/>
                </a:cubicBezTo>
                <a:cubicBezTo>
                  <a:pt x="157757" y="67467"/>
                  <a:pt x="157770" y="67506"/>
                  <a:pt x="157770" y="67545"/>
                </a:cubicBezTo>
                <a:cubicBezTo>
                  <a:pt x="157770" y="67584"/>
                  <a:pt x="157783" y="67610"/>
                  <a:pt x="157757" y="67623"/>
                </a:cubicBezTo>
                <a:cubicBezTo>
                  <a:pt x="157731" y="67662"/>
                  <a:pt x="157692" y="67675"/>
                  <a:pt x="157679" y="67714"/>
                </a:cubicBezTo>
                <a:cubicBezTo>
                  <a:pt x="157679" y="67753"/>
                  <a:pt x="157679" y="67831"/>
                  <a:pt x="157705" y="67857"/>
                </a:cubicBezTo>
                <a:cubicBezTo>
                  <a:pt x="157731" y="67883"/>
                  <a:pt x="157744" y="67883"/>
                  <a:pt x="157757" y="67923"/>
                </a:cubicBezTo>
                <a:cubicBezTo>
                  <a:pt x="157783" y="67975"/>
                  <a:pt x="157796" y="68001"/>
                  <a:pt x="157861" y="68013"/>
                </a:cubicBezTo>
                <a:cubicBezTo>
                  <a:pt x="157887" y="68027"/>
                  <a:pt x="157913" y="68027"/>
                  <a:pt x="157939" y="68039"/>
                </a:cubicBezTo>
                <a:cubicBezTo>
                  <a:pt x="157965" y="68039"/>
                  <a:pt x="157991" y="68065"/>
                  <a:pt x="158031" y="68079"/>
                </a:cubicBezTo>
                <a:cubicBezTo>
                  <a:pt x="158069" y="68091"/>
                  <a:pt x="158121" y="68079"/>
                  <a:pt x="158135" y="68131"/>
                </a:cubicBezTo>
                <a:cubicBezTo>
                  <a:pt x="158135" y="68169"/>
                  <a:pt x="158121" y="68195"/>
                  <a:pt x="158109" y="68221"/>
                </a:cubicBezTo>
                <a:cubicBezTo>
                  <a:pt x="158083" y="68261"/>
                  <a:pt x="158069" y="68273"/>
                  <a:pt x="158031" y="68273"/>
                </a:cubicBezTo>
                <a:cubicBezTo>
                  <a:pt x="157978" y="68261"/>
                  <a:pt x="157952" y="68195"/>
                  <a:pt x="157913" y="68183"/>
                </a:cubicBezTo>
                <a:cubicBezTo>
                  <a:pt x="157887" y="68183"/>
                  <a:pt x="157874" y="68195"/>
                  <a:pt x="157848" y="68195"/>
                </a:cubicBezTo>
                <a:cubicBezTo>
                  <a:pt x="157809" y="68195"/>
                  <a:pt x="157770" y="68169"/>
                  <a:pt x="157744" y="68143"/>
                </a:cubicBezTo>
                <a:cubicBezTo>
                  <a:pt x="157723" y="68133"/>
                  <a:pt x="157694" y="68098"/>
                  <a:pt x="157669" y="68098"/>
                </a:cubicBezTo>
                <a:cubicBezTo>
                  <a:pt x="157663" y="68098"/>
                  <a:pt x="157658" y="68100"/>
                  <a:pt x="157653" y="68105"/>
                </a:cubicBezTo>
                <a:cubicBezTo>
                  <a:pt x="157640" y="68131"/>
                  <a:pt x="157653" y="68169"/>
                  <a:pt x="157666" y="68183"/>
                </a:cubicBezTo>
                <a:cubicBezTo>
                  <a:pt x="157672" y="68186"/>
                  <a:pt x="157678" y="68186"/>
                  <a:pt x="157683" y="68186"/>
                </a:cubicBezTo>
                <a:cubicBezTo>
                  <a:pt x="157694" y="68186"/>
                  <a:pt x="157704" y="68183"/>
                  <a:pt x="157712" y="68183"/>
                </a:cubicBezTo>
                <a:cubicBezTo>
                  <a:pt x="157720" y="68183"/>
                  <a:pt x="157726" y="68186"/>
                  <a:pt x="157731" y="68195"/>
                </a:cubicBezTo>
                <a:cubicBezTo>
                  <a:pt x="157757" y="68209"/>
                  <a:pt x="157744" y="68235"/>
                  <a:pt x="157770" y="68247"/>
                </a:cubicBezTo>
                <a:cubicBezTo>
                  <a:pt x="157774" y="68252"/>
                  <a:pt x="157780" y="68253"/>
                  <a:pt x="157786" y="68253"/>
                </a:cubicBezTo>
                <a:cubicBezTo>
                  <a:pt x="157799" y="68253"/>
                  <a:pt x="157813" y="68247"/>
                  <a:pt x="157822" y="68247"/>
                </a:cubicBezTo>
                <a:cubicBezTo>
                  <a:pt x="157861" y="68261"/>
                  <a:pt x="157874" y="68273"/>
                  <a:pt x="157900" y="68287"/>
                </a:cubicBezTo>
                <a:cubicBezTo>
                  <a:pt x="157926" y="68299"/>
                  <a:pt x="157965" y="68313"/>
                  <a:pt x="157991" y="68313"/>
                </a:cubicBezTo>
                <a:cubicBezTo>
                  <a:pt x="158017" y="68325"/>
                  <a:pt x="158083" y="68339"/>
                  <a:pt x="158083" y="68351"/>
                </a:cubicBezTo>
                <a:cubicBezTo>
                  <a:pt x="158090" y="68388"/>
                  <a:pt x="158048" y="68396"/>
                  <a:pt x="158006" y="68396"/>
                </a:cubicBezTo>
                <a:cubicBezTo>
                  <a:pt x="157972" y="68396"/>
                  <a:pt x="157938" y="68391"/>
                  <a:pt x="157926" y="68391"/>
                </a:cubicBezTo>
                <a:lnTo>
                  <a:pt x="157835" y="68391"/>
                </a:lnTo>
                <a:cubicBezTo>
                  <a:pt x="157796" y="68377"/>
                  <a:pt x="157783" y="68365"/>
                  <a:pt x="157757" y="68339"/>
                </a:cubicBezTo>
                <a:cubicBezTo>
                  <a:pt x="157742" y="68329"/>
                  <a:pt x="157732" y="68327"/>
                  <a:pt x="157722" y="68327"/>
                </a:cubicBezTo>
                <a:cubicBezTo>
                  <a:pt x="157711" y="68327"/>
                  <a:pt x="157701" y="68330"/>
                  <a:pt x="157690" y="68330"/>
                </a:cubicBezTo>
                <a:cubicBezTo>
                  <a:pt x="157683" y="68330"/>
                  <a:pt x="157675" y="68329"/>
                  <a:pt x="157666" y="68325"/>
                </a:cubicBezTo>
                <a:cubicBezTo>
                  <a:pt x="157640" y="68313"/>
                  <a:pt x="157627" y="68273"/>
                  <a:pt x="157614" y="68247"/>
                </a:cubicBezTo>
                <a:cubicBezTo>
                  <a:pt x="157588" y="68221"/>
                  <a:pt x="157575" y="68235"/>
                  <a:pt x="157549" y="68209"/>
                </a:cubicBezTo>
                <a:lnTo>
                  <a:pt x="157523" y="68183"/>
                </a:lnTo>
                <a:cubicBezTo>
                  <a:pt x="157510" y="68169"/>
                  <a:pt x="157484" y="68117"/>
                  <a:pt x="157458" y="68117"/>
                </a:cubicBezTo>
                <a:cubicBezTo>
                  <a:pt x="157432" y="68117"/>
                  <a:pt x="157418" y="68157"/>
                  <a:pt x="157406" y="68157"/>
                </a:cubicBezTo>
                <a:cubicBezTo>
                  <a:pt x="157380" y="68169"/>
                  <a:pt x="157366" y="68157"/>
                  <a:pt x="157354" y="68195"/>
                </a:cubicBezTo>
                <a:cubicBezTo>
                  <a:pt x="157329" y="68233"/>
                  <a:pt x="157386" y="68340"/>
                  <a:pt x="157314" y="68340"/>
                </a:cubicBezTo>
                <a:cubicBezTo>
                  <a:pt x="157311" y="68340"/>
                  <a:pt x="157306" y="68340"/>
                  <a:pt x="157302" y="68339"/>
                </a:cubicBezTo>
                <a:cubicBezTo>
                  <a:pt x="157281" y="68339"/>
                  <a:pt x="157260" y="68322"/>
                  <a:pt x="157239" y="68322"/>
                </a:cubicBezTo>
                <a:cubicBezTo>
                  <a:pt x="157234" y="68322"/>
                  <a:pt x="157229" y="68323"/>
                  <a:pt x="157224" y="68325"/>
                </a:cubicBezTo>
                <a:cubicBezTo>
                  <a:pt x="157198" y="68339"/>
                  <a:pt x="157198" y="68417"/>
                  <a:pt x="157198" y="68443"/>
                </a:cubicBezTo>
                <a:cubicBezTo>
                  <a:pt x="157210" y="68495"/>
                  <a:pt x="157224" y="68521"/>
                  <a:pt x="157262" y="68547"/>
                </a:cubicBezTo>
                <a:cubicBezTo>
                  <a:pt x="157276" y="68560"/>
                  <a:pt x="157302" y="68573"/>
                  <a:pt x="157314" y="68612"/>
                </a:cubicBezTo>
                <a:cubicBezTo>
                  <a:pt x="157314" y="68625"/>
                  <a:pt x="157314" y="68638"/>
                  <a:pt x="157328" y="68664"/>
                </a:cubicBezTo>
                <a:cubicBezTo>
                  <a:pt x="157340" y="68703"/>
                  <a:pt x="157380" y="68716"/>
                  <a:pt x="157418" y="68729"/>
                </a:cubicBezTo>
                <a:cubicBezTo>
                  <a:pt x="157470" y="68768"/>
                  <a:pt x="157523" y="68768"/>
                  <a:pt x="157575" y="68794"/>
                </a:cubicBezTo>
                <a:cubicBezTo>
                  <a:pt x="157627" y="68807"/>
                  <a:pt x="157653" y="68846"/>
                  <a:pt x="157679" y="68885"/>
                </a:cubicBezTo>
                <a:cubicBezTo>
                  <a:pt x="157692" y="68911"/>
                  <a:pt x="157731" y="68964"/>
                  <a:pt x="157744" y="68976"/>
                </a:cubicBezTo>
                <a:cubicBezTo>
                  <a:pt x="157770" y="68990"/>
                  <a:pt x="157809" y="68990"/>
                  <a:pt x="157848" y="69002"/>
                </a:cubicBezTo>
                <a:cubicBezTo>
                  <a:pt x="157874" y="69016"/>
                  <a:pt x="157926" y="69054"/>
                  <a:pt x="157939" y="69080"/>
                </a:cubicBezTo>
                <a:cubicBezTo>
                  <a:pt x="157965" y="69120"/>
                  <a:pt x="157965" y="69184"/>
                  <a:pt x="157978" y="69224"/>
                </a:cubicBezTo>
                <a:cubicBezTo>
                  <a:pt x="158005" y="69302"/>
                  <a:pt x="158043" y="69340"/>
                  <a:pt x="158109" y="69392"/>
                </a:cubicBezTo>
                <a:cubicBezTo>
                  <a:pt x="158141" y="69417"/>
                  <a:pt x="158159" y="69427"/>
                  <a:pt x="158183" y="69427"/>
                </a:cubicBezTo>
                <a:cubicBezTo>
                  <a:pt x="158198" y="69427"/>
                  <a:pt x="158215" y="69423"/>
                  <a:pt x="158239" y="69418"/>
                </a:cubicBezTo>
                <a:cubicBezTo>
                  <a:pt x="158272" y="69408"/>
                  <a:pt x="158315" y="69377"/>
                  <a:pt x="158351" y="69377"/>
                </a:cubicBezTo>
                <a:cubicBezTo>
                  <a:pt x="158357" y="69377"/>
                  <a:pt x="158363" y="69378"/>
                  <a:pt x="158369" y="69380"/>
                </a:cubicBezTo>
                <a:cubicBezTo>
                  <a:pt x="158421" y="69380"/>
                  <a:pt x="158407" y="69418"/>
                  <a:pt x="158421" y="69458"/>
                </a:cubicBezTo>
                <a:cubicBezTo>
                  <a:pt x="158447" y="69510"/>
                  <a:pt x="158511" y="69536"/>
                  <a:pt x="158563" y="69562"/>
                </a:cubicBezTo>
                <a:cubicBezTo>
                  <a:pt x="158603" y="69575"/>
                  <a:pt x="158707" y="69588"/>
                  <a:pt x="158707" y="69640"/>
                </a:cubicBezTo>
                <a:cubicBezTo>
                  <a:pt x="158707" y="69679"/>
                  <a:pt x="158681" y="69718"/>
                  <a:pt x="158655" y="69718"/>
                </a:cubicBezTo>
                <a:cubicBezTo>
                  <a:pt x="158635" y="69730"/>
                  <a:pt x="158616" y="69734"/>
                  <a:pt x="158598" y="69734"/>
                </a:cubicBezTo>
                <a:cubicBezTo>
                  <a:pt x="158534" y="69734"/>
                  <a:pt x="158482" y="69679"/>
                  <a:pt x="158421" y="69679"/>
                </a:cubicBezTo>
                <a:cubicBezTo>
                  <a:pt x="158355" y="69679"/>
                  <a:pt x="158303" y="69666"/>
                  <a:pt x="158265" y="69666"/>
                </a:cubicBezTo>
                <a:cubicBezTo>
                  <a:pt x="158199" y="69666"/>
                  <a:pt x="158161" y="69705"/>
                  <a:pt x="158095" y="69718"/>
                </a:cubicBezTo>
                <a:lnTo>
                  <a:pt x="158017" y="69718"/>
                </a:lnTo>
                <a:cubicBezTo>
                  <a:pt x="157991" y="69711"/>
                  <a:pt x="157971" y="69708"/>
                  <a:pt x="157950" y="69708"/>
                </a:cubicBezTo>
                <a:cubicBezTo>
                  <a:pt x="157929" y="69708"/>
                  <a:pt x="157907" y="69711"/>
                  <a:pt x="157874" y="69718"/>
                </a:cubicBezTo>
                <a:cubicBezTo>
                  <a:pt x="157854" y="69718"/>
                  <a:pt x="157831" y="69715"/>
                  <a:pt x="157808" y="69715"/>
                </a:cubicBezTo>
                <a:cubicBezTo>
                  <a:pt x="157785" y="69715"/>
                  <a:pt x="157763" y="69718"/>
                  <a:pt x="157744" y="69731"/>
                </a:cubicBezTo>
                <a:cubicBezTo>
                  <a:pt x="157705" y="69744"/>
                  <a:pt x="157679" y="69770"/>
                  <a:pt x="157627" y="69770"/>
                </a:cubicBezTo>
                <a:cubicBezTo>
                  <a:pt x="157601" y="69770"/>
                  <a:pt x="157588" y="69757"/>
                  <a:pt x="157549" y="69757"/>
                </a:cubicBezTo>
                <a:cubicBezTo>
                  <a:pt x="157544" y="69754"/>
                  <a:pt x="157538" y="69753"/>
                  <a:pt x="157531" y="69753"/>
                </a:cubicBezTo>
                <a:cubicBezTo>
                  <a:pt x="157503" y="69753"/>
                  <a:pt x="157463" y="69770"/>
                  <a:pt x="157432" y="69770"/>
                </a:cubicBezTo>
                <a:lnTo>
                  <a:pt x="157314" y="69770"/>
                </a:lnTo>
                <a:cubicBezTo>
                  <a:pt x="157288" y="69770"/>
                  <a:pt x="157262" y="69757"/>
                  <a:pt x="157224" y="69757"/>
                </a:cubicBezTo>
                <a:cubicBezTo>
                  <a:pt x="157198" y="69753"/>
                  <a:pt x="157172" y="69751"/>
                  <a:pt x="157146" y="69751"/>
                </a:cubicBezTo>
                <a:cubicBezTo>
                  <a:pt x="157094" y="69751"/>
                  <a:pt x="157042" y="69757"/>
                  <a:pt x="156990" y="69757"/>
                </a:cubicBezTo>
                <a:cubicBezTo>
                  <a:pt x="156964" y="69757"/>
                  <a:pt x="156938" y="69757"/>
                  <a:pt x="156911" y="69744"/>
                </a:cubicBezTo>
                <a:cubicBezTo>
                  <a:pt x="156885" y="69744"/>
                  <a:pt x="156872" y="69718"/>
                  <a:pt x="156859" y="69705"/>
                </a:cubicBezTo>
                <a:lnTo>
                  <a:pt x="156794" y="69705"/>
                </a:lnTo>
                <a:cubicBezTo>
                  <a:pt x="156768" y="69692"/>
                  <a:pt x="156729" y="69679"/>
                  <a:pt x="156703" y="69666"/>
                </a:cubicBezTo>
                <a:cubicBezTo>
                  <a:pt x="156677" y="69653"/>
                  <a:pt x="156664" y="69640"/>
                  <a:pt x="156651" y="69627"/>
                </a:cubicBezTo>
                <a:cubicBezTo>
                  <a:pt x="156625" y="69614"/>
                  <a:pt x="156612" y="69614"/>
                  <a:pt x="156586" y="69601"/>
                </a:cubicBezTo>
                <a:cubicBezTo>
                  <a:pt x="156547" y="69562"/>
                  <a:pt x="156521" y="69510"/>
                  <a:pt x="156482" y="69470"/>
                </a:cubicBezTo>
                <a:cubicBezTo>
                  <a:pt x="156443" y="69432"/>
                  <a:pt x="156391" y="69406"/>
                  <a:pt x="156351" y="69380"/>
                </a:cubicBezTo>
                <a:cubicBezTo>
                  <a:pt x="156313" y="69340"/>
                  <a:pt x="156273" y="69340"/>
                  <a:pt x="156221" y="69340"/>
                </a:cubicBezTo>
                <a:cubicBezTo>
                  <a:pt x="156183" y="69340"/>
                  <a:pt x="156169" y="69328"/>
                  <a:pt x="156131" y="69328"/>
                </a:cubicBezTo>
                <a:cubicBezTo>
                  <a:pt x="156131" y="69328"/>
                  <a:pt x="156125" y="69322"/>
                  <a:pt x="156121" y="69322"/>
                </a:cubicBezTo>
                <a:cubicBezTo>
                  <a:pt x="156119" y="69322"/>
                  <a:pt x="156117" y="69323"/>
                  <a:pt x="156117" y="69328"/>
                </a:cubicBezTo>
                <a:cubicBezTo>
                  <a:pt x="156117" y="69277"/>
                  <a:pt x="156062" y="69258"/>
                  <a:pt x="156014" y="69258"/>
                </a:cubicBezTo>
                <a:cubicBezTo>
                  <a:pt x="156000" y="69258"/>
                  <a:pt x="155986" y="69260"/>
                  <a:pt x="155975" y="69262"/>
                </a:cubicBezTo>
                <a:cubicBezTo>
                  <a:pt x="155949" y="69276"/>
                  <a:pt x="155935" y="69288"/>
                  <a:pt x="155897" y="69288"/>
                </a:cubicBezTo>
                <a:cubicBezTo>
                  <a:pt x="155883" y="69288"/>
                  <a:pt x="155857" y="69276"/>
                  <a:pt x="155845" y="69276"/>
                </a:cubicBezTo>
                <a:cubicBezTo>
                  <a:pt x="155727" y="68976"/>
                  <a:pt x="155532" y="68716"/>
                  <a:pt x="155168" y="68560"/>
                </a:cubicBezTo>
                <a:cubicBezTo>
                  <a:pt x="155070" y="68518"/>
                  <a:pt x="154981" y="68500"/>
                  <a:pt x="154902" y="68500"/>
                </a:cubicBezTo>
                <a:cubicBezTo>
                  <a:pt x="154308" y="68500"/>
                  <a:pt x="154205" y="69550"/>
                  <a:pt x="154113" y="70043"/>
                </a:cubicBezTo>
                <a:cubicBezTo>
                  <a:pt x="154085" y="70048"/>
                  <a:pt x="154058" y="70050"/>
                  <a:pt x="154031" y="70050"/>
                </a:cubicBezTo>
                <a:cubicBezTo>
                  <a:pt x="153591" y="70050"/>
                  <a:pt x="153258" y="69485"/>
                  <a:pt x="152890" y="69302"/>
                </a:cubicBezTo>
                <a:cubicBezTo>
                  <a:pt x="152655" y="69181"/>
                  <a:pt x="152473" y="69129"/>
                  <a:pt x="152306" y="69129"/>
                </a:cubicBezTo>
                <a:cubicBezTo>
                  <a:pt x="152040" y="69129"/>
                  <a:pt x="151811" y="69263"/>
                  <a:pt x="151459" y="69470"/>
                </a:cubicBezTo>
                <a:cubicBezTo>
                  <a:pt x="151146" y="69658"/>
                  <a:pt x="150942" y="69863"/>
                  <a:pt x="150632" y="69863"/>
                </a:cubicBezTo>
                <a:cubicBezTo>
                  <a:pt x="150555" y="69863"/>
                  <a:pt x="150472" y="69851"/>
                  <a:pt x="150380" y="69822"/>
                </a:cubicBezTo>
                <a:cubicBezTo>
                  <a:pt x="149902" y="69680"/>
                  <a:pt x="149707" y="69080"/>
                  <a:pt x="149160" y="69080"/>
                </a:cubicBezTo>
                <a:cubicBezTo>
                  <a:pt x="149154" y="69080"/>
                  <a:pt x="149149" y="69080"/>
                  <a:pt x="149143" y="69080"/>
                </a:cubicBezTo>
                <a:cubicBezTo>
                  <a:pt x="149106" y="69074"/>
                  <a:pt x="149071" y="69071"/>
                  <a:pt x="149037" y="69071"/>
                </a:cubicBezTo>
                <a:cubicBezTo>
                  <a:pt x="148866" y="69071"/>
                  <a:pt x="148726" y="69150"/>
                  <a:pt x="148596" y="69302"/>
                </a:cubicBezTo>
                <a:cubicBezTo>
                  <a:pt x="148466" y="69510"/>
                  <a:pt x="148376" y="69744"/>
                  <a:pt x="148350" y="69991"/>
                </a:cubicBezTo>
                <a:cubicBezTo>
                  <a:pt x="148278" y="70032"/>
                  <a:pt x="148212" y="70048"/>
                  <a:pt x="148149" y="70048"/>
                </a:cubicBezTo>
                <a:cubicBezTo>
                  <a:pt x="147970" y="70048"/>
                  <a:pt x="147805" y="69922"/>
                  <a:pt x="147555" y="69874"/>
                </a:cubicBezTo>
                <a:cubicBezTo>
                  <a:pt x="147454" y="69859"/>
                  <a:pt x="147354" y="69852"/>
                  <a:pt x="147256" y="69852"/>
                </a:cubicBezTo>
                <a:cubicBezTo>
                  <a:pt x="146850" y="69852"/>
                  <a:pt x="146470" y="69977"/>
                  <a:pt x="146124" y="70187"/>
                </a:cubicBezTo>
                <a:cubicBezTo>
                  <a:pt x="146124" y="69562"/>
                  <a:pt x="146124" y="68976"/>
                  <a:pt x="146112" y="68456"/>
                </a:cubicBezTo>
                <a:cubicBezTo>
                  <a:pt x="146112" y="67206"/>
                  <a:pt x="146150" y="66113"/>
                  <a:pt x="146216" y="65268"/>
                </a:cubicBezTo>
                <a:cubicBezTo>
                  <a:pt x="146436" y="66491"/>
                  <a:pt x="146723" y="67701"/>
                  <a:pt x="147061" y="68885"/>
                </a:cubicBezTo>
                <a:cubicBezTo>
                  <a:pt x="147425" y="67284"/>
                  <a:pt x="147373" y="65723"/>
                  <a:pt x="146970" y="64227"/>
                </a:cubicBezTo>
                <a:lnTo>
                  <a:pt x="146970" y="64227"/>
                </a:lnTo>
                <a:cubicBezTo>
                  <a:pt x="147712" y="65723"/>
                  <a:pt x="148610" y="67154"/>
                  <a:pt x="149651" y="68469"/>
                </a:cubicBezTo>
                <a:cubicBezTo>
                  <a:pt x="149793" y="67012"/>
                  <a:pt x="149443" y="65541"/>
                  <a:pt x="148766" y="64266"/>
                </a:cubicBezTo>
                <a:cubicBezTo>
                  <a:pt x="148518" y="63797"/>
                  <a:pt x="148232" y="63394"/>
                  <a:pt x="147907" y="63043"/>
                </a:cubicBezTo>
                <a:lnTo>
                  <a:pt x="147907" y="63043"/>
                </a:lnTo>
                <a:cubicBezTo>
                  <a:pt x="148792" y="63485"/>
                  <a:pt x="149741" y="63785"/>
                  <a:pt x="150718" y="63915"/>
                </a:cubicBezTo>
                <a:cubicBezTo>
                  <a:pt x="150353" y="63420"/>
                  <a:pt x="149937" y="63017"/>
                  <a:pt x="149455" y="62614"/>
                </a:cubicBezTo>
                <a:cubicBezTo>
                  <a:pt x="149117" y="62314"/>
                  <a:pt x="148752" y="62028"/>
                  <a:pt x="148362" y="61781"/>
                </a:cubicBezTo>
                <a:cubicBezTo>
                  <a:pt x="149287" y="61729"/>
                  <a:pt x="150067" y="61443"/>
                  <a:pt x="150822" y="60883"/>
                </a:cubicBezTo>
                <a:cubicBezTo>
                  <a:pt x="150173" y="60699"/>
                  <a:pt x="149496" y="60608"/>
                  <a:pt x="148819" y="60608"/>
                </a:cubicBezTo>
                <a:cubicBezTo>
                  <a:pt x="148395" y="60608"/>
                  <a:pt x="147971" y="60644"/>
                  <a:pt x="147555" y="60714"/>
                </a:cubicBezTo>
                <a:cubicBezTo>
                  <a:pt x="147699" y="60622"/>
                  <a:pt x="147842" y="60518"/>
                  <a:pt x="147985" y="60414"/>
                </a:cubicBezTo>
                <a:cubicBezTo>
                  <a:pt x="148805" y="59764"/>
                  <a:pt x="149377" y="59035"/>
                  <a:pt x="149989" y="58176"/>
                </a:cubicBezTo>
                <a:lnTo>
                  <a:pt x="149989" y="58176"/>
                </a:lnTo>
                <a:cubicBezTo>
                  <a:pt x="148636" y="58320"/>
                  <a:pt x="147335" y="58944"/>
                  <a:pt x="146358" y="59881"/>
                </a:cubicBezTo>
                <a:cubicBezTo>
                  <a:pt x="146424" y="59581"/>
                  <a:pt x="146488" y="59269"/>
                  <a:pt x="146554" y="58957"/>
                </a:cubicBezTo>
                <a:cubicBezTo>
                  <a:pt x="146762" y="57851"/>
                  <a:pt x="146488" y="56589"/>
                  <a:pt x="145994" y="55574"/>
                </a:cubicBezTo>
                <a:cubicBezTo>
                  <a:pt x="145213" y="56810"/>
                  <a:pt x="144953" y="58320"/>
                  <a:pt x="145019" y="59816"/>
                </a:cubicBezTo>
                <a:cubicBezTo>
                  <a:pt x="144693" y="58592"/>
                  <a:pt x="144082" y="57525"/>
                  <a:pt x="142949" y="56602"/>
                </a:cubicBezTo>
                <a:lnTo>
                  <a:pt x="142949" y="56602"/>
                </a:lnTo>
                <a:cubicBezTo>
                  <a:pt x="142911" y="57981"/>
                  <a:pt x="143392" y="59361"/>
                  <a:pt x="144250" y="60428"/>
                </a:cubicBezTo>
                <a:cubicBezTo>
                  <a:pt x="143408" y="59863"/>
                  <a:pt x="142424" y="59570"/>
                  <a:pt x="141399" y="59570"/>
                </a:cubicBezTo>
                <a:cubicBezTo>
                  <a:pt x="140937" y="59570"/>
                  <a:pt x="140466" y="59630"/>
                  <a:pt x="139996" y="59751"/>
                </a:cubicBezTo>
                <a:cubicBezTo>
                  <a:pt x="141154" y="60492"/>
                  <a:pt x="142455" y="61013"/>
                  <a:pt x="143808" y="61260"/>
                </a:cubicBezTo>
                <a:cubicBezTo>
                  <a:pt x="142208" y="61443"/>
                  <a:pt x="140685" y="62236"/>
                  <a:pt x="139618" y="63433"/>
                </a:cubicBezTo>
                <a:cubicBezTo>
                  <a:pt x="139234" y="63344"/>
                  <a:pt x="138837" y="63298"/>
                  <a:pt x="138440" y="63298"/>
                </a:cubicBezTo>
                <a:cubicBezTo>
                  <a:pt x="138137" y="63298"/>
                  <a:pt x="137835" y="63325"/>
                  <a:pt x="137536" y="63381"/>
                </a:cubicBezTo>
                <a:cubicBezTo>
                  <a:pt x="137640" y="63316"/>
                  <a:pt x="137732" y="63238"/>
                  <a:pt x="137836" y="63160"/>
                </a:cubicBezTo>
                <a:cubicBezTo>
                  <a:pt x="138409" y="62704"/>
                  <a:pt x="138825" y="62184"/>
                  <a:pt x="139254" y="61585"/>
                </a:cubicBezTo>
                <a:lnTo>
                  <a:pt x="139254" y="61585"/>
                </a:lnTo>
                <a:cubicBezTo>
                  <a:pt x="138291" y="61677"/>
                  <a:pt x="137380" y="62119"/>
                  <a:pt x="136691" y="62782"/>
                </a:cubicBezTo>
                <a:cubicBezTo>
                  <a:pt x="136743" y="62574"/>
                  <a:pt x="136782" y="62353"/>
                  <a:pt x="136821" y="62132"/>
                </a:cubicBezTo>
                <a:cubicBezTo>
                  <a:pt x="136977" y="61351"/>
                  <a:pt x="136782" y="60454"/>
                  <a:pt x="136431" y="59738"/>
                </a:cubicBezTo>
                <a:cubicBezTo>
                  <a:pt x="135871" y="60622"/>
                  <a:pt x="135689" y="61677"/>
                  <a:pt x="135741" y="62730"/>
                </a:cubicBezTo>
                <a:cubicBezTo>
                  <a:pt x="135520" y="61871"/>
                  <a:pt x="135077" y="61130"/>
                  <a:pt x="134271" y="60466"/>
                </a:cubicBezTo>
                <a:lnTo>
                  <a:pt x="134271" y="60466"/>
                </a:lnTo>
                <a:cubicBezTo>
                  <a:pt x="134245" y="61443"/>
                  <a:pt x="134583" y="62418"/>
                  <a:pt x="135194" y="63173"/>
                </a:cubicBezTo>
                <a:cubicBezTo>
                  <a:pt x="134609" y="62774"/>
                  <a:pt x="133921" y="62568"/>
                  <a:pt x="133204" y="62568"/>
                </a:cubicBezTo>
                <a:cubicBezTo>
                  <a:pt x="132870" y="62568"/>
                  <a:pt x="132529" y="62613"/>
                  <a:pt x="132189" y="62704"/>
                </a:cubicBezTo>
                <a:cubicBezTo>
                  <a:pt x="133008" y="63225"/>
                  <a:pt x="133932" y="63589"/>
                  <a:pt x="134882" y="63759"/>
                </a:cubicBezTo>
                <a:cubicBezTo>
                  <a:pt x="133659" y="63901"/>
                  <a:pt x="132488" y="64539"/>
                  <a:pt x="131733" y="65515"/>
                </a:cubicBezTo>
                <a:cubicBezTo>
                  <a:pt x="131800" y="65518"/>
                  <a:pt x="131867" y="65519"/>
                  <a:pt x="131933" y="65519"/>
                </a:cubicBezTo>
                <a:cubicBezTo>
                  <a:pt x="132734" y="65519"/>
                  <a:pt x="133509" y="65303"/>
                  <a:pt x="134219" y="64942"/>
                </a:cubicBezTo>
                <a:lnTo>
                  <a:pt x="134219" y="64942"/>
                </a:lnTo>
                <a:cubicBezTo>
                  <a:pt x="133503" y="65658"/>
                  <a:pt x="132982" y="66556"/>
                  <a:pt x="132722" y="67532"/>
                </a:cubicBezTo>
                <a:cubicBezTo>
                  <a:pt x="133164" y="67258"/>
                  <a:pt x="133581" y="66960"/>
                  <a:pt x="133984" y="66634"/>
                </a:cubicBezTo>
                <a:lnTo>
                  <a:pt x="133984" y="66634"/>
                </a:lnTo>
                <a:cubicBezTo>
                  <a:pt x="133672" y="67298"/>
                  <a:pt x="133476" y="68027"/>
                  <a:pt x="133450" y="68768"/>
                </a:cubicBezTo>
                <a:cubicBezTo>
                  <a:pt x="134205" y="68195"/>
                  <a:pt x="134752" y="67532"/>
                  <a:pt x="135156" y="66686"/>
                </a:cubicBezTo>
                <a:cubicBezTo>
                  <a:pt x="135220" y="66556"/>
                  <a:pt x="135286" y="66439"/>
                  <a:pt x="135338" y="66309"/>
                </a:cubicBezTo>
                <a:lnTo>
                  <a:pt x="135338" y="66309"/>
                </a:lnTo>
                <a:cubicBezTo>
                  <a:pt x="135103" y="67142"/>
                  <a:pt x="134921" y="68001"/>
                  <a:pt x="134804" y="68859"/>
                </a:cubicBezTo>
                <a:cubicBezTo>
                  <a:pt x="135402" y="68261"/>
                  <a:pt x="135845" y="67545"/>
                  <a:pt x="136118" y="66790"/>
                </a:cubicBezTo>
                <a:lnTo>
                  <a:pt x="136118" y="66790"/>
                </a:lnTo>
                <a:cubicBezTo>
                  <a:pt x="136105" y="67857"/>
                  <a:pt x="136079" y="68924"/>
                  <a:pt x="136053" y="69913"/>
                </a:cubicBezTo>
                <a:cubicBezTo>
                  <a:pt x="135461" y="69907"/>
                  <a:pt x="134866" y="69904"/>
                  <a:pt x="134271" y="69904"/>
                </a:cubicBezTo>
                <a:cubicBezTo>
                  <a:pt x="133675" y="69904"/>
                  <a:pt x="133080" y="69907"/>
                  <a:pt x="132488" y="69913"/>
                </a:cubicBezTo>
                <a:cubicBezTo>
                  <a:pt x="132475" y="69900"/>
                  <a:pt x="132475" y="69900"/>
                  <a:pt x="132475" y="69887"/>
                </a:cubicBezTo>
                <a:cubicBezTo>
                  <a:pt x="132123" y="69132"/>
                  <a:pt x="131967" y="68377"/>
                  <a:pt x="131746" y="67571"/>
                </a:cubicBezTo>
                <a:cubicBezTo>
                  <a:pt x="131618" y="67164"/>
                  <a:pt x="131521" y="66581"/>
                  <a:pt x="131057" y="66581"/>
                </a:cubicBezTo>
                <a:cubicBezTo>
                  <a:pt x="131002" y="66581"/>
                  <a:pt x="130941" y="66590"/>
                  <a:pt x="130874" y="66608"/>
                </a:cubicBezTo>
                <a:cubicBezTo>
                  <a:pt x="130458" y="66725"/>
                  <a:pt x="130406" y="66972"/>
                  <a:pt x="129925" y="66986"/>
                </a:cubicBezTo>
                <a:cubicBezTo>
                  <a:pt x="129907" y="66987"/>
                  <a:pt x="129889" y="66987"/>
                  <a:pt x="129871" y="66987"/>
                </a:cubicBezTo>
                <a:cubicBezTo>
                  <a:pt x="129719" y="66987"/>
                  <a:pt x="129538" y="66961"/>
                  <a:pt x="129369" y="66961"/>
                </a:cubicBezTo>
                <a:cubicBezTo>
                  <a:pt x="129255" y="66961"/>
                  <a:pt x="129145" y="66973"/>
                  <a:pt x="129052" y="67012"/>
                </a:cubicBezTo>
                <a:cubicBezTo>
                  <a:pt x="128796" y="67127"/>
                  <a:pt x="128780" y="67559"/>
                  <a:pt x="128505" y="67559"/>
                </a:cubicBezTo>
                <a:cubicBezTo>
                  <a:pt x="128501" y="67559"/>
                  <a:pt x="128497" y="67558"/>
                  <a:pt x="128493" y="67558"/>
                </a:cubicBezTo>
                <a:cubicBezTo>
                  <a:pt x="128350" y="67558"/>
                  <a:pt x="128233" y="67337"/>
                  <a:pt x="128103" y="67076"/>
                </a:cubicBezTo>
                <a:cubicBezTo>
                  <a:pt x="128129" y="65931"/>
                  <a:pt x="128168" y="64722"/>
                  <a:pt x="128194" y="63577"/>
                </a:cubicBezTo>
                <a:cubicBezTo>
                  <a:pt x="128207" y="63589"/>
                  <a:pt x="128233" y="63603"/>
                  <a:pt x="128259" y="63603"/>
                </a:cubicBezTo>
                <a:cubicBezTo>
                  <a:pt x="128272" y="63607"/>
                  <a:pt x="128285" y="63608"/>
                  <a:pt x="128298" y="63608"/>
                </a:cubicBezTo>
                <a:cubicBezTo>
                  <a:pt x="128324" y="63608"/>
                  <a:pt x="128350" y="63603"/>
                  <a:pt x="128376" y="63603"/>
                </a:cubicBezTo>
                <a:cubicBezTo>
                  <a:pt x="128402" y="63603"/>
                  <a:pt x="128434" y="63608"/>
                  <a:pt x="128464" y="63608"/>
                </a:cubicBezTo>
                <a:cubicBezTo>
                  <a:pt x="128479" y="63608"/>
                  <a:pt x="128493" y="63607"/>
                  <a:pt x="128506" y="63603"/>
                </a:cubicBezTo>
                <a:cubicBezTo>
                  <a:pt x="128532" y="63589"/>
                  <a:pt x="128545" y="63563"/>
                  <a:pt x="128571" y="63551"/>
                </a:cubicBezTo>
                <a:cubicBezTo>
                  <a:pt x="128579" y="63548"/>
                  <a:pt x="128586" y="63547"/>
                  <a:pt x="128592" y="63547"/>
                </a:cubicBezTo>
                <a:cubicBezTo>
                  <a:pt x="128616" y="63547"/>
                  <a:pt x="128629" y="63566"/>
                  <a:pt x="128650" y="63577"/>
                </a:cubicBezTo>
                <a:cubicBezTo>
                  <a:pt x="128702" y="63615"/>
                  <a:pt x="128754" y="63655"/>
                  <a:pt x="128806" y="63667"/>
                </a:cubicBezTo>
                <a:cubicBezTo>
                  <a:pt x="128884" y="63667"/>
                  <a:pt x="128922" y="63667"/>
                  <a:pt x="128936" y="63589"/>
                </a:cubicBezTo>
                <a:cubicBezTo>
                  <a:pt x="128936" y="63537"/>
                  <a:pt x="128922" y="63472"/>
                  <a:pt x="128936" y="63420"/>
                </a:cubicBezTo>
                <a:cubicBezTo>
                  <a:pt x="128936" y="63329"/>
                  <a:pt x="128910" y="63251"/>
                  <a:pt x="128870" y="63173"/>
                </a:cubicBezTo>
                <a:cubicBezTo>
                  <a:pt x="128844" y="63134"/>
                  <a:pt x="128832" y="63095"/>
                  <a:pt x="128780" y="63069"/>
                </a:cubicBezTo>
                <a:cubicBezTo>
                  <a:pt x="128766" y="63069"/>
                  <a:pt x="128754" y="63069"/>
                  <a:pt x="128728" y="63056"/>
                </a:cubicBezTo>
                <a:cubicBezTo>
                  <a:pt x="128702" y="63056"/>
                  <a:pt x="128676" y="63030"/>
                  <a:pt x="128650" y="63004"/>
                </a:cubicBezTo>
                <a:cubicBezTo>
                  <a:pt x="128598" y="62964"/>
                  <a:pt x="128532" y="62952"/>
                  <a:pt x="128480" y="62912"/>
                </a:cubicBezTo>
                <a:cubicBezTo>
                  <a:pt x="128428" y="62860"/>
                  <a:pt x="128389" y="62822"/>
                  <a:pt x="128324" y="62770"/>
                </a:cubicBezTo>
                <a:cubicBezTo>
                  <a:pt x="128285" y="62756"/>
                  <a:pt x="128246" y="62730"/>
                  <a:pt x="128207" y="62704"/>
                </a:cubicBezTo>
                <a:cubicBezTo>
                  <a:pt x="128220" y="62470"/>
                  <a:pt x="128220" y="62249"/>
                  <a:pt x="128220" y="62028"/>
                </a:cubicBezTo>
                <a:cubicBezTo>
                  <a:pt x="128246" y="62028"/>
                  <a:pt x="128272" y="62015"/>
                  <a:pt x="128285" y="62002"/>
                </a:cubicBezTo>
                <a:cubicBezTo>
                  <a:pt x="128303" y="61997"/>
                  <a:pt x="128321" y="61996"/>
                  <a:pt x="128341" y="61996"/>
                </a:cubicBezTo>
                <a:cubicBezTo>
                  <a:pt x="128380" y="61996"/>
                  <a:pt x="128424" y="62002"/>
                  <a:pt x="128467" y="62002"/>
                </a:cubicBezTo>
                <a:cubicBezTo>
                  <a:pt x="128519" y="62002"/>
                  <a:pt x="128584" y="62002"/>
                  <a:pt x="128598" y="61924"/>
                </a:cubicBezTo>
                <a:cubicBezTo>
                  <a:pt x="128598" y="61898"/>
                  <a:pt x="128584" y="61898"/>
                  <a:pt x="128558" y="61871"/>
                </a:cubicBezTo>
                <a:cubicBezTo>
                  <a:pt x="128480" y="61807"/>
                  <a:pt x="128428" y="61741"/>
                  <a:pt x="128324" y="61741"/>
                </a:cubicBezTo>
                <a:cubicBezTo>
                  <a:pt x="128311" y="61746"/>
                  <a:pt x="128299" y="61747"/>
                  <a:pt x="128289" y="61747"/>
                </a:cubicBezTo>
                <a:cubicBezTo>
                  <a:pt x="128268" y="61747"/>
                  <a:pt x="128251" y="61741"/>
                  <a:pt x="128233" y="61741"/>
                </a:cubicBezTo>
                <a:cubicBezTo>
                  <a:pt x="128246" y="61325"/>
                  <a:pt x="128246" y="60935"/>
                  <a:pt x="128259" y="60584"/>
                </a:cubicBezTo>
                <a:cubicBezTo>
                  <a:pt x="128285" y="60584"/>
                  <a:pt x="128298" y="60570"/>
                  <a:pt x="128324" y="60570"/>
                </a:cubicBezTo>
                <a:cubicBezTo>
                  <a:pt x="128363" y="60558"/>
                  <a:pt x="128402" y="60558"/>
                  <a:pt x="128441" y="60544"/>
                </a:cubicBezTo>
                <a:cubicBezTo>
                  <a:pt x="128502" y="60544"/>
                  <a:pt x="128563" y="60550"/>
                  <a:pt x="128620" y="60550"/>
                </a:cubicBezTo>
                <a:cubicBezTo>
                  <a:pt x="128648" y="60550"/>
                  <a:pt x="128676" y="60549"/>
                  <a:pt x="128702" y="60544"/>
                </a:cubicBezTo>
                <a:cubicBezTo>
                  <a:pt x="128780" y="60544"/>
                  <a:pt x="128858" y="60506"/>
                  <a:pt x="128936" y="60480"/>
                </a:cubicBezTo>
                <a:cubicBezTo>
                  <a:pt x="129014" y="60454"/>
                  <a:pt x="129118" y="60454"/>
                  <a:pt x="129209" y="60428"/>
                </a:cubicBezTo>
                <a:cubicBezTo>
                  <a:pt x="129237" y="60418"/>
                  <a:pt x="129251" y="60409"/>
                  <a:pt x="129271" y="60409"/>
                </a:cubicBezTo>
                <a:cubicBezTo>
                  <a:pt x="129279" y="60409"/>
                  <a:pt x="129289" y="60411"/>
                  <a:pt x="129300" y="60414"/>
                </a:cubicBezTo>
                <a:cubicBezTo>
                  <a:pt x="129326" y="60428"/>
                  <a:pt x="129352" y="60428"/>
                  <a:pt x="129378" y="60428"/>
                </a:cubicBezTo>
                <a:cubicBezTo>
                  <a:pt x="129430" y="60428"/>
                  <a:pt x="129443" y="60428"/>
                  <a:pt x="129482" y="60388"/>
                </a:cubicBezTo>
                <a:cubicBezTo>
                  <a:pt x="129521" y="60350"/>
                  <a:pt x="129560" y="60350"/>
                  <a:pt x="129625" y="60350"/>
                </a:cubicBezTo>
                <a:cubicBezTo>
                  <a:pt x="129664" y="60362"/>
                  <a:pt x="129691" y="60376"/>
                  <a:pt x="129729" y="60388"/>
                </a:cubicBezTo>
                <a:cubicBezTo>
                  <a:pt x="129755" y="60414"/>
                  <a:pt x="129781" y="60454"/>
                  <a:pt x="129821" y="60466"/>
                </a:cubicBezTo>
                <a:cubicBezTo>
                  <a:pt x="129829" y="60466"/>
                  <a:pt x="129838" y="60461"/>
                  <a:pt x="129850" y="60461"/>
                </a:cubicBezTo>
                <a:cubicBezTo>
                  <a:pt x="129857" y="60461"/>
                  <a:pt x="129864" y="60462"/>
                  <a:pt x="129873" y="60466"/>
                </a:cubicBezTo>
                <a:cubicBezTo>
                  <a:pt x="129885" y="60466"/>
                  <a:pt x="129911" y="60480"/>
                  <a:pt x="129925" y="60492"/>
                </a:cubicBezTo>
                <a:cubicBezTo>
                  <a:pt x="129989" y="60532"/>
                  <a:pt x="130029" y="60610"/>
                  <a:pt x="130093" y="60636"/>
                </a:cubicBezTo>
                <a:cubicBezTo>
                  <a:pt x="130111" y="60640"/>
                  <a:pt x="130131" y="60641"/>
                  <a:pt x="130152" y="60641"/>
                </a:cubicBezTo>
                <a:cubicBezTo>
                  <a:pt x="130195" y="60641"/>
                  <a:pt x="130241" y="60636"/>
                  <a:pt x="130276" y="60636"/>
                </a:cubicBezTo>
                <a:cubicBezTo>
                  <a:pt x="130341" y="60636"/>
                  <a:pt x="130393" y="60622"/>
                  <a:pt x="130471" y="60596"/>
                </a:cubicBezTo>
                <a:cubicBezTo>
                  <a:pt x="130523" y="60584"/>
                  <a:pt x="130549" y="60532"/>
                  <a:pt x="130601" y="60518"/>
                </a:cubicBezTo>
                <a:cubicBezTo>
                  <a:pt x="130640" y="60492"/>
                  <a:pt x="130679" y="60506"/>
                  <a:pt x="130718" y="60492"/>
                </a:cubicBezTo>
                <a:cubicBezTo>
                  <a:pt x="130731" y="60492"/>
                  <a:pt x="130731" y="60480"/>
                  <a:pt x="130758" y="60466"/>
                </a:cubicBezTo>
                <a:cubicBezTo>
                  <a:pt x="130810" y="60428"/>
                  <a:pt x="130810" y="60388"/>
                  <a:pt x="130848" y="60336"/>
                </a:cubicBezTo>
                <a:cubicBezTo>
                  <a:pt x="130888" y="60272"/>
                  <a:pt x="130978" y="60246"/>
                  <a:pt x="131004" y="60167"/>
                </a:cubicBezTo>
                <a:cubicBezTo>
                  <a:pt x="131030" y="60115"/>
                  <a:pt x="131044" y="60050"/>
                  <a:pt x="131044" y="59998"/>
                </a:cubicBezTo>
                <a:cubicBezTo>
                  <a:pt x="131044" y="59959"/>
                  <a:pt x="131056" y="59881"/>
                  <a:pt x="131030" y="59855"/>
                </a:cubicBezTo>
                <a:cubicBezTo>
                  <a:pt x="131004" y="59829"/>
                  <a:pt x="130966" y="59816"/>
                  <a:pt x="130952" y="59803"/>
                </a:cubicBezTo>
                <a:cubicBezTo>
                  <a:pt x="130874" y="59751"/>
                  <a:pt x="130784" y="59673"/>
                  <a:pt x="130692" y="59673"/>
                </a:cubicBezTo>
                <a:cubicBezTo>
                  <a:pt x="130640" y="59673"/>
                  <a:pt x="130601" y="59712"/>
                  <a:pt x="130549" y="59725"/>
                </a:cubicBezTo>
                <a:cubicBezTo>
                  <a:pt x="130510" y="59751"/>
                  <a:pt x="130484" y="59738"/>
                  <a:pt x="130445" y="59751"/>
                </a:cubicBezTo>
                <a:cubicBezTo>
                  <a:pt x="130393" y="59751"/>
                  <a:pt x="130367" y="59777"/>
                  <a:pt x="130315" y="59803"/>
                </a:cubicBezTo>
                <a:cubicBezTo>
                  <a:pt x="130263" y="59829"/>
                  <a:pt x="130197" y="59816"/>
                  <a:pt x="130145" y="59855"/>
                </a:cubicBezTo>
                <a:cubicBezTo>
                  <a:pt x="130107" y="59881"/>
                  <a:pt x="130067" y="59907"/>
                  <a:pt x="130015" y="59920"/>
                </a:cubicBezTo>
                <a:cubicBezTo>
                  <a:pt x="130002" y="59924"/>
                  <a:pt x="129990" y="59926"/>
                  <a:pt x="129977" y="59926"/>
                </a:cubicBezTo>
                <a:cubicBezTo>
                  <a:pt x="129951" y="59926"/>
                  <a:pt x="129924" y="59920"/>
                  <a:pt x="129899" y="59920"/>
                </a:cubicBezTo>
                <a:cubicBezTo>
                  <a:pt x="129833" y="59933"/>
                  <a:pt x="129781" y="59933"/>
                  <a:pt x="129729" y="59946"/>
                </a:cubicBezTo>
                <a:cubicBezTo>
                  <a:pt x="129691" y="59946"/>
                  <a:pt x="129593" y="59982"/>
                  <a:pt x="129527" y="59982"/>
                </a:cubicBezTo>
                <a:cubicBezTo>
                  <a:pt x="129483" y="59982"/>
                  <a:pt x="129453" y="59965"/>
                  <a:pt x="129469" y="59907"/>
                </a:cubicBezTo>
                <a:cubicBezTo>
                  <a:pt x="129469" y="59868"/>
                  <a:pt x="129508" y="59855"/>
                  <a:pt x="129534" y="59842"/>
                </a:cubicBezTo>
                <a:cubicBezTo>
                  <a:pt x="129560" y="59816"/>
                  <a:pt x="129573" y="59790"/>
                  <a:pt x="129599" y="59764"/>
                </a:cubicBezTo>
                <a:cubicBezTo>
                  <a:pt x="129612" y="59751"/>
                  <a:pt x="129625" y="59751"/>
                  <a:pt x="129638" y="59738"/>
                </a:cubicBezTo>
                <a:cubicBezTo>
                  <a:pt x="129651" y="59738"/>
                  <a:pt x="129638" y="59725"/>
                  <a:pt x="129651" y="59712"/>
                </a:cubicBezTo>
                <a:cubicBezTo>
                  <a:pt x="129664" y="59673"/>
                  <a:pt x="129677" y="59659"/>
                  <a:pt x="129717" y="59647"/>
                </a:cubicBezTo>
                <a:cubicBezTo>
                  <a:pt x="129769" y="59647"/>
                  <a:pt x="129807" y="59633"/>
                  <a:pt x="129847" y="59607"/>
                </a:cubicBezTo>
                <a:cubicBezTo>
                  <a:pt x="129859" y="59595"/>
                  <a:pt x="129859" y="59569"/>
                  <a:pt x="129873" y="59569"/>
                </a:cubicBezTo>
                <a:cubicBezTo>
                  <a:pt x="129911" y="59529"/>
                  <a:pt x="129937" y="59529"/>
                  <a:pt x="129977" y="59517"/>
                </a:cubicBezTo>
                <a:cubicBezTo>
                  <a:pt x="130015" y="59503"/>
                  <a:pt x="130041" y="59477"/>
                  <a:pt x="130055" y="59451"/>
                </a:cubicBezTo>
                <a:lnTo>
                  <a:pt x="130055" y="59413"/>
                </a:lnTo>
                <a:cubicBezTo>
                  <a:pt x="130067" y="59399"/>
                  <a:pt x="130093" y="59399"/>
                  <a:pt x="130107" y="59399"/>
                </a:cubicBezTo>
                <a:cubicBezTo>
                  <a:pt x="130159" y="59373"/>
                  <a:pt x="130197" y="59335"/>
                  <a:pt x="130250" y="59321"/>
                </a:cubicBezTo>
                <a:cubicBezTo>
                  <a:pt x="130302" y="59309"/>
                  <a:pt x="130341" y="59295"/>
                  <a:pt x="130380" y="59257"/>
                </a:cubicBezTo>
                <a:cubicBezTo>
                  <a:pt x="130406" y="59231"/>
                  <a:pt x="130393" y="59191"/>
                  <a:pt x="130380" y="59153"/>
                </a:cubicBezTo>
                <a:cubicBezTo>
                  <a:pt x="130367" y="59126"/>
                  <a:pt x="130341" y="59113"/>
                  <a:pt x="130302" y="59100"/>
                </a:cubicBezTo>
                <a:cubicBezTo>
                  <a:pt x="130263" y="59074"/>
                  <a:pt x="130223" y="59048"/>
                  <a:pt x="130185" y="59009"/>
                </a:cubicBezTo>
                <a:cubicBezTo>
                  <a:pt x="130119" y="58957"/>
                  <a:pt x="130067" y="58905"/>
                  <a:pt x="129989" y="58892"/>
                </a:cubicBezTo>
                <a:cubicBezTo>
                  <a:pt x="129911" y="58879"/>
                  <a:pt x="129847" y="58866"/>
                  <a:pt x="129769" y="58853"/>
                </a:cubicBezTo>
                <a:cubicBezTo>
                  <a:pt x="129717" y="58840"/>
                  <a:pt x="129651" y="58840"/>
                  <a:pt x="129586" y="58840"/>
                </a:cubicBezTo>
                <a:cubicBezTo>
                  <a:pt x="129573" y="58840"/>
                  <a:pt x="129547" y="58840"/>
                  <a:pt x="129521" y="58827"/>
                </a:cubicBezTo>
                <a:cubicBezTo>
                  <a:pt x="129495" y="58827"/>
                  <a:pt x="129469" y="58788"/>
                  <a:pt x="129443" y="58762"/>
                </a:cubicBezTo>
                <a:cubicBezTo>
                  <a:pt x="129378" y="58710"/>
                  <a:pt x="129313" y="58723"/>
                  <a:pt x="129235" y="58710"/>
                </a:cubicBezTo>
                <a:cubicBezTo>
                  <a:pt x="129157" y="58684"/>
                  <a:pt x="129092" y="58671"/>
                  <a:pt x="129014" y="58658"/>
                </a:cubicBezTo>
                <a:cubicBezTo>
                  <a:pt x="128974" y="58645"/>
                  <a:pt x="128948" y="58645"/>
                  <a:pt x="128910" y="58645"/>
                </a:cubicBezTo>
                <a:cubicBezTo>
                  <a:pt x="128896" y="58645"/>
                  <a:pt x="128870" y="58645"/>
                  <a:pt x="128858" y="58632"/>
                </a:cubicBezTo>
                <a:cubicBezTo>
                  <a:pt x="128832" y="58618"/>
                  <a:pt x="128844" y="58606"/>
                  <a:pt x="128832" y="58592"/>
                </a:cubicBezTo>
                <a:cubicBezTo>
                  <a:pt x="128792" y="58566"/>
                  <a:pt x="128818" y="58580"/>
                  <a:pt x="128792" y="58566"/>
                </a:cubicBezTo>
                <a:cubicBezTo>
                  <a:pt x="128782" y="58564"/>
                  <a:pt x="128770" y="58563"/>
                  <a:pt x="128759" y="58563"/>
                </a:cubicBezTo>
                <a:cubicBezTo>
                  <a:pt x="128726" y="58563"/>
                  <a:pt x="128692" y="58570"/>
                  <a:pt x="128659" y="58570"/>
                </a:cubicBezTo>
                <a:cubicBezTo>
                  <a:pt x="128647" y="58570"/>
                  <a:pt x="128635" y="58569"/>
                  <a:pt x="128624" y="58566"/>
                </a:cubicBezTo>
                <a:cubicBezTo>
                  <a:pt x="128545" y="58554"/>
                  <a:pt x="128636" y="58436"/>
                  <a:pt x="128676" y="58410"/>
                </a:cubicBezTo>
                <a:cubicBezTo>
                  <a:pt x="128714" y="58372"/>
                  <a:pt x="128714" y="58372"/>
                  <a:pt x="128728" y="58332"/>
                </a:cubicBezTo>
                <a:cubicBezTo>
                  <a:pt x="128740" y="58306"/>
                  <a:pt x="128754" y="58306"/>
                  <a:pt x="128780" y="58294"/>
                </a:cubicBezTo>
                <a:lnTo>
                  <a:pt x="128910" y="58294"/>
                </a:lnTo>
                <a:cubicBezTo>
                  <a:pt x="128936" y="58306"/>
                  <a:pt x="128962" y="58332"/>
                  <a:pt x="129000" y="58358"/>
                </a:cubicBezTo>
                <a:cubicBezTo>
                  <a:pt x="129028" y="58368"/>
                  <a:pt x="129056" y="58377"/>
                  <a:pt x="129088" y="58377"/>
                </a:cubicBezTo>
                <a:cubicBezTo>
                  <a:pt x="129101" y="58377"/>
                  <a:pt x="129115" y="58375"/>
                  <a:pt x="129130" y="58372"/>
                </a:cubicBezTo>
                <a:cubicBezTo>
                  <a:pt x="129170" y="58346"/>
                  <a:pt x="129170" y="58332"/>
                  <a:pt x="129183" y="58294"/>
                </a:cubicBezTo>
                <a:cubicBezTo>
                  <a:pt x="129183" y="58272"/>
                  <a:pt x="129192" y="58251"/>
                  <a:pt x="129216" y="58251"/>
                </a:cubicBezTo>
                <a:cubicBezTo>
                  <a:pt x="129222" y="58251"/>
                  <a:pt x="129228" y="58252"/>
                  <a:pt x="129235" y="58254"/>
                </a:cubicBezTo>
                <a:cubicBezTo>
                  <a:pt x="129274" y="58254"/>
                  <a:pt x="129300" y="58268"/>
                  <a:pt x="129326" y="58268"/>
                </a:cubicBezTo>
                <a:cubicBezTo>
                  <a:pt x="129404" y="58254"/>
                  <a:pt x="129404" y="58202"/>
                  <a:pt x="129391" y="58138"/>
                </a:cubicBezTo>
                <a:cubicBezTo>
                  <a:pt x="129391" y="58072"/>
                  <a:pt x="129352" y="58007"/>
                  <a:pt x="129404" y="57942"/>
                </a:cubicBezTo>
                <a:cubicBezTo>
                  <a:pt x="129430" y="57916"/>
                  <a:pt x="129508" y="57903"/>
                  <a:pt x="129547" y="57903"/>
                </a:cubicBezTo>
                <a:lnTo>
                  <a:pt x="129625" y="57942"/>
                </a:lnTo>
                <a:cubicBezTo>
                  <a:pt x="129677" y="57968"/>
                  <a:pt x="129677" y="57968"/>
                  <a:pt x="129703" y="58007"/>
                </a:cubicBezTo>
                <a:cubicBezTo>
                  <a:pt x="129729" y="58060"/>
                  <a:pt x="129755" y="58098"/>
                  <a:pt x="129781" y="58138"/>
                </a:cubicBezTo>
                <a:cubicBezTo>
                  <a:pt x="129807" y="58176"/>
                  <a:pt x="129821" y="58216"/>
                  <a:pt x="129847" y="58242"/>
                </a:cubicBezTo>
                <a:cubicBezTo>
                  <a:pt x="129866" y="58254"/>
                  <a:pt x="129878" y="58258"/>
                  <a:pt x="129890" y="58258"/>
                </a:cubicBezTo>
                <a:cubicBezTo>
                  <a:pt x="129901" y="58258"/>
                  <a:pt x="129911" y="58254"/>
                  <a:pt x="129925" y="58254"/>
                </a:cubicBezTo>
                <a:cubicBezTo>
                  <a:pt x="129935" y="58251"/>
                  <a:pt x="129945" y="58249"/>
                  <a:pt x="129955" y="58249"/>
                </a:cubicBezTo>
                <a:cubicBezTo>
                  <a:pt x="129983" y="58249"/>
                  <a:pt x="130010" y="58261"/>
                  <a:pt x="130029" y="58280"/>
                </a:cubicBezTo>
                <a:cubicBezTo>
                  <a:pt x="130081" y="58306"/>
                  <a:pt x="130107" y="58346"/>
                  <a:pt x="130145" y="58384"/>
                </a:cubicBezTo>
                <a:cubicBezTo>
                  <a:pt x="130171" y="58410"/>
                  <a:pt x="130197" y="58436"/>
                  <a:pt x="130237" y="58462"/>
                </a:cubicBezTo>
                <a:cubicBezTo>
                  <a:pt x="130263" y="58488"/>
                  <a:pt x="130289" y="58528"/>
                  <a:pt x="130328" y="58554"/>
                </a:cubicBezTo>
                <a:cubicBezTo>
                  <a:pt x="130354" y="58580"/>
                  <a:pt x="130380" y="58580"/>
                  <a:pt x="130419" y="58606"/>
                </a:cubicBezTo>
                <a:cubicBezTo>
                  <a:pt x="130432" y="58618"/>
                  <a:pt x="130445" y="58658"/>
                  <a:pt x="130471" y="58671"/>
                </a:cubicBezTo>
                <a:lnTo>
                  <a:pt x="130523" y="58671"/>
                </a:lnTo>
                <a:cubicBezTo>
                  <a:pt x="130562" y="58684"/>
                  <a:pt x="130588" y="58710"/>
                  <a:pt x="130627" y="58723"/>
                </a:cubicBezTo>
                <a:cubicBezTo>
                  <a:pt x="130692" y="58762"/>
                  <a:pt x="130770" y="58788"/>
                  <a:pt x="130848" y="58814"/>
                </a:cubicBezTo>
                <a:cubicBezTo>
                  <a:pt x="130926" y="58853"/>
                  <a:pt x="131004" y="58892"/>
                  <a:pt x="131096" y="58905"/>
                </a:cubicBezTo>
                <a:cubicBezTo>
                  <a:pt x="131116" y="58908"/>
                  <a:pt x="131137" y="58910"/>
                  <a:pt x="131159" y="58910"/>
                </a:cubicBezTo>
                <a:cubicBezTo>
                  <a:pt x="131224" y="58910"/>
                  <a:pt x="131294" y="58895"/>
                  <a:pt x="131343" y="58866"/>
                </a:cubicBezTo>
                <a:cubicBezTo>
                  <a:pt x="131395" y="58853"/>
                  <a:pt x="131421" y="58788"/>
                  <a:pt x="131473" y="58762"/>
                </a:cubicBezTo>
                <a:cubicBezTo>
                  <a:pt x="131480" y="58760"/>
                  <a:pt x="131488" y="58759"/>
                  <a:pt x="131495" y="58759"/>
                </a:cubicBezTo>
                <a:cubicBezTo>
                  <a:pt x="131540" y="58759"/>
                  <a:pt x="131584" y="58790"/>
                  <a:pt x="131629" y="58801"/>
                </a:cubicBezTo>
                <a:cubicBezTo>
                  <a:pt x="131637" y="58802"/>
                  <a:pt x="131645" y="58803"/>
                  <a:pt x="131652" y="58803"/>
                </a:cubicBezTo>
                <a:cubicBezTo>
                  <a:pt x="131707" y="58803"/>
                  <a:pt x="131708" y="58756"/>
                  <a:pt x="131720" y="58710"/>
                </a:cubicBezTo>
                <a:cubicBezTo>
                  <a:pt x="131720" y="58671"/>
                  <a:pt x="131733" y="58632"/>
                  <a:pt x="131733" y="58580"/>
                </a:cubicBezTo>
                <a:lnTo>
                  <a:pt x="131733" y="58488"/>
                </a:lnTo>
                <a:cubicBezTo>
                  <a:pt x="131733" y="58450"/>
                  <a:pt x="131733" y="58398"/>
                  <a:pt x="131720" y="58358"/>
                </a:cubicBezTo>
                <a:cubicBezTo>
                  <a:pt x="131707" y="58320"/>
                  <a:pt x="131707" y="58306"/>
                  <a:pt x="131694" y="58268"/>
                </a:cubicBezTo>
                <a:cubicBezTo>
                  <a:pt x="131694" y="58164"/>
                  <a:pt x="131668" y="58020"/>
                  <a:pt x="131590" y="57955"/>
                </a:cubicBezTo>
                <a:cubicBezTo>
                  <a:pt x="131564" y="57916"/>
                  <a:pt x="131525" y="57903"/>
                  <a:pt x="131486" y="57890"/>
                </a:cubicBezTo>
                <a:cubicBezTo>
                  <a:pt x="131434" y="57851"/>
                  <a:pt x="131395" y="57786"/>
                  <a:pt x="131369" y="57734"/>
                </a:cubicBezTo>
                <a:cubicBezTo>
                  <a:pt x="131290" y="57617"/>
                  <a:pt x="131278" y="57473"/>
                  <a:pt x="131134" y="57409"/>
                </a:cubicBezTo>
                <a:cubicBezTo>
                  <a:pt x="131070" y="57383"/>
                  <a:pt x="131030" y="57383"/>
                  <a:pt x="131044" y="57291"/>
                </a:cubicBezTo>
                <a:cubicBezTo>
                  <a:pt x="131044" y="57227"/>
                  <a:pt x="131070" y="57149"/>
                  <a:pt x="131096" y="57083"/>
                </a:cubicBezTo>
                <a:cubicBezTo>
                  <a:pt x="131108" y="57045"/>
                  <a:pt x="131122" y="57045"/>
                  <a:pt x="131148" y="57019"/>
                </a:cubicBezTo>
                <a:cubicBezTo>
                  <a:pt x="131186" y="56979"/>
                  <a:pt x="131148" y="56901"/>
                  <a:pt x="131148" y="56862"/>
                </a:cubicBezTo>
                <a:cubicBezTo>
                  <a:pt x="131134" y="56823"/>
                  <a:pt x="131134" y="56810"/>
                  <a:pt x="131096" y="56797"/>
                </a:cubicBezTo>
                <a:cubicBezTo>
                  <a:pt x="131030" y="56745"/>
                  <a:pt x="131004" y="56667"/>
                  <a:pt x="130952" y="56602"/>
                </a:cubicBezTo>
                <a:cubicBezTo>
                  <a:pt x="130926" y="56576"/>
                  <a:pt x="130914" y="56550"/>
                  <a:pt x="130900" y="56524"/>
                </a:cubicBezTo>
                <a:cubicBezTo>
                  <a:pt x="130874" y="56498"/>
                  <a:pt x="130874" y="56472"/>
                  <a:pt x="130862" y="56446"/>
                </a:cubicBezTo>
                <a:cubicBezTo>
                  <a:pt x="130836" y="56394"/>
                  <a:pt x="130784" y="56394"/>
                  <a:pt x="130744" y="56368"/>
                </a:cubicBezTo>
                <a:cubicBezTo>
                  <a:pt x="130705" y="56342"/>
                  <a:pt x="130679" y="56290"/>
                  <a:pt x="130679" y="56250"/>
                </a:cubicBezTo>
                <a:cubicBezTo>
                  <a:pt x="130679" y="56238"/>
                  <a:pt x="130705" y="56212"/>
                  <a:pt x="130718" y="56186"/>
                </a:cubicBezTo>
                <a:cubicBezTo>
                  <a:pt x="130731" y="56108"/>
                  <a:pt x="130614" y="56082"/>
                  <a:pt x="130588" y="56016"/>
                </a:cubicBezTo>
                <a:cubicBezTo>
                  <a:pt x="130575" y="55978"/>
                  <a:pt x="130575" y="55912"/>
                  <a:pt x="130575" y="55873"/>
                </a:cubicBezTo>
                <a:cubicBezTo>
                  <a:pt x="130575" y="55834"/>
                  <a:pt x="130588" y="55795"/>
                  <a:pt x="130575" y="55769"/>
                </a:cubicBezTo>
                <a:cubicBezTo>
                  <a:pt x="130569" y="55746"/>
                  <a:pt x="130558" y="55738"/>
                  <a:pt x="130544" y="55738"/>
                </a:cubicBezTo>
                <a:cubicBezTo>
                  <a:pt x="130527" y="55738"/>
                  <a:pt x="130505" y="55749"/>
                  <a:pt x="130484" y="55756"/>
                </a:cubicBezTo>
                <a:cubicBezTo>
                  <a:pt x="130419" y="55795"/>
                  <a:pt x="130354" y="55821"/>
                  <a:pt x="130289" y="55834"/>
                </a:cubicBezTo>
                <a:cubicBezTo>
                  <a:pt x="130263" y="55841"/>
                  <a:pt x="130247" y="55844"/>
                  <a:pt x="130232" y="55844"/>
                </a:cubicBezTo>
                <a:cubicBezTo>
                  <a:pt x="130217" y="55844"/>
                  <a:pt x="130204" y="55841"/>
                  <a:pt x="130185" y="55834"/>
                </a:cubicBezTo>
                <a:cubicBezTo>
                  <a:pt x="130178" y="55832"/>
                  <a:pt x="130171" y="55832"/>
                  <a:pt x="130165" y="55832"/>
                </a:cubicBezTo>
                <a:cubicBezTo>
                  <a:pt x="130123" y="55832"/>
                  <a:pt x="130090" y="55863"/>
                  <a:pt x="130067" y="55886"/>
                </a:cubicBezTo>
                <a:cubicBezTo>
                  <a:pt x="130038" y="55925"/>
                  <a:pt x="129877" y="56075"/>
                  <a:pt x="129787" y="56075"/>
                </a:cubicBezTo>
                <a:cubicBezTo>
                  <a:pt x="129757" y="56075"/>
                  <a:pt x="129736" y="56058"/>
                  <a:pt x="129729" y="56016"/>
                </a:cubicBezTo>
                <a:lnTo>
                  <a:pt x="129729" y="55926"/>
                </a:lnTo>
                <a:cubicBezTo>
                  <a:pt x="129743" y="55886"/>
                  <a:pt x="129833" y="55886"/>
                  <a:pt x="129859" y="55873"/>
                </a:cubicBezTo>
                <a:cubicBezTo>
                  <a:pt x="129885" y="55860"/>
                  <a:pt x="129925" y="55834"/>
                  <a:pt x="129925" y="55808"/>
                </a:cubicBezTo>
                <a:cubicBezTo>
                  <a:pt x="129937" y="55769"/>
                  <a:pt x="129925" y="55730"/>
                  <a:pt x="129925" y="55704"/>
                </a:cubicBezTo>
                <a:cubicBezTo>
                  <a:pt x="129937" y="55665"/>
                  <a:pt x="129977" y="55652"/>
                  <a:pt x="130003" y="55626"/>
                </a:cubicBezTo>
                <a:cubicBezTo>
                  <a:pt x="130015" y="55613"/>
                  <a:pt x="130041" y="55574"/>
                  <a:pt x="130055" y="55548"/>
                </a:cubicBezTo>
                <a:cubicBezTo>
                  <a:pt x="130093" y="55483"/>
                  <a:pt x="130119" y="55418"/>
                  <a:pt x="130145" y="55353"/>
                </a:cubicBezTo>
                <a:cubicBezTo>
                  <a:pt x="130171" y="55327"/>
                  <a:pt x="130197" y="55301"/>
                  <a:pt x="130197" y="55261"/>
                </a:cubicBezTo>
                <a:cubicBezTo>
                  <a:pt x="130203" y="55215"/>
                  <a:pt x="130184" y="55203"/>
                  <a:pt x="130155" y="55203"/>
                </a:cubicBezTo>
                <a:cubicBezTo>
                  <a:pt x="130120" y="55203"/>
                  <a:pt x="130070" y="55223"/>
                  <a:pt x="130041" y="55223"/>
                </a:cubicBezTo>
                <a:cubicBezTo>
                  <a:pt x="130027" y="55226"/>
                  <a:pt x="130016" y="55228"/>
                  <a:pt x="130007" y="55228"/>
                </a:cubicBezTo>
                <a:cubicBezTo>
                  <a:pt x="129981" y="55228"/>
                  <a:pt x="129966" y="55216"/>
                  <a:pt x="129937" y="55197"/>
                </a:cubicBezTo>
                <a:cubicBezTo>
                  <a:pt x="129925" y="55171"/>
                  <a:pt x="129899" y="55183"/>
                  <a:pt x="129885" y="55171"/>
                </a:cubicBezTo>
                <a:lnTo>
                  <a:pt x="129859" y="55145"/>
                </a:lnTo>
                <a:cubicBezTo>
                  <a:pt x="129847" y="55145"/>
                  <a:pt x="129833" y="55145"/>
                  <a:pt x="129821" y="55131"/>
                </a:cubicBezTo>
                <a:cubicBezTo>
                  <a:pt x="129795" y="55119"/>
                  <a:pt x="129781" y="55105"/>
                  <a:pt x="129769" y="55067"/>
                </a:cubicBezTo>
                <a:cubicBezTo>
                  <a:pt x="129758" y="55015"/>
                  <a:pt x="129748" y="54964"/>
                  <a:pt x="129705" y="54964"/>
                </a:cubicBezTo>
                <a:cubicBezTo>
                  <a:pt x="129694" y="54964"/>
                  <a:pt x="129681" y="54967"/>
                  <a:pt x="129664" y="54975"/>
                </a:cubicBezTo>
                <a:cubicBezTo>
                  <a:pt x="129625" y="54989"/>
                  <a:pt x="129547" y="55015"/>
                  <a:pt x="129521" y="55041"/>
                </a:cubicBezTo>
                <a:cubicBezTo>
                  <a:pt x="129495" y="55067"/>
                  <a:pt x="129495" y="55093"/>
                  <a:pt x="129469" y="55093"/>
                </a:cubicBezTo>
                <a:cubicBezTo>
                  <a:pt x="129456" y="55079"/>
                  <a:pt x="129443" y="55053"/>
                  <a:pt x="129430" y="55027"/>
                </a:cubicBezTo>
                <a:cubicBezTo>
                  <a:pt x="129417" y="55015"/>
                  <a:pt x="129404" y="55001"/>
                  <a:pt x="129391" y="54975"/>
                </a:cubicBezTo>
                <a:cubicBezTo>
                  <a:pt x="129378" y="54949"/>
                  <a:pt x="129391" y="54885"/>
                  <a:pt x="129404" y="54871"/>
                </a:cubicBezTo>
                <a:cubicBezTo>
                  <a:pt x="129443" y="54833"/>
                  <a:pt x="129495" y="54833"/>
                  <a:pt x="129534" y="54807"/>
                </a:cubicBezTo>
                <a:cubicBezTo>
                  <a:pt x="129560" y="54793"/>
                  <a:pt x="129560" y="54780"/>
                  <a:pt x="129573" y="54754"/>
                </a:cubicBezTo>
                <a:cubicBezTo>
                  <a:pt x="129586" y="54754"/>
                  <a:pt x="129612" y="54728"/>
                  <a:pt x="129625" y="54715"/>
                </a:cubicBezTo>
                <a:cubicBezTo>
                  <a:pt x="129664" y="54650"/>
                  <a:pt x="129534" y="54650"/>
                  <a:pt x="129560" y="54572"/>
                </a:cubicBezTo>
                <a:cubicBezTo>
                  <a:pt x="129573" y="54520"/>
                  <a:pt x="129625" y="54494"/>
                  <a:pt x="129625" y="54442"/>
                </a:cubicBezTo>
                <a:cubicBezTo>
                  <a:pt x="129625" y="54403"/>
                  <a:pt x="129638" y="54351"/>
                  <a:pt x="129625" y="54312"/>
                </a:cubicBezTo>
                <a:cubicBezTo>
                  <a:pt x="129560" y="54312"/>
                  <a:pt x="129521" y="54416"/>
                  <a:pt x="129469" y="54416"/>
                </a:cubicBezTo>
                <a:cubicBezTo>
                  <a:pt x="129443" y="54429"/>
                  <a:pt x="129417" y="54416"/>
                  <a:pt x="129391" y="54442"/>
                </a:cubicBezTo>
                <a:cubicBezTo>
                  <a:pt x="129352" y="54455"/>
                  <a:pt x="129326" y="54494"/>
                  <a:pt x="129300" y="54520"/>
                </a:cubicBezTo>
                <a:cubicBezTo>
                  <a:pt x="129261" y="54559"/>
                  <a:pt x="129222" y="54572"/>
                  <a:pt x="129183" y="54598"/>
                </a:cubicBezTo>
                <a:cubicBezTo>
                  <a:pt x="129170" y="54598"/>
                  <a:pt x="129157" y="54611"/>
                  <a:pt x="129144" y="54611"/>
                </a:cubicBezTo>
                <a:cubicBezTo>
                  <a:pt x="129139" y="54614"/>
                  <a:pt x="129134" y="54615"/>
                  <a:pt x="129131" y="54615"/>
                </a:cubicBezTo>
                <a:cubicBezTo>
                  <a:pt x="129117" y="54615"/>
                  <a:pt x="129115" y="54598"/>
                  <a:pt x="129104" y="54598"/>
                </a:cubicBezTo>
                <a:cubicBezTo>
                  <a:pt x="129066" y="54598"/>
                  <a:pt x="129014" y="54637"/>
                  <a:pt x="128974" y="54650"/>
                </a:cubicBezTo>
                <a:cubicBezTo>
                  <a:pt x="128948" y="54676"/>
                  <a:pt x="128936" y="54702"/>
                  <a:pt x="128910" y="54728"/>
                </a:cubicBezTo>
                <a:cubicBezTo>
                  <a:pt x="128910" y="54676"/>
                  <a:pt x="128922" y="54598"/>
                  <a:pt x="128910" y="54559"/>
                </a:cubicBezTo>
                <a:cubicBezTo>
                  <a:pt x="128884" y="54533"/>
                  <a:pt x="128884" y="54546"/>
                  <a:pt x="128870" y="54507"/>
                </a:cubicBezTo>
                <a:cubicBezTo>
                  <a:pt x="128870" y="54481"/>
                  <a:pt x="128870" y="54481"/>
                  <a:pt x="128844" y="54468"/>
                </a:cubicBezTo>
                <a:cubicBezTo>
                  <a:pt x="128806" y="54455"/>
                  <a:pt x="128728" y="54455"/>
                  <a:pt x="128714" y="54416"/>
                </a:cubicBezTo>
                <a:lnTo>
                  <a:pt x="128754" y="54364"/>
                </a:lnTo>
                <a:lnTo>
                  <a:pt x="128754" y="54312"/>
                </a:lnTo>
                <a:cubicBezTo>
                  <a:pt x="128754" y="54286"/>
                  <a:pt x="128754" y="54272"/>
                  <a:pt x="128766" y="54260"/>
                </a:cubicBezTo>
                <a:cubicBezTo>
                  <a:pt x="128792" y="54208"/>
                  <a:pt x="128858" y="54220"/>
                  <a:pt x="128884" y="54168"/>
                </a:cubicBezTo>
                <a:cubicBezTo>
                  <a:pt x="128896" y="54142"/>
                  <a:pt x="128896" y="54130"/>
                  <a:pt x="128896" y="54104"/>
                </a:cubicBezTo>
                <a:lnTo>
                  <a:pt x="128936" y="54026"/>
                </a:lnTo>
                <a:cubicBezTo>
                  <a:pt x="128936" y="54000"/>
                  <a:pt x="128922" y="53974"/>
                  <a:pt x="128936" y="53934"/>
                </a:cubicBezTo>
                <a:cubicBezTo>
                  <a:pt x="128948" y="53908"/>
                  <a:pt x="128974" y="53882"/>
                  <a:pt x="129000" y="53870"/>
                </a:cubicBezTo>
                <a:cubicBezTo>
                  <a:pt x="129014" y="53844"/>
                  <a:pt x="129040" y="53792"/>
                  <a:pt x="129000" y="53752"/>
                </a:cubicBezTo>
                <a:cubicBezTo>
                  <a:pt x="129000" y="53740"/>
                  <a:pt x="128962" y="53726"/>
                  <a:pt x="128948" y="53726"/>
                </a:cubicBezTo>
                <a:cubicBezTo>
                  <a:pt x="128948" y="53726"/>
                  <a:pt x="128910" y="53714"/>
                  <a:pt x="128896" y="53714"/>
                </a:cubicBezTo>
                <a:cubicBezTo>
                  <a:pt x="128892" y="53713"/>
                  <a:pt x="128887" y="53712"/>
                  <a:pt x="128883" y="53712"/>
                </a:cubicBezTo>
                <a:cubicBezTo>
                  <a:pt x="128821" y="53712"/>
                  <a:pt x="128841" y="53806"/>
                  <a:pt x="128792" y="53830"/>
                </a:cubicBezTo>
                <a:cubicBezTo>
                  <a:pt x="128766" y="53830"/>
                  <a:pt x="128728" y="53830"/>
                  <a:pt x="128714" y="53804"/>
                </a:cubicBezTo>
                <a:cubicBezTo>
                  <a:pt x="128714" y="53778"/>
                  <a:pt x="128728" y="53740"/>
                  <a:pt x="128728" y="53714"/>
                </a:cubicBezTo>
                <a:cubicBezTo>
                  <a:pt x="128740" y="53674"/>
                  <a:pt x="128728" y="53622"/>
                  <a:pt x="128728" y="53583"/>
                </a:cubicBezTo>
                <a:cubicBezTo>
                  <a:pt x="128728" y="53518"/>
                  <a:pt x="128766" y="53336"/>
                  <a:pt x="128702" y="53310"/>
                </a:cubicBezTo>
                <a:cubicBezTo>
                  <a:pt x="128692" y="53307"/>
                  <a:pt x="128685" y="53306"/>
                  <a:pt x="128679" y="53306"/>
                </a:cubicBezTo>
                <a:cubicBezTo>
                  <a:pt x="128673" y="53306"/>
                  <a:pt x="128668" y="53307"/>
                  <a:pt x="128664" y="53307"/>
                </a:cubicBezTo>
                <a:cubicBezTo>
                  <a:pt x="128656" y="53307"/>
                  <a:pt x="128649" y="53303"/>
                  <a:pt x="128636" y="53284"/>
                </a:cubicBezTo>
                <a:lnTo>
                  <a:pt x="128598" y="53245"/>
                </a:lnTo>
                <a:cubicBezTo>
                  <a:pt x="128571" y="53193"/>
                  <a:pt x="128571" y="53153"/>
                  <a:pt x="128571" y="53101"/>
                </a:cubicBezTo>
                <a:cubicBezTo>
                  <a:pt x="128571" y="53063"/>
                  <a:pt x="128571" y="52971"/>
                  <a:pt x="128532" y="52971"/>
                </a:cubicBezTo>
                <a:cubicBezTo>
                  <a:pt x="128519" y="52971"/>
                  <a:pt x="128467" y="53037"/>
                  <a:pt x="128454" y="53049"/>
                </a:cubicBezTo>
                <a:cubicBezTo>
                  <a:pt x="128363" y="53153"/>
                  <a:pt x="128389" y="53271"/>
                  <a:pt x="128350" y="53401"/>
                </a:cubicBezTo>
                <a:cubicBezTo>
                  <a:pt x="128324" y="53401"/>
                  <a:pt x="128311" y="53336"/>
                  <a:pt x="128298" y="53310"/>
                </a:cubicBezTo>
                <a:cubicBezTo>
                  <a:pt x="128272" y="53232"/>
                  <a:pt x="128298" y="53153"/>
                  <a:pt x="128259" y="53075"/>
                </a:cubicBezTo>
                <a:cubicBezTo>
                  <a:pt x="128246" y="53037"/>
                  <a:pt x="128207" y="53011"/>
                  <a:pt x="128181" y="52971"/>
                </a:cubicBezTo>
                <a:cubicBezTo>
                  <a:pt x="128170" y="52940"/>
                  <a:pt x="128151" y="52900"/>
                  <a:pt x="128116" y="52900"/>
                </a:cubicBezTo>
                <a:cubicBezTo>
                  <a:pt x="128108" y="52900"/>
                  <a:pt x="128099" y="52902"/>
                  <a:pt x="128090" y="52907"/>
                </a:cubicBezTo>
                <a:cubicBezTo>
                  <a:pt x="128051" y="52919"/>
                  <a:pt x="128090" y="52997"/>
                  <a:pt x="128051" y="53023"/>
                </a:cubicBezTo>
                <a:cubicBezTo>
                  <a:pt x="128037" y="53049"/>
                  <a:pt x="128011" y="53037"/>
                  <a:pt x="127999" y="53049"/>
                </a:cubicBezTo>
                <a:cubicBezTo>
                  <a:pt x="127985" y="53063"/>
                  <a:pt x="127985" y="53101"/>
                  <a:pt x="127973" y="53127"/>
                </a:cubicBezTo>
                <a:cubicBezTo>
                  <a:pt x="127973" y="53167"/>
                  <a:pt x="127973" y="53206"/>
                  <a:pt x="127959" y="53245"/>
                </a:cubicBezTo>
                <a:cubicBezTo>
                  <a:pt x="127947" y="53271"/>
                  <a:pt x="127947" y="53284"/>
                  <a:pt x="127947" y="53310"/>
                </a:cubicBezTo>
                <a:lnTo>
                  <a:pt x="127947" y="53349"/>
                </a:lnTo>
                <a:cubicBezTo>
                  <a:pt x="127940" y="53368"/>
                  <a:pt x="127921" y="53372"/>
                  <a:pt x="127898" y="53372"/>
                </a:cubicBezTo>
                <a:cubicBezTo>
                  <a:pt x="127887" y="53372"/>
                  <a:pt x="127875" y="53371"/>
                  <a:pt x="127864" y="53371"/>
                </a:cubicBezTo>
                <a:cubicBezTo>
                  <a:pt x="127852" y="53371"/>
                  <a:pt x="127840" y="53372"/>
                  <a:pt x="127829" y="53375"/>
                </a:cubicBezTo>
                <a:cubicBezTo>
                  <a:pt x="127791" y="53401"/>
                  <a:pt x="127777" y="53479"/>
                  <a:pt x="127777" y="53531"/>
                </a:cubicBezTo>
                <a:cubicBezTo>
                  <a:pt x="127765" y="53557"/>
                  <a:pt x="127777" y="53583"/>
                  <a:pt x="127751" y="53596"/>
                </a:cubicBezTo>
                <a:cubicBezTo>
                  <a:pt x="127744" y="53601"/>
                  <a:pt x="127737" y="53603"/>
                  <a:pt x="127731" y="53603"/>
                </a:cubicBezTo>
                <a:cubicBezTo>
                  <a:pt x="127707" y="53603"/>
                  <a:pt x="127694" y="53570"/>
                  <a:pt x="127673" y="53570"/>
                </a:cubicBezTo>
                <a:cubicBezTo>
                  <a:pt x="127661" y="53557"/>
                  <a:pt x="127647" y="53557"/>
                  <a:pt x="127621" y="53544"/>
                </a:cubicBezTo>
                <a:cubicBezTo>
                  <a:pt x="127595" y="53531"/>
                  <a:pt x="127583" y="53518"/>
                  <a:pt x="127569" y="53492"/>
                </a:cubicBezTo>
                <a:cubicBezTo>
                  <a:pt x="127543" y="53466"/>
                  <a:pt x="127531" y="53440"/>
                  <a:pt x="127491" y="53440"/>
                </a:cubicBezTo>
                <a:cubicBezTo>
                  <a:pt x="127465" y="53440"/>
                  <a:pt x="127439" y="53466"/>
                  <a:pt x="127426" y="53466"/>
                </a:cubicBezTo>
                <a:cubicBezTo>
                  <a:pt x="127410" y="53471"/>
                  <a:pt x="127389" y="53475"/>
                  <a:pt x="127367" y="53475"/>
                </a:cubicBezTo>
                <a:cubicBezTo>
                  <a:pt x="127337" y="53475"/>
                  <a:pt x="127306" y="53468"/>
                  <a:pt x="127283" y="53453"/>
                </a:cubicBezTo>
                <a:cubicBezTo>
                  <a:pt x="127257" y="53440"/>
                  <a:pt x="127257" y="53414"/>
                  <a:pt x="127218" y="53414"/>
                </a:cubicBezTo>
                <a:cubicBezTo>
                  <a:pt x="127179" y="53427"/>
                  <a:pt x="127179" y="53414"/>
                  <a:pt x="127179" y="53453"/>
                </a:cubicBezTo>
                <a:cubicBezTo>
                  <a:pt x="127166" y="53505"/>
                  <a:pt x="127179" y="53557"/>
                  <a:pt x="127192" y="53609"/>
                </a:cubicBezTo>
                <a:cubicBezTo>
                  <a:pt x="127205" y="53674"/>
                  <a:pt x="127205" y="53752"/>
                  <a:pt x="127244" y="53818"/>
                </a:cubicBezTo>
                <a:cubicBezTo>
                  <a:pt x="127270" y="53830"/>
                  <a:pt x="127296" y="53844"/>
                  <a:pt x="127283" y="53882"/>
                </a:cubicBezTo>
                <a:cubicBezTo>
                  <a:pt x="127257" y="53882"/>
                  <a:pt x="127231" y="53870"/>
                  <a:pt x="127205" y="53870"/>
                </a:cubicBezTo>
                <a:lnTo>
                  <a:pt x="127166" y="53870"/>
                </a:lnTo>
                <a:cubicBezTo>
                  <a:pt x="127127" y="53870"/>
                  <a:pt x="127101" y="53856"/>
                  <a:pt x="127075" y="53830"/>
                </a:cubicBezTo>
                <a:cubicBezTo>
                  <a:pt x="127049" y="53804"/>
                  <a:pt x="127036" y="53766"/>
                  <a:pt x="126997" y="53752"/>
                </a:cubicBezTo>
                <a:cubicBezTo>
                  <a:pt x="126979" y="53752"/>
                  <a:pt x="126962" y="53758"/>
                  <a:pt x="126941" y="53758"/>
                </a:cubicBezTo>
                <a:cubicBezTo>
                  <a:pt x="126930" y="53758"/>
                  <a:pt x="126919" y="53757"/>
                  <a:pt x="126906" y="53752"/>
                </a:cubicBezTo>
                <a:cubicBezTo>
                  <a:pt x="126880" y="53752"/>
                  <a:pt x="126854" y="53752"/>
                  <a:pt x="126814" y="53740"/>
                </a:cubicBezTo>
                <a:cubicBezTo>
                  <a:pt x="126776" y="53740"/>
                  <a:pt x="126762" y="53700"/>
                  <a:pt x="126736" y="53674"/>
                </a:cubicBezTo>
                <a:cubicBezTo>
                  <a:pt x="126698" y="53635"/>
                  <a:pt x="126672" y="53609"/>
                  <a:pt x="126620" y="53609"/>
                </a:cubicBezTo>
                <a:cubicBezTo>
                  <a:pt x="126580" y="53622"/>
                  <a:pt x="126594" y="53648"/>
                  <a:pt x="126594" y="53700"/>
                </a:cubicBezTo>
                <a:cubicBezTo>
                  <a:pt x="126594" y="53740"/>
                  <a:pt x="126594" y="53752"/>
                  <a:pt x="126568" y="53778"/>
                </a:cubicBezTo>
                <a:cubicBezTo>
                  <a:pt x="126542" y="53818"/>
                  <a:pt x="126502" y="53830"/>
                  <a:pt x="126502" y="53870"/>
                </a:cubicBezTo>
                <a:cubicBezTo>
                  <a:pt x="126490" y="53908"/>
                  <a:pt x="126490" y="53974"/>
                  <a:pt x="126516" y="54012"/>
                </a:cubicBezTo>
                <a:cubicBezTo>
                  <a:pt x="126542" y="54038"/>
                  <a:pt x="126554" y="54038"/>
                  <a:pt x="126580" y="54078"/>
                </a:cubicBezTo>
                <a:cubicBezTo>
                  <a:pt x="126594" y="54130"/>
                  <a:pt x="126620" y="54156"/>
                  <a:pt x="126672" y="54168"/>
                </a:cubicBezTo>
                <a:cubicBezTo>
                  <a:pt x="126698" y="54182"/>
                  <a:pt x="126724" y="54182"/>
                  <a:pt x="126750" y="54194"/>
                </a:cubicBezTo>
                <a:cubicBezTo>
                  <a:pt x="126776" y="54194"/>
                  <a:pt x="126802" y="54208"/>
                  <a:pt x="126840" y="54220"/>
                </a:cubicBezTo>
                <a:cubicBezTo>
                  <a:pt x="126892" y="54246"/>
                  <a:pt x="126932" y="54220"/>
                  <a:pt x="126944" y="54272"/>
                </a:cubicBezTo>
                <a:cubicBezTo>
                  <a:pt x="126958" y="54312"/>
                  <a:pt x="126932" y="54351"/>
                  <a:pt x="126918" y="54377"/>
                </a:cubicBezTo>
                <a:cubicBezTo>
                  <a:pt x="126899" y="54406"/>
                  <a:pt x="126887" y="54421"/>
                  <a:pt x="126865" y="54421"/>
                </a:cubicBezTo>
                <a:cubicBezTo>
                  <a:pt x="126858" y="54421"/>
                  <a:pt x="126850" y="54419"/>
                  <a:pt x="126840" y="54416"/>
                </a:cubicBezTo>
                <a:cubicBezTo>
                  <a:pt x="126788" y="54416"/>
                  <a:pt x="126776" y="54351"/>
                  <a:pt x="126724" y="54338"/>
                </a:cubicBezTo>
                <a:cubicBezTo>
                  <a:pt x="126698" y="54338"/>
                  <a:pt x="126684" y="54351"/>
                  <a:pt x="126658" y="54351"/>
                </a:cubicBezTo>
                <a:cubicBezTo>
                  <a:pt x="126620" y="54351"/>
                  <a:pt x="126580" y="54325"/>
                  <a:pt x="126554" y="54299"/>
                </a:cubicBezTo>
                <a:cubicBezTo>
                  <a:pt x="126533" y="54288"/>
                  <a:pt x="126504" y="54253"/>
                  <a:pt x="126480" y="54253"/>
                </a:cubicBezTo>
                <a:cubicBezTo>
                  <a:pt x="126474" y="54253"/>
                  <a:pt x="126469" y="54255"/>
                  <a:pt x="126464" y="54260"/>
                </a:cubicBezTo>
                <a:cubicBezTo>
                  <a:pt x="126450" y="54286"/>
                  <a:pt x="126464" y="54325"/>
                  <a:pt x="126476" y="54338"/>
                </a:cubicBezTo>
                <a:cubicBezTo>
                  <a:pt x="126489" y="54338"/>
                  <a:pt x="126503" y="54335"/>
                  <a:pt x="126516" y="54335"/>
                </a:cubicBezTo>
                <a:cubicBezTo>
                  <a:pt x="126529" y="54335"/>
                  <a:pt x="126541" y="54338"/>
                  <a:pt x="126554" y="54351"/>
                </a:cubicBezTo>
                <a:cubicBezTo>
                  <a:pt x="126568" y="54364"/>
                  <a:pt x="126568" y="54390"/>
                  <a:pt x="126580" y="54403"/>
                </a:cubicBezTo>
                <a:lnTo>
                  <a:pt x="126632" y="54403"/>
                </a:lnTo>
                <a:cubicBezTo>
                  <a:pt x="126672" y="54403"/>
                  <a:pt x="126684" y="54429"/>
                  <a:pt x="126710" y="54442"/>
                </a:cubicBezTo>
                <a:cubicBezTo>
                  <a:pt x="126750" y="54455"/>
                  <a:pt x="126776" y="54455"/>
                  <a:pt x="126814" y="54468"/>
                </a:cubicBezTo>
                <a:cubicBezTo>
                  <a:pt x="126828" y="54481"/>
                  <a:pt x="126892" y="54494"/>
                  <a:pt x="126892" y="54507"/>
                </a:cubicBezTo>
                <a:cubicBezTo>
                  <a:pt x="126902" y="54542"/>
                  <a:pt x="126839" y="54548"/>
                  <a:pt x="126794" y="54548"/>
                </a:cubicBezTo>
                <a:cubicBezTo>
                  <a:pt x="126772" y="54548"/>
                  <a:pt x="126754" y="54546"/>
                  <a:pt x="126750" y="54546"/>
                </a:cubicBezTo>
                <a:cubicBezTo>
                  <a:pt x="126710" y="54546"/>
                  <a:pt x="126672" y="54546"/>
                  <a:pt x="126646" y="54533"/>
                </a:cubicBezTo>
                <a:cubicBezTo>
                  <a:pt x="126606" y="54533"/>
                  <a:pt x="126594" y="54507"/>
                  <a:pt x="126568" y="54494"/>
                </a:cubicBezTo>
                <a:cubicBezTo>
                  <a:pt x="126542" y="54468"/>
                  <a:pt x="126516" y="54481"/>
                  <a:pt x="126476" y="54468"/>
                </a:cubicBezTo>
                <a:cubicBezTo>
                  <a:pt x="126450" y="54455"/>
                  <a:pt x="126438" y="54429"/>
                  <a:pt x="126424" y="54403"/>
                </a:cubicBezTo>
                <a:cubicBezTo>
                  <a:pt x="126398" y="54377"/>
                  <a:pt x="126385" y="54377"/>
                  <a:pt x="126372" y="54364"/>
                </a:cubicBezTo>
                <a:cubicBezTo>
                  <a:pt x="126359" y="54364"/>
                  <a:pt x="126346" y="54351"/>
                  <a:pt x="126333" y="54338"/>
                </a:cubicBezTo>
                <a:cubicBezTo>
                  <a:pt x="126320" y="54325"/>
                  <a:pt x="126294" y="54272"/>
                  <a:pt x="126268" y="54272"/>
                </a:cubicBezTo>
                <a:cubicBezTo>
                  <a:pt x="126255" y="54272"/>
                  <a:pt x="126229" y="54299"/>
                  <a:pt x="126216" y="54312"/>
                </a:cubicBezTo>
                <a:cubicBezTo>
                  <a:pt x="126190" y="54325"/>
                  <a:pt x="126177" y="54312"/>
                  <a:pt x="126164" y="54338"/>
                </a:cubicBezTo>
                <a:cubicBezTo>
                  <a:pt x="126139" y="54388"/>
                  <a:pt x="126197" y="54495"/>
                  <a:pt x="126124" y="54495"/>
                </a:cubicBezTo>
                <a:cubicBezTo>
                  <a:pt x="126121" y="54495"/>
                  <a:pt x="126116" y="54495"/>
                  <a:pt x="126112" y="54494"/>
                </a:cubicBezTo>
                <a:cubicBezTo>
                  <a:pt x="126094" y="54485"/>
                  <a:pt x="126076" y="54470"/>
                  <a:pt x="126058" y="54470"/>
                </a:cubicBezTo>
                <a:cubicBezTo>
                  <a:pt x="126050" y="54470"/>
                  <a:pt x="126042" y="54473"/>
                  <a:pt x="126034" y="54481"/>
                </a:cubicBezTo>
                <a:cubicBezTo>
                  <a:pt x="126008" y="54494"/>
                  <a:pt x="126008" y="54572"/>
                  <a:pt x="126021" y="54598"/>
                </a:cubicBezTo>
                <a:cubicBezTo>
                  <a:pt x="126021" y="54637"/>
                  <a:pt x="126034" y="54676"/>
                  <a:pt x="126073" y="54702"/>
                </a:cubicBezTo>
                <a:cubicBezTo>
                  <a:pt x="126086" y="54715"/>
                  <a:pt x="126112" y="54728"/>
                  <a:pt x="126125" y="54754"/>
                </a:cubicBezTo>
                <a:cubicBezTo>
                  <a:pt x="126125" y="54780"/>
                  <a:pt x="126125" y="54793"/>
                  <a:pt x="126138" y="54819"/>
                </a:cubicBezTo>
                <a:cubicBezTo>
                  <a:pt x="126151" y="54845"/>
                  <a:pt x="126190" y="54871"/>
                  <a:pt x="126229" y="54885"/>
                </a:cubicBezTo>
                <a:cubicBezTo>
                  <a:pt x="126281" y="54923"/>
                  <a:pt x="126333" y="54923"/>
                  <a:pt x="126385" y="54949"/>
                </a:cubicBezTo>
                <a:cubicBezTo>
                  <a:pt x="126438" y="54963"/>
                  <a:pt x="126464" y="54989"/>
                  <a:pt x="126490" y="55041"/>
                </a:cubicBezTo>
                <a:cubicBezTo>
                  <a:pt x="126516" y="55053"/>
                  <a:pt x="126542" y="55105"/>
                  <a:pt x="126568" y="55131"/>
                </a:cubicBezTo>
                <a:cubicBezTo>
                  <a:pt x="126581" y="55138"/>
                  <a:pt x="126594" y="55138"/>
                  <a:pt x="126608" y="55138"/>
                </a:cubicBezTo>
                <a:cubicBezTo>
                  <a:pt x="126623" y="55138"/>
                  <a:pt x="126639" y="55138"/>
                  <a:pt x="126658" y="55145"/>
                </a:cubicBezTo>
                <a:cubicBezTo>
                  <a:pt x="126698" y="55157"/>
                  <a:pt x="126736" y="55197"/>
                  <a:pt x="126762" y="55235"/>
                </a:cubicBezTo>
                <a:cubicBezTo>
                  <a:pt x="126776" y="55275"/>
                  <a:pt x="126776" y="55327"/>
                  <a:pt x="126788" y="55379"/>
                </a:cubicBezTo>
                <a:cubicBezTo>
                  <a:pt x="126814" y="55457"/>
                  <a:pt x="126854" y="55496"/>
                  <a:pt x="126918" y="55548"/>
                </a:cubicBezTo>
                <a:cubicBezTo>
                  <a:pt x="126951" y="55573"/>
                  <a:pt x="126974" y="55582"/>
                  <a:pt x="126999" y="55582"/>
                </a:cubicBezTo>
                <a:cubicBezTo>
                  <a:pt x="127014" y="55582"/>
                  <a:pt x="127029" y="55579"/>
                  <a:pt x="127049" y="55574"/>
                </a:cubicBezTo>
                <a:cubicBezTo>
                  <a:pt x="127088" y="55561"/>
                  <a:pt x="127140" y="55522"/>
                  <a:pt x="127179" y="55522"/>
                </a:cubicBezTo>
                <a:cubicBezTo>
                  <a:pt x="127231" y="55535"/>
                  <a:pt x="127218" y="55574"/>
                  <a:pt x="127244" y="55613"/>
                </a:cubicBezTo>
                <a:cubicBezTo>
                  <a:pt x="127257" y="55665"/>
                  <a:pt x="127322" y="55691"/>
                  <a:pt x="127374" y="55717"/>
                </a:cubicBezTo>
                <a:cubicBezTo>
                  <a:pt x="127413" y="55730"/>
                  <a:pt x="127517" y="55730"/>
                  <a:pt x="127517" y="55795"/>
                </a:cubicBezTo>
                <a:cubicBezTo>
                  <a:pt x="127517" y="55821"/>
                  <a:pt x="127491" y="55860"/>
                  <a:pt x="127465" y="55873"/>
                </a:cubicBezTo>
                <a:cubicBezTo>
                  <a:pt x="127447" y="55881"/>
                  <a:pt x="127430" y="55884"/>
                  <a:pt x="127414" y="55884"/>
                </a:cubicBezTo>
                <a:cubicBezTo>
                  <a:pt x="127348" y="55884"/>
                  <a:pt x="127293" y="55834"/>
                  <a:pt x="127231" y="55834"/>
                </a:cubicBezTo>
                <a:cubicBezTo>
                  <a:pt x="127179" y="55834"/>
                  <a:pt x="127127" y="55808"/>
                  <a:pt x="127075" y="55808"/>
                </a:cubicBezTo>
                <a:cubicBezTo>
                  <a:pt x="127010" y="55808"/>
                  <a:pt x="126971" y="55847"/>
                  <a:pt x="126918" y="55860"/>
                </a:cubicBezTo>
                <a:cubicBezTo>
                  <a:pt x="126899" y="55867"/>
                  <a:pt x="126886" y="55870"/>
                  <a:pt x="126875" y="55870"/>
                </a:cubicBezTo>
                <a:cubicBezTo>
                  <a:pt x="126863" y="55870"/>
                  <a:pt x="126853" y="55867"/>
                  <a:pt x="126840" y="55860"/>
                </a:cubicBezTo>
                <a:cubicBezTo>
                  <a:pt x="126797" y="55860"/>
                  <a:pt x="126771" y="55854"/>
                  <a:pt x="126744" y="55854"/>
                </a:cubicBezTo>
                <a:cubicBezTo>
                  <a:pt x="126730" y="55854"/>
                  <a:pt x="126715" y="55856"/>
                  <a:pt x="126698" y="55860"/>
                </a:cubicBezTo>
                <a:cubicBezTo>
                  <a:pt x="126646" y="55873"/>
                  <a:pt x="126594" y="55860"/>
                  <a:pt x="126554" y="55886"/>
                </a:cubicBezTo>
                <a:cubicBezTo>
                  <a:pt x="126516" y="55900"/>
                  <a:pt x="126490" y="55912"/>
                  <a:pt x="126450" y="55926"/>
                </a:cubicBezTo>
                <a:cubicBezTo>
                  <a:pt x="126412" y="55926"/>
                  <a:pt x="126398" y="55912"/>
                  <a:pt x="126359" y="55900"/>
                </a:cubicBezTo>
                <a:cubicBezTo>
                  <a:pt x="126333" y="55900"/>
                  <a:pt x="126281" y="55926"/>
                  <a:pt x="126242" y="55926"/>
                </a:cubicBezTo>
                <a:lnTo>
                  <a:pt x="126138" y="55926"/>
                </a:lnTo>
                <a:cubicBezTo>
                  <a:pt x="126099" y="55912"/>
                  <a:pt x="126073" y="55900"/>
                  <a:pt x="126034" y="55900"/>
                </a:cubicBezTo>
                <a:lnTo>
                  <a:pt x="125799" y="55900"/>
                </a:lnTo>
                <a:cubicBezTo>
                  <a:pt x="125782" y="55900"/>
                  <a:pt x="125765" y="55905"/>
                  <a:pt x="125747" y="55905"/>
                </a:cubicBezTo>
                <a:cubicBezTo>
                  <a:pt x="125739" y="55905"/>
                  <a:pt x="125730" y="55904"/>
                  <a:pt x="125721" y="55900"/>
                </a:cubicBezTo>
                <a:cubicBezTo>
                  <a:pt x="125695" y="55886"/>
                  <a:pt x="125683" y="55873"/>
                  <a:pt x="125669" y="55860"/>
                </a:cubicBezTo>
                <a:cubicBezTo>
                  <a:pt x="125656" y="55854"/>
                  <a:pt x="125647" y="55854"/>
                  <a:pt x="125637" y="55854"/>
                </a:cubicBezTo>
                <a:cubicBezTo>
                  <a:pt x="125627" y="55854"/>
                  <a:pt x="125618" y="55854"/>
                  <a:pt x="125605" y="55847"/>
                </a:cubicBezTo>
                <a:cubicBezTo>
                  <a:pt x="125579" y="55847"/>
                  <a:pt x="125539" y="55834"/>
                  <a:pt x="125513" y="55821"/>
                </a:cubicBezTo>
                <a:cubicBezTo>
                  <a:pt x="125487" y="55808"/>
                  <a:pt x="125475" y="55782"/>
                  <a:pt x="125461" y="55782"/>
                </a:cubicBezTo>
                <a:cubicBezTo>
                  <a:pt x="125449" y="55769"/>
                  <a:pt x="125423" y="55769"/>
                  <a:pt x="125409" y="55756"/>
                </a:cubicBezTo>
                <a:cubicBezTo>
                  <a:pt x="125357" y="55717"/>
                  <a:pt x="125331" y="55665"/>
                  <a:pt x="125292" y="55626"/>
                </a:cubicBezTo>
                <a:cubicBezTo>
                  <a:pt x="125253" y="55587"/>
                  <a:pt x="125214" y="55561"/>
                  <a:pt x="125175" y="55535"/>
                </a:cubicBezTo>
                <a:cubicBezTo>
                  <a:pt x="125136" y="55496"/>
                  <a:pt x="125084" y="55496"/>
                  <a:pt x="125032" y="55496"/>
                </a:cubicBezTo>
                <a:cubicBezTo>
                  <a:pt x="125006" y="55496"/>
                  <a:pt x="124980" y="55483"/>
                  <a:pt x="124941" y="55483"/>
                </a:cubicBezTo>
                <a:lnTo>
                  <a:pt x="124928" y="55470"/>
                </a:lnTo>
                <a:cubicBezTo>
                  <a:pt x="124928" y="55431"/>
                  <a:pt x="124879" y="55407"/>
                  <a:pt x="124838" y="55407"/>
                </a:cubicBezTo>
                <a:cubicBezTo>
                  <a:pt x="124822" y="55407"/>
                  <a:pt x="124808" y="55411"/>
                  <a:pt x="124798" y="55418"/>
                </a:cubicBezTo>
                <a:cubicBezTo>
                  <a:pt x="124758" y="55418"/>
                  <a:pt x="124746" y="55444"/>
                  <a:pt x="124706" y="55444"/>
                </a:cubicBezTo>
                <a:cubicBezTo>
                  <a:pt x="124694" y="55444"/>
                  <a:pt x="124668" y="55431"/>
                  <a:pt x="124642" y="55418"/>
                </a:cubicBezTo>
                <a:cubicBezTo>
                  <a:pt x="124621" y="55418"/>
                  <a:pt x="124601" y="55401"/>
                  <a:pt x="124580" y="55401"/>
                </a:cubicBezTo>
                <a:cubicBezTo>
                  <a:pt x="124575" y="55401"/>
                  <a:pt x="124569" y="55402"/>
                  <a:pt x="124564" y="55405"/>
                </a:cubicBezTo>
                <a:cubicBezTo>
                  <a:pt x="124512" y="55431"/>
                  <a:pt x="124538" y="55626"/>
                  <a:pt x="124538" y="55665"/>
                </a:cubicBezTo>
                <a:cubicBezTo>
                  <a:pt x="124538" y="55730"/>
                  <a:pt x="124512" y="55821"/>
                  <a:pt x="124576" y="55834"/>
                </a:cubicBezTo>
                <a:cubicBezTo>
                  <a:pt x="124603" y="55834"/>
                  <a:pt x="124629" y="55828"/>
                  <a:pt x="124655" y="55828"/>
                </a:cubicBezTo>
                <a:cubicBezTo>
                  <a:pt x="124668" y="55828"/>
                  <a:pt x="124681" y="55830"/>
                  <a:pt x="124694" y="55834"/>
                </a:cubicBezTo>
                <a:cubicBezTo>
                  <a:pt x="124706" y="55886"/>
                  <a:pt x="124668" y="55952"/>
                  <a:pt x="124680" y="56016"/>
                </a:cubicBezTo>
                <a:cubicBezTo>
                  <a:pt x="124680" y="56042"/>
                  <a:pt x="124680" y="56082"/>
                  <a:pt x="124706" y="56108"/>
                </a:cubicBezTo>
                <a:cubicBezTo>
                  <a:pt x="124732" y="56120"/>
                  <a:pt x="124772" y="56134"/>
                  <a:pt x="124798" y="56146"/>
                </a:cubicBezTo>
                <a:cubicBezTo>
                  <a:pt x="124850" y="56172"/>
                  <a:pt x="124889" y="56198"/>
                  <a:pt x="124941" y="56238"/>
                </a:cubicBezTo>
                <a:cubicBezTo>
                  <a:pt x="125006" y="56276"/>
                  <a:pt x="125032" y="56276"/>
                  <a:pt x="125097" y="56276"/>
                </a:cubicBezTo>
                <a:cubicBezTo>
                  <a:pt x="125149" y="56276"/>
                  <a:pt x="125188" y="56302"/>
                  <a:pt x="125240" y="56316"/>
                </a:cubicBezTo>
                <a:cubicBezTo>
                  <a:pt x="125254" y="56316"/>
                  <a:pt x="125270" y="56312"/>
                  <a:pt x="125285" y="56312"/>
                </a:cubicBezTo>
                <a:cubicBezTo>
                  <a:pt x="125299" y="56312"/>
                  <a:pt x="125312" y="56316"/>
                  <a:pt x="125319" y="56328"/>
                </a:cubicBezTo>
                <a:cubicBezTo>
                  <a:pt x="125331" y="56342"/>
                  <a:pt x="125305" y="56380"/>
                  <a:pt x="125319" y="56406"/>
                </a:cubicBezTo>
                <a:cubicBezTo>
                  <a:pt x="125357" y="56459"/>
                  <a:pt x="125513" y="56420"/>
                  <a:pt x="125513" y="56472"/>
                </a:cubicBezTo>
                <a:cubicBezTo>
                  <a:pt x="125527" y="56511"/>
                  <a:pt x="125435" y="56602"/>
                  <a:pt x="125409" y="56615"/>
                </a:cubicBezTo>
                <a:cubicBezTo>
                  <a:pt x="125397" y="56628"/>
                  <a:pt x="125383" y="56628"/>
                  <a:pt x="125371" y="56628"/>
                </a:cubicBezTo>
                <a:cubicBezTo>
                  <a:pt x="125357" y="56641"/>
                  <a:pt x="125357" y="56654"/>
                  <a:pt x="125345" y="56654"/>
                </a:cubicBezTo>
                <a:cubicBezTo>
                  <a:pt x="125332" y="56667"/>
                  <a:pt x="125315" y="56667"/>
                  <a:pt x="125297" y="56667"/>
                </a:cubicBezTo>
                <a:cubicBezTo>
                  <a:pt x="125279" y="56667"/>
                  <a:pt x="125260" y="56667"/>
                  <a:pt x="125240" y="56680"/>
                </a:cubicBezTo>
                <a:cubicBezTo>
                  <a:pt x="125214" y="56693"/>
                  <a:pt x="125227" y="56732"/>
                  <a:pt x="125214" y="56758"/>
                </a:cubicBezTo>
                <a:cubicBezTo>
                  <a:pt x="125201" y="56797"/>
                  <a:pt x="125175" y="56784"/>
                  <a:pt x="125149" y="56797"/>
                </a:cubicBezTo>
                <a:cubicBezTo>
                  <a:pt x="125097" y="56823"/>
                  <a:pt x="125071" y="56888"/>
                  <a:pt x="125019" y="56927"/>
                </a:cubicBezTo>
                <a:cubicBezTo>
                  <a:pt x="124993" y="56940"/>
                  <a:pt x="124980" y="56953"/>
                  <a:pt x="124967" y="56979"/>
                </a:cubicBezTo>
                <a:cubicBezTo>
                  <a:pt x="124967" y="57005"/>
                  <a:pt x="124941" y="57045"/>
                  <a:pt x="124941" y="57071"/>
                </a:cubicBezTo>
                <a:cubicBezTo>
                  <a:pt x="124928" y="57149"/>
                  <a:pt x="125058" y="57175"/>
                  <a:pt x="125084" y="57239"/>
                </a:cubicBezTo>
                <a:cubicBezTo>
                  <a:pt x="125110" y="57305"/>
                  <a:pt x="125006" y="57331"/>
                  <a:pt x="125019" y="57383"/>
                </a:cubicBezTo>
                <a:cubicBezTo>
                  <a:pt x="125019" y="57409"/>
                  <a:pt x="125045" y="57409"/>
                  <a:pt x="125058" y="57435"/>
                </a:cubicBezTo>
                <a:cubicBezTo>
                  <a:pt x="125071" y="57461"/>
                  <a:pt x="125058" y="57473"/>
                  <a:pt x="125071" y="57513"/>
                </a:cubicBezTo>
                <a:cubicBezTo>
                  <a:pt x="125084" y="57604"/>
                  <a:pt x="125162" y="57591"/>
                  <a:pt x="125214" y="57643"/>
                </a:cubicBezTo>
                <a:cubicBezTo>
                  <a:pt x="125240" y="57669"/>
                  <a:pt x="125240" y="57682"/>
                  <a:pt x="125266" y="57695"/>
                </a:cubicBezTo>
                <a:cubicBezTo>
                  <a:pt x="125274" y="57698"/>
                  <a:pt x="125282" y="57699"/>
                  <a:pt x="125290" y="57699"/>
                </a:cubicBezTo>
                <a:cubicBezTo>
                  <a:pt x="125313" y="57699"/>
                  <a:pt x="125335" y="57691"/>
                  <a:pt x="125358" y="57691"/>
                </a:cubicBezTo>
                <a:cubicBezTo>
                  <a:pt x="125366" y="57691"/>
                  <a:pt x="125375" y="57692"/>
                  <a:pt x="125383" y="57695"/>
                </a:cubicBezTo>
                <a:cubicBezTo>
                  <a:pt x="125423" y="57708"/>
                  <a:pt x="125461" y="57760"/>
                  <a:pt x="125501" y="57786"/>
                </a:cubicBezTo>
                <a:cubicBezTo>
                  <a:pt x="125539" y="57812"/>
                  <a:pt x="125553" y="57825"/>
                  <a:pt x="125579" y="57864"/>
                </a:cubicBezTo>
                <a:cubicBezTo>
                  <a:pt x="125605" y="57942"/>
                  <a:pt x="125605" y="57994"/>
                  <a:pt x="125695" y="58007"/>
                </a:cubicBezTo>
                <a:cubicBezTo>
                  <a:pt x="125707" y="58010"/>
                  <a:pt x="125718" y="58011"/>
                  <a:pt x="125729" y="58011"/>
                </a:cubicBezTo>
                <a:cubicBezTo>
                  <a:pt x="125751" y="58011"/>
                  <a:pt x="125771" y="58008"/>
                  <a:pt x="125791" y="58008"/>
                </a:cubicBezTo>
                <a:cubicBezTo>
                  <a:pt x="125808" y="58008"/>
                  <a:pt x="125824" y="58010"/>
                  <a:pt x="125839" y="58020"/>
                </a:cubicBezTo>
                <a:cubicBezTo>
                  <a:pt x="125865" y="58020"/>
                  <a:pt x="125878" y="58060"/>
                  <a:pt x="125904" y="58072"/>
                </a:cubicBezTo>
                <a:cubicBezTo>
                  <a:pt x="125982" y="58112"/>
                  <a:pt x="126034" y="58164"/>
                  <a:pt x="126112" y="58190"/>
                </a:cubicBezTo>
                <a:cubicBezTo>
                  <a:pt x="126164" y="58209"/>
                  <a:pt x="126222" y="58219"/>
                  <a:pt x="126281" y="58219"/>
                </a:cubicBezTo>
                <a:cubicBezTo>
                  <a:pt x="126339" y="58219"/>
                  <a:pt x="126398" y="58209"/>
                  <a:pt x="126450" y="58190"/>
                </a:cubicBezTo>
                <a:cubicBezTo>
                  <a:pt x="126504" y="58174"/>
                  <a:pt x="126558" y="58168"/>
                  <a:pt x="126612" y="58168"/>
                </a:cubicBezTo>
                <a:cubicBezTo>
                  <a:pt x="126649" y="58168"/>
                  <a:pt x="126686" y="58171"/>
                  <a:pt x="126724" y="58176"/>
                </a:cubicBezTo>
                <a:cubicBezTo>
                  <a:pt x="126741" y="58176"/>
                  <a:pt x="126776" y="58182"/>
                  <a:pt x="126804" y="58182"/>
                </a:cubicBezTo>
                <a:cubicBezTo>
                  <a:pt x="126819" y="58182"/>
                  <a:pt x="126832" y="58181"/>
                  <a:pt x="126840" y="58176"/>
                </a:cubicBezTo>
                <a:cubicBezTo>
                  <a:pt x="126866" y="58164"/>
                  <a:pt x="126854" y="58164"/>
                  <a:pt x="126866" y="58138"/>
                </a:cubicBezTo>
                <a:cubicBezTo>
                  <a:pt x="126932" y="58046"/>
                  <a:pt x="127036" y="57968"/>
                  <a:pt x="127127" y="57916"/>
                </a:cubicBezTo>
                <a:cubicBezTo>
                  <a:pt x="127192" y="57903"/>
                  <a:pt x="127257" y="57890"/>
                  <a:pt x="127322" y="57864"/>
                </a:cubicBezTo>
                <a:cubicBezTo>
                  <a:pt x="127374" y="57838"/>
                  <a:pt x="127413" y="57812"/>
                  <a:pt x="127478" y="57812"/>
                </a:cubicBezTo>
                <a:cubicBezTo>
                  <a:pt x="127493" y="57812"/>
                  <a:pt x="127510" y="57811"/>
                  <a:pt x="127526" y="57811"/>
                </a:cubicBezTo>
                <a:cubicBezTo>
                  <a:pt x="127569" y="57811"/>
                  <a:pt x="127612" y="57817"/>
                  <a:pt x="127621" y="57864"/>
                </a:cubicBezTo>
                <a:cubicBezTo>
                  <a:pt x="127635" y="57916"/>
                  <a:pt x="127583" y="57955"/>
                  <a:pt x="127595" y="57994"/>
                </a:cubicBezTo>
                <a:cubicBezTo>
                  <a:pt x="127621" y="57994"/>
                  <a:pt x="127661" y="57981"/>
                  <a:pt x="127687" y="57981"/>
                </a:cubicBezTo>
                <a:cubicBezTo>
                  <a:pt x="127725" y="57981"/>
                  <a:pt x="127751" y="57981"/>
                  <a:pt x="127777" y="57994"/>
                </a:cubicBezTo>
                <a:cubicBezTo>
                  <a:pt x="127803" y="58046"/>
                  <a:pt x="127739" y="58112"/>
                  <a:pt x="127713" y="58164"/>
                </a:cubicBezTo>
                <a:cubicBezTo>
                  <a:pt x="127687" y="58228"/>
                  <a:pt x="127699" y="58306"/>
                  <a:pt x="127647" y="58372"/>
                </a:cubicBezTo>
                <a:cubicBezTo>
                  <a:pt x="127621" y="58398"/>
                  <a:pt x="127609" y="58398"/>
                  <a:pt x="127569" y="58424"/>
                </a:cubicBezTo>
                <a:cubicBezTo>
                  <a:pt x="127543" y="58450"/>
                  <a:pt x="127531" y="58488"/>
                  <a:pt x="127505" y="58514"/>
                </a:cubicBezTo>
                <a:cubicBezTo>
                  <a:pt x="127478" y="58540"/>
                  <a:pt x="127452" y="58554"/>
                  <a:pt x="127439" y="58580"/>
                </a:cubicBezTo>
                <a:cubicBezTo>
                  <a:pt x="127439" y="58606"/>
                  <a:pt x="127452" y="58618"/>
                  <a:pt x="127452" y="58632"/>
                </a:cubicBezTo>
                <a:cubicBezTo>
                  <a:pt x="127387" y="58658"/>
                  <a:pt x="127335" y="58671"/>
                  <a:pt x="127270" y="58697"/>
                </a:cubicBezTo>
                <a:cubicBezTo>
                  <a:pt x="127231" y="58723"/>
                  <a:pt x="127205" y="58723"/>
                  <a:pt x="127166" y="58736"/>
                </a:cubicBezTo>
                <a:cubicBezTo>
                  <a:pt x="127101" y="58749"/>
                  <a:pt x="127023" y="58762"/>
                  <a:pt x="126971" y="58788"/>
                </a:cubicBezTo>
                <a:cubicBezTo>
                  <a:pt x="126932" y="58801"/>
                  <a:pt x="126906" y="58814"/>
                  <a:pt x="126892" y="58840"/>
                </a:cubicBezTo>
                <a:cubicBezTo>
                  <a:pt x="126866" y="58866"/>
                  <a:pt x="126880" y="58879"/>
                  <a:pt x="126840" y="58892"/>
                </a:cubicBezTo>
                <a:cubicBezTo>
                  <a:pt x="126835" y="58895"/>
                  <a:pt x="126829" y="58896"/>
                  <a:pt x="126823" y="58896"/>
                </a:cubicBezTo>
                <a:cubicBezTo>
                  <a:pt x="126805" y="58896"/>
                  <a:pt x="126784" y="58888"/>
                  <a:pt x="126762" y="58888"/>
                </a:cubicBezTo>
                <a:cubicBezTo>
                  <a:pt x="126753" y="58888"/>
                  <a:pt x="126745" y="58889"/>
                  <a:pt x="126736" y="58892"/>
                </a:cubicBezTo>
                <a:cubicBezTo>
                  <a:pt x="126698" y="58892"/>
                  <a:pt x="126672" y="58918"/>
                  <a:pt x="126646" y="58931"/>
                </a:cubicBezTo>
                <a:cubicBezTo>
                  <a:pt x="126606" y="58957"/>
                  <a:pt x="126580" y="58970"/>
                  <a:pt x="126542" y="58983"/>
                </a:cubicBezTo>
                <a:cubicBezTo>
                  <a:pt x="126490" y="58983"/>
                  <a:pt x="126476" y="58983"/>
                  <a:pt x="126450" y="59009"/>
                </a:cubicBezTo>
                <a:cubicBezTo>
                  <a:pt x="126385" y="59074"/>
                  <a:pt x="126372" y="59139"/>
                  <a:pt x="126372" y="59217"/>
                </a:cubicBezTo>
                <a:cubicBezTo>
                  <a:pt x="126372" y="59283"/>
                  <a:pt x="126333" y="59335"/>
                  <a:pt x="126281" y="59373"/>
                </a:cubicBezTo>
                <a:cubicBezTo>
                  <a:pt x="126255" y="59413"/>
                  <a:pt x="126190" y="59503"/>
                  <a:pt x="126242" y="59529"/>
                </a:cubicBezTo>
                <a:cubicBezTo>
                  <a:pt x="126250" y="59535"/>
                  <a:pt x="126261" y="59537"/>
                  <a:pt x="126272" y="59537"/>
                </a:cubicBezTo>
                <a:cubicBezTo>
                  <a:pt x="126298" y="59537"/>
                  <a:pt x="126328" y="59527"/>
                  <a:pt x="126355" y="59527"/>
                </a:cubicBezTo>
                <a:cubicBezTo>
                  <a:pt x="126371" y="59527"/>
                  <a:pt x="126386" y="59531"/>
                  <a:pt x="126398" y="59543"/>
                </a:cubicBezTo>
                <a:cubicBezTo>
                  <a:pt x="126398" y="59555"/>
                  <a:pt x="126398" y="59607"/>
                  <a:pt x="126385" y="59621"/>
                </a:cubicBezTo>
                <a:cubicBezTo>
                  <a:pt x="126372" y="59659"/>
                  <a:pt x="126346" y="59685"/>
                  <a:pt x="126307" y="59712"/>
                </a:cubicBezTo>
                <a:cubicBezTo>
                  <a:pt x="126255" y="59738"/>
                  <a:pt x="126216" y="59751"/>
                  <a:pt x="126177" y="59764"/>
                </a:cubicBezTo>
                <a:cubicBezTo>
                  <a:pt x="126125" y="59777"/>
                  <a:pt x="126099" y="59790"/>
                  <a:pt x="126073" y="59829"/>
                </a:cubicBezTo>
                <a:cubicBezTo>
                  <a:pt x="126047" y="59881"/>
                  <a:pt x="126034" y="59933"/>
                  <a:pt x="126008" y="59985"/>
                </a:cubicBezTo>
                <a:cubicBezTo>
                  <a:pt x="125995" y="60037"/>
                  <a:pt x="125969" y="60089"/>
                  <a:pt x="125904" y="60089"/>
                </a:cubicBezTo>
                <a:cubicBezTo>
                  <a:pt x="125839" y="60089"/>
                  <a:pt x="125799" y="60102"/>
                  <a:pt x="125825" y="60167"/>
                </a:cubicBezTo>
                <a:cubicBezTo>
                  <a:pt x="125850" y="60177"/>
                  <a:pt x="125875" y="60180"/>
                  <a:pt x="125902" y="60180"/>
                </a:cubicBezTo>
                <a:cubicBezTo>
                  <a:pt x="125931" y="60180"/>
                  <a:pt x="125961" y="60176"/>
                  <a:pt x="125990" y="60176"/>
                </a:cubicBezTo>
                <a:cubicBezTo>
                  <a:pt x="126005" y="60176"/>
                  <a:pt x="126020" y="60177"/>
                  <a:pt x="126034" y="60180"/>
                </a:cubicBezTo>
                <a:cubicBezTo>
                  <a:pt x="126099" y="60193"/>
                  <a:pt x="126151" y="60232"/>
                  <a:pt x="126086" y="60284"/>
                </a:cubicBezTo>
                <a:cubicBezTo>
                  <a:pt x="126034" y="60324"/>
                  <a:pt x="125969" y="60310"/>
                  <a:pt x="125930" y="60362"/>
                </a:cubicBezTo>
                <a:cubicBezTo>
                  <a:pt x="125891" y="60388"/>
                  <a:pt x="125878" y="60428"/>
                  <a:pt x="125851" y="60454"/>
                </a:cubicBezTo>
                <a:cubicBezTo>
                  <a:pt x="125839" y="60454"/>
                  <a:pt x="125839" y="60466"/>
                  <a:pt x="125825" y="60466"/>
                </a:cubicBezTo>
                <a:cubicBezTo>
                  <a:pt x="125813" y="60466"/>
                  <a:pt x="125813" y="60480"/>
                  <a:pt x="125799" y="60492"/>
                </a:cubicBezTo>
                <a:cubicBezTo>
                  <a:pt x="125787" y="60518"/>
                  <a:pt x="125799" y="60506"/>
                  <a:pt x="125761" y="60518"/>
                </a:cubicBezTo>
                <a:cubicBezTo>
                  <a:pt x="125721" y="60532"/>
                  <a:pt x="125683" y="60532"/>
                  <a:pt x="125657" y="60584"/>
                </a:cubicBezTo>
                <a:cubicBezTo>
                  <a:pt x="125643" y="60636"/>
                  <a:pt x="125643" y="60726"/>
                  <a:pt x="125669" y="60766"/>
                </a:cubicBezTo>
                <a:cubicBezTo>
                  <a:pt x="125709" y="60818"/>
                  <a:pt x="125773" y="60844"/>
                  <a:pt x="125825" y="60870"/>
                </a:cubicBezTo>
                <a:cubicBezTo>
                  <a:pt x="125891" y="60909"/>
                  <a:pt x="125943" y="60961"/>
                  <a:pt x="126021" y="60974"/>
                </a:cubicBezTo>
                <a:cubicBezTo>
                  <a:pt x="126053" y="60980"/>
                  <a:pt x="126086" y="60980"/>
                  <a:pt x="126118" y="60980"/>
                </a:cubicBezTo>
                <a:cubicBezTo>
                  <a:pt x="126151" y="60980"/>
                  <a:pt x="126184" y="60980"/>
                  <a:pt x="126216" y="60987"/>
                </a:cubicBezTo>
                <a:cubicBezTo>
                  <a:pt x="126289" y="60998"/>
                  <a:pt x="126354" y="61016"/>
                  <a:pt x="126424" y="61016"/>
                </a:cubicBezTo>
                <a:cubicBezTo>
                  <a:pt x="126441" y="61016"/>
                  <a:pt x="126458" y="61015"/>
                  <a:pt x="126476" y="61013"/>
                </a:cubicBezTo>
                <a:cubicBezTo>
                  <a:pt x="126542" y="61013"/>
                  <a:pt x="126620" y="60974"/>
                  <a:pt x="126698" y="60974"/>
                </a:cubicBezTo>
                <a:cubicBezTo>
                  <a:pt x="126762" y="60974"/>
                  <a:pt x="126828" y="61039"/>
                  <a:pt x="126892" y="61039"/>
                </a:cubicBezTo>
                <a:cubicBezTo>
                  <a:pt x="126944" y="61039"/>
                  <a:pt x="126971" y="61013"/>
                  <a:pt x="127023" y="61013"/>
                </a:cubicBezTo>
                <a:lnTo>
                  <a:pt x="127231" y="61013"/>
                </a:lnTo>
                <a:cubicBezTo>
                  <a:pt x="127261" y="61013"/>
                  <a:pt x="127308" y="61021"/>
                  <a:pt x="127350" y="61021"/>
                </a:cubicBezTo>
                <a:cubicBezTo>
                  <a:pt x="127381" y="61021"/>
                  <a:pt x="127410" y="61017"/>
                  <a:pt x="127426" y="61000"/>
                </a:cubicBezTo>
                <a:cubicBezTo>
                  <a:pt x="127439" y="60987"/>
                  <a:pt x="127426" y="60935"/>
                  <a:pt x="127426" y="60909"/>
                </a:cubicBezTo>
                <a:cubicBezTo>
                  <a:pt x="127426" y="60883"/>
                  <a:pt x="127452" y="60870"/>
                  <a:pt x="127465" y="60857"/>
                </a:cubicBezTo>
                <a:cubicBezTo>
                  <a:pt x="127478" y="60844"/>
                  <a:pt x="127505" y="60831"/>
                  <a:pt x="127517" y="60818"/>
                </a:cubicBezTo>
                <a:cubicBezTo>
                  <a:pt x="127557" y="60792"/>
                  <a:pt x="127569" y="60792"/>
                  <a:pt x="127609" y="60778"/>
                </a:cubicBezTo>
                <a:cubicBezTo>
                  <a:pt x="127647" y="60766"/>
                  <a:pt x="127647" y="60726"/>
                  <a:pt x="127687" y="60714"/>
                </a:cubicBezTo>
                <a:cubicBezTo>
                  <a:pt x="127725" y="60688"/>
                  <a:pt x="127765" y="60688"/>
                  <a:pt x="127803" y="60662"/>
                </a:cubicBezTo>
                <a:cubicBezTo>
                  <a:pt x="127843" y="60622"/>
                  <a:pt x="127869" y="60596"/>
                  <a:pt x="127921" y="60584"/>
                </a:cubicBezTo>
                <a:lnTo>
                  <a:pt x="127947" y="60584"/>
                </a:lnTo>
                <a:cubicBezTo>
                  <a:pt x="127933" y="60961"/>
                  <a:pt x="127921" y="61339"/>
                  <a:pt x="127907" y="61689"/>
                </a:cubicBezTo>
                <a:cubicBezTo>
                  <a:pt x="127881" y="61703"/>
                  <a:pt x="127855" y="61715"/>
                  <a:pt x="127817" y="61715"/>
                </a:cubicBezTo>
                <a:cubicBezTo>
                  <a:pt x="127751" y="61715"/>
                  <a:pt x="127661" y="61715"/>
                  <a:pt x="127595" y="61689"/>
                </a:cubicBezTo>
                <a:cubicBezTo>
                  <a:pt x="127569" y="61684"/>
                  <a:pt x="127549" y="61681"/>
                  <a:pt x="127531" y="61681"/>
                </a:cubicBezTo>
                <a:cubicBezTo>
                  <a:pt x="127505" y="61681"/>
                  <a:pt x="127483" y="61687"/>
                  <a:pt x="127452" y="61703"/>
                </a:cubicBezTo>
                <a:cubicBezTo>
                  <a:pt x="127413" y="61703"/>
                  <a:pt x="127387" y="61703"/>
                  <a:pt x="127361" y="61729"/>
                </a:cubicBezTo>
                <a:cubicBezTo>
                  <a:pt x="127335" y="61741"/>
                  <a:pt x="127322" y="61767"/>
                  <a:pt x="127309" y="61793"/>
                </a:cubicBezTo>
                <a:cubicBezTo>
                  <a:pt x="127283" y="61807"/>
                  <a:pt x="127270" y="61819"/>
                  <a:pt x="127244" y="61833"/>
                </a:cubicBezTo>
                <a:cubicBezTo>
                  <a:pt x="127205" y="61859"/>
                  <a:pt x="127153" y="61859"/>
                  <a:pt x="127101" y="61885"/>
                </a:cubicBezTo>
                <a:lnTo>
                  <a:pt x="127010" y="61885"/>
                </a:lnTo>
                <a:cubicBezTo>
                  <a:pt x="126958" y="61898"/>
                  <a:pt x="126932" y="61924"/>
                  <a:pt x="126880" y="61950"/>
                </a:cubicBezTo>
                <a:cubicBezTo>
                  <a:pt x="126828" y="61989"/>
                  <a:pt x="126788" y="62041"/>
                  <a:pt x="126736" y="62080"/>
                </a:cubicBezTo>
                <a:cubicBezTo>
                  <a:pt x="126710" y="62093"/>
                  <a:pt x="126658" y="62119"/>
                  <a:pt x="126632" y="62145"/>
                </a:cubicBezTo>
                <a:cubicBezTo>
                  <a:pt x="126632" y="62145"/>
                  <a:pt x="126632" y="62171"/>
                  <a:pt x="126620" y="62171"/>
                </a:cubicBezTo>
                <a:cubicBezTo>
                  <a:pt x="126554" y="62223"/>
                  <a:pt x="126516" y="62223"/>
                  <a:pt x="126438" y="62236"/>
                </a:cubicBezTo>
                <a:cubicBezTo>
                  <a:pt x="126385" y="62236"/>
                  <a:pt x="126346" y="62210"/>
                  <a:pt x="126307" y="62210"/>
                </a:cubicBezTo>
                <a:cubicBezTo>
                  <a:pt x="126255" y="62210"/>
                  <a:pt x="126216" y="62249"/>
                  <a:pt x="126164" y="62249"/>
                </a:cubicBezTo>
                <a:cubicBezTo>
                  <a:pt x="126125" y="62249"/>
                  <a:pt x="126125" y="62249"/>
                  <a:pt x="126099" y="62288"/>
                </a:cubicBezTo>
                <a:cubicBezTo>
                  <a:pt x="126073" y="62327"/>
                  <a:pt x="126034" y="62353"/>
                  <a:pt x="125995" y="62379"/>
                </a:cubicBezTo>
                <a:cubicBezTo>
                  <a:pt x="125917" y="62406"/>
                  <a:pt x="125891" y="62418"/>
                  <a:pt x="125891" y="62496"/>
                </a:cubicBezTo>
                <a:cubicBezTo>
                  <a:pt x="125891" y="62548"/>
                  <a:pt x="125891" y="62574"/>
                  <a:pt x="125917" y="62614"/>
                </a:cubicBezTo>
                <a:cubicBezTo>
                  <a:pt x="125956" y="62666"/>
                  <a:pt x="126008" y="62678"/>
                  <a:pt x="126073" y="62692"/>
                </a:cubicBezTo>
                <a:cubicBezTo>
                  <a:pt x="126042" y="62688"/>
                  <a:pt x="126023" y="62686"/>
                  <a:pt x="126011" y="62686"/>
                </a:cubicBezTo>
                <a:cubicBezTo>
                  <a:pt x="125982" y="62686"/>
                  <a:pt x="125995" y="62695"/>
                  <a:pt x="125995" y="62704"/>
                </a:cubicBezTo>
                <a:lnTo>
                  <a:pt x="126034" y="62822"/>
                </a:lnTo>
                <a:cubicBezTo>
                  <a:pt x="126047" y="62848"/>
                  <a:pt x="126047" y="62886"/>
                  <a:pt x="126073" y="62900"/>
                </a:cubicBezTo>
                <a:cubicBezTo>
                  <a:pt x="126086" y="62912"/>
                  <a:pt x="126099" y="62926"/>
                  <a:pt x="126125" y="62926"/>
                </a:cubicBezTo>
                <a:lnTo>
                  <a:pt x="126164" y="62964"/>
                </a:lnTo>
                <a:cubicBezTo>
                  <a:pt x="126177" y="62991"/>
                  <a:pt x="126164" y="63017"/>
                  <a:pt x="126177" y="63043"/>
                </a:cubicBezTo>
                <a:cubicBezTo>
                  <a:pt x="126203" y="63069"/>
                  <a:pt x="126216" y="63069"/>
                  <a:pt x="126242" y="63108"/>
                </a:cubicBezTo>
                <a:cubicBezTo>
                  <a:pt x="126268" y="63173"/>
                  <a:pt x="126307" y="63225"/>
                  <a:pt x="126372" y="63251"/>
                </a:cubicBezTo>
                <a:cubicBezTo>
                  <a:pt x="126412" y="63264"/>
                  <a:pt x="126424" y="63264"/>
                  <a:pt x="126450" y="63277"/>
                </a:cubicBezTo>
                <a:cubicBezTo>
                  <a:pt x="126490" y="63303"/>
                  <a:pt x="126516" y="63342"/>
                  <a:pt x="126554" y="63368"/>
                </a:cubicBezTo>
                <a:cubicBezTo>
                  <a:pt x="126594" y="63394"/>
                  <a:pt x="126632" y="63420"/>
                  <a:pt x="126672" y="63420"/>
                </a:cubicBezTo>
                <a:cubicBezTo>
                  <a:pt x="126698" y="63427"/>
                  <a:pt x="126727" y="63430"/>
                  <a:pt x="126756" y="63430"/>
                </a:cubicBezTo>
                <a:cubicBezTo>
                  <a:pt x="126785" y="63430"/>
                  <a:pt x="126814" y="63427"/>
                  <a:pt x="126840" y="63420"/>
                </a:cubicBezTo>
                <a:cubicBezTo>
                  <a:pt x="126866" y="63414"/>
                  <a:pt x="126879" y="63410"/>
                  <a:pt x="126891" y="63410"/>
                </a:cubicBezTo>
                <a:cubicBezTo>
                  <a:pt x="126902" y="63410"/>
                  <a:pt x="126912" y="63414"/>
                  <a:pt x="126932" y="63420"/>
                </a:cubicBezTo>
                <a:cubicBezTo>
                  <a:pt x="126944" y="63433"/>
                  <a:pt x="126944" y="63446"/>
                  <a:pt x="126971" y="63459"/>
                </a:cubicBezTo>
                <a:cubicBezTo>
                  <a:pt x="126982" y="63463"/>
                  <a:pt x="126993" y="63465"/>
                  <a:pt x="127005" y="63465"/>
                </a:cubicBezTo>
                <a:cubicBezTo>
                  <a:pt x="127047" y="63465"/>
                  <a:pt x="127089" y="63440"/>
                  <a:pt x="127132" y="63440"/>
                </a:cubicBezTo>
                <a:cubicBezTo>
                  <a:pt x="127143" y="63440"/>
                  <a:pt x="127155" y="63442"/>
                  <a:pt x="127166" y="63446"/>
                </a:cubicBezTo>
                <a:cubicBezTo>
                  <a:pt x="127205" y="63459"/>
                  <a:pt x="127231" y="63485"/>
                  <a:pt x="127270" y="63499"/>
                </a:cubicBezTo>
                <a:cubicBezTo>
                  <a:pt x="127309" y="63511"/>
                  <a:pt x="127348" y="63511"/>
                  <a:pt x="127387" y="63525"/>
                </a:cubicBezTo>
                <a:lnTo>
                  <a:pt x="127595" y="63525"/>
                </a:lnTo>
                <a:cubicBezTo>
                  <a:pt x="127673" y="63537"/>
                  <a:pt x="127751" y="63537"/>
                  <a:pt x="127829" y="63537"/>
                </a:cubicBezTo>
                <a:cubicBezTo>
                  <a:pt x="127791" y="64592"/>
                  <a:pt x="127739" y="65567"/>
                  <a:pt x="127687" y="66452"/>
                </a:cubicBezTo>
                <a:cubicBezTo>
                  <a:pt x="127673" y="66426"/>
                  <a:pt x="127647" y="66413"/>
                  <a:pt x="127621" y="66413"/>
                </a:cubicBezTo>
                <a:cubicBezTo>
                  <a:pt x="127515" y="66370"/>
                  <a:pt x="127408" y="66351"/>
                  <a:pt x="127301" y="66351"/>
                </a:cubicBezTo>
                <a:cubicBezTo>
                  <a:pt x="126893" y="66351"/>
                  <a:pt x="126486" y="66618"/>
                  <a:pt x="126177" y="66804"/>
                </a:cubicBezTo>
                <a:cubicBezTo>
                  <a:pt x="125908" y="66959"/>
                  <a:pt x="125737" y="67007"/>
                  <a:pt x="125475" y="67007"/>
                </a:cubicBezTo>
                <a:cubicBezTo>
                  <a:pt x="125408" y="67007"/>
                  <a:pt x="125335" y="67004"/>
                  <a:pt x="125253" y="66998"/>
                </a:cubicBezTo>
                <a:cubicBezTo>
                  <a:pt x="125227" y="66998"/>
                  <a:pt x="125214" y="66986"/>
                  <a:pt x="125201" y="66986"/>
                </a:cubicBezTo>
                <a:cubicBezTo>
                  <a:pt x="125345" y="66699"/>
                  <a:pt x="125423" y="66374"/>
                  <a:pt x="125409" y="66049"/>
                </a:cubicBezTo>
                <a:lnTo>
                  <a:pt x="125409" y="66049"/>
                </a:lnTo>
                <a:cubicBezTo>
                  <a:pt x="124928" y="66165"/>
                  <a:pt x="124486" y="66439"/>
                  <a:pt x="124212" y="66830"/>
                </a:cubicBezTo>
                <a:cubicBezTo>
                  <a:pt x="124147" y="66816"/>
                  <a:pt x="124069" y="66816"/>
                  <a:pt x="124004" y="66816"/>
                </a:cubicBezTo>
                <a:cubicBezTo>
                  <a:pt x="123809" y="65789"/>
                  <a:pt x="123405" y="64748"/>
                  <a:pt x="122859" y="63875"/>
                </a:cubicBezTo>
                <a:cubicBezTo>
                  <a:pt x="122442" y="64786"/>
                  <a:pt x="122442" y="65749"/>
                  <a:pt x="122651" y="66725"/>
                </a:cubicBezTo>
                <a:cubicBezTo>
                  <a:pt x="122638" y="66712"/>
                  <a:pt x="122612" y="66699"/>
                  <a:pt x="122598" y="66699"/>
                </a:cubicBezTo>
                <a:cubicBezTo>
                  <a:pt x="122494" y="66478"/>
                  <a:pt x="122338" y="66270"/>
                  <a:pt x="122144" y="66113"/>
                </a:cubicBezTo>
                <a:cubicBezTo>
                  <a:pt x="122040" y="65879"/>
                  <a:pt x="121935" y="65632"/>
                  <a:pt x="121727" y="65424"/>
                </a:cubicBezTo>
                <a:cubicBezTo>
                  <a:pt x="121458" y="65161"/>
                  <a:pt x="121209" y="65108"/>
                  <a:pt x="120955" y="65108"/>
                </a:cubicBezTo>
                <a:cubicBezTo>
                  <a:pt x="120784" y="65108"/>
                  <a:pt x="120610" y="65132"/>
                  <a:pt x="120426" y="65132"/>
                </a:cubicBezTo>
                <a:cubicBezTo>
                  <a:pt x="120305" y="65132"/>
                  <a:pt x="120180" y="65122"/>
                  <a:pt x="120048" y="65086"/>
                </a:cubicBezTo>
                <a:cubicBezTo>
                  <a:pt x="119697" y="64991"/>
                  <a:pt x="119616" y="64743"/>
                  <a:pt x="119410" y="64743"/>
                </a:cubicBezTo>
                <a:cubicBezTo>
                  <a:pt x="119334" y="64743"/>
                  <a:pt x="119241" y="64777"/>
                  <a:pt x="119111" y="64864"/>
                </a:cubicBezTo>
                <a:cubicBezTo>
                  <a:pt x="118813" y="65060"/>
                  <a:pt x="118682" y="65450"/>
                  <a:pt x="118344" y="65593"/>
                </a:cubicBezTo>
                <a:cubicBezTo>
                  <a:pt x="117940" y="65489"/>
                  <a:pt x="117537" y="65385"/>
                  <a:pt x="117133" y="65268"/>
                </a:cubicBezTo>
                <a:cubicBezTo>
                  <a:pt x="117029" y="65190"/>
                  <a:pt x="116925" y="65098"/>
                  <a:pt x="116835" y="65008"/>
                </a:cubicBezTo>
                <a:cubicBezTo>
                  <a:pt x="116835" y="64487"/>
                  <a:pt x="116835" y="63993"/>
                  <a:pt x="116821" y="63563"/>
                </a:cubicBezTo>
                <a:cubicBezTo>
                  <a:pt x="116821" y="62718"/>
                  <a:pt x="116847" y="61976"/>
                  <a:pt x="116887" y="61403"/>
                </a:cubicBezTo>
                <a:cubicBezTo>
                  <a:pt x="117043" y="62223"/>
                  <a:pt x="117238" y="63043"/>
                  <a:pt x="117472" y="63863"/>
                </a:cubicBezTo>
                <a:cubicBezTo>
                  <a:pt x="117706" y="62770"/>
                  <a:pt x="117680" y="61715"/>
                  <a:pt x="117407" y="60688"/>
                </a:cubicBezTo>
                <a:lnTo>
                  <a:pt x="117407" y="60688"/>
                </a:lnTo>
                <a:cubicBezTo>
                  <a:pt x="117914" y="61715"/>
                  <a:pt x="118526" y="62678"/>
                  <a:pt x="119229" y="63563"/>
                </a:cubicBezTo>
                <a:cubicBezTo>
                  <a:pt x="119319" y="62588"/>
                  <a:pt x="119085" y="61585"/>
                  <a:pt x="118617" y="60714"/>
                </a:cubicBezTo>
                <a:cubicBezTo>
                  <a:pt x="118448" y="60402"/>
                  <a:pt x="118266" y="60128"/>
                  <a:pt x="118044" y="59894"/>
                </a:cubicBezTo>
                <a:lnTo>
                  <a:pt x="118044" y="59894"/>
                </a:lnTo>
                <a:cubicBezTo>
                  <a:pt x="118643" y="60193"/>
                  <a:pt x="119281" y="60388"/>
                  <a:pt x="119944" y="60480"/>
                </a:cubicBezTo>
                <a:cubicBezTo>
                  <a:pt x="119697" y="60141"/>
                  <a:pt x="119411" y="59868"/>
                  <a:pt x="119099" y="59595"/>
                </a:cubicBezTo>
                <a:cubicBezTo>
                  <a:pt x="118865" y="59399"/>
                  <a:pt x="118617" y="59205"/>
                  <a:pt x="118344" y="59035"/>
                </a:cubicBezTo>
                <a:cubicBezTo>
                  <a:pt x="118981" y="58996"/>
                  <a:pt x="119515" y="58801"/>
                  <a:pt x="120022" y="58424"/>
                </a:cubicBezTo>
                <a:cubicBezTo>
                  <a:pt x="119582" y="58296"/>
                  <a:pt x="119121" y="58231"/>
                  <a:pt x="118659" y="58231"/>
                </a:cubicBezTo>
                <a:cubicBezTo>
                  <a:pt x="118371" y="58231"/>
                  <a:pt x="118082" y="58256"/>
                  <a:pt x="117798" y="58306"/>
                </a:cubicBezTo>
                <a:cubicBezTo>
                  <a:pt x="117902" y="58242"/>
                  <a:pt x="118006" y="58176"/>
                  <a:pt x="118096" y="58098"/>
                </a:cubicBezTo>
                <a:cubicBezTo>
                  <a:pt x="118643" y="57669"/>
                  <a:pt x="119047" y="57161"/>
                  <a:pt x="119450" y="56589"/>
                </a:cubicBezTo>
                <a:lnTo>
                  <a:pt x="119450" y="56589"/>
                </a:lnTo>
                <a:cubicBezTo>
                  <a:pt x="118526" y="56680"/>
                  <a:pt x="117654" y="57109"/>
                  <a:pt x="116991" y="57747"/>
                </a:cubicBezTo>
                <a:cubicBezTo>
                  <a:pt x="117043" y="57539"/>
                  <a:pt x="117081" y="57331"/>
                  <a:pt x="117121" y="57123"/>
                </a:cubicBezTo>
                <a:cubicBezTo>
                  <a:pt x="117264" y="56368"/>
                  <a:pt x="117081" y="55509"/>
                  <a:pt x="116743" y="54819"/>
                </a:cubicBezTo>
                <a:cubicBezTo>
                  <a:pt x="116210" y="55665"/>
                  <a:pt x="116040" y="56680"/>
                  <a:pt x="116080" y="57695"/>
                </a:cubicBezTo>
                <a:cubicBezTo>
                  <a:pt x="115858" y="56875"/>
                  <a:pt x="115442" y="56146"/>
                  <a:pt x="114675" y="55522"/>
                </a:cubicBezTo>
                <a:lnTo>
                  <a:pt x="114675" y="55522"/>
                </a:lnTo>
                <a:cubicBezTo>
                  <a:pt x="114649" y="56459"/>
                  <a:pt x="114974" y="57383"/>
                  <a:pt x="115560" y="58112"/>
                </a:cubicBezTo>
                <a:cubicBezTo>
                  <a:pt x="114992" y="57730"/>
                  <a:pt x="114333" y="57535"/>
                  <a:pt x="113642" y="57535"/>
                </a:cubicBezTo>
                <a:cubicBezTo>
                  <a:pt x="113365" y="57535"/>
                  <a:pt x="113084" y="57566"/>
                  <a:pt x="112801" y="57630"/>
                </a:cubicBezTo>
                <a:cubicBezTo>
                  <a:pt x="112775" y="57565"/>
                  <a:pt x="112749" y="57499"/>
                  <a:pt x="112709" y="57447"/>
                </a:cubicBezTo>
                <a:cubicBezTo>
                  <a:pt x="112541" y="57135"/>
                  <a:pt x="112359" y="56862"/>
                  <a:pt x="112137" y="56615"/>
                </a:cubicBezTo>
                <a:lnTo>
                  <a:pt x="112137" y="56615"/>
                </a:lnTo>
                <a:cubicBezTo>
                  <a:pt x="112735" y="56914"/>
                  <a:pt x="113374" y="57123"/>
                  <a:pt x="114037" y="57213"/>
                </a:cubicBezTo>
                <a:cubicBezTo>
                  <a:pt x="113790" y="56875"/>
                  <a:pt x="113504" y="56602"/>
                  <a:pt x="113191" y="56328"/>
                </a:cubicBezTo>
                <a:cubicBezTo>
                  <a:pt x="112944" y="56120"/>
                  <a:pt x="112709" y="55926"/>
                  <a:pt x="112437" y="55756"/>
                </a:cubicBezTo>
                <a:cubicBezTo>
                  <a:pt x="113061" y="55730"/>
                  <a:pt x="113608" y="55522"/>
                  <a:pt x="114115" y="55145"/>
                </a:cubicBezTo>
                <a:cubicBezTo>
                  <a:pt x="113688" y="55021"/>
                  <a:pt x="113242" y="54961"/>
                  <a:pt x="112794" y="54961"/>
                </a:cubicBezTo>
                <a:cubicBezTo>
                  <a:pt x="112492" y="54961"/>
                  <a:pt x="112189" y="54988"/>
                  <a:pt x="111890" y="55041"/>
                </a:cubicBezTo>
                <a:cubicBezTo>
                  <a:pt x="111994" y="54975"/>
                  <a:pt x="112085" y="54897"/>
                  <a:pt x="112176" y="54833"/>
                </a:cubicBezTo>
                <a:cubicBezTo>
                  <a:pt x="112735" y="54390"/>
                  <a:pt x="113126" y="53896"/>
                  <a:pt x="113542" y="53310"/>
                </a:cubicBezTo>
                <a:lnTo>
                  <a:pt x="113542" y="53310"/>
                </a:lnTo>
                <a:cubicBezTo>
                  <a:pt x="112619" y="53414"/>
                  <a:pt x="111747" y="53830"/>
                  <a:pt x="111083" y="54468"/>
                </a:cubicBezTo>
                <a:cubicBezTo>
                  <a:pt x="111122" y="54260"/>
                  <a:pt x="111174" y="54052"/>
                  <a:pt x="111214" y="53844"/>
                </a:cubicBezTo>
                <a:cubicBezTo>
                  <a:pt x="111356" y="53089"/>
                  <a:pt x="111162" y="52230"/>
                  <a:pt x="110836" y="51540"/>
                </a:cubicBezTo>
                <a:cubicBezTo>
                  <a:pt x="110303" y="52386"/>
                  <a:pt x="110121" y="53401"/>
                  <a:pt x="110173" y="54416"/>
                </a:cubicBezTo>
                <a:cubicBezTo>
                  <a:pt x="109951" y="53596"/>
                  <a:pt x="109535" y="52867"/>
                  <a:pt x="108767" y="52243"/>
                </a:cubicBezTo>
                <a:lnTo>
                  <a:pt x="108767" y="52243"/>
                </a:lnTo>
                <a:cubicBezTo>
                  <a:pt x="108741" y="53179"/>
                  <a:pt x="109066" y="54116"/>
                  <a:pt x="109652" y="54845"/>
                </a:cubicBezTo>
                <a:cubicBezTo>
                  <a:pt x="109081" y="54462"/>
                  <a:pt x="108419" y="54262"/>
                  <a:pt x="107728" y="54262"/>
                </a:cubicBezTo>
                <a:cubicBezTo>
                  <a:pt x="107410" y="54262"/>
                  <a:pt x="107087" y="54304"/>
                  <a:pt x="106763" y="54390"/>
                </a:cubicBezTo>
                <a:cubicBezTo>
                  <a:pt x="107544" y="54885"/>
                  <a:pt x="108429" y="55235"/>
                  <a:pt x="109352" y="55405"/>
                </a:cubicBezTo>
                <a:cubicBezTo>
                  <a:pt x="108207" y="55535"/>
                  <a:pt x="107114" y="56120"/>
                  <a:pt x="106386" y="57031"/>
                </a:cubicBezTo>
                <a:cubicBezTo>
                  <a:pt x="106334" y="56953"/>
                  <a:pt x="106282" y="56888"/>
                  <a:pt x="106243" y="56797"/>
                </a:cubicBezTo>
                <a:cubicBezTo>
                  <a:pt x="106099" y="56524"/>
                  <a:pt x="106021" y="56172"/>
                  <a:pt x="105723" y="56068"/>
                </a:cubicBezTo>
                <a:cubicBezTo>
                  <a:pt x="105638" y="56038"/>
                  <a:pt x="105568" y="56025"/>
                  <a:pt x="105506" y="56025"/>
                </a:cubicBezTo>
                <a:cubicBezTo>
                  <a:pt x="105462" y="56025"/>
                  <a:pt x="105422" y="56031"/>
                  <a:pt x="105384" y="56042"/>
                </a:cubicBezTo>
                <a:cubicBezTo>
                  <a:pt x="105397" y="54546"/>
                  <a:pt x="105397" y="53075"/>
                  <a:pt x="105384" y="51918"/>
                </a:cubicBezTo>
                <a:cubicBezTo>
                  <a:pt x="105371" y="50291"/>
                  <a:pt x="105436" y="48873"/>
                  <a:pt x="105501" y="47767"/>
                </a:cubicBezTo>
                <a:cubicBezTo>
                  <a:pt x="105801" y="49354"/>
                  <a:pt x="106165" y="50915"/>
                  <a:pt x="106607" y="52464"/>
                </a:cubicBezTo>
                <a:cubicBezTo>
                  <a:pt x="107076" y="50395"/>
                  <a:pt x="107010" y="48365"/>
                  <a:pt x="106503" y="46413"/>
                </a:cubicBezTo>
                <a:lnTo>
                  <a:pt x="106503" y="46413"/>
                </a:lnTo>
                <a:cubicBezTo>
                  <a:pt x="107453" y="48365"/>
                  <a:pt x="108611" y="50213"/>
                  <a:pt x="109964" y="51918"/>
                </a:cubicBezTo>
                <a:cubicBezTo>
                  <a:pt x="110147" y="50044"/>
                  <a:pt x="109691" y="48131"/>
                  <a:pt x="108806" y="46465"/>
                </a:cubicBezTo>
                <a:cubicBezTo>
                  <a:pt x="108494" y="45867"/>
                  <a:pt x="108129" y="45346"/>
                  <a:pt x="107713" y="44891"/>
                </a:cubicBezTo>
                <a:lnTo>
                  <a:pt x="107713" y="44891"/>
                </a:lnTo>
                <a:cubicBezTo>
                  <a:pt x="108845" y="45464"/>
                  <a:pt x="110081" y="45854"/>
                  <a:pt x="111344" y="46023"/>
                </a:cubicBezTo>
                <a:cubicBezTo>
                  <a:pt x="110862" y="45372"/>
                  <a:pt x="110329" y="44852"/>
                  <a:pt x="109717" y="44331"/>
                </a:cubicBezTo>
                <a:cubicBezTo>
                  <a:pt x="109262" y="43941"/>
                  <a:pt x="108793" y="43577"/>
                  <a:pt x="108285" y="43264"/>
                </a:cubicBezTo>
                <a:cubicBezTo>
                  <a:pt x="109482" y="43186"/>
                  <a:pt x="110511" y="42809"/>
                  <a:pt x="111486" y="42093"/>
                </a:cubicBezTo>
                <a:cubicBezTo>
                  <a:pt x="110653" y="41847"/>
                  <a:pt x="109780" y="41727"/>
                  <a:pt x="108906" y="41727"/>
                </a:cubicBezTo>
                <a:cubicBezTo>
                  <a:pt x="108349" y="41727"/>
                  <a:pt x="107792" y="41776"/>
                  <a:pt x="107244" y="41873"/>
                </a:cubicBezTo>
                <a:cubicBezTo>
                  <a:pt x="107440" y="41755"/>
                  <a:pt x="107622" y="41625"/>
                  <a:pt x="107804" y="41482"/>
                </a:cubicBezTo>
                <a:cubicBezTo>
                  <a:pt x="108858" y="40636"/>
                  <a:pt x="109613" y="39687"/>
                  <a:pt x="110393" y="38580"/>
                </a:cubicBezTo>
                <a:lnTo>
                  <a:pt x="110393" y="38580"/>
                </a:lnTo>
                <a:cubicBezTo>
                  <a:pt x="108637" y="38762"/>
                  <a:pt x="106972" y="39569"/>
                  <a:pt x="105697" y="40792"/>
                </a:cubicBezTo>
                <a:cubicBezTo>
                  <a:pt x="105787" y="40402"/>
                  <a:pt x="105865" y="39999"/>
                  <a:pt x="105943" y="39595"/>
                </a:cubicBezTo>
                <a:cubicBezTo>
                  <a:pt x="106229" y="38151"/>
                  <a:pt x="105865" y="36524"/>
                  <a:pt x="105228" y="35197"/>
                </a:cubicBezTo>
                <a:cubicBezTo>
                  <a:pt x="104213" y="36824"/>
                  <a:pt x="103875" y="38762"/>
                  <a:pt x="103965" y="40702"/>
                </a:cubicBezTo>
                <a:cubicBezTo>
                  <a:pt x="103549" y="39114"/>
                  <a:pt x="102742" y="37747"/>
                  <a:pt x="101272" y="36550"/>
                </a:cubicBezTo>
                <a:lnTo>
                  <a:pt x="101272" y="36550"/>
                </a:lnTo>
                <a:cubicBezTo>
                  <a:pt x="101220" y="38333"/>
                  <a:pt x="101845" y="40115"/>
                  <a:pt x="102964" y="41495"/>
                </a:cubicBezTo>
                <a:cubicBezTo>
                  <a:pt x="101874" y="40762"/>
                  <a:pt x="100605" y="40392"/>
                  <a:pt x="99281" y="40392"/>
                </a:cubicBezTo>
                <a:cubicBezTo>
                  <a:pt x="98678" y="40392"/>
                  <a:pt x="98062" y="40469"/>
                  <a:pt x="97447" y="40623"/>
                </a:cubicBezTo>
                <a:cubicBezTo>
                  <a:pt x="98943" y="41586"/>
                  <a:pt x="100634" y="42249"/>
                  <a:pt x="102391" y="42575"/>
                </a:cubicBezTo>
                <a:cubicBezTo>
                  <a:pt x="100140" y="42835"/>
                  <a:pt x="97993" y="44007"/>
                  <a:pt x="96614" y="45802"/>
                </a:cubicBezTo>
                <a:cubicBezTo>
                  <a:pt x="96706" y="45805"/>
                  <a:pt x="96797" y="45807"/>
                  <a:pt x="96888" y="45807"/>
                </a:cubicBezTo>
                <a:cubicBezTo>
                  <a:pt x="98379" y="45807"/>
                  <a:pt x="99830" y="45409"/>
                  <a:pt x="101155" y="44735"/>
                </a:cubicBezTo>
                <a:lnTo>
                  <a:pt x="101155" y="44735"/>
                </a:lnTo>
                <a:cubicBezTo>
                  <a:pt x="99867" y="46062"/>
                  <a:pt x="98891" y="47702"/>
                  <a:pt x="98422" y="49498"/>
                </a:cubicBezTo>
                <a:cubicBezTo>
                  <a:pt x="99229" y="48990"/>
                  <a:pt x="100010" y="48443"/>
                  <a:pt x="100752" y="47845"/>
                </a:cubicBezTo>
                <a:lnTo>
                  <a:pt x="100752" y="47845"/>
                </a:lnTo>
                <a:cubicBezTo>
                  <a:pt x="100166" y="49068"/>
                  <a:pt x="99815" y="50408"/>
                  <a:pt x="99763" y="51762"/>
                </a:cubicBezTo>
                <a:cubicBezTo>
                  <a:pt x="101142" y="50721"/>
                  <a:pt x="102144" y="49510"/>
                  <a:pt x="102898" y="47949"/>
                </a:cubicBezTo>
                <a:cubicBezTo>
                  <a:pt x="103016" y="47714"/>
                  <a:pt x="103120" y="47480"/>
                  <a:pt x="103224" y="47260"/>
                </a:cubicBezTo>
                <a:lnTo>
                  <a:pt x="103224" y="47260"/>
                </a:lnTo>
                <a:cubicBezTo>
                  <a:pt x="102782" y="48781"/>
                  <a:pt x="102456" y="50343"/>
                  <a:pt x="102248" y="51918"/>
                </a:cubicBezTo>
                <a:cubicBezTo>
                  <a:pt x="103328" y="50825"/>
                  <a:pt x="104148" y="49524"/>
                  <a:pt x="104642" y="48131"/>
                </a:cubicBezTo>
                <a:lnTo>
                  <a:pt x="104642" y="48131"/>
                </a:lnTo>
                <a:cubicBezTo>
                  <a:pt x="104616" y="51241"/>
                  <a:pt x="104538" y="54286"/>
                  <a:pt x="104434" y="56836"/>
                </a:cubicBezTo>
                <a:cubicBezTo>
                  <a:pt x="104369" y="56849"/>
                  <a:pt x="104291" y="56849"/>
                  <a:pt x="104200" y="56849"/>
                </a:cubicBezTo>
                <a:cubicBezTo>
                  <a:pt x="104161" y="57097"/>
                  <a:pt x="104265" y="57395"/>
                  <a:pt x="104408" y="57682"/>
                </a:cubicBezTo>
                <a:cubicBezTo>
                  <a:pt x="104356" y="58814"/>
                  <a:pt x="104304" y="59829"/>
                  <a:pt x="104265" y="60674"/>
                </a:cubicBezTo>
                <a:cubicBezTo>
                  <a:pt x="104227" y="60664"/>
                  <a:pt x="104192" y="60660"/>
                  <a:pt x="104158" y="60660"/>
                </a:cubicBezTo>
                <a:cubicBezTo>
                  <a:pt x="104021" y="60660"/>
                  <a:pt x="103912" y="60739"/>
                  <a:pt x="103745" y="60844"/>
                </a:cubicBezTo>
                <a:cubicBezTo>
                  <a:pt x="103328" y="61143"/>
                  <a:pt x="103263" y="61469"/>
                  <a:pt x="103198" y="61937"/>
                </a:cubicBezTo>
                <a:cubicBezTo>
                  <a:pt x="102978" y="61825"/>
                  <a:pt x="102749" y="61785"/>
                  <a:pt x="102515" y="61785"/>
                </a:cubicBezTo>
                <a:cubicBezTo>
                  <a:pt x="101962" y="61785"/>
                  <a:pt x="101387" y="62009"/>
                  <a:pt x="100856" y="62028"/>
                </a:cubicBezTo>
                <a:cubicBezTo>
                  <a:pt x="100845" y="62028"/>
                  <a:pt x="100834" y="62028"/>
                  <a:pt x="100824" y="62028"/>
                </a:cubicBezTo>
                <a:cubicBezTo>
                  <a:pt x="100233" y="62028"/>
                  <a:pt x="100276" y="61658"/>
                  <a:pt x="99828" y="61377"/>
                </a:cubicBezTo>
                <a:cubicBezTo>
                  <a:pt x="99529" y="61195"/>
                  <a:pt x="99229" y="61286"/>
                  <a:pt x="98917" y="61182"/>
                </a:cubicBezTo>
                <a:lnTo>
                  <a:pt x="98917" y="60532"/>
                </a:lnTo>
                <a:cubicBezTo>
                  <a:pt x="98904" y="59764"/>
                  <a:pt x="98943" y="59100"/>
                  <a:pt x="98969" y="58566"/>
                </a:cubicBezTo>
                <a:cubicBezTo>
                  <a:pt x="99112" y="59321"/>
                  <a:pt x="99281" y="60063"/>
                  <a:pt x="99489" y="60792"/>
                </a:cubicBezTo>
                <a:cubicBezTo>
                  <a:pt x="99711" y="59816"/>
                  <a:pt x="99685" y="58853"/>
                  <a:pt x="99437" y="57929"/>
                </a:cubicBezTo>
                <a:lnTo>
                  <a:pt x="99437" y="57929"/>
                </a:lnTo>
                <a:cubicBezTo>
                  <a:pt x="99893" y="58853"/>
                  <a:pt x="100440" y="59725"/>
                  <a:pt x="101077" y="60532"/>
                </a:cubicBezTo>
                <a:cubicBezTo>
                  <a:pt x="101168" y="59647"/>
                  <a:pt x="100947" y="58749"/>
                  <a:pt x="100530" y="57955"/>
                </a:cubicBezTo>
                <a:cubicBezTo>
                  <a:pt x="100388" y="57669"/>
                  <a:pt x="100205" y="57435"/>
                  <a:pt x="100010" y="57213"/>
                </a:cubicBezTo>
                <a:lnTo>
                  <a:pt x="100010" y="57213"/>
                </a:lnTo>
                <a:cubicBezTo>
                  <a:pt x="100556" y="57487"/>
                  <a:pt x="101129" y="57669"/>
                  <a:pt x="101727" y="57747"/>
                </a:cubicBezTo>
                <a:cubicBezTo>
                  <a:pt x="101507" y="57447"/>
                  <a:pt x="101259" y="57187"/>
                  <a:pt x="100960" y="56953"/>
                </a:cubicBezTo>
                <a:cubicBezTo>
                  <a:pt x="100752" y="56771"/>
                  <a:pt x="100530" y="56589"/>
                  <a:pt x="100284" y="56446"/>
                </a:cubicBezTo>
                <a:cubicBezTo>
                  <a:pt x="100856" y="56406"/>
                  <a:pt x="101337" y="56224"/>
                  <a:pt x="101805" y="55886"/>
                </a:cubicBezTo>
                <a:cubicBezTo>
                  <a:pt x="101403" y="55773"/>
                  <a:pt x="100985" y="55716"/>
                  <a:pt x="100568" y="55716"/>
                </a:cubicBezTo>
                <a:cubicBezTo>
                  <a:pt x="100312" y="55716"/>
                  <a:pt x="100055" y="55737"/>
                  <a:pt x="99802" y="55782"/>
                </a:cubicBezTo>
                <a:cubicBezTo>
                  <a:pt x="99880" y="55730"/>
                  <a:pt x="99971" y="55665"/>
                  <a:pt x="100062" y="55600"/>
                </a:cubicBezTo>
                <a:cubicBezTo>
                  <a:pt x="100556" y="55197"/>
                  <a:pt x="100908" y="54754"/>
                  <a:pt x="101285" y="54234"/>
                </a:cubicBezTo>
                <a:lnTo>
                  <a:pt x="101285" y="54234"/>
                </a:lnTo>
                <a:cubicBezTo>
                  <a:pt x="100452" y="54312"/>
                  <a:pt x="99659" y="54702"/>
                  <a:pt x="99060" y="55275"/>
                </a:cubicBezTo>
                <a:cubicBezTo>
                  <a:pt x="99099" y="55093"/>
                  <a:pt x="99138" y="54897"/>
                  <a:pt x="99177" y="54702"/>
                </a:cubicBezTo>
                <a:cubicBezTo>
                  <a:pt x="99307" y="54026"/>
                  <a:pt x="99138" y="53258"/>
                  <a:pt x="98839" y="52633"/>
                </a:cubicBezTo>
                <a:cubicBezTo>
                  <a:pt x="98358" y="53401"/>
                  <a:pt x="98202" y="54312"/>
                  <a:pt x="98240" y="55235"/>
                </a:cubicBezTo>
                <a:cubicBezTo>
                  <a:pt x="98045" y="54481"/>
                  <a:pt x="97668" y="53830"/>
                  <a:pt x="96979" y="53271"/>
                </a:cubicBezTo>
                <a:lnTo>
                  <a:pt x="96979" y="53271"/>
                </a:lnTo>
                <a:cubicBezTo>
                  <a:pt x="96952" y="54104"/>
                  <a:pt x="97239" y="54949"/>
                  <a:pt x="97772" y="55613"/>
                </a:cubicBezTo>
                <a:cubicBezTo>
                  <a:pt x="97253" y="55264"/>
                  <a:pt x="96654" y="55087"/>
                  <a:pt x="96026" y="55087"/>
                </a:cubicBezTo>
                <a:cubicBezTo>
                  <a:pt x="95741" y="55087"/>
                  <a:pt x="95449" y="55124"/>
                  <a:pt x="95157" y="55197"/>
                </a:cubicBezTo>
                <a:cubicBezTo>
                  <a:pt x="95872" y="55652"/>
                  <a:pt x="96666" y="55964"/>
                  <a:pt x="97499" y="56120"/>
                </a:cubicBezTo>
                <a:cubicBezTo>
                  <a:pt x="96444" y="56238"/>
                  <a:pt x="95430" y="56797"/>
                  <a:pt x="94766" y="57643"/>
                </a:cubicBezTo>
                <a:cubicBezTo>
                  <a:pt x="94811" y="57645"/>
                  <a:pt x="94856" y="57645"/>
                  <a:pt x="94900" y="57645"/>
                </a:cubicBezTo>
                <a:cubicBezTo>
                  <a:pt x="95607" y="57645"/>
                  <a:pt x="96289" y="57453"/>
                  <a:pt x="96913" y="57135"/>
                </a:cubicBezTo>
                <a:lnTo>
                  <a:pt x="96913" y="57135"/>
                </a:lnTo>
                <a:cubicBezTo>
                  <a:pt x="96302" y="57760"/>
                  <a:pt x="95846" y="58540"/>
                  <a:pt x="95625" y="59387"/>
                </a:cubicBezTo>
                <a:cubicBezTo>
                  <a:pt x="96002" y="59153"/>
                  <a:pt x="96366" y="58892"/>
                  <a:pt x="96718" y="58606"/>
                </a:cubicBezTo>
                <a:lnTo>
                  <a:pt x="96718" y="58606"/>
                </a:lnTo>
                <a:cubicBezTo>
                  <a:pt x="96497" y="59100"/>
                  <a:pt x="96340" y="59633"/>
                  <a:pt x="96288" y="60167"/>
                </a:cubicBezTo>
                <a:cubicBezTo>
                  <a:pt x="96261" y="60170"/>
                  <a:pt x="96234" y="60172"/>
                  <a:pt x="96206" y="60172"/>
                </a:cubicBezTo>
                <a:cubicBezTo>
                  <a:pt x="96117" y="60172"/>
                  <a:pt x="96027" y="60155"/>
                  <a:pt x="95938" y="60115"/>
                </a:cubicBezTo>
                <a:cubicBezTo>
                  <a:pt x="95599" y="59946"/>
                  <a:pt x="95664" y="59451"/>
                  <a:pt x="95391" y="59179"/>
                </a:cubicBezTo>
                <a:cubicBezTo>
                  <a:pt x="95105" y="58905"/>
                  <a:pt x="94649" y="58723"/>
                  <a:pt x="94337" y="58476"/>
                </a:cubicBezTo>
                <a:cubicBezTo>
                  <a:pt x="94173" y="58324"/>
                  <a:pt x="93791" y="57776"/>
                  <a:pt x="93479" y="57776"/>
                </a:cubicBezTo>
                <a:cubicBezTo>
                  <a:pt x="93443" y="57776"/>
                  <a:pt x="93408" y="57783"/>
                  <a:pt x="93374" y="57799"/>
                </a:cubicBezTo>
                <a:cubicBezTo>
                  <a:pt x="93113" y="57929"/>
                  <a:pt x="93387" y="58346"/>
                  <a:pt x="93244" y="58580"/>
                </a:cubicBezTo>
                <a:cubicBezTo>
                  <a:pt x="93149" y="58730"/>
                  <a:pt x="93030" y="58782"/>
                  <a:pt x="92904" y="58782"/>
                </a:cubicBezTo>
                <a:cubicBezTo>
                  <a:pt x="92701" y="58782"/>
                  <a:pt x="92481" y="58647"/>
                  <a:pt x="92320" y="58566"/>
                </a:cubicBezTo>
                <a:cubicBezTo>
                  <a:pt x="92158" y="58481"/>
                  <a:pt x="92124" y="58418"/>
                  <a:pt x="92040" y="58418"/>
                </a:cubicBezTo>
                <a:cubicBezTo>
                  <a:pt x="91995" y="58418"/>
                  <a:pt x="91937" y="58435"/>
                  <a:pt x="91838" y="58476"/>
                </a:cubicBezTo>
                <a:cubicBezTo>
                  <a:pt x="91708" y="58528"/>
                  <a:pt x="91656" y="58632"/>
                  <a:pt x="91578" y="58697"/>
                </a:cubicBezTo>
                <a:lnTo>
                  <a:pt x="91578" y="57227"/>
                </a:lnTo>
                <a:cubicBezTo>
                  <a:pt x="91566" y="56406"/>
                  <a:pt x="91592" y="55691"/>
                  <a:pt x="91630" y="55131"/>
                </a:cubicBezTo>
                <a:cubicBezTo>
                  <a:pt x="91786" y="55938"/>
                  <a:pt x="91968" y="56719"/>
                  <a:pt x="92190" y="57499"/>
                </a:cubicBezTo>
                <a:cubicBezTo>
                  <a:pt x="92424" y="56459"/>
                  <a:pt x="92385" y="55444"/>
                  <a:pt x="92138" y="54455"/>
                </a:cubicBezTo>
                <a:lnTo>
                  <a:pt x="92138" y="54455"/>
                </a:lnTo>
                <a:cubicBezTo>
                  <a:pt x="92619" y="55444"/>
                  <a:pt x="93205" y="56368"/>
                  <a:pt x="93882" y="57227"/>
                </a:cubicBezTo>
                <a:cubicBezTo>
                  <a:pt x="93972" y="56276"/>
                  <a:pt x="93738" y="55327"/>
                  <a:pt x="93296" y="54481"/>
                </a:cubicBezTo>
                <a:cubicBezTo>
                  <a:pt x="93139" y="54182"/>
                  <a:pt x="92957" y="53922"/>
                  <a:pt x="92749" y="53687"/>
                </a:cubicBezTo>
                <a:lnTo>
                  <a:pt x="92749" y="53687"/>
                </a:lnTo>
                <a:cubicBezTo>
                  <a:pt x="93322" y="53974"/>
                  <a:pt x="93934" y="54168"/>
                  <a:pt x="94571" y="54260"/>
                </a:cubicBezTo>
                <a:cubicBezTo>
                  <a:pt x="94337" y="53934"/>
                  <a:pt x="94064" y="53674"/>
                  <a:pt x="93752" y="53401"/>
                </a:cubicBezTo>
                <a:cubicBezTo>
                  <a:pt x="93530" y="53219"/>
                  <a:pt x="93296" y="53023"/>
                  <a:pt x="93035" y="52867"/>
                </a:cubicBezTo>
                <a:cubicBezTo>
                  <a:pt x="93634" y="52829"/>
                  <a:pt x="94154" y="52647"/>
                  <a:pt x="94649" y="52282"/>
                </a:cubicBezTo>
                <a:cubicBezTo>
                  <a:pt x="94227" y="52155"/>
                  <a:pt x="93785" y="52096"/>
                  <a:pt x="93345" y="52096"/>
                </a:cubicBezTo>
                <a:cubicBezTo>
                  <a:pt x="93066" y="52096"/>
                  <a:pt x="92787" y="52119"/>
                  <a:pt x="92515" y="52165"/>
                </a:cubicBezTo>
                <a:cubicBezTo>
                  <a:pt x="92606" y="52113"/>
                  <a:pt x="92697" y="52034"/>
                  <a:pt x="92789" y="51970"/>
                </a:cubicBezTo>
                <a:cubicBezTo>
                  <a:pt x="93322" y="51540"/>
                  <a:pt x="93700" y="51072"/>
                  <a:pt x="94102" y="50513"/>
                </a:cubicBezTo>
                <a:lnTo>
                  <a:pt x="94102" y="50513"/>
                </a:lnTo>
                <a:cubicBezTo>
                  <a:pt x="93218" y="50603"/>
                  <a:pt x="92372" y="51007"/>
                  <a:pt x="91734" y="51618"/>
                </a:cubicBezTo>
                <a:cubicBezTo>
                  <a:pt x="91774" y="51423"/>
                  <a:pt x="91812" y="51228"/>
                  <a:pt x="91852" y="51020"/>
                </a:cubicBezTo>
                <a:cubicBezTo>
                  <a:pt x="91994" y="50291"/>
                  <a:pt x="91812" y="49472"/>
                  <a:pt x="91487" y="48807"/>
                </a:cubicBezTo>
                <a:cubicBezTo>
                  <a:pt x="90979" y="49628"/>
                  <a:pt x="90811" y="50603"/>
                  <a:pt x="90863" y="51580"/>
                </a:cubicBezTo>
                <a:cubicBezTo>
                  <a:pt x="90641" y="50785"/>
                  <a:pt x="90238" y="50083"/>
                  <a:pt x="89510" y="49484"/>
                </a:cubicBezTo>
                <a:lnTo>
                  <a:pt x="89510" y="49484"/>
                </a:lnTo>
                <a:cubicBezTo>
                  <a:pt x="89470" y="50382"/>
                  <a:pt x="89796" y="51280"/>
                  <a:pt x="90355" y="51982"/>
                </a:cubicBezTo>
                <a:cubicBezTo>
                  <a:pt x="89812" y="51612"/>
                  <a:pt x="89176" y="51427"/>
                  <a:pt x="88520" y="51427"/>
                </a:cubicBezTo>
                <a:cubicBezTo>
                  <a:pt x="88438" y="51427"/>
                  <a:pt x="88355" y="51430"/>
                  <a:pt x="88273" y="51436"/>
                </a:cubicBezTo>
                <a:cubicBezTo>
                  <a:pt x="88169" y="51124"/>
                  <a:pt x="88039" y="50825"/>
                  <a:pt x="87883" y="50539"/>
                </a:cubicBezTo>
                <a:cubicBezTo>
                  <a:pt x="87857" y="50487"/>
                  <a:pt x="87831" y="50434"/>
                  <a:pt x="87792" y="50382"/>
                </a:cubicBezTo>
                <a:cubicBezTo>
                  <a:pt x="87753" y="50161"/>
                  <a:pt x="87700" y="49940"/>
                  <a:pt x="87636" y="49732"/>
                </a:cubicBezTo>
                <a:lnTo>
                  <a:pt x="87636" y="49732"/>
                </a:lnTo>
                <a:cubicBezTo>
                  <a:pt x="88234" y="49992"/>
                  <a:pt x="88872" y="50174"/>
                  <a:pt x="89510" y="50278"/>
                </a:cubicBezTo>
                <a:cubicBezTo>
                  <a:pt x="89210" y="49862"/>
                  <a:pt x="88872" y="49510"/>
                  <a:pt x="88481" y="49172"/>
                </a:cubicBezTo>
                <a:cubicBezTo>
                  <a:pt x="88195" y="48925"/>
                  <a:pt x="87896" y="48691"/>
                  <a:pt x="87584" y="48483"/>
                </a:cubicBezTo>
                <a:cubicBezTo>
                  <a:pt x="88339" y="48443"/>
                  <a:pt x="89002" y="48209"/>
                  <a:pt x="89640" y="47754"/>
                </a:cubicBezTo>
                <a:cubicBezTo>
                  <a:pt x="89340" y="47662"/>
                  <a:pt x="89028" y="47598"/>
                  <a:pt x="88729" y="47558"/>
                </a:cubicBezTo>
                <a:cubicBezTo>
                  <a:pt x="88481" y="47272"/>
                  <a:pt x="88221" y="47012"/>
                  <a:pt x="87935" y="46752"/>
                </a:cubicBezTo>
                <a:cubicBezTo>
                  <a:pt x="88299" y="46375"/>
                  <a:pt x="88625" y="45958"/>
                  <a:pt x="88963" y="45502"/>
                </a:cubicBezTo>
                <a:lnTo>
                  <a:pt x="88963" y="45502"/>
                </a:lnTo>
                <a:cubicBezTo>
                  <a:pt x="88299" y="45568"/>
                  <a:pt x="87674" y="45763"/>
                  <a:pt x="87089" y="46062"/>
                </a:cubicBezTo>
                <a:cubicBezTo>
                  <a:pt x="86933" y="45958"/>
                  <a:pt x="86777" y="45841"/>
                  <a:pt x="86621" y="45750"/>
                </a:cubicBezTo>
                <a:cubicBezTo>
                  <a:pt x="87544" y="45685"/>
                  <a:pt x="88339" y="45398"/>
                  <a:pt x="89093" y="44839"/>
                </a:cubicBezTo>
                <a:cubicBezTo>
                  <a:pt x="88439" y="44656"/>
                  <a:pt x="87762" y="44566"/>
                  <a:pt x="87089" y="44566"/>
                </a:cubicBezTo>
                <a:cubicBezTo>
                  <a:pt x="86758" y="44566"/>
                  <a:pt x="86427" y="44588"/>
                  <a:pt x="86101" y="44631"/>
                </a:cubicBezTo>
                <a:cubicBezTo>
                  <a:pt x="86087" y="44592"/>
                  <a:pt x="86075" y="44540"/>
                  <a:pt x="86075" y="44501"/>
                </a:cubicBezTo>
                <a:cubicBezTo>
                  <a:pt x="86127" y="44449"/>
                  <a:pt x="86191" y="44409"/>
                  <a:pt x="86243" y="44371"/>
                </a:cubicBezTo>
                <a:cubicBezTo>
                  <a:pt x="87063" y="43720"/>
                  <a:pt x="87636" y="42992"/>
                  <a:pt x="88247" y="42133"/>
                </a:cubicBezTo>
                <a:lnTo>
                  <a:pt x="88247" y="42133"/>
                </a:lnTo>
                <a:cubicBezTo>
                  <a:pt x="86894" y="42275"/>
                  <a:pt x="85606" y="42900"/>
                  <a:pt x="84617" y="43837"/>
                </a:cubicBezTo>
                <a:cubicBezTo>
                  <a:pt x="84695" y="43538"/>
                  <a:pt x="84747" y="43226"/>
                  <a:pt x="84812" y="42914"/>
                </a:cubicBezTo>
                <a:cubicBezTo>
                  <a:pt x="85034" y="41807"/>
                  <a:pt x="84747" y="40545"/>
                  <a:pt x="84253" y="39530"/>
                </a:cubicBezTo>
                <a:cubicBezTo>
                  <a:pt x="83472" y="40780"/>
                  <a:pt x="83212" y="42275"/>
                  <a:pt x="83276" y="43772"/>
                </a:cubicBezTo>
                <a:cubicBezTo>
                  <a:pt x="82964" y="42549"/>
                  <a:pt x="82340" y="41482"/>
                  <a:pt x="81208" y="40571"/>
                </a:cubicBezTo>
                <a:lnTo>
                  <a:pt x="81208" y="40571"/>
                </a:lnTo>
                <a:cubicBezTo>
                  <a:pt x="81168" y="41937"/>
                  <a:pt x="81650" y="43316"/>
                  <a:pt x="82509" y="44383"/>
                </a:cubicBezTo>
                <a:cubicBezTo>
                  <a:pt x="81672" y="43823"/>
                  <a:pt x="80701" y="43536"/>
                  <a:pt x="79683" y="43536"/>
                </a:cubicBezTo>
                <a:cubicBezTo>
                  <a:pt x="79214" y="43536"/>
                  <a:pt x="78735" y="43597"/>
                  <a:pt x="78254" y="43720"/>
                </a:cubicBezTo>
                <a:cubicBezTo>
                  <a:pt x="79412" y="44461"/>
                  <a:pt x="80714" y="44969"/>
                  <a:pt x="82067" y="45216"/>
                </a:cubicBezTo>
                <a:cubicBezTo>
                  <a:pt x="80336" y="45412"/>
                  <a:pt x="78684" y="46323"/>
                  <a:pt x="77617" y="47714"/>
                </a:cubicBezTo>
                <a:cubicBezTo>
                  <a:pt x="77666" y="47716"/>
                  <a:pt x="77716" y="47716"/>
                  <a:pt x="77765" y="47716"/>
                </a:cubicBezTo>
                <a:cubicBezTo>
                  <a:pt x="78896" y="47716"/>
                  <a:pt x="79990" y="47433"/>
                  <a:pt x="81000" y="46947"/>
                </a:cubicBezTo>
                <a:cubicBezTo>
                  <a:pt x="81012" y="46947"/>
                  <a:pt x="81038" y="46960"/>
                  <a:pt x="81052" y="46960"/>
                </a:cubicBezTo>
                <a:cubicBezTo>
                  <a:pt x="80154" y="47897"/>
                  <a:pt x="79477" y="49029"/>
                  <a:pt x="79087" y="50265"/>
                </a:cubicBezTo>
                <a:cubicBezTo>
                  <a:pt x="78996" y="49614"/>
                  <a:pt x="78800" y="48964"/>
                  <a:pt x="78514" y="48391"/>
                </a:cubicBezTo>
                <a:cubicBezTo>
                  <a:pt x="78098" y="49068"/>
                  <a:pt x="77825" y="49822"/>
                  <a:pt x="77681" y="50603"/>
                </a:cubicBezTo>
                <a:cubicBezTo>
                  <a:pt x="77447" y="50330"/>
                  <a:pt x="77200" y="50083"/>
                  <a:pt x="76914" y="49848"/>
                </a:cubicBezTo>
                <a:cubicBezTo>
                  <a:pt x="76666" y="49628"/>
                  <a:pt x="76394" y="49420"/>
                  <a:pt x="76107" y="49237"/>
                </a:cubicBezTo>
                <a:cubicBezTo>
                  <a:pt x="76784" y="49198"/>
                  <a:pt x="77369" y="48990"/>
                  <a:pt x="77915" y="48573"/>
                </a:cubicBezTo>
                <a:cubicBezTo>
                  <a:pt x="77450" y="48439"/>
                  <a:pt x="76960" y="48372"/>
                  <a:pt x="76469" y="48372"/>
                </a:cubicBezTo>
                <a:cubicBezTo>
                  <a:pt x="76151" y="48372"/>
                  <a:pt x="75833" y="48400"/>
                  <a:pt x="75521" y="48457"/>
                </a:cubicBezTo>
                <a:cubicBezTo>
                  <a:pt x="75625" y="48391"/>
                  <a:pt x="75729" y="48313"/>
                  <a:pt x="75834" y="48235"/>
                </a:cubicBezTo>
                <a:cubicBezTo>
                  <a:pt x="76432" y="47754"/>
                  <a:pt x="76862" y="47220"/>
                  <a:pt x="77304" y="46595"/>
                </a:cubicBezTo>
                <a:lnTo>
                  <a:pt x="77304" y="46595"/>
                </a:lnTo>
                <a:cubicBezTo>
                  <a:pt x="76302" y="46700"/>
                  <a:pt x="75365" y="47155"/>
                  <a:pt x="74650" y="47845"/>
                </a:cubicBezTo>
                <a:cubicBezTo>
                  <a:pt x="74702" y="47624"/>
                  <a:pt x="74741" y="47402"/>
                  <a:pt x="74780" y="47168"/>
                </a:cubicBezTo>
                <a:cubicBezTo>
                  <a:pt x="74949" y="46361"/>
                  <a:pt x="74741" y="45438"/>
                  <a:pt x="74376" y="44683"/>
                </a:cubicBezTo>
                <a:cubicBezTo>
                  <a:pt x="73804" y="45607"/>
                  <a:pt x="73622" y="46700"/>
                  <a:pt x="73661" y="47793"/>
                </a:cubicBezTo>
                <a:cubicBezTo>
                  <a:pt x="73427" y="46908"/>
                  <a:pt x="72984" y="46127"/>
                  <a:pt x="72152" y="45450"/>
                </a:cubicBezTo>
                <a:lnTo>
                  <a:pt x="72152" y="45450"/>
                </a:lnTo>
                <a:cubicBezTo>
                  <a:pt x="72126" y="46453"/>
                  <a:pt x="72477" y="47468"/>
                  <a:pt x="73101" y="48248"/>
                </a:cubicBezTo>
                <a:cubicBezTo>
                  <a:pt x="72495" y="47837"/>
                  <a:pt x="71790" y="47624"/>
                  <a:pt x="71045" y="47624"/>
                </a:cubicBezTo>
                <a:cubicBezTo>
                  <a:pt x="70895" y="47624"/>
                  <a:pt x="70743" y="47632"/>
                  <a:pt x="70590" y="47650"/>
                </a:cubicBezTo>
                <a:cubicBezTo>
                  <a:pt x="70642" y="47610"/>
                  <a:pt x="70668" y="47454"/>
                  <a:pt x="70707" y="47416"/>
                </a:cubicBezTo>
                <a:cubicBezTo>
                  <a:pt x="70733" y="47364"/>
                  <a:pt x="70772" y="47324"/>
                  <a:pt x="70825" y="47272"/>
                </a:cubicBezTo>
                <a:cubicBezTo>
                  <a:pt x="70851" y="47246"/>
                  <a:pt x="70915" y="47234"/>
                  <a:pt x="70941" y="47208"/>
                </a:cubicBezTo>
                <a:cubicBezTo>
                  <a:pt x="70981" y="47155"/>
                  <a:pt x="70955" y="47103"/>
                  <a:pt x="70981" y="47051"/>
                </a:cubicBezTo>
                <a:cubicBezTo>
                  <a:pt x="71019" y="47012"/>
                  <a:pt x="71059" y="46986"/>
                  <a:pt x="71071" y="46934"/>
                </a:cubicBezTo>
                <a:cubicBezTo>
                  <a:pt x="71111" y="46843"/>
                  <a:pt x="71123" y="46726"/>
                  <a:pt x="71175" y="46647"/>
                </a:cubicBezTo>
                <a:cubicBezTo>
                  <a:pt x="71227" y="46557"/>
                  <a:pt x="71267" y="46491"/>
                  <a:pt x="71241" y="46401"/>
                </a:cubicBezTo>
                <a:cubicBezTo>
                  <a:pt x="71227" y="46349"/>
                  <a:pt x="71227" y="46271"/>
                  <a:pt x="71189" y="46231"/>
                </a:cubicBezTo>
                <a:cubicBezTo>
                  <a:pt x="71163" y="46205"/>
                  <a:pt x="71111" y="46205"/>
                  <a:pt x="71085" y="46167"/>
                </a:cubicBezTo>
                <a:cubicBezTo>
                  <a:pt x="71045" y="46115"/>
                  <a:pt x="71071" y="46075"/>
                  <a:pt x="70993" y="46062"/>
                </a:cubicBezTo>
                <a:cubicBezTo>
                  <a:pt x="70877" y="46049"/>
                  <a:pt x="70785" y="46075"/>
                  <a:pt x="70720" y="45945"/>
                </a:cubicBezTo>
                <a:cubicBezTo>
                  <a:pt x="70681" y="45880"/>
                  <a:pt x="70694" y="45763"/>
                  <a:pt x="70616" y="45724"/>
                </a:cubicBezTo>
                <a:cubicBezTo>
                  <a:pt x="70599" y="45714"/>
                  <a:pt x="70580" y="45710"/>
                  <a:pt x="70559" y="45710"/>
                </a:cubicBezTo>
                <a:cubicBezTo>
                  <a:pt x="70500" y="45710"/>
                  <a:pt x="70433" y="45743"/>
                  <a:pt x="70395" y="45763"/>
                </a:cubicBezTo>
                <a:cubicBezTo>
                  <a:pt x="70290" y="45789"/>
                  <a:pt x="70252" y="45828"/>
                  <a:pt x="70186" y="45893"/>
                </a:cubicBezTo>
                <a:cubicBezTo>
                  <a:pt x="70155" y="45925"/>
                  <a:pt x="70107" y="45982"/>
                  <a:pt x="70055" y="45982"/>
                </a:cubicBezTo>
                <a:cubicBezTo>
                  <a:pt x="70043" y="45982"/>
                  <a:pt x="70030" y="45978"/>
                  <a:pt x="70018" y="45971"/>
                </a:cubicBezTo>
                <a:lnTo>
                  <a:pt x="69940" y="45893"/>
                </a:lnTo>
                <a:cubicBezTo>
                  <a:pt x="69888" y="45828"/>
                  <a:pt x="69914" y="45763"/>
                  <a:pt x="69874" y="45698"/>
                </a:cubicBezTo>
                <a:lnTo>
                  <a:pt x="69862" y="45698"/>
                </a:lnTo>
                <a:cubicBezTo>
                  <a:pt x="69926" y="45633"/>
                  <a:pt x="70004" y="45607"/>
                  <a:pt x="70044" y="45516"/>
                </a:cubicBezTo>
                <a:cubicBezTo>
                  <a:pt x="70070" y="45438"/>
                  <a:pt x="70096" y="45360"/>
                  <a:pt x="70096" y="45268"/>
                </a:cubicBezTo>
                <a:cubicBezTo>
                  <a:pt x="70096" y="45216"/>
                  <a:pt x="70108" y="45126"/>
                  <a:pt x="70070" y="45074"/>
                </a:cubicBezTo>
                <a:cubicBezTo>
                  <a:pt x="70044" y="45048"/>
                  <a:pt x="69992" y="45034"/>
                  <a:pt x="69966" y="45008"/>
                </a:cubicBezTo>
                <a:cubicBezTo>
                  <a:pt x="69874" y="44930"/>
                  <a:pt x="69744" y="44826"/>
                  <a:pt x="69614" y="44826"/>
                </a:cubicBezTo>
                <a:cubicBezTo>
                  <a:pt x="69536" y="44826"/>
                  <a:pt x="69484" y="44865"/>
                  <a:pt x="69406" y="44904"/>
                </a:cubicBezTo>
                <a:cubicBezTo>
                  <a:pt x="69367" y="44930"/>
                  <a:pt x="69328" y="44917"/>
                  <a:pt x="69276" y="44930"/>
                </a:cubicBezTo>
                <a:cubicBezTo>
                  <a:pt x="69211" y="44930"/>
                  <a:pt x="69159" y="44969"/>
                  <a:pt x="69107" y="44995"/>
                </a:cubicBezTo>
                <a:cubicBezTo>
                  <a:pt x="69081" y="45008"/>
                  <a:pt x="69055" y="45022"/>
                  <a:pt x="69041" y="45022"/>
                </a:cubicBezTo>
                <a:cubicBezTo>
                  <a:pt x="68977" y="45022"/>
                  <a:pt x="68899" y="45008"/>
                  <a:pt x="68833" y="45008"/>
                </a:cubicBezTo>
                <a:cubicBezTo>
                  <a:pt x="68755" y="44995"/>
                  <a:pt x="68612" y="44982"/>
                  <a:pt x="68547" y="44956"/>
                </a:cubicBezTo>
                <a:cubicBezTo>
                  <a:pt x="68482" y="44917"/>
                  <a:pt x="68495" y="44878"/>
                  <a:pt x="68430" y="44865"/>
                </a:cubicBezTo>
                <a:cubicBezTo>
                  <a:pt x="68415" y="44860"/>
                  <a:pt x="68401" y="44858"/>
                  <a:pt x="68387" y="44858"/>
                </a:cubicBezTo>
                <a:cubicBezTo>
                  <a:pt x="68331" y="44858"/>
                  <a:pt x="68287" y="44894"/>
                  <a:pt x="68235" y="44904"/>
                </a:cubicBezTo>
                <a:lnTo>
                  <a:pt x="68170" y="44904"/>
                </a:lnTo>
                <a:cubicBezTo>
                  <a:pt x="68170" y="44904"/>
                  <a:pt x="68170" y="44891"/>
                  <a:pt x="68183" y="44878"/>
                </a:cubicBezTo>
                <a:cubicBezTo>
                  <a:pt x="68209" y="44813"/>
                  <a:pt x="68209" y="44813"/>
                  <a:pt x="68274" y="44800"/>
                </a:cubicBezTo>
                <a:cubicBezTo>
                  <a:pt x="68339" y="44787"/>
                  <a:pt x="68391" y="44774"/>
                  <a:pt x="68443" y="44735"/>
                </a:cubicBezTo>
                <a:cubicBezTo>
                  <a:pt x="68456" y="44709"/>
                  <a:pt x="68482" y="44696"/>
                  <a:pt x="68495" y="44670"/>
                </a:cubicBezTo>
                <a:cubicBezTo>
                  <a:pt x="68547" y="44631"/>
                  <a:pt x="68586" y="44631"/>
                  <a:pt x="68639" y="44618"/>
                </a:cubicBezTo>
                <a:cubicBezTo>
                  <a:pt x="68677" y="44592"/>
                  <a:pt x="68717" y="44566"/>
                  <a:pt x="68729" y="44514"/>
                </a:cubicBezTo>
                <a:cubicBezTo>
                  <a:pt x="68743" y="44501"/>
                  <a:pt x="68729" y="44475"/>
                  <a:pt x="68743" y="44461"/>
                </a:cubicBezTo>
                <a:cubicBezTo>
                  <a:pt x="68755" y="44449"/>
                  <a:pt x="68781" y="44449"/>
                  <a:pt x="68807" y="44449"/>
                </a:cubicBezTo>
                <a:cubicBezTo>
                  <a:pt x="68885" y="44409"/>
                  <a:pt x="68937" y="44357"/>
                  <a:pt x="69015" y="44331"/>
                </a:cubicBezTo>
                <a:cubicBezTo>
                  <a:pt x="69067" y="44319"/>
                  <a:pt x="69133" y="44305"/>
                  <a:pt x="69185" y="44253"/>
                </a:cubicBezTo>
                <a:cubicBezTo>
                  <a:pt x="69224" y="44215"/>
                  <a:pt x="69197" y="44163"/>
                  <a:pt x="69185" y="44111"/>
                </a:cubicBezTo>
                <a:cubicBezTo>
                  <a:pt x="69159" y="44071"/>
                  <a:pt x="69133" y="44059"/>
                  <a:pt x="69081" y="44033"/>
                </a:cubicBezTo>
                <a:cubicBezTo>
                  <a:pt x="69015" y="43993"/>
                  <a:pt x="68963" y="43967"/>
                  <a:pt x="68911" y="43915"/>
                </a:cubicBezTo>
                <a:cubicBezTo>
                  <a:pt x="68821" y="43837"/>
                  <a:pt x="68769" y="43772"/>
                  <a:pt x="68639" y="43746"/>
                </a:cubicBezTo>
                <a:cubicBezTo>
                  <a:pt x="68547" y="43733"/>
                  <a:pt x="68443" y="43720"/>
                  <a:pt x="68352" y="43707"/>
                </a:cubicBezTo>
                <a:cubicBezTo>
                  <a:pt x="68274" y="43694"/>
                  <a:pt x="68183" y="43668"/>
                  <a:pt x="68104" y="43668"/>
                </a:cubicBezTo>
                <a:cubicBezTo>
                  <a:pt x="68079" y="43668"/>
                  <a:pt x="68059" y="43674"/>
                  <a:pt x="68036" y="43674"/>
                </a:cubicBezTo>
                <a:cubicBezTo>
                  <a:pt x="68025" y="43674"/>
                  <a:pt x="68014" y="43672"/>
                  <a:pt x="68000" y="43668"/>
                </a:cubicBezTo>
                <a:cubicBezTo>
                  <a:pt x="67962" y="43655"/>
                  <a:pt x="67936" y="43603"/>
                  <a:pt x="67896" y="43577"/>
                </a:cubicBezTo>
                <a:cubicBezTo>
                  <a:pt x="67806" y="43499"/>
                  <a:pt x="67714" y="43525"/>
                  <a:pt x="67610" y="43499"/>
                </a:cubicBezTo>
                <a:lnTo>
                  <a:pt x="67298" y="43421"/>
                </a:lnTo>
                <a:cubicBezTo>
                  <a:pt x="67259" y="43421"/>
                  <a:pt x="67207" y="43408"/>
                  <a:pt x="67168" y="43408"/>
                </a:cubicBezTo>
                <a:cubicBezTo>
                  <a:pt x="67142" y="43408"/>
                  <a:pt x="67103" y="43408"/>
                  <a:pt x="67090" y="43394"/>
                </a:cubicBezTo>
                <a:cubicBezTo>
                  <a:pt x="67051" y="43382"/>
                  <a:pt x="67064" y="43356"/>
                  <a:pt x="67051" y="43330"/>
                </a:cubicBezTo>
                <a:cubicBezTo>
                  <a:pt x="67031" y="43310"/>
                  <a:pt x="67028" y="43307"/>
                  <a:pt x="67025" y="43307"/>
                </a:cubicBezTo>
                <a:cubicBezTo>
                  <a:pt x="67023" y="43307"/>
                  <a:pt x="67021" y="43308"/>
                  <a:pt x="67017" y="43308"/>
                </a:cubicBezTo>
                <a:cubicBezTo>
                  <a:pt x="67014" y="43308"/>
                  <a:pt x="67008" y="43307"/>
                  <a:pt x="66999" y="43304"/>
                </a:cubicBezTo>
                <a:cubicBezTo>
                  <a:pt x="66982" y="43301"/>
                  <a:pt x="66965" y="43300"/>
                  <a:pt x="66948" y="43300"/>
                </a:cubicBezTo>
                <a:cubicBezTo>
                  <a:pt x="66903" y="43300"/>
                  <a:pt x="66858" y="43307"/>
                  <a:pt x="66813" y="43307"/>
                </a:cubicBezTo>
                <a:cubicBezTo>
                  <a:pt x="66797" y="43307"/>
                  <a:pt x="66781" y="43306"/>
                  <a:pt x="66765" y="43304"/>
                </a:cubicBezTo>
                <a:cubicBezTo>
                  <a:pt x="66647" y="43290"/>
                  <a:pt x="66791" y="43122"/>
                  <a:pt x="66843" y="43082"/>
                </a:cubicBezTo>
                <a:cubicBezTo>
                  <a:pt x="66895" y="43044"/>
                  <a:pt x="66895" y="43044"/>
                  <a:pt x="66921" y="42978"/>
                </a:cubicBezTo>
                <a:cubicBezTo>
                  <a:pt x="66933" y="42940"/>
                  <a:pt x="66947" y="42940"/>
                  <a:pt x="66985" y="42940"/>
                </a:cubicBezTo>
                <a:cubicBezTo>
                  <a:pt x="67011" y="42933"/>
                  <a:pt x="67044" y="42929"/>
                  <a:pt x="67075" y="42929"/>
                </a:cubicBezTo>
                <a:cubicBezTo>
                  <a:pt x="67106" y="42929"/>
                  <a:pt x="67135" y="42933"/>
                  <a:pt x="67155" y="42940"/>
                </a:cubicBezTo>
                <a:cubicBezTo>
                  <a:pt x="67194" y="42952"/>
                  <a:pt x="67233" y="42992"/>
                  <a:pt x="67285" y="43004"/>
                </a:cubicBezTo>
                <a:cubicBezTo>
                  <a:pt x="67323" y="43023"/>
                  <a:pt x="67368" y="43035"/>
                  <a:pt x="67410" y="43035"/>
                </a:cubicBezTo>
                <a:cubicBezTo>
                  <a:pt x="67425" y="43035"/>
                  <a:pt x="67440" y="43034"/>
                  <a:pt x="67454" y="43030"/>
                </a:cubicBezTo>
                <a:cubicBezTo>
                  <a:pt x="67532" y="43004"/>
                  <a:pt x="67519" y="42992"/>
                  <a:pt x="67532" y="42940"/>
                </a:cubicBezTo>
                <a:cubicBezTo>
                  <a:pt x="67545" y="42888"/>
                  <a:pt x="67558" y="42862"/>
                  <a:pt x="67610" y="42862"/>
                </a:cubicBezTo>
                <a:cubicBezTo>
                  <a:pt x="67662" y="42874"/>
                  <a:pt x="67688" y="42888"/>
                  <a:pt x="67740" y="42888"/>
                </a:cubicBezTo>
                <a:cubicBezTo>
                  <a:pt x="67844" y="42888"/>
                  <a:pt x="67832" y="42809"/>
                  <a:pt x="67832" y="42718"/>
                </a:cubicBezTo>
                <a:cubicBezTo>
                  <a:pt x="67818" y="42627"/>
                  <a:pt x="67766" y="42523"/>
                  <a:pt x="67844" y="42445"/>
                </a:cubicBezTo>
                <a:cubicBezTo>
                  <a:pt x="67884" y="42406"/>
                  <a:pt x="67988" y="42393"/>
                  <a:pt x="68040" y="42393"/>
                </a:cubicBezTo>
                <a:cubicBezTo>
                  <a:pt x="68078" y="42406"/>
                  <a:pt x="68118" y="42432"/>
                  <a:pt x="68157" y="42445"/>
                </a:cubicBezTo>
                <a:cubicBezTo>
                  <a:pt x="68222" y="42484"/>
                  <a:pt x="68222" y="42471"/>
                  <a:pt x="68248" y="42536"/>
                </a:cubicBezTo>
                <a:cubicBezTo>
                  <a:pt x="68287" y="42601"/>
                  <a:pt x="68326" y="42653"/>
                  <a:pt x="68365" y="42718"/>
                </a:cubicBezTo>
                <a:cubicBezTo>
                  <a:pt x="68404" y="42757"/>
                  <a:pt x="68417" y="42822"/>
                  <a:pt x="68456" y="42862"/>
                </a:cubicBezTo>
                <a:cubicBezTo>
                  <a:pt x="68472" y="42872"/>
                  <a:pt x="68486" y="42876"/>
                  <a:pt x="68500" y="42876"/>
                </a:cubicBezTo>
                <a:cubicBezTo>
                  <a:pt x="68519" y="42876"/>
                  <a:pt x="68537" y="42869"/>
                  <a:pt x="68560" y="42862"/>
                </a:cubicBezTo>
                <a:cubicBezTo>
                  <a:pt x="68573" y="42859"/>
                  <a:pt x="68584" y="42858"/>
                  <a:pt x="68594" y="42858"/>
                </a:cubicBezTo>
                <a:cubicBezTo>
                  <a:pt x="68640" y="42858"/>
                  <a:pt x="68672" y="42879"/>
                  <a:pt x="68703" y="42900"/>
                </a:cubicBezTo>
                <a:cubicBezTo>
                  <a:pt x="68769" y="42940"/>
                  <a:pt x="68821" y="42992"/>
                  <a:pt x="68859" y="43056"/>
                </a:cubicBezTo>
                <a:cubicBezTo>
                  <a:pt x="68899" y="43096"/>
                  <a:pt x="68937" y="43122"/>
                  <a:pt x="68989" y="43160"/>
                </a:cubicBezTo>
                <a:cubicBezTo>
                  <a:pt x="69029" y="43200"/>
                  <a:pt x="69067" y="43252"/>
                  <a:pt x="69107" y="43290"/>
                </a:cubicBezTo>
                <a:cubicBezTo>
                  <a:pt x="69145" y="43316"/>
                  <a:pt x="69197" y="43330"/>
                  <a:pt x="69224" y="43356"/>
                </a:cubicBezTo>
                <a:cubicBezTo>
                  <a:pt x="69263" y="43382"/>
                  <a:pt x="69276" y="43421"/>
                  <a:pt x="69315" y="43447"/>
                </a:cubicBezTo>
                <a:cubicBezTo>
                  <a:pt x="69319" y="43451"/>
                  <a:pt x="69325" y="43453"/>
                  <a:pt x="69332" y="43453"/>
                </a:cubicBezTo>
                <a:cubicBezTo>
                  <a:pt x="69345" y="43453"/>
                  <a:pt x="69362" y="43447"/>
                  <a:pt x="69380" y="43447"/>
                </a:cubicBezTo>
                <a:cubicBezTo>
                  <a:pt x="69432" y="43460"/>
                  <a:pt x="69471" y="43499"/>
                  <a:pt x="69523" y="43525"/>
                </a:cubicBezTo>
                <a:cubicBezTo>
                  <a:pt x="69614" y="43577"/>
                  <a:pt x="69718" y="43603"/>
                  <a:pt x="69822" y="43642"/>
                </a:cubicBezTo>
                <a:cubicBezTo>
                  <a:pt x="69940" y="43694"/>
                  <a:pt x="70056" y="43759"/>
                  <a:pt x="70174" y="43772"/>
                </a:cubicBezTo>
                <a:cubicBezTo>
                  <a:pt x="70198" y="43775"/>
                  <a:pt x="70225" y="43777"/>
                  <a:pt x="70252" y="43777"/>
                </a:cubicBezTo>
                <a:cubicBezTo>
                  <a:pt x="70342" y="43777"/>
                  <a:pt x="70442" y="43760"/>
                  <a:pt x="70512" y="43720"/>
                </a:cubicBezTo>
                <a:cubicBezTo>
                  <a:pt x="70577" y="43694"/>
                  <a:pt x="70616" y="43603"/>
                  <a:pt x="70681" y="43577"/>
                </a:cubicBezTo>
                <a:cubicBezTo>
                  <a:pt x="70696" y="43572"/>
                  <a:pt x="70711" y="43569"/>
                  <a:pt x="70726" y="43569"/>
                </a:cubicBezTo>
                <a:cubicBezTo>
                  <a:pt x="70789" y="43569"/>
                  <a:pt x="70850" y="43605"/>
                  <a:pt x="70903" y="43616"/>
                </a:cubicBezTo>
                <a:cubicBezTo>
                  <a:pt x="70920" y="43620"/>
                  <a:pt x="70935" y="43622"/>
                  <a:pt x="70947" y="43622"/>
                </a:cubicBezTo>
                <a:cubicBezTo>
                  <a:pt x="71016" y="43622"/>
                  <a:pt x="71009" y="43565"/>
                  <a:pt x="71019" y="43499"/>
                </a:cubicBezTo>
                <a:cubicBezTo>
                  <a:pt x="71033" y="43434"/>
                  <a:pt x="71045" y="43394"/>
                  <a:pt x="71045" y="43330"/>
                </a:cubicBezTo>
                <a:lnTo>
                  <a:pt x="71045" y="43200"/>
                </a:lnTo>
                <a:cubicBezTo>
                  <a:pt x="71045" y="43134"/>
                  <a:pt x="71059" y="43070"/>
                  <a:pt x="71033" y="43018"/>
                </a:cubicBezTo>
                <a:cubicBezTo>
                  <a:pt x="71007" y="42966"/>
                  <a:pt x="71007" y="42940"/>
                  <a:pt x="71007" y="42888"/>
                </a:cubicBezTo>
                <a:cubicBezTo>
                  <a:pt x="70993" y="42757"/>
                  <a:pt x="70955" y="42549"/>
                  <a:pt x="70851" y="42458"/>
                </a:cubicBezTo>
                <a:cubicBezTo>
                  <a:pt x="70811" y="42419"/>
                  <a:pt x="70759" y="42393"/>
                  <a:pt x="70707" y="42367"/>
                </a:cubicBezTo>
                <a:cubicBezTo>
                  <a:pt x="70629" y="42315"/>
                  <a:pt x="70590" y="42237"/>
                  <a:pt x="70538" y="42159"/>
                </a:cubicBezTo>
                <a:cubicBezTo>
                  <a:pt x="70447" y="41989"/>
                  <a:pt x="70421" y="41795"/>
                  <a:pt x="70226" y="41716"/>
                </a:cubicBezTo>
                <a:cubicBezTo>
                  <a:pt x="70134" y="41664"/>
                  <a:pt x="70082" y="41677"/>
                  <a:pt x="70082" y="41547"/>
                </a:cubicBezTo>
                <a:cubicBezTo>
                  <a:pt x="70096" y="41456"/>
                  <a:pt x="70122" y="41352"/>
                  <a:pt x="70160" y="41274"/>
                </a:cubicBezTo>
                <a:cubicBezTo>
                  <a:pt x="70186" y="41222"/>
                  <a:pt x="70212" y="41208"/>
                  <a:pt x="70238" y="41170"/>
                </a:cubicBezTo>
                <a:cubicBezTo>
                  <a:pt x="70290" y="41118"/>
                  <a:pt x="70252" y="41014"/>
                  <a:pt x="70238" y="40962"/>
                </a:cubicBezTo>
                <a:cubicBezTo>
                  <a:pt x="70226" y="40896"/>
                  <a:pt x="70212" y="40896"/>
                  <a:pt x="70174" y="40870"/>
                </a:cubicBezTo>
                <a:cubicBezTo>
                  <a:pt x="70082" y="40806"/>
                  <a:pt x="70044" y="40688"/>
                  <a:pt x="69966" y="40597"/>
                </a:cubicBezTo>
                <a:cubicBezTo>
                  <a:pt x="69940" y="40571"/>
                  <a:pt x="69914" y="40532"/>
                  <a:pt x="69888" y="40506"/>
                </a:cubicBezTo>
                <a:cubicBezTo>
                  <a:pt x="69874" y="40467"/>
                  <a:pt x="69874" y="40415"/>
                  <a:pt x="69848" y="40376"/>
                </a:cubicBezTo>
                <a:cubicBezTo>
                  <a:pt x="69810" y="40324"/>
                  <a:pt x="69732" y="40324"/>
                  <a:pt x="69679" y="40285"/>
                </a:cubicBezTo>
                <a:cubicBezTo>
                  <a:pt x="69627" y="40246"/>
                  <a:pt x="69588" y="40181"/>
                  <a:pt x="69601" y="40129"/>
                </a:cubicBezTo>
                <a:cubicBezTo>
                  <a:pt x="69601" y="40089"/>
                  <a:pt x="69640" y="40063"/>
                  <a:pt x="69640" y="40037"/>
                </a:cubicBezTo>
                <a:cubicBezTo>
                  <a:pt x="69666" y="39921"/>
                  <a:pt x="69510" y="39895"/>
                  <a:pt x="69484" y="39791"/>
                </a:cubicBezTo>
                <a:cubicBezTo>
                  <a:pt x="69458" y="39739"/>
                  <a:pt x="69458" y="39647"/>
                  <a:pt x="69445" y="39595"/>
                </a:cubicBezTo>
                <a:cubicBezTo>
                  <a:pt x="69445" y="39543"/>
                  <a:pt x="69458" y="39491"/>
                  <a:pt x="69458" y="39452"/>
                </a:cubicBezTo>
                <a:cubicBezTo>
                  <a:pt x="69446" y="39422"/>
                  <a:pt x="69428" y="39411"/>
                  <a:pt x="69407" y="39411"/>
                </a:cubicBezTo>
                <a:cubicBezTo>
                  <a:pt x="69383" y="39411"/>
                  <a:pt x="69355" y="39425"/>
                  <a:pt x="69328" y="39439"/>
                </a:cubicBezTo>
                <a:cubicBezTo>
                  <a:pt x="69237" y="39478"/>
                  <a:pt x="69145" y="39530"/>
                  <a:pt x="69055" y="39543"/>
                </a:cubicBezTo>
                <a:cubicBezTo>
                  <a:pt x="69022" y="39554"/>
                  <a:pt x="69003" y="39558"/>
                  <a:pt x="68986" y="39558"/>
                </a:cubicBezTo>
                <a:cubicBezTo>
                  <a:pt x="68965" y="39558"/>
                  <a:pt x="68949" y="39551"/>
                  <a:pt x="68911" y="39543"/>
                </a:cubicBezTo>
                <a:cubicBezTo>
                  <a:pt x="68903" y="39541"/>
                  <a:pt x="68895" y="39541"/>
                  <a:pt x="68887" y="39541"/>
                </a:cubicBezTo>
                <a:cubicBezTo>
                  <a:pt x="68834" y="39541"/>
                  <a:pt x="68790" y="39576"/>
                  <a:pt x="68755" y="39621"/>
                </a:cubicBezTo>
                <a:cubicBezTo>
                  <a:pt x="68716" y="39660"/>
                  <a:pt x="68492" y="39870"/>
                  <a:pt x="68367" y="39870"/>
                </a:cubicBezTo>
                <a:cubicBezTo>
                  <a:pt x="68326" y="39870"/>
                  <a:pt x="68296" y="39848"/>
                  <a:pt x="68287" y="39791"/>
                </a:cubicBezTo>
                <a:lnTo>
                  <a:pt x="68287" y="39661"/>
                </a:lnTo>
                <a:cubicBezTo>
                  <a:pt x="68313" y="39621"/>
                  <a:pt x="68430" y="39609"/>
                  <a:pt x="68469" y="39595"/>
                </a:cubicBezTo>
                <a:cubicBezTo>
                  <a:pt x="68495" y="39569"/>
                  <a:pt x="68547" y="39543"/>
                  <a:pt x="68560" y="39504"/>
                </a:cubicBezTo>
                <a:cubicBezTo>
                  <a:pt x="68586" y="39452"/>
                  <a:pt x="68547" y="39400"/>
                  <a:pt x="68560" y="39361"/>
                </a:cubicBezTo>
                <a:cubicBezTo>
                  <a:pt x="68586" y="39309"/>
                  <a:pt x="68625" y="39296"/>
                  <a:pt x="68665" y="39270"/>
                </a:cubicBezTo>
                <a:cubicBezTo>
                  <a:pt x="68691" y="39231"/>
                  <a:pt x="68717" y="39179"/>
                  <a:pt x="68743" y="39140"/>
                </a:cubicBezTo>
                <a:cubicBezTo>
                  <a:pt x="68795" y="39062"/>
                  <a:pt x="68821" y="38970"/>
                  <a:pt x="68873" y="38880"/>
                </a:cubicBezTo>
                <a:cubicBezTo>
                  <a:pt x="68885" y="38840"/>
                  <a:pt x="68925" y="38802"/>
                  <a:pt x="68937" y="38750"/>
                </a:cubicBezTo>
                <a:cubicBezTo>
                  <a:pt x="68949" y="38693"/>
                  <a:pt x="68923" y="38676"/>
                  <a:pt x="68883" y="38676"/>
                </a:cubicBezTo>
                <a:cubicBezTo>
                  <a:pt x="68833" y="38676"/>
                  <a:pt x="68760" y="38703"/>
                  <a:pt x="68717" y="38710"/>
                </a:cubicBezTo>
                <a:cubicBezTo>
                  <a:pt x="68651" y="38710"/>
                  <a:pt x="68625" y="38698"/>
                  <a:pt x="68586" y="38658"/>
                </a:cubicBezTo>
                <a:cubicBezTo>
                  <a:pt x="68547" y="38632"/>
                  <a:pt x="68534" y="38646"/>
                  <a:pt x="68495" y="38632"/>
                </a:cubicBezTo>
                <a:cubicBezTo>
                  <a:pt x="68482" y="38620"/>
                  <a:pt x="68482" y="38606"/>
                  <a:pt x="68469" y="38594"/>
                </a:cubicBezTo>
                <a:cubicBezTo>
                  <a:pt x="68456" y="38594"/>
                  <a:pt x="68430" y="38594"/>
                  <a:pt x="68417" y="38580"/>
                </a:cubicBezTo>
                <a:cubicBezTo>
                  <a:pt x="68378" y="38554"/>
                  <a:pt x="68352" y="38528"/>
                  <a:pt x="68352" y="38489"/>
                </a:cubicBezTo>
                <a:cubicBezTo>
                  <a:pt x="68332" y="38408"/>
                  <a:pt x="68319" y="38343"/>
                  <a:pt x="68259" y="38343"/>
                </a:cubicBezTo>
                <a:cubicBezTo>
                  <a:pt x="68242" y="38343"/>
                  <a:pt x="68222" y="38348"/>
                  <a:pt x="68196" y="38359"/>
                </a:cubicBezTo>
                <a:cubicBezTo>
                  <a:pt x="68144" y="38385"/>
                  <a:pt x="68040" y="38411"/>
                  <a:pt x="68000" y="38463"/>
                </a:cubicBezTo>
                <a:cubicBezTo>
                  <a:pt x="67974" y="38489"/>
                  <a:pt x="67962" y="38528"/>
                  <a:pt x="67936" y="38528"/>
                </a:cubicBezTo>
                <a:cubicBezTo>
                  <a:pt x="67910" y="38502"/>
                  <a:pt x="67910" y="38463"/>
                  <a:pt x="67884" y="38437"/>
                </a:cubicBezTo>
                <a:cubicBezTo>
                  <a:pt x="67870" y="38411"/>
                  <a:pt x="67832" y="38398"/>
                  <a:pt x="67832" y="38359"/>
                </a:cubicBezTo>
                <a:cubicBezTo>
                  <a:pt x="67818" y="38320"/>
                  <a:pt x="67818" y="38242"/>
                  <a:pt x="67844" y="38216"/>
                </a:cubicBezTo>
                <a:cubicBezTo>
                  <a:pt x="67896" y="38164"/>
                  <a:pt x="67974" y="38164"/>
                  <a:pt x="68026" y="38125"/>
                </a:cubicBezTo>
                <a:cubicBezTo>
                  <a:pt x="68052" y="38099"/>
                  <a:pt x="68052" y="38086"/>
                  <a:pt x="68066" y="38060"/>
                </a:cubicBezTo>
                <a:cubicBezTo>
                  <a:pt x="68092" y="38047"/>
                  <a:pt x="68131" y="38034"/>
                  <a:pt x="68144" y="38008"/>
                </a:cubicBezTo>
                <a:cubicBezTo>
                  <a:pt x="68209" y="37903"/>
                  <a:pt x="68014" y="37903"/>
                  <a:pt x="68052" y="37799"/>
                </a:cubicBezTo>
                <a:cubicBezTo>
                  <a:pt x="68078" y="37735"/>
                  <a:pt x="68144" y="37709"/>
                  <a:pt x="68144" y="37631"/>
                </a:cubicBezTo>
                <a:cubicBezTo>
                  <a:pt x="68157" y="37579"/>
                  <a:pt x="68157" y="37501"/>
                  <a:pt x="68144" y="37449"/>
                </a:cubicBezTo>
                <a:cubicBezTo>
                  <a:pt x="68140" y="37448"/>
                  <a:pt x="68136" y="37448"/>
                  <a:pt x="68132" y="37448"/>
                </a:cubicBezTo>
                <a:cubicBezTo>
                  <a:pt x="68049" y="37448"/>
                  <a:pt x="68010" y="37580"/>
                  <a:pt x="67936" y="37605"/>
                </a:cubicBezTo>
                <a:cubicBezTo>
                  <a:pt x="67916" y="37605"/>
                  <a:pt x="67896" y="37601"/>
                  <a:pt x="67876" y="37601"/>
                </a:cubicBezTo>
                <a:cubicBezTo>
                  <a:pt x="67857" y="37601"/>
                  <a:pt x="67838" y="37604"/>
                  <a:pt x="67818" y="37617"/>
                </a:cubicBezTo>
                <a:cubicBezTo>
                  <a:pt x="67780" y="37657"/>
                  <a:pt x="67728" y="37695"/>
                  <a:pt x="67688" y="37735"/>
                </a:cubicBezTo>
                <a:cubicBezTo>
                  <a:pt x="67650" y="37787"/>
                  <a:pt x="67584" y="37799"/>
                  <a:pt x="67532" y="37839"/>
                </a:cubicBezTo>
                <a:cubicBezTo>
                  <a:pt x="67519" y="37851"/>
                  <a:pt x="67493" y="37865"/>
                  <a:pt x="67480" y="37865"/>
                </a:cubicBezTo>
                <a:cubicBezTo>
                  <a:pt x="67441" y="37865"/>
                  <a:pt x="67454" y="37851"/>
                  <a:pt x="67428" y="37851"/>
                </a:cubicBezTo>
                <a:cubicBezTo>
                  <a:pt x="67376" y="37851"/>
                  <a:pt x="67298" y="37891"/>
                  <a:pt x="67259" y="37917"/>
                </a:cubicBezTo>
                <a:cubicBezTo>
                  <a:pt x="67220" y="37943"/>
                  <a:pt x="67207" y="37982"/>
                  <a:pt x="67168" y="38021"/>
                </a:cubicBezTo>
                <a:cubicBezTo>
                  <a:pt x="67168" y="37955"/>
                  <a:pt x="67181" y="37851"/>
                  <a:pt x="67155" y="37799"/>
                </a:cubicBezTo>
                <a:cubicBezTo>
                  <a:pt x="67129" y="37761"/>
                  <a:pt x="67129" y="37761"/>
                  <a:pt x="67116" y="37721"/>
                </a:cubicBezTo>
                <a:cubicBezTo>
                  <a:pt x="67103" y="37683"/>
                  <a:pt x="67116" y="37683"/>
                  <a:pt x="67064" y="37657"/>
                </a:cubicBezTo>
                <a:cubicBezTo>
                  <a:pt x="67025" y="37643"/>
                  <a:pt x="66907" y="37643"/>
                  <a:pt x="66895" y="37605"/>
                </a:cubicBezTo>
                <a:cubicBezTo>
                  <a:pt x="66881" y="37591"/>
                  <a:pt x="66933" y="37527"/>
                  <a:pt x="66933" y="37527"/>
                </a:cubicBezTo>
                <a:cubicBezTo>
                  <a:pt x="66947" y="37501"/>
                  <a:pt x="66947" y="37475"/>
                  <a:pt x="66947" y="37449"/>
                </a:cubicBezTo>
                <a:cubicBezTo>
                  <a:pt x="66947" y="37409"/>
                  <a:pt x="66933" y="37396"/>
                  <a:pt x="66959" y="37370"/>
                </a:cubicBezTo>
                <a:cubicBezTo>
                  <a:pt x="66999" y="37318"/>
                  <a:pt x="67090" y="37318"/>
                  <a:pt x="67129" y="37253"/>
                </a:cubicBezTo>
                <a:cubicBezTo>
                  <a:pt x="67142" y="37227"/>
                  <a:pt x="67142" y="37188"/>
                  <a:pt x="67155" y="37149"/>
                </a:cubicBezTo>
                <a:cubicBezTo>
                  <a:pt x="67155" y="37123"/>
                  <a:pt x="67181" y="37097"/>
                  <a:pt x="67194" y="37058"/>
                </a:cubicBezTo>
                <a:cubicBezTo>
                  <a:pt x="67194" y="37019"/>
                  <a:pt x="67181" y="36980"/>
                  <a:pt x="67207" y="36928"/>
                </a:cubicBezTo>
                <a:cubicBezTo>
                  <a:pt x="67220" y="36902"/>
                  <a:pt x="67246" y="36862"/>
                  <a:pt x="67272" y="36836"/>
                </a:cubicBezTo>
                <a:cubicBezTo>
                  <a:pt x="67311" y="36798"/>
                  <a:pt x="67337" y="36732"/>
                  <a:pt x="67298" y="36680"/>
                </a:cubicBezTo>
                <a:cubicBezTo>
                  <a:pt x="67285" y="36668"/>
                  <a:pt x="67246" y="36642"/>
                  <a:pt x="67220" y="36642"/>
                </a:cubicBezTo>
                <a:cubicBezTo>
                  <a:pt x="67207" y="36642"/>
                  <a:pt x="67168" y="36616"/>
                  <a:pt x="67155" y="36616"/>
                </a:cubicBezTo>
                <a:cubicBezTo>
                  <a:pt x="67150" y="36615"/>
                  <a:pt x="67146" y="36615"/>
                  <a:pt x="67141" y="36615"/>
                </a:cubicBezTo>
                <a:cubicBezTo>
                  <a:pt x="67041" y="36615"/>
                  <a:pt x="67073" y="36759"/>
                  <a:pt x="66985" y="36784"/>
                </a:cubicBezTo>
                <a:cubicBezTo>
                  <a:pt x="66981" y="36787"/>
                  <a:pt x="66975" y="36788"/>
                  <a:pt x="66968" y="36788"/>
                </a:cubicBezTo>
                <a:cubicBezTo>
                  <a:pt x="66941" y="36788"/>
                  <a:pt x="66905" y="36767"/>
                  <a:pt x="66895" y="36746"/>
                </a:cubicBezTo>
                <a:cubicBezTo>
                  <a:pt x="66881" y="36720"/>
                  <a:pt x="66921" y="36654"/>
                  <a:pt x="66921" y="36628"/>
                </a:cubicBezTo>
                <a:lnTo>
                  <a:pt x="66921" y="36446"/>
                </a:lnTo>
                <a:cubicBezTo>
                  <a:pt x="66921" y="36368"/>
                  <a:pt x="66959" y="36095"/>
                  <a:pt x="66869" y="36069"/>
                </a:cubicBezTo>
                <a:cubicBezTo>
                  <a:pt x="66855" y="36066"/>
                  <a:pt x="66845" y="36065"/>
                  <a:pt x="66837" y="36065"/>
                </a:cubicBezTo>
                <a:cubicBezTo>
                  <a:pt x="66830" y="36065"/>
                  <a:pt x="66824" y="36066"/>
                  <a:pt x="66818" y="36066"/>
                </a:cubicBezTo>
                <a:cubicBezTo>
                  <a:pt x="66807" y="36066"/>
                  <a:pt x="66797" y="36063"/>
                  <a:pt x="66777" y="36043"/>
                </a:cubicBezTo>
                <a:cubicBezTo>
                  <a:pt x="66765" y="36017"/>
                  <a:pt x="66751" y="36004"/>
                  <a:pt x="66739" y="35978"/>
                </a:cubicBezTo>
                <a:cubicBezTo>
                  <a:pt x="66687" y="35913"/>
                  <a:pt x="66699" y="35861"/>
                  <a:pt x="66699" y="35783"/>
                </a:cubicBezTo>
                <a:cubicBezTo>
                  <a:pt x="66699" y="35743"/>
                  <a:pt x="66699" y="35613"/>
                  <a:pt x="66647" y="35601"/>
                </a:cubicBezTo>
                <a:cubicBezTo>
                  <a:pt x="66621" y="35601"/>
                  <a:pt x="66557" y="35679"/>
                  <a:pt x="66531" y="35705"/>
                </a:cubicBezTo>
                <a:cubicBezTo>
                  <a:pt x="66400" y="35848"/>
                  <a:pt x="66439" y="36017"/>
                  <a:pt x="66400" y="36199"/>
                </a:cubicBezTo>
                <a:cubicBezTo>
                  <a:pt x="66348" y="36186"/>
                  <a:pt x="66335" y="36108"/>
                  <a:pt x="66322" y="36082"/>
                </a:cubicBezTo>
                <a:cubicBezTo>
                  <a:pt x="66283" y="35965"/>
                  <a:pt x="66322" y="35861"/>
                  <a:pt x="66270" y="35757"/>
                </a:cubicBezTo>
                <a:cubicBezTo>
                  <a:pt x="66244" y="35691"/>
                  <a:pt x="66192" y="35653"/>
                  <a:pt x="66166" y="35601"/>
                </a:cubicBezTo>
                <a:cubicBezTo>
                  <a:pt x="66133" y="35568"/>
                  <a:pt x="66110" y="35500"/>
                  <a:pt x="66066" y="35500"/>
                </a:cubicBezTo>
                <a:cubicBezTo>
                  <a:pt x="66057" y="35500"/>
                  <a:pt x="66047" y="35503"/>
                  <a:pt x="66036" y="35509"/>
                </a:cubicBezTo>
                <a:cubicBezTo>
                  <a:pt x="65971" y="35535"/>
                  <a:pt x="66036" y="35639"/>
                  <a:pt x="65984" y="35679"/>
                </a:cubicBezTo>
                <a:cubicBezTo>
                  <a:pt x="65958" y="35705"/>
                  <a:pt x="65932" y="35691"/>
                  <a:pt x="65918" y="35705"/>
                </a:cubicBezTo>
                <a:cubicBezTo>
                  <a:pt x="65892" y="35731"/>
                  <a:pt x="65892" y="35783"/>
                  <a:pt x="65880" y="35809"/>
                </a:cubicBezTo>
                <a:cubicBezTo>
                  <a:pt x="65866" y="35874"/>
                  <a:pt x="65866" y="35926"/>
                  <a:pt x="65854" y="35978"/>
                </a:cubicBezTo>
                <a:cubicBezTo>
                  <a:pt x="65840" y="36004"/>
                  <a:pt x="65840" y="36043"/>
                  <a:pt x="65840" y="36069"/>
                </a:cubicBezTo>
                <a:lnTo>
                  <a:pt x="65840" y="36121"/>
                </a:lnTo>
                <a:cubicBezTo>
                  <a:pt x="65828" y="36147"/>
                  <a:pt x="65799" y="36150"/>
                  <a:pt x="65769" y="36150"/>
                </a:cubicBezTo>
                <a:cubicBezTo>
                  <a:pt x="65758" y="36150"/>
                  <a:pt x="65746" y="36150"/>
                  <a:pt x="65735" y="36150"/>
                </a:cubicBezTo>
                <a:cubicBezTo>
                  <a:pt x="65715" y="36150"/>
                  <a:pt x="65697" y="36151"/>
                  <a:pt x="65684" y="36160"/>
                </a:cubicBezTo>
                <a:cubicBezTo>
                  <a:pt x="65632" y="36199"/>
                  <a:pt x="65606" y="36316"/>
                  <a:pt x="65594" y="36368"/>
                </a:cubicBezTo>
                <a:cubicBezTo>
                  <a:pt x="65580" y="36408"/>
                  <a:pt x="65606" y="36446"/>
                  <a:pt x="65568" y="36460"/>
                </a:cubicBezTo>
                <a:cubicBezTo>
                  <a:pt x="65558" y="36465"/>
                  <a:pt x="65549" y="36467"/>
                  <a:pt x="65541" y="36467"/>
                </a:cubicBezTo>
                <a:cubicBezTo>
                  <a:pt x="65509" y="36467"/>
                  <a:pt x="65495" y="36431"/>
                  <a:pt x="65464" y="36420"/>
                </a:cubicBezTo>
                <a:cubicBezTo>
                  <a:pt x="65451" y="36414"/>
                  <a:pt x="65438" y="36414"/>
                  <a:pt x="65425" y="36414"/>
                </a:cubicBezTo>
                <a:cubicBezTo>
                  <a:pt x="65412" y="36414"/>
                  <a:pt x="65399" y="36414"/>
                  <a:pt x="65386" y="36408"/>
                </a:cubicBezTo>
                <a:cubicBezTo>
                  <a:pt x="65359" y="36382"/>
                  <a:pt x="65346" y="36356"/>
                  <a:pt x="65320" y="36330"/>
                </a:cubicBezTo>
                <a:cubicBezTo>
                  <a:pt x="65287" y="36284"/>
                  <a:pt x="65272" y="36249"/>
                  <a:pt x="65227" y="36249"/>
                </a:cubicBezTo>
                <a:cubicBezTo>
                  <a:pt x="65220" y="36249"/>
                  <a:pt x="65212" y="36250"/>
                  <a:pt x="65203" y="36251"/>
                </a:cubicBezTo>
                <a:cubicBezTo>
                  <a:pt x="65177" y="36251"/>
                  <a:pt x="65138" y="36277"/>
                  <a:pt x="65112" y="36290"/>
                </a:cubicBezTo>
                <a:cubicBezTo>
                  <a:pt x="65090" y="36296"/>
                  <a:pt x="65061" y="36299"/>
                  <a:pt x="65033" y="36299"/>
                </a:cubicBezTo>
                <a:cubicBezTo>
                  <a:pt x="64993" y="36299"/>
                  <a:pt x="64953" y="36293"/>
                  <a:pt x="64930" y="36277"/>
                </a:cubicBezTo>
                <a:cubicBezTo>
                  <a:pt x="64898" y="36245"/>
                  <a:pt x="64883" y="36222"/>
                  <a:pt x="64850" y="36222"/>
                </a:cubicBezTo>
                <a:cubicBezTo>
                  <a:pt x="64843" y="36222"/>
                  <a:pt x="64835" y="36223"/>
                  <a:pt x="64825" y="36225"/>
                </a:cubicBezTo>
                <a:cubicBezTo>
                  <a:pt x="64773" y="36225"/>
                  <a:pt x="64787" y="36225"/>
                  <a:pt x="64773" y="36264"/>
                </a:cubicBezTo>
                <a:cubicBezTo>
                  <a:pt x="64773" y="36342"/>
                  <a:pt x="64787" y="36408"/>
                  <a:pt x="64799" y="36486"/>
                </a:cubicBezTo>
                <a:cubicBezTo>
                  <a:pt x="64813" y="36576"/>
                  <a:pt x="64813" y="36668"/>
                  <a:pt x="64878" y="36758"/>
                </a:cubicBezTo>
                <a:cubicBezTo>
                  <a:pt x="64904" y="36798"/>
                  <a:pt x="64943" y="36810"/>
                  <a:pt x="64917" y="36862"/>
                </a:cubicBezTo>
                <a:cubicBezTo>
                  <a:pt x="64891" y="36862"/>
                  <a:pt x="64852" y="36836"/>
                  <a:pt x="64813" y="36836"/>
                </a:cubicBezTo>
                <a:lnTo>
                  <a:pt x="64747" y="36836"/>
                </a:lnTo>
                <a:cubicBezTo>
                  <a:pt x="64709" y="36836"/>
                  <a:pt x="64669" y="36824"/>
                  <a:pt x="64631" y="36784"/>
                </a:cubicBezTo>
                <a:cubicBezTo>
                  <a:pt x="64591" y="36758"/>
                  <a:pt x="64579" y="36706"/>
                  <a:pt x="64539" y="36680"/>
                </a:cubicBezTo>
                <a:cubicBezTo>
                  <a:pt x="64514" y="36680"/>
                  <a:pt x="64482" y="36686"/>
                  <a:pt x="64452" y="36686"/>
                </a:cubicBezTo>
                <a:cubicBezTo>
                  <a:pt x="64437" y="36686"/>
                  <a:pt x="64422" y="36685"/>
                  <a:pt x="64409" y="36680"/>
                </a:cubicBezTo>
                <a:cubicBezTo>
                  <a:pt x="64371" y="36668"/>
                  <a:pt x="64331" y="36668"/>
                  <a:pt x="64293" y="36668"/>
                </a:cubicBezTo>
                <a:cubicBezTo>
                  <a:pt x="64227" y="36654"/>
                  <a:pt x="64214" y="36602"/>
                  <a:pt x="64162" y="36564"/>
                </a:cubicBezTo>
                <a:cubicBezTo>
                  <a:pt x="64123" y="36524"/>
                  <a:pt x="64084" y="36486"/>
                  <a:pt x="64019" y="36486"/>
                </a:cubicBezTo>
                <a:cubicBezTo>
                  <a:pt x="63954" y="36498"/>
                  <a:pt x="63967" y="36538"/>
                  <a:pt x="63967" y="36602"/>
                </a:cubicBezTo>
                <a:cubicBezTo>
                  <a:pt x="63967" y="36654"/>
                  <a:pt x="63980" y="36680"/>
                  <a:pt x="63941" y="36720"/>
                </a:cubicBezTo>
                <a:cubicBezTo>
                  <a:pt x="63902" y="36758"/>
                  <a:pt x="63863" y="36784"/>
                  <a:pt x="63837" y="36836"/>
                </a:cubicBezTo>
                <a:cubicBezTo>
                  <a:pt x="63824" y="36889"/>
                  <a:pt x="63837" y="36993"/>
                  <a:pt x="63876" y="37032"/>
                </a:cubicBezTo>
                <a:cubicBezTo>
                  <a:pt x="63902" y="37071"/>
                  <a:pt x="63928" y="37071"/>
                  <a:pt x="63954" y="37123"/>
                </a:cubicBezTo>
                <a:cubicBezTo>
                  <a:pt x="63980" y="37188"/>
                  <a:pt x="64006" y="37227"/>
                  <a:pt x="64071" y="37253"/>
                </a:cubicBezTo>
                <a:cubicBezTo>
                  <a:pt x="64110" y="37266"/>
                  <a:pt x="64149" y="37266"/>
                  <a:pt x="64188" y="37279"/>
                </a:cubicBezTo>
                <a:cubicBezTo>
                  <a:pt x="64227" y="37292"/>
                  <a:pt x="64266" y="37318"/>
                  <a:pt x="64305" y="37331"/>
                </a:cubicBezTo>
                <a:cubicBezTo>
                  <a:pt x="64383" y="37357"/>
                  <a:pt x="64449" y="37331"/>
                  <a:pt x="64461" y="37396"/>
                </a:cubicBezTo>
                <a:cubicBezTo>
                  <a:pt x="64475" y="37449"/>
                  <a:pt x="64449" y="37501"/>
                  <a:pt x="64423" y="37539"/>
                </a:cubicBezTo>
                <a:cubicBezTo>
                  <a:pt x="64383" y="37579"/>
                  <a:pt x="64371" y="37605"/>
                  <a:pt x="64319" y="37605"/>
                </a:cubicBezTo>
                <a:cubicBezTo>
                  <a:pt x="64240" y="37591"/>
                  <a:pt x="64214" y="37501"/>
                  <a:pt x="64149" y="37487"/>
                </a:cubicBezTo>
                <a:cubicBezTo>
                  <a:pt x="64141" y="37485"/>
                  <a:pt x="64135" y="37484"/>
                  <a:pt x="64130" y="37484"/>
                </a:cubicBezTo>
                <a:cubicBezTo>
                  <a:pt x="64109" y="37484"/>
                  <a:pt x="64103" y="37501"/>
                  <a:pt x="64071" y="37501"/>
                </a:cubicBezTo>
                <a:cubicBezTo>
                  <a:pt x="64006" y="37501"/>
                  <a:pt x="63954" y="37461"/>
                  <a:pt x="63915" y="37423"/>
                </a:cubicBezTo>
                <a:cubicBezTo>
                  <a:pt x="63894" y="37412"/>
                  <a:pt x="63859" y="37371"/>
                  <a:pt x="63826" y="37371"/>
                </a:cubicBezTo>
                <a:cubicBezTo>
                  <a:pt x="63816" y="37371"/>
                  <a:pt x="63807" y="37374"/>
                  <a:pt x="63798" y="37383"/>
                </a:cubicBezTo>
                <a:cubicBezTo>
                  <a:pt x="63772" y="37409"/>
                  <a:pt x="63798" y="37461"/>
                  <a:pt x="63824" y="37475"/>
                </a:cubicBezTo>
                <a:cubicBezTo>
                  <a:pt x="63830" y="37478"/>
                  <a:pt x="63837" y="37478"/>
                  <a:pt x="63843" y="37478"/>
                </a:cubicBezTo>
                <a:cubicBezTo>
                  <a:pt x="63850" y="37478"/>
                  <a:pt x="63857" y="37477"/>
                  <a:pt x="63865" y="37477"/>
                </a:cubicBezTo>
                <a:cubicBezTo>
                  <a:pt x="63879" y="37477"/>
                  <a:pt x="63895" y="37481"/>
                  <a:pt x="63915" y="37501"/>
                </a:cubicBezTo>
                <a:cubicBezTo>
                  <a:pt x="63941" y="37527"/>
                  <a:pt x="63928" y="37553"/>
                  <a:pt x="63967" y="37565"/>
                </a:cubicBezTo>
                <a:cubicBezTo>
                  <a:pt x="63973" y="37572"/>
                  <a:pt x="63986" y="37572"/>
                  <a:pt x="63999" y="37572"/>
                </a:cubicBezTo>
                <a:cubicBezTo>
                  <a:pt x="64012" y="37572"/>
                  <a:pt x="64026" y="37572"/>
                  <a:pt x="64032" y="37579"/>
                </a:cubicBezTo>
                <a:cubicBezTo>
                  <a:pt x="64084" y="37579"/>
                  <a:pt x="64097" y="37605"/>
                  <a:pt x="64136" y="37617"/>
                </a:cubicBezTo>
                <a:cubicBezTo>
                  <a:pt x="64175" y="37643"/>
                  <a:pt x="64227" y="37657"/>
                  <a:pt x="64266" y="37669"/>
                </a:cubicBezTo>
                <a:cubicBezTo>
                  <a:pt x="64293" y="37669"/>
                  <a:pt x="64383" y="37695"/>
                  <a:pt x="64383" y="37721"/>
                </a:cubicBezTo>
                <a:cubicBezTo>
                  <a:pt x="64391" y="37768"/>
                  <a:pt x="64329" y="37777"/>
                  <a:pt x="64269" y="37777"/>
                </a:cubicBezTo>
                <a:cubicBezTo>
                  <a:pt x="64229" y="37777"/>
                  <a:pt x="64191" y="37773"/>
                  <a:pt x="64175" y="37773"/>
                </a:cubicBezTo>
                <a:cubicBezTo>
                  <a:pt x="64136" y="37773"/>
                  <a:pt x="64084" y="37773"/>
                  <a:pt x="64045" y="37761"/>
                </a:cubicBezTo>
                <a:cubicBezTo>
                  <a:pt x="63993" y="37747"/>
                  <a:pt x="63980" y="37721"/>
                  <a:pt x="63941" y="37695"/>
                </a:cubicBezTo>
                <a:cubicBezTo>
                  <a:pt x="63915" y="37676"/>
                  <a:pt x="63895" y="37673"/>
                  <a:pt x="63877" y="37673"/>
                </a:cubicBezTo>
                <a:cubicBezTo>
                  <a:pt x="63869" y="37673"/>
                  <a:pt x="63861" y="37674"/>
                  <a:pt x="63852" y="37674"/>
                </a:cubicBezTo>
                <a:cubicBezTo>
                  <a:pt x="63843" y="37674"/>
                  <a:pt x="63834" y="37673"/>
                  <a:pt x="63824" y="37669"/>
                </a:cubicBezTo>
                <a:cubicBezTo>
                  <a:pt x="63772" y="37657"/>
                  <a:pt x="63759" y="37605"/>
                  <a:pt x="63746" y="37579"/>
                </a:cubicBezTo>
                <a:cubicBezTo>
                  <a:pt x="63706" y="37539"/>
                  <a:pt x="63694" y="37539"/>
                  <a:pt x="63668" y="37527"/>
                </a:cubicBezTo>
                <a:cubicBezTo>
                  <a:pt x="63642" y="37513"/>
                  <a:pt x="63642" y="37501"/>
                  <a:pt x="63628" y="37487"/>
                </a:cubicBezTo>
                <a:cubicBezTo>
                  <a:pt x="63602" y="37461"/>
                  <a:pt x="63564" y="37396"/>
                  <a:pt x="63524" y="37396"/>
                </a:cubicBezTo>
                <a:cubicBezTo>
                  <a:pt x="63498" y="37396"/>
                  <a:pt x="63472" y="37435"/>
                  <a:pt x="63446" y="37449"/>
                </a:cubicBezTo>
                <a:cubicBezTo>
                  <a:pt x="63420" y="37461"/>
                  <a:pt x="63394" y="37449"/>
                  <a:pt x="63382" y="37487"/>
                </a:cubicBezTo>
                <a:cubicBezTo>
                  <a:pt x="63344" y="37550"/>
                  <a:pt x="63426" y="37696"/>
                  <a:pt x="63330" y="37696"/>
                </a:cubicBezTo>
                <a:cubicBezTo>
                  <a:pt x="63325" y="37696"/>
                  <a:pt x="63321" y="37696"/>
                  <a:pt x="63316" y="37695"/>
                </a:cubicBezTo>
                <a:cubicBezTo>
                  <a:pt x="63285" y="37685"/>
                  <a:pt x="63253" y="37666"/>
                  <a:pt x="63221" y="37666"/>
                </a:cubicBezTo>
                <a:cubicBezTo>
                  <a:pt x="63214" y="37666"/>
                  <a:pt x="63207" y="37667"/>
                  <a:pt x="63200" y="37669"/>
                </a:cubicBezTo>
                <a:cubicBezTo>
                  <a:pt x="63160" y="37695"/>
                  <a:pt x="63173" y="37799"/>
                  <a:pt x="63173" y="37839"/>
                </a:cubicBezTo>
                <a:cubicBezTo>
                  <a:pt x="63186" y="37903"/>
                  <a:pt x="63200" y="37943"/>
                  <a:pt x="63252" y="37982"/>
                </a:cubicBezTo>
                <a:cubicBezTo>
                  <a:pt x="63278" y="38008"/>
                  <a:pt x="63316" y="38021"/>
                  <a:pt x="63330" y="38060"/>
                </a:cubicBezTo>
                <a:cubicBezTo>
                  <a:pt x="63342" y="38099"/>
                  <a:pt x="63330" y="38112"/>
                  <a:pt x="63342" y="38151"/>
                </a:cubicBezTo>
                <a:cubicBezTo>
                  <a:pt x="63368" y="38190"/>
                  <a:pt x="63420" y="38216"/>
                  <a:pt x="63472" y="38242"/>
                </a:cubicBezTo>
                <a:cubicBezTo>
                  <a:pt x="63538" y="38281"/>
                  <a:pt x="63616" y="38294"/>
                  <a:pt x="63694" y="38320"/>
                </a:cubicBezTo>
                <a:cubicBezTo>
                  <a:pt x="63759" y="38346"/>
                  <a:pt x="63798" y="38385"/>
                  <a:pt x="63837" y="38450"/>
                </a:cubicBezTo>
                <a:cubicBezTo>
                  <a:pt x="63863" y="38476"/>
                  <a:pt x="63902" y="38542"/>
                  <a:pt x="63928" y="38568"/>
                </a:cubicBezTo>
                <a:cubicBezTo>
                  <a:pt x="63967" y="38594"/>
                  <a:pt x="64019" y="38580"/>
                  <a:pt x="64058" y="38594"/>
                </a:cubicBezTo>
                <a:cubicBezTo>
                  <a:pt x="64110" y="38620"/>
                  <a:pt x="64175" y="38672"/>
                  <a:pt x="64201" y="38724"/>
                </a:cubicBezTo>
                <a:cubicBezTo>
                  <a:pt x="64227" y="38776"/>
                  <a:pt x="64227" y="38854"/>
                  <a:pt x="64240" y="38906"/>
                </a:cubicBezTo>
                <a:cubicBezTo>
                  <a:pt x="64279" y="39022"/>
                  <a:pt x="64345" y="39075"/>
                  <a:pt x="64423" y="39153"/>
                </a:cubicBezTo>
                <a:cubicBezTo>
                  <a:pt x="64468" y="39183"/>
                  <a:pt x="64496" y="39196"/>
                  <a:pt x="64527" y="39196"/>
                </a:cubicBezTo>
                <a:cubicBezTo>
                  <a:pt x="64549" y="39196"/>
                  <a:pt x="64572" y="39189"/>
                  <a:pt x="64605" y="39179"/>
                </a:cubicBezTo>
                <a:cubicBezTo>
                  <a:pt x="64657" y="39166"/>
                  <a:pt x="64721" y="39114"/>
                  <a:pt x="64773" y="39114"/>
                </a:cubicBezTo>
                <a:cubicBezTo>
                  <a:pt x="64852" y="39127"/>
                  <a:pt x="64839" y="39179"/>
                  <a:pt x="64865" y="39231"/>
                </a:cubicBezTo>
                <a:cubicBezTo>
                  <a:pt x="64891" y="39309"/>
                  <a:pt x="64969" y="39348"/>
                  <a:pt x="65047" y="39387"/>
                </a:cubicBezTo>
                <a:cubicBezTo>
                  <a:pt x="65099" y="39400"/>
                  <a:pt x="65242" y="39400"/>
                  <a:pt x="65242" y="39491"/>
                </a:cubicBezTo>
                <a:cubicBezTo>
                  <a:pt x="65255" y="39530"/>
                  <a:pt x="65203" y="39583"/>
                  <a:pt x="65177" y="39595"/>
                </a:cubicBezTo>
                <a:cubicBezTo>
                  <a:pt x="65152" y="39609"/>
                  <a:pt x="65127" y="39615"/>
                  <a:pt x="65102" y="39615"/>
                </a:cubicBezTo>
                <a:cubicBezTo>
                  <a:pt x="65014" y="39615"/>
                  <a:pt x="64933" y="39543"/>
                  <a:pt x="64852" y="39543"/>
                </a:cubicBezTo>
                <a:cubicBezTo>
                  <a:pt x="64773" y="39543"/>
                  <a:pt x="64709" y="39517"/>
                  <a:pt x="64631" y="39517"/>
                </a:cubicBezTo>
                <a:cubicBezTo>
                  <a:pt x="64553" y="39517"/>
                  <a:pt x="64487" y="39569"/>
                  <a:pt x="64409" y="39583"/>
                </a:cubicBezTo>
                <a:cubicBezTo>
                  <a:pt x="64390" y="39589"/>
                  <a:pt x="64374" y="39592"/>
                  <a:pt x="64357" y="39592"/>
                </a:cubicBezTo>
                <a:cubicBezTo>
                  <a:pt x="64341" y="39592"/>
                  <a:pt x="64325" y="39589"/>
                  <a:pt x="64305" y="39583"/>
                </a:cubicBezTo>
                <a:cubicBezTo>
                  <a:pt x="64266" y="39576"/>
                  <a:pt x="64237" y="39572"/>
                  <a:pt x="64208" y="39572"/>
                </a:cubicBezTo>
                <a:cubicBezTo>
                  <a:pt x="64179" y="39572"/>
                  <a:pt x="64149" y="39576"/>
                  <a:pt x="64110" y="39583"/>
                </a:cubicBezTo>
                <a:cubicBezTo>
                  <a:pt x="64045" y="39595"/>
                  <a:pt x="63980" y="39583"/>
                  <a:pt x="63915" y="39609"/>
                </a:cubicBezTo>
                <a:cubicBezTo>
                  <a:pt x="63863" y="39635"/>
                  <a:pt x="63824" y="39661"/>
                  <a:pt x="63772" y="39661"/>
                </a:cubicBezTo>
                <a:cubicBezTo>
                  <a:pt x="63762" y="39663"/>
                  <a:pt x="63754" y="39664"/>
                  <a:pt x="63747" y="39664"/>
                </a:cubicBezTo>
                <a:cubicBezTo>
                  <a:pt x="63714" y="39664"/>
                  <a:pt x="63697" y="39645"/>
                  <a:pt x="63654" y="39635"/>
                </a:cubicBezTo>
                <a:cubicBezTo>
                  <a:pt x="63616" y="39635"/>
                  <a:pt x="63550" y="39661"/>
                  <a:pt x="63498" y="39661"/>
                </a:cubicBezTo>
                <a:cubicBezTo>
                  <a:pt x="63464" y="39661"/>
                  <a:pt x="63423" y="39666"/>
                  <a:pt x="63389" y="39666"/>
                </a:cubicBezTo>
                <a:cubicBezTo>
                  <a:pt x="63371" y="39666"/>
                  <a:pt x="63355" y="39665"/>
                  <a:pt x="63342" y="39661"/>
                </a:cubicBezTo>
                <a:cubicBezTo>
                  <a:pt x="63290" y="39661"/>
                  <a:pt x="63264" y="39635"/>
                  <a:pt x="63200" y="39635"/>
                </a:cubicBezTo>
                <a:lnTo>
                  <a:pt x="62887" y="39635"/>
                </a:lnTo>
                <a:cubicBezTo>
                  <a:pt x="62861" y="39635"/>
                  <a:pt x="62835" y="39640"/>
                  <a:pt x="62809" y="39640"/>
                </a:cubicBezTo>
                <a:cubicBezTo>
                  <a:pt x="62796" y="39640"/>
                  <a:pt x="62783" y="39639"/>
                  <a:pt x="62770" y="39635"/>
                </a:cubicBezTo>
                <a:cubicBezTo>
                  <a:pt x="62744" y="39621"/>
                  <a:pt x="62731" y="39595"/>
                  <a:pt x="62705" y="39583"/>
                </a:cubicBezTo>
                <a:cubicBezTo>
                  <a:pt x="62666" y="39569"/>
                  <a:pt x="62653" y="39569"/>
                  <a:pt x="62613" y="39569"/>
                </a:cubicBezTo>
                <a:cubicBezTo>
                  <a:pt x="62575" y="39556"/>
                  <a:pt x="62523" y="39543"/>
                  <a:pt x="62483" y="39517"/>
                </a:cubicBezTo>
                <a:cubicBezTo>
                  <a:pt x="62457" y="39504"/>
                  <a:pt x="62445" y="39478"/>
                  <a:pt x="62419" y="39465"/>
                </a:cubicBezTo>
                <a:cubicBezTo>
                  <a:pt x="62393" y="39452"/>
                  <a:pt x="62353" y="39452"/>
                  <a:pt x="62341" y="39426"/>
                </a:cubicBezTo>
                <a:cubicBezTo>
                  <a:pt x="62275" y="39387"/>
                  <a:pt x="62237" y="39296"/>
                  <a:pt x="62185" y="39257"/>
                </a:cubicBezTo>
                <a:cubicBezTo>
                  <a:pt x="62133" y="39205"/>
                  <a:pt x="62067" y="39166"/>
                  <a:pt x="62015" y="39127"/>
                </a:cubicBezTo>
                <a:cubicBezTo>
                  <a:pt x="61963" y="39075"/>
                  <a:pt x="61898" y="39075"/>
                  <a:pt x="61833" y="39075"/>
                </a:cubicBezTo>
                <a:cubicBezTo>
                  <a:pt x="61781" y="39075"/>
                  <a:pt x="61755" y="39062"/>
                  <a:pt x="61703" y="39048"/>
                </a:cubicBezTo>
                <a:cubicBezTo>
                  <a:pt x="61703" y="39051"/>
                  <a:pt x="61701" y="39053"/>
                  <a:pt x="61699" y="39053"/>
                </a:cubicBezTo>
                <a:cubicBezTo>
                  <a:pt x="61694" y="39053"/>
                  <a:pt x="61684" y="39045"/>
                  <a:pt x="61679" y="39045"/>
                </a:cubicBezTo>
                <a:cubicBezTo>
                  <a:pt x="61678" y="39045"/>
                  <a:pt x="61677" y="39046"/>
                  <a:pt x="61677" y="39048"/>
                </a:cubicBezTo>
                <a:cubicBezTo>
                  <a:pt x="61677" y="38983"/>
                  <a:pt x="61586" y="38955"/>
                  <a:pt x="61526" y="38955"/>
                </a:cubicBezTo>
                <a:cubicBezTo>
                  <a:pt x="61514" y="38955"/>
                  <a:pt x="61503" y="38956"/>
                  <a:pt x="61494" y="38958"/>
                </a:cubicBezTo>
                <a:cubicBezTo>
                  <a:pt x="61461" y="38969"/>
                  <a:pt x="61438" y="38999"/>
                  <a:pt x="61407" y="38999"/>
                </a:cubicBezTo>
                <a:cubicBezTo>
                  <a:pt x="61401" y="38999"/>
                  <a:pt x="61396" y="38998"/>
                  <a:pt x="61390" y="38996"/>
                </a:cubicBezTo>
                <a:cubicBezTo>
                  <a:pt x="61352" y="38996"/>
                  <a:pt x="61312" y="38984"/>
                  <a:pt x="61286" y="38970"/>
                </a:cubicBezTo>
                <a:cubicBezTo>
                  <a:pt x="61264" y="38970"/>
                  <a:pt x="61222" y="38942"/>
                  <a:pt x="61194" y="38942"/>
                </a:cubicBezTo>
                <a:cubicBezTo>
                  <a:pt x="61190" y="38942"/>
                  <a:pt x="61186" y="38943"/>
                  <a:pt x="61182" y="38944"/>
                </a:cubicBezTo>
                <a:cubicBezTo>
                  <a:pt x="61104" y="38984"/>
                  <a:pt x="61144" y="39244"/>
                  <a:pt x="61144" y="39309"/>
                </a:cubicBezTo>
                <a:cubicBezTo>
                  <a:pt x="61144" y="39387"/>
                  <a:pt x="61104" y="39530"/>
                  <a:pt x="61196" y="39543"/>
                </a:cubicBezTo>
                <a:cubicBezTo>
                  <a:pt x="61207" y="39546"/>
                  <a:pt x="61219" y="39547"/>
                  <a:pt x="61231" y="39547"/>
                </a:cubicBezTo>
                <a:cubicBezTo>
                  <a:pt x="61264" y="39547"/>
                  <a:pt x="61299" y="39539"/>
                  <a:pt x="61331" y="39539"/>
                </a:cubicBezTo>
                <a:cubicBezTo>
                  <a:pt x="61342" y="39539"/>
                  <a:pt x="61354" y="39540"/>
                  <a:pt x="61364" y="39543"/>
                </a:cubicBezTo>
                <a:cubicBezTo>
                  <a:pt x="61378" y="39621"/>
                  <a:pt x="61326" y="39713"/>
                  <a:pt x="61338" y="39791"/>
                </a:cubicBezTo>
                <a:cubicBezTo>
                  <a:pt x="61338" y="39829"/>
                  <a:pt x="61352" y="39881"/>
                  <a:pt x="61378" y="39907"/>
                </a:cubicBezTo>
                <a:cubicBezTo>
                  <a:pt x="61416" y="39933"/>
                  <a:pt x="61468" y="39959"/>
                  <a:pt x="61494" y="39973"/>
                </a:cubicBezTo>
                <a:cubicBezTo>
                  <a:pt x="61572" y="40011"/>
                  <a:pt x="61638" y="40051"/>
                  <a:pt x="61703" y="40103"/>
                </a:cubicBezTo>
                <a:cubicBezTo>
                  <a:pt x="61729" y="40103"/>
                  <a:pt x="61729" y="40115"/>
                  <a:pt x="61742" y="40115"/>
                </a:cubicBezTo>
                <a:cubicBezTo>
                  <a:pt x="61729" y="40122"/>
                  <a:pt x="61713" y="40122"/>
                  <a:pt x="61695" y="40122"/>
                </a:cubicBezTo>
                <a:cubicBezTo>
                  <a:pt x="61677" y="40122"/>
                  <a:pt x="61657" y="40122"/>
                  <a:pt x="61638" y="40129"/>
                </a:cubicBezTo>
                <a:cubicBezTo>
                  <a:pt x="61625" y="40129"/>
                  <a:pt x="61599" y="40141"/>
                  <a:pt x="61586" y="40141"/>
                </a:cubicBezTo>
                <a:cubicBezTo>
                  <a:pt x="61569" y="40141"/>
                  <a:pt x="61545" y="40136"/>
                  <a:pt x="61524" y="40136"/>
                </a:cubicBezTo>
                <a:cubicBezTo>
                  <a:pt x="61513" y="40136"/>
                  <a:pt x="61503" y="40137"/>
                  <a:pt x="61494" y="40141"/>
                </a:cubicBezTo>
                <a:cubicBezTo>
                  <a:pt x="61468" y="40155"/>
                  <a:pt x="61442" y="40194"/>
                  <a:pt x="61404" y="40194"/>
                </a:cubicBezTo>
                <a:cubicBezTo>
                  <a:pt x="61378" y="40194"/>
                  <a:pt x="61364" y="40168"/>
                  <a:pt x="61338" y="40168"/>
                </a:cubicBezTo>
                <a:lnTo>
                  <a:pt x="61274" y="40168"/>
                </a:lnTo>
                <a:cubicBezTo>
                  <a:pt x="61217" y="40157"/>
                  <a:pt x="61181" y="40098"/>
                  <a:pt x="61122" y="40098"/>
                </a:cubicBezTo>
                <a:cubicBezTo>
                  <a:pt x="61113" y="40098"/>
                  <a:pt x="61103" y="40099"/>
                  <a:pt x="61092" y="40103"/>
                </a:cubicBezTo>
                <a:cubicBezTo>
                  <a:pt x="61052" y="40129"/>
                  <a:pt x="61040" y="40181"/>
                  <a:pt x="61014" y="40207"/>
                </a:cubicBezTo>
                <a:cubicBezTo>
                  <a:pt x="60991" y="40229"/>
                  <a:pt x="60981" y="40235"/>
                  <a:pt x="60973" y="40235"/>
                </a:cubicBezTo>
                <a:cubicBezTo>
                  <a:pt x="60966" y="40235"/>
                  <a:pt x="60961" y="40230"/>
                  <a:pt x="60951" y="40230"/>
                </a:cubicBezTo>
                <a:cubicBezTo>
                  <a:pt x="60947" y="40230"/>
                  <a:pt x="60942" y="40231"/>
                  <a:pt x="60935" y="40233"/>
                </a:cubicBezTo>
                <a:cubicBezTo>
                  <a:pt x="60883" y="40259"/>
                  <a:pt x="60870" y="40272"/>
                  <a:pt x="60857" y="40337"/>
                </a:cubicBezTo>
                <a:cubicBezTo>
                  <a:pt x="60800" y="40327"/>
                  <a:pt x="60757" y="40242"/>
                  <a:pt x="60708" y="40242"/>
                </a:cubicBezTo>
                <a:cubicBezTo>
                  <a:pt x="60689" y="40242"/>
                  <a:pt x="60670" y="40253"/>
                  <a:pt x="60649" y="40285"/>
                </a:cubicBezTo>
                <a:cubicBezTo>
                  <a:pt x="60623" y="40311"/>
                  <a:pt x="60636" y="40363"/>
                  <a:pt x="60610" y="40389"/>
                </a:cubicBezTo>
                <a:cubicBezTo>
                  <a:pt x="60597" y="40415"/>
                  <a:pt x="60571" y="40415"/>
                  <a:pt x="60558" y="40428"/>
                </a:cubicBezTo>
                <a:cubicBezTo>
                  <a:pt x="60545" y="40454"/>
                  <a:pt x="60545" y="40506"/>
                  <a:pt x="60545" y="40519"/>
                </a:cubicBezTo>
                <a:cubicBezTo>
                  <a:pt x="60532" y="40558"/>
                  <a:pt x="60532" y="40623"/>
                  <a:pt x="60558" y="40662"/>
                </a:cubicBezTo>
                <a:cubicBezTo>
                  <a:pt x="60584" y="40702"/>
                  <a:pt x="60623" y="40714"/>
                  <a:pt x="60675" y="40714"/>
                </a:cubicBezTo>
                <a:cubicBezTo>
                  <a:pt x="60753" y="40714"/>
                  <a:pt x="60792" y="40728"/>
                  <a:pt x="60857" y="40766"/>
                </a:cubicBezTo>
                <a:cubicBezTo>
                  <a:pt x="60922" y="40806"/>
                  <a:pt x="60974" y="40858"/>
                  <a:pt x="60948" y="40948"/>
                </a:cubicBezTo>
                <a:cubicBezTo>
                  <a:pt x="60935" y="40948"/>
                  <a:pt x="60922" y="40936"/>
                  <a:pt x="60909" y="40936"/>
                </a:cubicBezTo>
                <a:cubicBezTo>
                  <a:pt x="60909" y="40974"/>
                  <a:pt x="60948" y="41014"/>
                  <a:pt x="60948" y="41052"/>
                </a:cubicBezTo>
                <a:cubicBezTo>
                  <a:pt x="60961" y="41104"/>
                  <a:pt x="60961" y="41261"/>
                  <a:pt x="60909" y="41287"/>
                </a:cubicBezTo>
                <a:cubicBezTo>
                  <a:pt x="60872" y="41262"/>
                  <a:pt x="60799" y="41143"/>
                  <a:pt x="60748" y="41143"/>
                </a:cubicBezTo>
                <a:cubicBezTo>
                  <a:pt x="60745" y="41143"/>
                  <a:pt x="60742" y="41143"/>
                  <a:pt x="60740" y="41144"/>
                </a:cubicBezTo>
                <a:cubicBezTo>
                  <a:pt x="60701" y="41156"/>
                  <a:pt x="60714" y="41235"/>
                  <a:pt x="60688" y="41248"/>
                </a:cubicBezTo>
                <a:cubicBezTo>
                  <a:pt x="60662" y="41274"/>
                  <a:pt x="60636" y="41274"/>
                  <a:pt x="60623" y="41300"/>
                </a:cubicBezTo>
                <a:cubicBezTo>
                  <a:pt x="60597" y="41339"/>
                  <a:pt x="60623" y="41443"/>
                  <a:pt x="60623" y="41495"/>
                </a:cubicBezTo>
                <a:cubicBezTo>
                  <a:pt x="60597" y="41482"/>
                  <a:pt x="60584" y="41443"/>
                  <a:pt x="60558" y="41443"/>
                </a:cubicBezTo>
                <a:cubicBezTo>
                  <a:pt x="60493" y="41443"/>
                  <a:pt x="60519" y="41482"/>
                  <a:pt x="60479" y="41495"/>
                </a:cubicBezTo>
                <a:cubicBezTo>
                  <a:pt x="60475" y="41496"/>
                  <a:pt x="60471" y="41497"/>
                  <a:pt x="60467" y="41497"/>
                </a:cubicBezTo>
                <a:cubicBezTo>
                  <a:pt x="60441" y="41497"/>
                  <a:pt x="60427" y="41467"/>
                  <a:pt x="60401" y="41467"/>
                </a:cubicBezTo>
                <a:cubicBezTo>
                  <a:pt x="60397" y="41467"/>
                  <a:pt x="60393" y="41467"/>
                  <a:pt x="60389" y="41469"/>
                </a:cubicBezTo>
                <a:cubicBezTo>
                  <a:pt x="60363" y="41482"/>
                  <a:pt x="60363" y="41508"/>
                  <a:pt x="60337" y="41521"/>
                </a:cubicBezTo>
                <a:lnTo>
                  <a:pt x="60271" y="41521"/>
                </a:lnTo>
                <a:cubicBezTo>
                  <a:pt x="60245" y="41521"/>
                  <a:pt x="60233" y="41521"/>
                  <a:pt x="60219" y="41547"/>
                </a:cubicBezTo>
                <a:cubicBezTo>
                  <a:pt x="60193" y="41554"/>
                  <a:pt x="60171" y="41563"/>
                  <a:pt x="60151" y="41563"/>
                </a:cubicBezTo>
                <a:cubicBezTo>
                  <a:pt x="60132" y="41563"/>
                  <a:pt x="60116" y="41554"/>
                  <a:pt x="60103" y="41521"/>
                </a:cubicBezTo>
                <a:cubicBezTo>
                  <a:pt x="60089" y="41482"/>
                  <a:pt x="60103" y="41391"/>
                  <a:pt x="60103" y="41352"/>
                </a:cubicBezTo>
                <a:cubicBezTo>
                  <a:pt x="60103" y="41235"/>
                  <a:pt x="60129" y="41092"/>
                  <a:pt x="60167" y="40962"/>
                </a:cubicBezTo>
                <a:cubicBezTo>
                  <a:pt x="60181" y="40922"/>
                  <a:pt x="60193" y="40910"/>
                  <a:pt x="60219" y="40870"/>
                </a:cubicBezTo>
                <a:cubicBezTo>
                  <a:pt x="60245" y="40818"/>
                  <a:pt x="60233" y="40754"/>
                  <a:pt x="60245" y="40702"/>
                </a:cubicBezTo>
                <a:cubicBezTo>
                  <a:pt x="60259" y="40636"/>
                  <a:pt x="60337" y="40519"/>
                  <a:pt x="60285" y="40454"/>
                </a:cubicBezTo>
                <a:cubicBezTo>
                  <a:pt x="60271" y="40428"/>
                  <a:pt x="60233" y="40415"/>
                  <a:pt x="60207" y="40389"/>
                </a:cubicBezTo>
                <a:lnTo>
                  <a:pt x="60167" y="40311"/>
                </a:lnTo>
                <a:cubicBezTo>
                  <a:pt x="60115" y="40233"/>
                  <a:pt x="60063" y="40233"/>
                  <a:pt x="59999" y="40220"/>
                </a:cubicBezTo>
                <a:cubicBezTo>
                  <a:pt x="59947" y="40207"/>
                  <a:pt x="59947" y="40168"/>
                  <a:pt x="59907" y="40155"/>
                </a:cubicBezTo>
                <a:cubicBezTo>
                  <a:pt x="59897" y="40148"/>
                  <a:pt x="59889" y="40146"/>
                  <a:pt x="59882" y="40146"/>
                </a:cubicBezTo>
                <a:cubicBezTo>
                  <a:pt x="59860" y="40146"/>
                  <a:pt x="59845" y="40168"/>
                  <a:pt x="59816" y="40168"/>
                </a:cubicBezTo>
                <a:cubicBezTo>
                  <a:pt x="59764" y="40155"/>
                  <a:pt x="59764" y="40063"/>
                  <a:pt x="59725" y="40037"/>
                </a:cubicBezTo>
                <a:cubicBezTo>
                  <a:pt x="59711" y="40029"/>
                  <a:pt x="59696" y="40025"/>
                  <a:pt x="59682" y="40025"/>
                </a:cubicBezTo>
                <a:cubicBezTo>
                  <a:pt x="59631" y="40025"/>
                  <a:pt x="59580" y="40069"/>
                  <a:pt x="59530" y="40089"/>
                </a:cubicBezTo>
                <a:cubicBezTo>
                  <a:pt x="59504" y="40103"/>
                  <a:pt x="59478" y="40129"/>
                  <a:pt x="59465" y="40141"/>
                </a:cubicBezTo>
                <a:cubicBezTo>
                  <a:pt x="59455" y="40144"/>
                  <a:pt x="59447" y="40145"/>
                  <a:pt x="59440" y="40145"/>
                </a:cubicBezTo>
                <a:cubicBezTo>
                  <a:pt x="59412" y="40145"/>
                  <a:pt x="59408" y="40124"/>
                  <a:pt x="59386" y="40103"/>
                </a:cubicBezTo>
                <a:cubicBezTo>
                  <a:pt x="59346" y="40062"/>
                  <a:pt x="59297" y="40029"/>
                  <a:pt x="59247" y="40029"/>
                </a:cubicBezTo>
                <a:cubicBezTo>
                  <a:pt x="59233" y="40029"/>
                  <a:pt x="59219" y="40032"/>
                  <a:pt x="59204" y="40037"/>
                </a:cubicBezTo>
                <a:cubicBezTo>
                  <a:pt x="59163" y="40054"/>
                  <a:pt x="59164" y="40070"/>
                  <a:pt x="59150" y="40070"/>
                </a:cubicBezTo>
                <a:cubicBezTo>
                  <a:pt x="59142" y="40070"/>
                  <a:pt x="59129" y="40065"/>
                  <a:pt x="59100" y="40051"/>
                </a:cubicBezTo>
                <a:cubicBezTo>
                  <a:pt x="59081" y="40032"/>
                  <a:pt x="59048" y="40020"/>
                  <a:pt x="59017" y="40020"/>
                </a:cubicBezTo>
                <a:cubicBezTo>
                  <a:pt x="59005" y="40020"/>
                  <a:pt x="58994" y="40021"/>
                  <a:pt x="58984" y="40025"/>
                </a:cubicBezTo>
                <a:cubicBezTo>
                  <a:pt x="58944" y="40037"/>
                  <a:pt x="58944" y="40089"/>
                  <a:pt x="58906" y="40103"/>
                </a:cubicBezTo>
                <a:cubicBezTo>
                  <a:pt x="58893" y="40116"/>
                  <a:pt x="58880" y="40119"/>
                  <a:pt x="58867" y="40119"/>
                </a:cubicBezTo>
                <a:cubicBezTo>
                  <a:pt x="58854" y="40119"/>
                  <a:pt x="58841" y="40115"/>
                  <a:pt x="58828" y="40115"/>
                </a:cubicBezTo>
                <a:cubicBezTo>
                  <a:pt x="58771" y="40115"/>
                  <a:pt x="58735" y="40144"/>
                  <a:pt x="58685" y="40144"/>
                </a:cubicBezTo>
                <a:cubicBezTo>
                  <a:pt x="58676" y="40144"/>
                  <a:pt x="58667" y="40143"/>
                  <a:pt x="58658" y="40141"/>
                </a:cubicBezTo>
                <a:cubicBezTo>
                  <a:pt x="58646" y="40080"/>
                  <a:pt x="58693" y="39946"/>
                  <a:pt x="58606" y="39946"/>
                </a:cubicBezTo>
                <a:cubicBezTo>
                  <a:pt x="58602" y="39946"/>
                  <a:pt x="58598" y="39946"/>
                  <a:pt x="58593" y="39947"/>
                </a:cubicBezTo>
                <a:cubicBezTo>
                  <a:pt x="58584" y="39947"/>
                  <a:pt x="58576" y="39952"/>
                  <a:pt x="58563" y="39952"/>
                </a:cubicBezTo>
                <a:cubicBezTo>
                  <a:pt x="58557" y="39952"/>
                  <a:pt x="58550" y="39951"/>
                  <a:pt x="58541" y="39947"/>
                </a:cubicBezTo>
                <a:cubicBezTo>
                  <a:pt x="58528" y="39947"/>
                  <a:pt x="58515" y="39895"/>
                  <a:pt x="58515" y="39869"/>
                </a:cubicBezTo>
                <a:cubicBezTo>
                  <a:pt x="58502" y="39829"/>
                  <a:pt x="58502" y="39803"/>
                  <a:pt x="58450" y="39803"/>
                </a:cubicBezTo>
                <a:cubicBezTo>
                  <a:pt x="58424" y="39777"/>
                  <a:pt x="58450" y="39739"/>
                  <a:pt x="58463" y="39699"/>
                </a:cubicBezTo>
                <a:cubicBezTo>
                  <a:pt x="58489" y="39661"/>
                  <a:pt x="58489" y="39609"/>
                  <a:pt x="58489" y="39556"/>
                </a:cubicBezTo>
                <a:cubicBezTo>
                  <a:pt x="58489" y="39504"/>
                  <a:pt x="58502" y="39400"/>
                  <a:pt x="58489" y="39335"/>
                </a:cubicBezTo>
                <a:cubicBezTo>
                  <a:pt x="58450" y="39348"/>
                  <a:pt x="58424" y="39387"/>
                  <a:pt x="58398" y="39400"/>
                </a:cubicBezTo>
                <a:cubicBezTo>
                  <a:pt x="58383" y="39410"/>
                  <a:pt x="58369" y="39412"/>
                  <a:pt x="58355" y="39412"/>
                </a:cubicBezTo>
                <a:cubicBezTo>
                  <a:pt x="58340" y="39412"/>
                  <a:pt x="58325" y="39409"/>
                  <a:pt x="58312" y="39409"/>
                </a:cubicBezTo>
                <a:cubicBezTo>
                  <a:pt x="58305" y="39409"/>
                  <a:pt x="58299" y="39410"/>
                  <a:pt x="58293" y="39413"/>
                </a:cubicBezTo>
                <a:cubicBezTo>
                  <a:pt x="58255" y="39413"/>
                  <a:pt x="58241" y="39439"/>
                  <a:pt x="58215" y="39452"/>
                </a:cubicBezTo>
                <a:cubicBezTo>
                  <a:pt x="58203" y="39465"/>
                  <a:pt x="58189" y="39504"/>
                  <a:pt x="58177" y="39504"/>
                </a:cubicBezTo>
                <a:cubicBezTo>
                  <a:pt x="58151" y="39504"/>
                  <a:pt x="58151" y="39452"/>
                  <a:pt x="58099" y="39452"/>
                </a:cubicBezTo>
                <a:cubicBezTo>
                  <a:pt x="58073" y="39465"/>
                  <a:pt x="58033" y="39517"/>
                  <a:pt x="58021" y="39543"/>
                </a:cubicBezTo>
                <a:cubicBezTo>
                  <a:pt x="57981" y="39609"/>
                  <a:pt x="57981" y="39609"/>
                  <a:pt x="57917" y="39621"/>
                </a:cubicBezTo>
                <a:cubicBezTo>
                  <a:pt x="57878" y="39629"/>
                  <a:pt x="57853" y="39659"/>
                  <a:pt x="57834" y="39659"/>
                </a:cubicBezTo>
                <a:cubicBezTo>
                  <a:pt x="57821" y="39659"/>
                  <a:pt x="57810" y="39644"/>
                  <a:pt x="57799" y="39595"/>
                </a:cubicBezTo>
                <a:cubicBezTo>
                  <a:pt x="57761" y="39595"/>
                  <a:pt x="57734" y="39647"/>
                  <a:pt x="57708" y="39673"/>
                </a:cubicBezTo>
                <a:cubicBezTo>
                  <a:pt x="57691" y="39682"/>
                  <a:pt x="57681" y="39685"/>
                  <a:pt x="57674" y="39685"/>
                </a:cubicBezTo>
                <a:cubicBezTo>
                  <a:pt x="57659" y="39685"/>
                  <a:pt x="57656" y="39673"/>
                  <a:pt x="57630" y="39673"/>
                </a:cubicBezTo>
                <a:cubicBezTo>
                  <a:pt x="57617" y="39667"/>
                  <a:pt x="57601" y="39664"/>
                  <a:pt x="57585" y="39664"/>
                </a:cubicBezTo>
                <a:cubicBezTo>
                  <a:pt x="57568" y="39664"/>
                  <a:pt x="57552" y="39667"/>
                  <a:pt x="57539" y="39673"/>
                </a:cubicBezTo>
                <a:cubicBezTo>
                  <a:pt x="57513" y="39673"/>
                  <a:pt x="57500" y="39687"/>
                  <a:pt x="57474" y="39687"/>
                </a:cubicBezTo>
                <a:cubicBezTo>
                  <a:pt x="57451" y="39694"/>
                  <a:pt x="57411" y="39701"/>
                  <a:pt x="57374" y="39701"/>
                </a:cubicBezTo>
                <a:cubicBezTo>
                  <a:pt x="57347" y="39701"/>
                  <a:pt x="57321" y="39698"/>
                  <a:pt x="57305" y="39687"/>
                </a:cubicBezTo>
                <a:cubicBezTo>
                  <a:pt x="57253" y="39673"/>
                  <a:pt x="57214" y="39595"/>
                  <a:pt x="57174" y="39556"/>
                </a:cubicBezTo>
                <a:cubicBezTo>
                  <a:pt x="57122" y="39504"/>
                  <a:pt x="57110" y="39478"/>
                  <a:pt x="57044" y="39478"/>
                </a:cubicBezTo>
                <a:cubicBezTo>
                  <a:pt x="57027" y="39478"/>
                  <a:pt x="57010" y="39484"/>
                  <a:pt x="56992" y="39484"/>
                </a:cubicBezTo>
                <a:cubicBezTo>
                  <a:pt x="56984" y="39484"/>
                  <a:pt x="56975" y="39483"/>
                  <a:pt x="56966" y="39478"/>
                </a:cubicBezTo>
                <a:cubicBezTo>
                  <a:pt x="56928" y="39478"/>
                  <a:pt x="56914" y="39439"/>
                  <a:pt x="56876" y="39426"/>
                </a:cubicBezTo>
                <a:cubicBezTo>
                  <a:pt x="56856" y="39426"/>
                  <a:pt x="56840" y="39429"/>
                  <a:pt x="56826" y="39429"/>
                </a:cubicBezTo>
                <a:cubicBezTo>
                  <a:pt x="56811" y="39429"/>
                  <a:pt x="56797" y="39426"/>
                  <a:pt x="56784" y="39413"/>
                </a:cubicBezTo>
                <a:cubicBezTo>
                  <a:pt x="56758" y="39387"/>
                  <a:pt x="56758" y="39361"/>
                  <a:pt x="56732" y="39348"/>
                </a:cubicBezTo>
                <a:cubicBezTo>
                  <a:pt x="56711" y="39331"/>
                  <a:pt x="56692" y="39324"/>
                  <a:pt x="56675" y="39324"/>
                </a:cubicBezTo>
                <a:cubicBezTo>
                  <a:pt x="56639" y="39324"/>
                  <a:pt x="56615" y="39356"/>
                  <a:pt x="56615" y="39400"/>
                </a:cubicBezTo>
                <a:cubicBezTo>
                  <a:pt x="56610" y="39402"/>
                  <a:pt x="56606" y="39403"/>
                  <a:pt x="56602" y="39403"/>
                </a:cubicBezTo>
                <a:cubicBezTo>
                  <a:pt x="56576" y="39403"/>
                  <a:pt x="56574" y="39369"/>
                  <a:pt x="56563" y="39335"/>
                </a:cubicBezTo>
                <a:cubicBezTo>
                  <a:pt x="56524" y="39348"/>
                  <a:pt x="56524" y="39439"/>
                  <a:pt x="56511" y="39478"/>
                </a:cubicBezTo>
                <a:cubicBezTo>
                  <a:pt x="56489" y="39467"/>
                  <a:pt x="56486" y="39436"/>
                  <a:pt x="56460" y="39436"/>
                </a:cubicBezTo>
                <a:cubicBezTo>
                  <a:pt x="56456" y="39436"/>
                  <a:pt x="56451" y="39437"/>
                  <a:pt x="56446" y="39439"/>
                </a:cubicBezTo>
                <a:cubicBezTo>
                  <a:pt x="56420" y="39439"/>
                  <a:pt x="56407" y="39452"/>
                  <a:pt x="56394" y="39452"/>
                </a:cubicBezTo>
                <a:lnTo>
                  <a:pt x="56251" y="39452"/>
                </a:lnTo>
                <a:cubicBezTo>
                  <a:pt x="56240" y="39454"/>
                  <a:pt x="56230" y="39455"/>
                  <a:pt x="56223" y="39455"/>
                </a:cubicBezTo>
                <a:cubicBezTo>
                  <a:pt x="56192" y="39455"/>
                  <a:pt x="56187" y="39443"/>
                  <a:pt x="56165" y="39443"/>
                </a:cubicBezTo>
                <a:cubicBezTo>
                  <a:pt x="56155" y="39443"/>
                  <a:pt x="56142" y="39446"/>
                  <a:pt x="56121" y="39452"/>
                </a:cubicBezTo>
                <a:cubicBezTo>
                  <a:pt x="56083" y="39490"/>
                  <a:pt x="55996" y="39687"/>
                  <a:pt x="55931" y="39687"/>
                </a:cubicBezTo>
                <a:cubicBezTo>
                  <a:pt x="55929" y="39687"/>
                  <a:pt x="55927" y="39687"/>
                  <a:pt x="55925" y="39687"/>
                </a:cubicBezTo>
                <a:cubicBezTo>
                  <a:pt x="55913" y="39751"/>
                  <a:pt x="55861" y="39751"/>
                  <a:pt x="55821" y="39765"/>
                </a:cubicBezTo>
                <a:cubicBezTo>
                  <a:pt x="55809" y="39765"/>
                  <a:pt x="55743" y="39791"/>
                  <a:pt x="55743" y="39791"/>
                </a:cubicBezTo>
                <a:cubicBezTo>
                  <a:pt x="55665" y="39777"/>
                  <a:pt x="55731" y="39635"/>
                  <a:pt x="55665" y="39621"/>
                </a:cubicBezTo>
                <a:cubicBezTo>
                  <a:pt x="55627" y="39635"/>
                  <a:pt x="55613" y="39673"/>
                  <a:pt x="55575" y="39687"/>
                </a:cubicBezTo>
                <a:cubicBezTo>
                  <a:pt x="55548" y="39699"/>
                  <a:pt x="55509" y="39699"/>
                  <a:pt x="55483" y="39699"/>
                </a:cubicBezTo>
                <a:cubicBezTo>
                  <a:pt x="55466" y="39699"/>
                  <a:pt x="55460" y="39711"/>
                  <a:pt x="55450" y="39711"/>
                </a:cubicBezTo>
                <a:cubicBezTo>
                  <a:pt x="55445" y="39711"/>
                  <a:pt x="55440" y="39708"/>
                  <a:pt x="55431" y="39699"/>
                </a:cubicBezTo>
                <a:cubicBezTo>
                  <a:pt x="55418" y="39687"/>
                  <a:pt x="55405" y="39661"/>
                  <a:pt x="55405" y="39647"/>
                </a:cubicBezTo>
                <a:cubicBezTo>
                  <a:pt x="55392" y="39647"/>
                  <a:pt x="55379" y="39647"/>
                  <a:pt x="55366" y="39635"/>
                </a:cubicBezTo>
                <a:cubicBezTo>
                  <a:pt x="55344" y="39625"/>
                  <a:pt x="55327" y="39620"/>
                  <a:pt x="55314" y="39620"/>
                </a:cubicBezTo>
                <a:cubicBezTo>
                  <a:pt x="55260" y="39620"/>
                  <a:pt x="55278" y="39697"/>
                  <a:pt x="55236" y="39739"/>
                </a:cubicBezTo>
                <a:cubicBezTo>
                  <a:pt x="55223" y="39765"/>
                  <a:pt x="55171" y="39777"/>
                  <a:pt x="55145" y="39777"/>
                </a:cubicBezTo>
                <a:cubicBezTo>
                  <a:pt x="55133" y="39781"/>
                  <a:pt x="55125" y="39783"/>
                  <a:pt x="55119" y="39783"/>
                </a:cubicBezTo>
                <a:cubicBezTo>
                  <a:pt x="55104" y="39783"/>
                  <a:pt x="55098" y="39773"/>
                  <a:pt x="55080" y="39765"/>
                </a:cubicBezTo>
                <a:cubicBezTo>
                  <a:pt x="55067" y="39791"/>
                  <a:pt x="55067" y="39817"/>
                  <a:pt x="55028" y="39843"/>
                </a:cubicBezTo>
                <a:cubicBezTo>
                  <a:pt x="55002" y="39843"/>
                  <a:pt x="54988" y="39843"/>
                  <a:pt x="54962" y="39855"/>
                </a:cubicBezTo>
                <a:cubicBezTo>
                  <a:pt x="54910" y="39881"/>
                  <a:pt x="54910" y="39881"/>
                  <a:pt x="54858" y="39881"/>
                </a:cubicBezTo>
                <a:cubicBezTo>
                  <a:pt x="54843" y="39874"/>
                  <a:pt x="54841" y="39866"/>
                  <a:pt x="54835" y="39866"/>
                </a:cubicBezTo>
                <a:cubicBezTo>
                  <a:pt x="54830" y="39866"/>
                  <a:pt x="54823" y="39870"/>
                  <a:pt x="54806" y="39881"/>
                </a:cubicBezTo>
                <a:cubicBezTo>
                  <a:pt x="54754" y="39895"/>
                  <a:pt x="54754" y="39973"/>
                  <a:pt x="54702" y="39973"/>
                </a:cubicBezTo>
                <a:cubicBezTo>
                  <a:pt x="54676" y="39979"/>
                  <a:pt x="54647" y="39979"/>
                  <a:pt x="54618" y="39979"/>
                </a:cubicBezTo>
                <a:cubicBezTo>
                  <a:pt x="54589" y="39979"/>
                  <a:pt x="54560" y="39979"/>
                  <a:pt x="54534" y="39985"/>
                </a:cubicBezTo>
                <a:cubicBezTo>
                  <a:pt x="54520" y="40063"/>
                  <a:pt x="54612" y="40155"/>
                  <a:pt x="54650" y="40220"/>
                </a:cubicBezTo>
                <a:cubicBezTo>
                  <a:pt x="54676" y="40272"/>
                  <a:pt x="54690" y="40337"/>
                  <a:pt x="54716" y="40376"/>
                </a:cubicBezTo>
                <a:cubicBezTo>
                  <a:pt x="54728" y="40415"/>
                  <a:pt x="54728" y="40441"/>
                  <a:pt x="54742" y="40467"/>
                </a:cubicBezTo>
                <a:cubicBezTo>
                  <a:pt x="54724" y="40461"/>
                  <a:pt x="54707" y="40455"/>
                  <a:pt x="54692" y="40455"/>
                </a:cubicBezTo>
                <a:cubicBezTo>
                  <a:pt x="54673" y="40455"/>
                  <a:pt x="54658" y="40464"/>
                  <a:pt x="54650" y="40493"/>
                </a:cubicBezTo>
                <a:cubicBezTo>
                  <a:pt x="54638" y="40558"/>
                  <a:pt x="54624" y="40636"/>
                  <a:pt x="54572" y="40662"/>
                </a:cubicBezTo>
                <a:cubicBezTo>
                  <a:pt x="54566" y="40665"/>
                  <a:pt x="54560" y="40666"/>
                  <a:pt x="54554" y="40666"/>
                </a:cubicBezTo>
                <a:cubicBezTo>
                  <a:pt x="54544" y="40666"/>
                  <a:pt x="54534" y="40663"/>
                  <a:pt x="54526" y="40663"/>
                </a:cubicBezTo>
                <a:cubicBezTo>
                  <a:pt x="54519" y="40663"/>
                  <a:pt x="54512" y="40666"/>
                  <a:pt x="54508" y="40676"/>
                </a:cubicBezTo>
                <a:cubicBezTo>
                  <a:pt x="54494" y="40688"/>
                  <a:pt x="54508" y="40728"/>
                  <a:pt x="54508" y="40754"/>
                </a:cubicBezTo>
                <a:cubicBezTo>
                  <a:pt x="54508" y="40780"/>
                  <a:pt x="54482" y="40870"/>
                  <a:pt x="54442" y="40884"/>
                </a:cubicBezTo>
                <a:cubicBezTo>
                  <a:pt x="54427" y="40899"/>
                  <a:pt x="54410" y="40902"/>
                  <a:pt x="54392" y="40902"/>
                </a:cubicBezTo>
                <a:cubicBezTo>
                  <a:pt x="54378" y="40902"/>
                  <a:pt x="54364" y="40900"/>
                  <a:pt x="54350" y="40900"/>
                </a:cubicBezTo>
                <a:cubicBezTo>
                  <a:pt x="54337" y="40900"/>
                  <a:pt x="54324" y="40902"/>
                  <a:pt x="54312" y="40910"/>
                </a:cubicBezTo>
                <a:cubicBezTo>
                  <a:pt x="54299" y="40922"/>
                  <a:pt x="54260" y="40962"/>
                  <a:pt x="54247" y="40988"/>
                </a:cubicBezTo>
                <a:cubicBezTo>
                  <a:pt x="54221" y="41014"/>
                  <a:pt x="54195" y="41026"/>
                  <a:pt x="54169" y="41052"/>
                </a:cubicBezTo>
                <a:cubicBezTo>
                  <a:pt x="54143" y="41052"/>
                  <a:pt x="54117" y="41052"/>
                  <a:pt x="54091" y="41066"/>
                </a:cubicBezTo>
                <a:cubicBezTo>
                  <a:pt x="54078" y="41078"/>
                  <a:pt x="54052" y="41092"/>
                  <a:pt x="54039" y="41092"/>
                </a:cubicBezTo>
                <a:cubicBezTo>
                  <a:pt x="54032" y="41094"/>
                  <a:pt x="54026" y="41094"/>
                  <a:pt x="54021" y="41094"/>
                </a:cubicBezTo>
                <a:cubicBezTo>
                  <a:pt x="53986" y="41094"/>
                  <a:pt x="53980" y="41062"/>
                  <a:pt x="53935" y="41040"/>
                </a:cubicBezTo>
                <a:cubicBezTo>
                  <a:pt x="53926" y="41037"/>
                  <a:pt x="53912" y="41035"/>
                  <a:pt x="53896" y="41035"/>
                </a:cubicBezTo>
                <a:cubicBezTo>
                  <a:pt x="53844" y="41035"/>
                  <a:pt x="53769" y="41052"/>
                  <a:pt x="53739" y="41092"/>
                </a:cubicBezTo>
                <a:cubicBezTo>
                  <a:pt x="53687" y="41156"/>
                  <a:pt x="53765" y="41274"/>
                  <a:pt x="53675" y="41339"/>
                </a:cubicBezTo>
                <a:cubicBezTo>
                  <a:pt x="53657" y="41352"/>
                  <a:pt x="53640" y="41356"/>
                  <a:pt x="53622" y="41356"/>
                </a:cubicBezTo>
                <a:cubicBezTo>
                  <a:pt x="53587" y="41356"/>
                  <a:pt x="53549" y="41339"/>
                  <a:pt x="53505" y="41339"/>
                </a:cubicBezTo>
                <a:cubicBezTo>
                  <a:pt x="53453" y="41326"/>
                  <a:pt x="53389" y="41326"/>
                  <a:pt x="53323" y="41326"/>
                </a:cubicBezTo>
                <a:cubicBezTo>
                  <a:pt x="53306" y="41326"/>
                  <a:pt x="53288" y="41320"/>
                  <a:pt x="53271" y="41320"/>
                </a:cubicBezTo>
                <a:cubicBezTo>
                  <a:pt x="53262" y="41320"/>
                  <a:pt x="53254" y="41322"/>
                  <a:pt x="53245" y="41326"/>
                </a:cubicBezTo>
                <a:cubicBezTo>
                  <a:pt x="53206" y="41352"/>
                  <a:pt x="53206" y="41534"/>
                  <a:pt x="53206" y="41547"/>
                </a:cubicBezTo>
                <a:cubicBezTo>
                  <a:pt x="53206" y="41651"/>
                  <a:pt x="53219" y="41769"/>
                  <a:pt x="53206" y="41873"/>
                </a:cubicBezTo>
                <a:lnTo>
                  <a:pt x="53141" y="41873"/>
                </a:lnTo>
                <a:cubicBezTo>
                  <a:pt x="53115" y="41873"/>
                  <a:pt x="53115" y="41873"/>
                  <a:pt x="53102" y="41885"/>
                </a:cubicBezTo>
                <a:cubicBezTo>
                  <a:pt x="53076" y="41899"/>
                  <a:pt x="53037" y="41911"/>
                  <a:pt x="53011" y="41911"/>
                </a:cubicBezTo>
                <a:cubicBezTo>
                  <a:pt x="52987" y="41921"/>
                  <a:pt x="52961" y="41923"/>
                  <a:pt x="52934" y="41923"/>
                </a:cubicBezTo>
                <a:cubicBezTo>
                  <a:pt x="52907" y="41923"/>
                  <a:pt x="52878" y="41920"/>
                  <a:pt x="52850" y="41920"/>
                </a:cubicBezTo>
                <a:cubicBezTo>
                  <a:pt x="52834" y="41920"/>
                  <a:pt x="52818" y="41921"/>
                  <a:pt x="52802" y="41925"/>
                </a:cubicBezTo>
                <a:cubicBezTo>
                  <a:pt x="52724" y="41937"/>
                  <a:pt x="52738" y="41951"/>
                  <a:pt x="52712" y="42015"/>
                </a:cubicBezTo>
                <a:cubicBezTo>
                  <a:pt x="52660" y="42133"/>
                  <a:pt x="52464" y="42171"/>
                  <a:pt x="52438" y="42301"/>
                </a:cubicBezTo>
                <a:cubicBezTo>
                  <a:pt x="52426" y="42380"/>
                  <a:pt x="52464" y="42445"/>
                  <a:pt x="52426" y="42523"/>
                </a:cubicBezTo>
                <a:cubicBezTo>
                  <a:pt x="52412" y="42549"/>
                  <a:pt x="52400" y="42562"/>
                  <a:pt x="52400" y="42588"/>
                </a:cubicBezTo>
                <a:cubicBezTo>
                  <a:pt x="52426" y="42627"/>
                  <a:pt x="52438" y="42679"/>
                  <a:pt x="52452" y="42731"/>
                </a:cubicBezTo>
                <a:cubicBezTo>
                  <a:pt x="52452" y="42783"/>
                  <a:pt x="52464" y="42848"/>
                  <a:pt x="52478" y="42900"/>
                </a:cubicBezTo>
                <a:cubicBezTo>
                  <a:pt x="52478" y="42926"/>
                  <a:pt x="52490" y="42940"/>
                  <a:pt x="52504" y="42966"/>
                </a:cubicBezTo>
                <a:cubicBezTo>
                  <a:pt x="52504" y="42978"/>
                  <a:pt x="52516" y="42992"/>
                  <a:pt x="52530" y="42992"/>
                </a:cubicBezTo>
                <a:cubicBezTo>
                  <a:pt x="52568" y="43056"/>
                  <a:pt x="52568" y="43134"/>
                  <a:pt x="52620" y="43186"/>
                </a:cubicBezTo>
                <a:cubicBezTo>
                  <a:pt x="52656" y="43222"/>
                  <a:pt x="52703" y="43230"/>
                  <a:pt x="52751" y="43230"/>
                </a:cubicBezTo>
                <a:cubicBezTo>
                  <a:pt x="52796" y="43230"/>
                  <a:pt x="52842" y="43223"/>
                  <a:pt x="52883" y="43223"/>
                </a:cubicBezTo>
                <a:cubicBezTo>
                  <a:pt x="52896" y="43223"/>
                  <a:pt x="52908" y="43224"/>
                  <a:pt x="52920" y="43226"/>
                </a:cubicBezTo>
                <a:cubicBezTo>
                  <a:pt x="53011" y="43249"/>
                  <a:pt x="53132" y="43321"/>
                  <a:pt x="53231" y="43321"/>
                </a:cubicBezTo>
                <a:cubicBezTo>
                  <a:pt x="53245" y="43321"/>
                  <a:pt x="53258" y="43320"/>
                  <a:pt x="53271" y="43316"/>
                </a:cubicBezTo>
                <a:cubicBezTo>
                  <a:pt x="53297" y="43264"/>
                  <a:pt x="53258" y="43200"/>
                  <a:pt x="53206" y="43174"/>
                </a:cubicBezTo>
                <a:cubicBezTo>
                  <a:pt x="53180" y="43160"/>
                  <a:pt x="53141" y="43148"/>
                  <a:pt x="53154" y="43096"/>
                </a:cubicBezTo>
                <a:cubicBezTo>
                  <a:pt x="53180" y="43030"/>
                  <a:pt x="53284" y="42952"/>
                  <a:pt x="53349" y="42914"/>
                </a:cubicBezTo>
                <a:cubicBezTo>
                  <a:pt x="53378" y="42899"/>
                  <a:pt x="53405" y="42893"/>
                  <a:pt x="53432" y="42893"/>
                </a:cubicBezTo>
                <a:cubicBezTo>
                  <a:pt x="53477" y="42893"/>
                  <a:pt x="53521" y="42910"/>
                  <a:pt x="53571" y="42926"/>
                </a:cubicBezTo>
                <a:cubicBezTo>
                  <a:pt x="53649" y="42952"/>
                  <a:pt x="53675" y="43018"/>
                  <a:pt x="53739" y="43070"/>
                </a:cubicBezTo>
                <a:cubicBezTo>
                  <a:pt x="53756" y="43078"/>
                  <a:pt x="53770" y="43081"/>
                  <a:pt x="53783" y="43081"/>
                </a:cubicBezTo>
                <a:cubicBezTo>
                  <a:pt x="53830" y="43081"/>
                  <a:pt x="53854" y="43033"/>
                  <a:pt x="53895" y="42992"/>
                </a:cubicBezTo>
                <a:cubicBezTo>
                  <a:pt x="53909" y="42966"/>
                  <a:pt x="53935" y="42952"/>
                  <a:pt x="53961" y="42940"/>
                </a:cubicBezTo>
                <a:cubicBezTo>
                  <a:pt x="53961" y="42926"/>
                  <a:pt x="53974" y="42914"/>
                  <a:pt x="53974" y="42900"/>
                </a:cubicBezTo>
                <a:cubicBezTo>
                  <a:pt x="53974" y="42914"/>
                  <a:pt x="53987" y="42926"/>
                  <a:pt x="53987" y="42940"/>
                </a:cubicBezTo>
                <a:cubicBezTo>
                  <a:pt x="54026" y="43056"/>
                  <a:pt x="54052" y="43160"/>
                  <a:pt x="54091" y="43264"/>
                </a:cubicBezTo>
                <a:cubicBezTo>
                  <a:pt x="54156" y="43460"/>
                  <a:pt x="54247" y="43629"/>
                  <a:pt x="54338" y="43798"/>
                </a:cubicBezTo>
                <a:cubicBezTo>
                  <a:pt x="54390" y="43876"/>
                  <a:pt x="54416" y="43955"/>
                  <a:pt x="54455" y="44045"/>
                </a:cubicBezTo>
                <a:cubicBezTo>
                  <a:pt x="54494" y="44175"/>
                  <a:pt x="54508" y="44293"/>
                  <a:pt x="54534" y="44423"/>
                </a:cubicBezTo>
                <a:cubicBezTo>
                  <a:pt x="54560" y="44527"/>
                  <a:pt x="54612" y="44631"/>
                  <a:pt x="54650" y="44735"/>
                </a:cubicBezTo>
                <a:cubicBezTo>
                  <a:pt x="54690" y="44865"/>
                  <a:pt x="54754" y="44995"/>
                  <a:pt x="54780" y="45126"/>
                </a:cubicBezTo>
                <a:cubicBezTo>
                  <a:pt x="54806" y="45256"/>
                  <a:pt x="54820" y="45386"/>
                  <a:pt x="54858" y="45516"/>
                </a:cubicBezTo>
                <a:cubicBezTo>
                  <a:pt x="54884" y="45633"/>
                  <a:pt x="54924" y="45737"/>
                  <a:pt x="54962" y="45854"/>
                </a:cubicBezTo>
                <a:cubicBezTo>
                  <a:pt x="54988" y="45971"/>
                  <a:pt x="55041" y="46088"/>
                  <a:pt x="55093" y="46205"/>
                </a:cubicBezTo>
                <a:cubicBezTo>
                  <a:pt x="55145" y="46335"/>
                  <a:pt x="55236" y="46413"/>
                  <a:pt x="55327" y="46505"/>
                </a:cubicBezTo>
                <a:cubicBezTo>
                  <a:pt x="55470" y="46687"/>
                  <a:pt x="55601" y="46882"/>
                  <a:pt x="55717" y="47090"/>
                </a:cubicBezTo>
                <a:cubicBezTo>
                  <a:pt x="55731" y="47129"/>
                  <a:pt x="55743" y="47155"/>
                  <a:pt x="55769" y="47194"/>
                </a:cubicBezTo>
                <a:cubicBezTo>
                  <a:pt x="55705" y="47155"/>
                  <a:pt x="55639" y="47142"/>
                  <a:pt x="55561" y="47142"/>
                </a:cubicBezTo>
                <a:cubicBezTo>
                  <a:pt x="55470" y="47129"/>
                  <a:pt x="55431" y="47103"/>
                  <a:pt x="55353" y="47038"/>
                </a:cubicBezTo>
                <a:cubicBezTo>
                  <a:pt x="55275" y="46960"/>
                  <a:pt x="55223" y="46947"/>
                  <a:pt x="55119" y="46921"/>
                </a:cubicBezTo>
                <a:cubicBezTo>
                  <a:pt x="55014" y="46895"/>
                  <a:pt x="54962" y="46778"/>
                  <a:pt x="54858" y="46765"/>
                </a:cubicBezTo>
                <a:cubicBezTo>
                  <a:pt x="54839" y="46758"/>
                  <a:pt x="54820" y="46758"/>
                  <a:pt x="54802" y="46758"/>
                </a:cubicBezTo>
                <a:cubicBezTo>
                  <a:pt x="54784" y="46758"/>
                  <a:pt x="54767" y="46758"/>
                  <a:pt x="54754" y="46752"/>
                </a:cubicBezTo>
                <a:cubicBezTo>
                  <a:pt x="54728" y="46752"/>
                  <a:pt x="54702" y="46726"/>
                  <a:pt x="54676" y="46726"/>
                </a:cubicBezTo>
                <a:cubicBezTo>
                  <a:pt x="54653" y="46720"/>
                  <a:pt x="54631" y="46718"/>
                  <a:pt x="54608" y="46718"/>
                </a:cubicBezTo>
                <a:cubicBezTo>
                  <a:pt x="54513" y="46718"/>
                  <a:pt x="54417" y="46754"/>
                  <a:pt x="54312" y="46765"/>
                </a:cubicBezTo>
                <a:cubicBezTo>
                  <a:pt x="54234" y="46765"/>
                  <a:pt x="54221" y="46726"/>
                  <a:pt x="54130" y="46700"/>
                </a:cubicBezTo>
                <a:cubicBezTo>
                  <a:pt x="54106" y="46688"/>
                  <a:pt x="54082" y="46683"/>
                  <a:pt x="54059" y="46683"/>
                </a:cubicBezTo>
                <a:cubicBezTo>
                  <a:pt x="54004" y="46683"/>
                  <a:pt x="53950" y="46707"/>
                  <a:pt x="53895" y="46726"/>
                </a:cubicBezTo>
                <a:cubicBezTo>
                  <a:pt x="53831" y="46747"/>
                  <a:pt x="53741" y="46768"/>
                  <a:pt x="53660" y="46768"/>
                </a:cubicBezTo>
                <a:cubicBezTo>
                  <a:pt x="53643" y="46768"/>
                  <a:pt x="53625" y="46767"/>
                  <a:pt x="53609" y="46765"/>
                </a:cubicBezTo>
                <a:cubicBezTo>
                  <a:pt x="53441" y="46361"/>
                  <a:pt x="53193" y="46010"/>
                  <a:pt x="52802" y="45932"/>
                </a:cubicBezTo>
                <a:cubicBezTo>
                  <a:pt x="52752" y="45923"/>
                  <a:pt x="52701" y="45920"/>
                  <a:pt x="52650" y="45920"/>
                </a:cubicBezTo>
                <a:cubicBezTo>
                  <a:pt x="52493" y="45920"/>
                  <a:pt x="52336" y="45952"/>
                  <a:pt x="52176" y="45952"/>
                </a:cubicBezTo>
                <a:cubicBezTo>
                  <a:pt x="52095" y="45952"/>
                  <a:pt x="52014" y="45944"/>
                  <a:pt x="51931" y="45919"/>
                </a:cubicBezTo>
                <a:cubicBezTo>
                  <a:pt x="51631" y="45828"/>
                  <a:pt x="51553" y="45594"/>
                  <a:pt x="51345" y="45398"/>
                </a:cubicBezTo>
                <a:cubicBezTo>
                  <a:pt x="51085" y="45138"/>
                  <a:pt x="50708" y="45060"/>
                  <a:pt x="50344" y="44982"/>
                </a:cubicBezTo>
                <a:cubicBezTo>
                  <a:pt x="50356" y="43018"/>
                  <a:pt x="50370" y="40415"/>
                  <a:pt x="50356" y="38698"/>
                </a:cubicBezTo>
                <a:cubicBezTo>
                  <a:pt x="50344" y="37449"/>
                  <a:pt x="50396" y="36356"/>
                  <a:pt x="50448" y="35497"/>
                </a:cubicBezTo>
                <a:cubicBezTo>
                  <a:pt x="50682" y="36720"/>
                  <a:pt x="50968" y="37929"/>
                  <a:pt x="51293" y="39127"/>
                </a:cubicBezTo>
                <a:cubicBezTo>
                  <a:pt x="51657" y="37527"/>
                  <a:pt x="51605" y="35965"/>
                  <a:pt x="51215" y="34456"/>
                </a:cubicBezTo>
                <a:lnTo>
                  <a:pt x="51215" y="34456"/>
                </a:lnTo>
                <a:cubicBezTo>
                  <a:pt x="51957" y="35965"/>
                  <a:pt x="52854" y="37383"/>
                  <a:pt x="53895" y="38698"/>
                </a:cubicBezTo>
                <a:cubicBezTo>
                  <a:pt x="54039" y="37253"/>
                  <a:pt x="53675" y="35783"/>
                  <a:pt x="52998" y="34494"/>
                </a:cubicBezTo>
                <a:cubicBezTo>
                  <a:pt x="52750" y="34039"/>
                  <a:pt x="52478" y="33636"/>
                  <a:pt x="52152" y="33285"/>
                </a:cubicBezTo>
                <a:lnTo>
                  <a:pt x="52152" y="33285"/>
                </a:lnTo>
                <a:cubicBezTo>
                  <a:pt x="53037" y="33714"/>
                  <a:pt x="53987" y="34026"/>
                  <a:pt x="54950" y="34156"/>
                </a:cubicBezTo>
                <a:cubicBezTo>
                  <a:pt x="54586" y="33662"/>
                  <a:pt x="54169" y="33245"/>
                  <a:pt x="53701" y="32855"/>
                </a:cubicBezTo>
                <a:cubicBezTo>
                  <a:pt x="53349" y="32556"/>
                  <a:pt x="52985" y="32270"/>
                  <a:pt x="52594" y="32022"/>
                </a:cubicBezTo>
                <a:cubicBezTo>
                  <a:pt x="53519" y="31970"/>
                  <a:pt x="54312" y="31671"/>
                  <a:pt x="55067" y="31125"/>
                </a:cubicBezTo>
                <a:cubicBezTo>
                  <a:pt x="54424" y="30934"/>
                  <a:pt x="53753" y="30841"/>
                  <a:pt x="53082" y="30841"/>
                </a:cubicBezTo>
                <a:cubicBezTo>
                  <a:pt x="52652" y="30841"/>
                  <a:pt x="52222" y="30879"/>
                  <a:pt x="51801" y="30955"/>
                </a:cubicBezTo>
                <a:cubicBezTo>
                  <a:pt x="51944" y="30864"/>
                  <a:pt x="52087" y="30760"/>
                  <a:pt x="52217" y="30643"/>
                </a:cubicBezTo>
                <a:cubicBezTo>
                  <a:pt x="53037" y="29992"/>
                  <a:pt x="53623" y="29263"/>
                  <a:pt x="54221" y="28418"/>
                </a:cubicBezTo>
                <a:lnTo>
                  <a:pt x="54221" y="28418"/>
                </a:lnTo>
                <a:cubicBezTo>
                  <a:pt x="52868" y="28548"/>
                  <a:pt x="51579" y="29173"/>
                  <a:pt x="50590" y="30110"/>
                </a:cubicBezTo>
                <a:cubicBezTo>
                  <a:pt x="50668" y="29810"/>
                  <a:pt x="50734" y="29511"/>
                  <a:pt x="50786" y="29199"/>
                </a:cubicBezTo>
                <a:cubicBezTo>
                  <a:pt x="51007" y="28080"/>
                  <a:pt x="50721" y="26831"/>
                  <a:pt x="50240" y="25802"/>
                </a:cubicBezTo>
                <a:cubicBezTo>
                  <a:pt x="49445" y="27051"/>
                  <a:pt x="49185" y="28548"/>
                  <a:pt x="49263" y="30044"/>
                </a:cubicBezTo>
                <a:cubicBezTo>
                  <a:pt x="48938" y="28835"/>
                  <a:pt x="48326" y="27768"/>
                  <a:pt x="47181" y="26843"/>
                </a:cubicBezTo>
                <a:lnTo>
                  <a:pt x="47181" y="26843"/>
                </a:lnTo>
                <a:cubicBezTo>
                  <a:pt x="47143" y="28223"/>
                  <a:pt x="47624" y="29589"/>
                  <a:pt x="48496" y="30669"/>
                </a:cubicBezTo>
                <a:cubicBezTo>
                  <a:pt x="47658" y="30098"/>
                  <a:pt x="46678" y="29808"/>
                  <a:pt x="45655" y="29808"/>
                </a:cubicBezTo>
                <a:cubicBezTo>
                  <a:pt x="45186" y="29808"/>
                  <a:pt x="44707" y="29869"/>
                  <a:pt x="44228" y="29992"/>
                </a:cubicBezTo>
                <a:cubicBezTo>
                  <a:pt x="45386" y="30734"/>
                  <a:pt x="46700" y="31241"/>
                  <a:pt x="48054" y="31489"/>
                </a:cubicBezTo>
                <a:cubicBezTo>
                  <a:pt x="46310" y="31697"/>
                  <a:pt x="44657" y="32595"/>
                  <a:pt x="43590" y="33987"/>
                </a:cubicBezTo>
                <a:cubicBezTo>
                  <a:pt x="43658" y="33989"/>
                  <a:pt x="43725" y="33991"/>
                  <a:pt x="43793" y="33991"/>
                </a:cubicBezTo>
                <a:cubicBezTo>
                  <a:pt x="44945" y="33991"/>
                  <a:pt x="46071" y="33683"/>
                  <a:pt x="47103" y="33167"/>
                </a:cubicBezTo>
                <a:lnTo>
                  <a:pt x="47103" y="33167"/>
                </a:lnTo>
                <a:cubicBezTo>
                  <a:pt x="46102" y="34182"/>
                  <a:pt x="45347" y="35445"/>
                  <a:pt x="44983" y="36836"/>
                </a:cubicBezTo>
                <a:cubicBezTo>
                  <a:pt x="45607" y="36446"/>
                  <a:pt x="46206" y="36017"/>
                  <a:pt x="46778" y="35561"/>
                </a:cubicBezTo>
                <a:lnTo>
                  <a:pt x="46778" y="35561"/>
                </a:lnTo>
                <a:cubicBezTo>
                  <a:pt x="46336" y="36512"/>
                  <a:pt x="46062" y="37539"/>
                  <a:pt x="46024" y="38580"/>
                </a:cubicBezTo>
                <a:cubicBezTo>
                  <a:pt x="47091" y="37773"/>
                  <a:pt x="47858" y="36836"/>
                  <a:pt x="48444" y="35639"/>
                </a:cubicBezTo>
                <a:cubicBezTo>
                  <a:pt x="48522" y="35457"/>
                  <a:pt x="48613" y="35275"/>
                  <a:pt x="48691" y="35106"/>
                </a:cubicBezTo>
                <a:lnTo>
                  <a:pt x="48691" y="35106"/>
                </a:lnTo>
                <a:cubicBezTo>
                  <a:pt x="48352" y="36290"/>
                  <a:pt x="48092" y="37487"/>
                  <a:pt x="47936" y="38698"/>
                </a:cubicBezTo>
                <a:cubicBezTo>
                  <a:pt x="48782" y="37851"/>
                  <a:pt x="49407" y="36850"/>
                  <a:pt x="49784" y="35769"/>
                </a:cubicBezTo>
                <a:lnTo>
                  <a:pt x="49784" y="35769"/>
                </a:lnTo>
                <a:cubicBezTo>
                  <a:pt x="49758" y="39153"/>
                  <a:pt x="49641" y="42445"/>
                  <a:pt x="49537" y="44709"/>
                </a:cubicBezTo>
                <a:cubicBezTo>
                  <a:pt x="49303" y="44566"/>
                  <a:pt x="49159" y="44371"/>
                  <a:pt x="48951" y="43993"/>
                </a:cubicBezTo>
                <a:cubicBezTo>
                  <a:pt x="48627" y="43405"/>
                  <a:pt x="48502" y="43249"/>
                  <a:pt x="47973" y="43249"/>
                </a:cubicBezTo>
                <a:cubicBezTo>
                  <a:pt x="47929" y="43249"/>
                  <a:pt x="47882" y="43250"/>
                  <a:pt x="47832" y="43252"/>
                </a:cubicBezTo>
                <a:cubicBezTo>
                  <a:pt x="47710" y="43261"/>
                  <a:pt x="47589" y="43263"/>
                  <a:pt x="47468" y="43263"/>
                </a:cubicBezTo>
                <a:cubicBezTo>
                  <a:pt x="47226" y="43263"/>
                  <a:pt x="46986" y="43252"/>
                  <a:pt x="46752" y="43252"/>
                </a:cubicBezTo>
                <a:cubicBezTo>
                  <a:pt x="46323" y="43252"/>
                  <a:pt x="45920" y="43290"/>
                  <a:pt x="45490" y="43356"/>
                </a:cubicBezTo>
                <a:cubicBezTo>
                  <a:pt x="45166" y="43387"/>
                  <a:pt x="44589" y="43544"/>
                  <a:pt x="44173" y="43544"/>
                </a:cubicBezTo>
                <a:cubicBezTo>
                  <a:pt x="44071" y="43544"/>
                  <a:pt x="43979" y="43535"/>
                  <a:pt x="43902" y="43512"/>
                </a:cubicBezTo>
                <a:cubicBezTo>
                  <a:pt x="43083" y="43264"/>
                  <a:pt x="43278" y="41521"/>
                  <a:pt x="42380" y="41352"/>
                </a:cubicBezTo>
                <a:cubicBezTo>
                  <a:pt x="42352" y="41347"/>
                  <a:pt x="42322" y="41345"/>
                  <a:pt x="42293" y="41345"/>
                </a:cubicBezTo>
                <a:cubicBezTo>
                  <a:pt x="41927" y="41345"/>
                  <a:pt x="41536" y="41703"/>
                  <a:pt x="41235" y="41859"/>
                </a:cubicBezTo>
                <a:cubicBezTo>
                  <a:pt x="40988" y="42003"/>
                  <a:pt x="40715" y="42119"/>
                  <a:pt x="40455" y="42237"/>
                </a:cubicBezTo>
                <a:lnTo>
                  <a:pt x="40455" y="40402"/>
                </a:lnTo>
                <a:cubicBezTo>
                  <a:pt x="40441" y="39478"/>
                  <a:pt x="40481" y="38684"/>
                  <a:pt x="40519" y="38060"/>
                </a:cubicBezTo>
                <a:cubicBezTo>
                  <a:pt x="40689" y="38958"/>
                  <a:pt x="40897" y="39843"/>
                  <a:pt x="41144" y="40714"/>
                </a:cubicBezTo>
                <a:cubicBezTo>
                  <a:pt x="41404" y="39543"/>
                  <a:pt x="41365" y="38398"/>
                  <a:pt x="41079" y="37305"/>
                </a:cubicBezTo>
                <a:lnTo>
                  <a:pt x="41079" y="37305"/>
                </a:lnTo>
                <a:cubicBezTo>
                  <a:pt x="41612" y="38398"/>
                  <a:pt x="42276" y="39439"/>
                  <a:pt x="43031" y="40402"/>
                </a:cubicBezTo>
                <a:cubicBezTo>
                  <a:pt x="43135" y="39348"/>
                  <a:pt x="42875" y="38268"/>
                  <a:pt x="42380" y="37331"/>
                </a:cubicBezTo>
                <a:cubicBezTo>
                  <a:pt x="42198" y="36993"/>
                  <a:pt x="41990" y="36694"/>
                  <a:pt x="41756" y="36434"/>
                </a:cubicBezTo>
                <a:lnTo>
                  <a:pt x="41756" y="36434"/>
                </a:lnTo>
                <a:cubicBezTo>
                  <a:pt x="42406" y="36758"/>
                  <a:pt x="43096" y="36980"/>
                  <a:pt x="43812" y="37084"/>
                </a:cubicBezTo>
                <a:cubicBezTo>
                  <a:pt x="43538" y="36706"/>
                  <a:pt x="43239" y="36420"/>
                  <a:pt x="42901" y="36121"/>
                </a:cubicBezTo>
                <a:cubicBezTo>
                  <a:pt x="42641" y="35900"/>
                  <a:pt x="42380" y="35691"/>
                  <a:pt x="42094" y="35523"/>
                </a:cubicBezTo>
                <a:cubicBezTo>
                  <a:pt x="42771" y="35471"/>
                  <a:pt x="43343" y="35263"/>
                  <a:pt x="43890" y="34859"/>
                </a:cubicBezTo>
                <a:cubicBezTo>
                  <a:pt x="43412" y="34722"/>
                  <a:pt x="42910" y="34654"/>
                  <a:pt x="42408" y="34654"/>
                </a:cubicBezTo>
                <a:cubicBezTo>
                  <a:pt x="42102" y="34654"/>
                  <a:pt x="41796" y="34679"/>
                  <a:pt x="41496" y="34729"/>
                </a:cubicBezTo>
                <a:cubicBezTo>
                  <a:pt x="41612" y="34664"/>
                  <a:pt x="41716" y="34586"/>
                  <a:pt x="41808" y="34508"/>
                </a:cubicBezTo>
                <a:cubicBezTo>
                  <a:pt x="42406" y="34039"/>
                  <a:pt x="42835" y="33505"/>
                  <a:pt x="43278" y="32881"/>
                </a:cubicBezTo>
                <a:lnTo>
                  <a:pt x="43278" y="32881"/>
                </a:lnTo>
                <a:cubicBezTo>
                  <a:pt x="42289" y="32972"/>
                  <a:pt x="41339" y="33427"/>
                  <a:pt x="40623" y="34117"/>
                </a:cubicBezTo>
                <a:cubicBezTo>
                  <a:pt x="40675" y="33896"/>
                  <a:pt x="40715" y="33675"/>
                  <a:pt x="40767" y="33441"/>
                </a:cubicBezTo>
                <a:cubicBezTo>
                  <a:pt x="40923" y="32634"/>
                  <a:pt x="40715" y="31710"/>
                  <a:pt x="40363" y="30969"/>
                </a:cubicBezTo>
                <a:cubicBezTo>
                  <a:pt x="39778" y="31879"/>
                  <a:pt x="39596" y="32972"/>
                  <a:pt x="39648" y="34065"/>
                </a:cubicBezTo>
                <a:cubicBezTo>
                  <a:pt x="39414" y="33181"/>
                  <a:pt x="38958" y="32400"/>
                  <a:pt x="38125" y="31723"/>
                </a:cubicBezTo>
                <a:lnTo>
                  <a:pt x="38125" y="31723"/>
                </a:lnTo>
                <a:cubicBezTo>
                  <a:pt x="38099" y="32738"/>
                  <a:pt x="38451" y="33740"/>
                  <a:pt x="39075" y="34520"/>
                </a:cubicBezTo>
                <a:cubicBezTo>
                  <a:pt x="38466" y="34108"/>
                  <a:pt x="37745" y="33893"/>
                  <a:pt x="36993" y="33893"/>
                </a:cubicBezTo>
                <a:cubicBezTo>
                  <a:pt x="36654" y="33893"/>
                  <a:pt x="36309" y="33937"/>
                  <a:pt x="35965" y="34026"/>
                </a:cubicBezTo>
                <a:cubicBezTo>
                  <a:pt x="36811" y="34572"/>
                  <a:pt x="37774" y="34950"/>
                  <a:pt x="38763" y="35132"/>
                </a:cubicBezTo>
                <a:cubicBezTo>
                  <a:pt x="37488" y="35275"/>
                  <a:pt x="36277" y="35939"/>
                  <a:pt x="35497" y="36954"/>
                </a:cubicBezTo>
                <a:cubicBezTo>
                  <a:pt x="35544" y="36955"/>
                  <a:pt x="35592" y="36956"/>
                  <a:pt x="35639" y="36956"/>
                </a:cubicBezTo>
                <a:cubicBezTo>
                  <a:pt x="36487" y="36956"/>
                  <a:pt x="37308" y="36737"/>
                  <a:pt x="38060" y="36356"/>
                </a:cubicBezTo>
                <a:lnTo>
                  <a:pt x="38060" y="36356"/>
                </a:lnTo>
                <a:cubicBezTo>
                  <a:pt x="37332" y="37097"/>
                  <a:pt x="36785" y="38021"/>
                  <a:pt x="36512" y="39036"/>
                </a:cubicBezTo>
                <a:cubicBezTo>
                  <a:pt x="36967" y="38750"/>
                  <a:pt x="37410" y="38437"/>
                  <a:pt x="37839" y="38112"/>
                </a:cubicBezTo>
                <a:lnTo>
                  <a:pt x="37839" y="38112"/>
                </a:lnTo>
                <a:cubicBezTo>
                  <a:pt x="37500" y="38802"/>
                  <a:pt x="37306" y="39543"/>
                  <a:pt x="37266" y="40311"/>
                </a:cubicBezTo>
                <a:cubicBezTo>
                  <a:pt x="38060" y="39725"/>
                  <a:pt x="38619" y="39036"/>
                  <a:pt x="39049" y="38164"/>
                </a:cubicBezTo>
                <a:cubicBezTo>
                  <a:pt x="39114" y="38021"/>
                  <a:pt x="39166" y="37903"/>
                  <a:pt x="39232" y="37773"/>
                </a:cubicBezTo>
                <a:lnTo>
                  <a:pt x="39232" y="37773"/>
                </a:lnTo>
                <a:cubicBezTo>
                  <a:pt x="38984" y="38632"/>
                  <a:pt x="38789" y="39517"/>
                  <a:pt x="38685" y="40402"/>
                </a:cubicBezTo>
                <a:cubicBezTo>
                  <a:pt x="39296" y="39777"/>
                  <a:pt x="39752" y="39048"/>
                  <a:pt x="40025" y="38268"/>
                </a:cubicBezTo>
                <a:lnTo>
                  <a:pt x="40025" y="38268"/>
                </a:lnTo>
                <a:cubicBezTo>
                  <a:pt x="40025" y="39739"/>
                  <a:pt x="39986" y="41182"/>
                  <a:pt x="39934" y="42458"/>
                </a:cubicBezTo>
                <a:cubicBezTo>
                  <a:pt x="39426" y="42679"/>
                  <a:pt x="39218" y="42679"/>
                  <a:pt x="38906" y="43108"/>
                </a:cubicBezTo>
                <a:cubicBezTo>
                  <a:pt x="38685" y="43421"/>
                  <a:pt x="38607" y="43759"/>
                  <a:pt x="38607" y="44097"/>
                </a:cubicBezTo>
                <a:cubicBezTo>
                  <a:pt x="37995" y="43876"/>
                  <a:pt x="37358" y="43616"/>
                  <a:pt x="36772" y="43473"/>
                </a:cubicBezTo>
                <a:cubicBezTo>
                  <a:pt x="36239" y="43342"/>
                  <a:pt x="35718" y="43082"/>
                  <a:pt x="35198" y="42796"/>
                </a:cubicBezTo>
                <a:cubicBezTo>
                  <a:pt x="35406" y="42692"/>
                  <a:pt x="35588" y="42588"/>
                  <a:pt x="35757" y="42458"/>
                </a:cubicBezTo>
                <a:cubicBezTo>
                  <a:pt x="35146" y="42159"/>
                  <a:pt x="34469" y="41963"/>
                  <a:pt x="33793" y="41925"/>
                </a:cubicBezTo>
                <a:lnTo>
                  <a:pt x="33793" y="41677"/>
                </a:lnTo>
                <a:cubicBezTo>
                  <a:pt x="34117" y="41274"/>
                  <a:pt x="34325" y="40780"/>
                  <a:pt x="34299" y="40259"/>
                </a:cubicBezTo>
                <a:lnTo>
                  <a:pt x="34299" y="40259"/>
                </a:lnTo>
                <a:cubicBezTo>
                  <a:pt x="34117" y="40298"/>
                  <a:pt x="33949" y="40363"/>
                  <a:pt x="33779" y="40454"/>
                </a:cubicBezTo>
                <a:cubicBezTo>
                  <a:pt x="33727" y="34755"/>
                  <a:pt x="33584" y="27077"/>
                  <a:pt x="33415" y="24202"/>
                </a:cubicBezTo>
                <a:lnTo>
                  <a:pt x="33415" y="24202"/>
                </a:lnTo>
                <a:lnTo>
                  <a:pt x="33610" y="24671"/>
                </a:lnTo>
                <a:cubicBezTo>
                  <a:pt x="33636" y="24449"/>
                  <a:pt x="33636" y="24228"/>
                  <a:pt x="33597" y="24007"/>
                </a:cubicBezTo>
                <a:lnTo>
                  <a:pt x="33597" y="24007"/>
                </a:lnTo>
                <a:cubicBezTo>
                  <a:pt x="33767" y="24202"/>
                  <a:pt x="33845" y="24475"/>
                  <a:pt x="33819" y="24735"/>
                </a:cubicBezTo>
                <a:cubicBezTo>
                  <a:pt x="34091" y="24332"/>
                  <a:pt x="34169" y="23786"/>
                  <a:pt x="33949" y="23356"/>
                </a:cubicBezTo>
                <a:lnTo>
                  <a:pt x="33949" y="23356"/>
                </a:lnTo>
                <a:cubicBezTo>
                  <a:pt x="34378" y="23422"/>
                  <a:pt x="34664" y="23564"/>
                  <a:pt x="34664" y="23564"/>
                </a:cubicBezTo>
                <a:cubicBezTo>
                  <a:pt x="34846" y="24124"/>
                  <a:pt x="35080" y="25738"/>
                  <a:pt x="34976" y="26323"/>
                </a:cubicBezTo>
                <a:cubicBezTo>
                  <a:pt x="35198" y="25842"/>
                  <a:pt x="35236" y="25269"/>
                  <a:pt x="35106" y="24761"/>
                </a:cubicBezTo>
                <a:lnTo>
                  <a:pt x="35106" y="24761"/>
                </a:lnTo>
                <a:cubicBezTo>
                  <a:pt x="35276" y="25009"/>
                  <a:pt x="35354" y="25308"/>
                  <a:pt x="35340" y="25594"/>
                </a:cubicBezTo>
                <a:cubicBezTo>
                  <a:pt x="35366" y="25295"/>
                  <a:pt x="35380" y="24983"/>
                  <a:pt x="35366" y="24671"/>
                </a:cubicBezTo>
                <a:lnTo>
                  <a:pt x="35366" y="24671"/>
                </a:lnTo>
                <a:cubicBezTo>
                  <a:pt x="35562" y="25165"/>
                  <a:pt x="35575" y="25738"/>
                  <a:pt x="35419" y="26258"/>
                </a:cubicBezTo>
                <a:cubicBezTo>
                  <a:pt x="35536" y="25880"/>
                  <a:pt x="35640" y="25490"/>
                  <a:pt x="35692" y="25100"/>
                </a:cubicBezTo>
                <a:cubicBezTo>
                  <a:pt x="35757" y="25308"/>
                  <a:pt x="35770" y="25530"/>
                  <a:pt x="35757" y="25750"/>
                </a:cubicBezTo>
                <a:cubicBezTo>
                  <a:pt x="35783" y="25530"/>
                  <a:pt x="35822" y="25308"/>
                  <a:pt x="35848" y="25074"/>
                </a:cubicBezTo>
                <a:cubicBezTo>
                  <a:pt x="36017" y="25542"/>
                  <a:pt x="36057" y="26050"/>
                  <a:pt x="35939" y="26531"/>
                </a:cubicBezTo>
                <a:cubicBezTo>
                  <a:pt x="36109" y="26323"/>
                  <a:pt x="36187" y="26089"/>
                  <a:pt x="36213" y="25816"/>
                </a:cubicBezTo>
                <a:lnTo>
                  <a:pt x="36213" y="25816"/>
                </a:lnTo>
                <a:cubicBezTo>
                  <a:pt x="36277" y="26141"/>
                  <a:pt x="36251" y="26492"/>
                  <a:pt x="36121" y="26805"/>
                </a:cubicBezTo>
                <a:cubicBezTo>
                  <a:pt x="36291" y="26557"/>
                  <a:pt x="36395" y="26271"/>
                  <a:pt x="36421" y="25984"/>
                </a:cubicBezTo>
                <a:lnTo>
                  <a:pt x="36421" y="26505"/>
                </a:lnTo>
                <a:cubicBezTo>
                  <a:pt x="36485" y="26271"/>
                  <a:pt x="36538" y="26037"/>
                  <a:pt x="36564" y="25790"/>
                </a:cubicBezTo>
                <a:cubicBezTo>
                  <a:pt x="36707" y="26336"/>
                  <a:pt x="36746" y="26909"/>
                  <a:pt x="36798" y="27481"/>
                </a:cubicBezTo>
                <a:lnTo>
                  <a:pt x="36876" y="26623"/>
                </a:lnTo>
                <a:cubicBezTo>
                  <a:pt x="36980" y="27013"/>
                  <a:pt x="37006" y="27416"/>
                  <a:pt x="36980" y="27820"/>
                </a:cubicBezTo>
                <a:cubicBezTo>
                  <a:pt x="37032" y="27442"/>
                  <a:pt x="37098" y="27077"/>
                  <a:pt x="37150" y="26701"/>
                </a:cubicBezTo>
                <a:cubicBezTo>
                  <a:pt x="37162" y="27260"/>
                  <a:pt x="37188" y="27806"/>
                  <a:pt x="37202" y="28353"/>
                </a:cubicBezTo>
                <a:cubicBezTo>
                  <a:pt x="37266" y="27872"/>
                  <a:pt x="37332" y="27390"/>
                  <a:pt x="37396" y="26895"/>
                </a:cubicBezTo>
                <a:cubicBezTo>
                  <a:pt x="37500" y="27299"/>
                  <a:pt x="37566" y="27728"/>
                  <a:pt x="37578" y="28144"/>
                </a:cubicBezTo>
                <a:cubicBezTo>
                  <a:pt x="37631" y="27794"/>
                  <a:pt x="37683" y="27455"/>
                  <a:pt x="37735" y="27103"/>
                </a:cubicBezTo>
                <a:cubicBezTo>
                  <a:pt x="37969" y="27546"/>
                  <a:pt x="38112" y="28040"/>
                  <a:pt x="38165" y="28535"/>
                </a:cubicBezTo>
                <a:cubicBezTo>
                  <a:pt x="38191" y="28144"/>
                  <a:pt x="38217" y="27754"/>
                  <a:pt x="38229" y="27364"/>
                </a:cubicBezTo>
                <a:cubicBezTo>
                  <a:pt x="38399" y="27976"/>
                  <a:pt x="38489" y="28626"/>
                  <a:pt x="38503" y="29263"/>
                </a:cubicBezTo>
                <a:cubicBezTo>
                  <a:pt x="38607" y="28535"/>
                  <a:pt x="38607" y="27794"/>
                  <a:pt x="38489" y="27077"/>
                </a:cubicBezTo>
                <a:lnTo>
                  <a:pt x="38489" y="27077"/>
                </a:lnTo>
                <a:cubicBezTo>
                  <a:pt x="38581" y="27182"/>
                  <a:pt x="38671" y="27273"/>
                  <a:pt x="38750" y="27377"/>
                </a:cubicBezTo>
                <a:cubicBezTo>
                  <a:pt x="38685" y="27103"/>
                  <a:pt x="38619" y="26817"/>
                  <a:pt x="38555" y="26531"/>
                </a:cubicBezTo>
                <a:lnTo>
                  <a:pt x="38555" y="26531"/>
                </a:lnTo>
                <a:cubicBezTo>
                  <a:pt x="38619" y="26544"/>
                  <a:pt x="38684" y="26545"/>
                  <a:pt x="38748" y="26557"/>
                </a:cubicBezTo>
                <a:lnTo>
                  <a:pt x="38748" y="26557"/>
                </a:lnTo>
                <a:cubicBezTo>
                  <a:pt x="38668" y="26539"/>
                  <a:pt x="38385" y="26088"/>
                  <a:pt x="38321" y="26010"/>
                </a:cubicBezTo>
                <a:cubicBezTo>
                  <a:pt x="38165" y="25816"/>
                  <a:pt x="37995" y="25634"/>
                  <a:pt x="37813" y="25464"/>
                </a:cubicBezTo>
                <a:cubicBezTo>
                  <a:pt x="37474" y="25139"/>
                  <a:pt x="37110" y="24813"/>
                  <a:pt x="36694" y="24593"/>
                </a:cubicBezTo>
                <a:lnTo>
                  <a:pt x="36694" y="24593"/>
                </a:lnTo>
                <a:lnTo>
                  <a:pt x="37396" y="24944"/>
                </a:lnTo>
                <a:cubicBezTo>
                  <a:pt x="37019" y="24579"/>
                  <a:pt x="36590" y="24267"/>
                  <a:pt x="36109" y="24059"/>
                </a:cubicBezTo>
                <a:lnTo>
                  <a:pt x="36109" y="24059"/>
                </a:lnTo>
                <a:lnTo>
                  <a:pt x="37176" y="24449"/>
                </a:lnTo>
                <a:cubicBezTo>
                  <a:pt x="36863" y="24189"/>
                  <a:pt x="36499" y="23981"/>
                  <a:pt x="36121" y="23838"/>
                </a:cubicBezTo>
                <a:cubicBezTo>
                  <a:pt x="36147" y="23786"/>
                  <a:pt x="36161" y="23734"/>
                  <a:pt x="36173" y="23668"/>
                </a:cubicBezTo>
                <a:cubicBezTo>
                  <a:pt x="36239" y="23656"/>
                  <a:pt x="36303" y="23642"/>
                  <a:pt x="36355" y="23616"/>
                </a:cubicBezTo>
                <a:lnTo>
                  <a:pt x="36199" y="23616"/>
                </a:lnTo>
                <a:cubicBezTo>
                  <a:pt x="36265" y="23356"/>
                  <a:pt x="36303" y="23096"/>
                  <a:pt x="36303" y="22823"/>
                </a:cubicBezTo>
                <a:cubicBezTo>
                  <a:pt x="36395" y="23148"/>
                  <a:pt x="36447" y="23500"/>
                  <a:pt x="36369" y="23824"/>
                </a:cubicBezTo>
                <a:cubicBezTo>
                  <a:pt x="36485" y="23512"/>
                  <a:pt x="36525" y="23174"/>
                  <a:pt x="36473" y="22849"/>
                </a:cubicBezTo>
                <a:lnTo>
                  <a:pt x="36473" y="22849"/>
                </a:lnTo>
                <a:cubicBezTo>
                  <a:pt x="36564" y="23044"/>
                  <a:pt x="36629" y="23187"/>
                  <a:pt x="36668" y="23396"/>
                </a:cubicBezTo>
                <a:cubicBezTo>
                  <a:pt x="36681" y="23200"/>
                  <a:pt x="36694" y="23018"/>
                  <a:pt x="36707" y="22836"/>
                </a:cubicBezTo>
                <a:cubicBezTo>
                  <a:pt x="36772" y="23109"/>
                  <a:pt x="36837" y="23460"/>
                  <a:pt x="36889" y="23720"/>
                </a:cubicBezTo>
                <a:cubicBezTo>
                  <a:pt x="36941" y="23486"/>
                  <a:pt x="36954" y="23239"/>
                  <a:pt x="36915" y="22992"/>
                </a:cubicBezTo>
                <a:lnTo>
                  <a:pt x="36915" y="22992"/>
                </a:lnTo>
                <a:cubicBezTo>
                  <a:pt x="37019" y="23174"/>
                  <a:pt x="37098" y="23382"/>
                  <a:pt x="37136" y="23590"/>
                </a:cubicBezTo>
                <a:cubicBezTo>
                  <a:pt x="37124" y="23344"/>
                  <a:pt x="37124" y="23109"/>
                  <a:pt x="37124" y="22862"/>
                </a:cubicBezTo>
                <a:lnTo>
                  <a:pt x="37124" y="22862"/>
                </a:lnTo>
                <a:cubicBezTo>
                  <a:pt x="37306" y="23174"/>
                  <a:pt x="37410" y="23512"/>
                  <a:pt x="37436" y="23864"/>
                </a:cubicBezTo>
                <a:cubicBezTo>
                  <a:pt x="37448" y="23552"/>
                  <a:pt x="37488" y="23252"/>
                  <a:pt x="37514" y="22927"/>
                </a:cubicBezTo>
                <a:cubicBezTo>
                  <a:pt x="37631" y="23161"/>
                  <a:pt x="37722" y="23422"/>
                  <a:pt x="37748" y="23682"/>
                </a:cubicBezTo>
                <a:cubicBezTo>
                  <a:pt x="37774" y="23500"/>
                  <a:pt x="37774" y="23318"/>
                  <a:pt x="37748" y="23135"/>
                </a:cubicBezTo>
                <a:lnTo>
                  <a:pt x="37748" y="23135"/>
                </a:lnTo>
                <a:cubicBezTo>
                  <a:pt x="37878" y="23265"/>
                  <a:pt x="37943" y="23434"/>
                  <a:pt x="37930" y="23616"/>
                </a:cubicBezTo>
                <a:cubicBezTo>
                  <a:pt x="37943" y="23448"/>
                  <a:pt x="37943" y="23278"/>
                  <a:pt x="37917" y="23096"/>
                </a:cubicBezTo>
                <a:lnTo>
                  <a:pt x="37917" y="23096"/>
                </a:lnTo>
                <a:cubicBezTo>
                  <a:pt x="38165" y="23318"/>
                  <a:pt x="38269" y="23798"/>
                  <a:pt x="38385" y="24098"/>
                </a:cubicBezTo>
                <a:cubicBezTo>
                  <a:pt x="38333" y="23877"/>
                  <a:pt x="38269" y="23656"/>
                  <a:pt x="38203" y="23448"/>
                </a:cubicBezTo>
                <a:lnTo>
                  <a:pt x="38203" y="23448"/>
                </a:lnTo>
                <a:cubicBezTo>
                  <a:pt x="38321" y="23656"/>
                  <a:pt x="38425" y="23877"/>
                  <a:pt x="38529" y="24098"/>
                </a:cubicBezTo>
                <a:cubicBezTo>
                  <a:pt x="38463" y="23824"/>
                  <a:pt x="38399" y="23564"/>
                  <a:pt x="38321" y="23304"/>
                </a:cubicBezTo>
                <a:lnTo>
                  <a:pt x="38321" y="23304"/>
                </a:lnTo>
                <a:cubicBezTo>
                  <a:pt x="38541" y="23630"/>
                  <a:pt x="38711" y="23994"/>
                  <a:pt x="38841" y="24358"/>
                </a:cubicBezTo>
                <a:cubicBezTo>
                  <a:pt x="38802" y="24046"/>
                  <a:pt x="38750" y="23734"/>
                  <a:pt x="38711" y="23422"/>
                </a:cubicBezTo>
                <a:lnTo>
                  <a:pt x="38711" y="23422"/>
                </a:lnTo>
                <a:cubicBezTo>
                  <a:pt x="38867" y="23656"/>
                  <a:pt x="39023" y="23890"/>
                  <a:pt x="39179" y="24111"/>
                </a:cubicBezTo>
                <a:lnTo>
                  <a:pt x="39140" y="23330"/>
                </a:lnTo>
                <a:lnTo>
                  <a:pt x="39140" y="23330"/>
                </a:lnTo>
                <a:cubicBezTo>
                  <a:pt x="39492" y="23668"/>
                  <a:pt x="39726" y="24111"/>
                  <a:pt x="39817" y="24593"/>
                </a:cubicBezTo>
                <a:cubicBezTo>
                  <a:pt x="39830" y="24345"/>
                  <a:pt x="39856" y="24111"/>
                  <a:pt x="39882" y="23877"/>
                </a:cubicBezTo>
                <a:cubicBezTo>
                  <a:pt x="39973" y="24072"/>
                  <a:pt x="40077" y="24280"/>
                  <a:pt x="40168" y="24475"/>
                </a:cubicBezTo>
                <a:cubicBezTo>
                  <a:pt x="40168" y="23942"/>
                  <a:pt x="39934" y="23408"/>
                  <a:pt x="39556" y="23031"/>
                </a:cubicBezTo>
                <a:lnTo>
                  <a:pt x="39556" y="23031"/>
                </a:lnTo>
                <a:cubicBezTo>
                  <a:pt x="39660" y="23070"/>
                  <a:pt x="39764" y="23109"/>
                  <a:pt x="39869" y="23161"/>
                </a:cubicBezTo>
                <a:cubicBezTo>
                  <a:pt x="39596" y="22901"/>
                  <a:pt x="39270" y="22693"/>
                  <a:pt x="38919" y="22563"/>
                </a:cubicBezTo>
                <a:cubicBezTo>
                  <a:pt x="38750" y="22497"/>
                  <a:pt x="38555" y="22445"/>
                  <a:pt x="38373" y="22419"/>
                </a:cubicBezTo>
                <a:cubicBezTo>
                  <a:pt x="38352" y="22417"/>
                  <a:pt x="38329" y="22416"/>
                  <a:pt x="38307" y="22416"/>
                </a:cubicBezTo>
                <a:cubicBezTo>
                  <a:pt x="38259" y="22416"/>
                  <a:pt x="38208" y="22419"/>
                  <a:pt x="38158" y="22419"/>
                </a:cubicBezTo>
                <a:cubicBezTo>
                  <a:pt x="38083" y="22419"/>
                  <a:pt x="38008" y="22413"/>
                  <a:pt x="37943" y="22381"/>
                </a:cubicBezTo>
                <a:cubicBezTo>
                  <a:pt x="38037" y="22357"/>
                  <a:pt x="38143" y="22301"/>
                  <a:pt x="38240" y="22301"/>
                </a:cubicBezTo>
                <a:cubicBezTo>
                  <a:pt x="38249" y="22301"/>
                  <a:pt x="38259" y="22301"/>
                  <a:pt x="38269" y="22303"/>
                </a:cubicBezTo>
                <a:cubicBezTo>
                  <a:pt x="37956" y="22237"/>
                  <a:pt x="37657" y="22211"/>
                  <a:pt x="37344" y="22146"/>
                </a:cubicBezTo>
                <a:cubicBezTo>
                  <a:pt x="37344" y="22146"/>
                  <a:pt x="37344" y="22133"/>
                  <a:pt x="37332" y="22133"/>
                </a:cubicBezTo>
                <a:cubicBezTo>
                  <a:pt x="37540" y="22133"/>
                  <a:pt x="37735" y="22146"/>
                  <a:pt x="37930" y="22159"/>
                </a:cubicBezTo>
                <a:cubicBezTo>
                  <a:pt x="37735" y="22068"/>
                  <a:pt x="37526" y="22016"/>
                  <a:pt x="37306" y="21990"/>
                </a:cubicBezTo>
                <a:lnTo>
                  <a:pt x="37110" y="20936"/>
                </a:lnTo>
                <a:lnTo>
                  <a:pt x="37110" y="20936"/>
                </a:lnTo>
                <a:cubicBezTo>
                  <a:pt x="37306" y="21196"/>
                  <a:pt x="37448" y="21508"/>
                  <a:pt x="37514" y="21834"/>
                </a:cubicBezTo>
                <a:cubicBezTo>
                  <a:pt x="37474" y="21586"/>
                  <a:pt x="37436" y="21352"/>
                  <a:pt x="37396" y="21118"/>
                </a:cubicBezTo>
                <a:lnTo>
                  <a:pt x="37396" y="21118"/>
                </a:lnTo>
                <a:cubicBezTo>
                  <a:pt x="37474" y="21222"/>
                  <a:pt x="37552" y="21340"/>
                  <a:pt x="37618" y="21456"/>
                </a:cubicBezTo>
                <a:cubicBezTo>
                  <a:pt x="37566" y="21210"/>
                  <a:pt x="37526" y="20962"/>
                  <a:pt x="37474" y="20728"/>
                </a:cubicBezTo>
                <a:lnTo>
                  <a:pt x="37474" y="20728"/>
                </a:lnTo>
                <a:cubicBezTo>
                  <a:pt x="37683" y="20988"/>
                  <a:pt x="37839" y="21274"/>
                  <a:pt x="37943" y="21586"/>
                </a:cubicBezTo>
                <a:lnTo>
                  <a:pt x="37787" y="20884"/>
                </a:lnTo>
                <a:lnTo>
                  <a:pt x="37787" y="20884"/>
                </a:lnTo>
                <a:cubicBezTo>
                  <a:pt x="37966" y="21130"/>
                  <a:pt x="38117" y="21416"/>
                  <a:pt x="38205" y="21715"/>
                </a:cubicBezTo>
                <a:lnTo>
                  <a:pt x="38205" y="21715"/>
                </a:lnTo>
                <a:cubicBezTo>
                  <a:pt x="38140" y="21460"/>
                  <a:pt x="38076" y="21200"/>
                  <a:pt x="38021" y="20949"/>
                </a:cubicBezTo>
                <a:lnTo>
                  <a:pt x="38021" y="20949"/>
                </a:lnTo>
                <a:cubicBezTo>
                  <a:pt x="38151" y="21170"/>
                  <a:pt x="38281" y="21404"/>
                  <a:pt x="38411" y="21626"/>
                </a:cubicBezTo>
                <a:cubicBezTo>
                  <a:pt x="38333" y="21366"/>
                  <a:pt x="38269" y="21106"/>
                  <a:pt x="38191" y="20858"/>
                </a:cubicBezTo>
                <a:lnTo>
                  <a:pt x="38191" y="20858"/>
                </a:lnTo>
                <a:cubicBezTo>
                  <a:pt x="38446" y="21237"/>
                  <a:pt x="38636" y="21654"/>
                  <a:pt x="38759" y="22093"/>
                </a:cubicBezTo>
                <a:lnTo>
                  <a:pt x="38759" y="22093"/>
                </a:lnTo>
                <a:cubicBezTo>
                  <a:pt x="38664" y="21708"/>
                  <a:pt x="38577" y="21316"/>
                  <a:pt x="38489" y="20923"/>
                </a:cubicBezTo>
                <a:lnTo>
                  <a:pt x="38489" y="20923"/>
                </a:lnTo>
                <a:cubicBezTo>
                  <a:pt x="38659" y="21158"/>
                  <a:pt x="38828" y="21378"/>
                  <a:pt x="39010" y="21612"/>
                </a:cubicBezTo>
                <a:cubicBezTo>
                  <a:pt x="38906" y="21378"/>
                  <a:pt x="38815" y="21158"/>
                  <a:pt x="38711" y="20923"/>
                </a:cubicBezTo>
                <a:lnTo>
                  <a:pt x="38711" y="20923"/>
                </a:lnTo>
                <a:cubicBezTo>
                  <a:pt x="38841" y="21066"/>
                  <a:pt x="38958" y="21196"/>
                  <a:pt x="39075" y="21326"/>
                </a:cubicBezTo>
                <a:cubicBezTo>
                  <a:pt x="39036" y="21106"/>
                  <a:pt x="38945" y="20884"/>
                  <a:pt x="38815" y="20689"/>
                </a:cubicBezTo>
                <a:lnTo>
                  <a:pt x="38815" y="20689"/>
                </a:lnTo>
                <a:cubicBezTo>
                  <a:pt x="38984" y="20806"/>
                  <a:pt x="39153" y="20936"/>
                  <a:pt x="39296" y="21092"/>
                </a:cubicBezTo>
                <a:lnTo>
                  <a:pt x="39336" y="20975"/>
                </a:lnTo>
                <a:cubicBezTo>
                  <a:pt x="39310" y="20923"/>
                  <a:pt x="39284" y="20871"/>
                  <a:pt x="39270" y="20819"/>
                </a:cubicBezTo>
                <a:lnTo>
                  <a:pt x="39270" y="20819"/>
                </a:lnTo>
                <a:cubicBezTo>
                  <a:pt x="39296" y="20858"/>
                  <a:pt x="39322" y="20884"/>
                  <a:pt x="39362" y="20910"/>
                </a:cubicBezTo>
                <a:lnTo>
                  <a:pt x="39466" y="20624"/>
                </a:lnTo>
                <a:cubicBezTo>
                  <a:pt x="38886" y="20414"/>
                  <a:pt x="38267" y="20310"/>
                  <a:pt x="37651" y="20310"/>
                </a:cubicBezTo>
                <a:cubicBezTo>
                  <a:pt x="37271" y="20310"/>
                  <a:pt x="36892" y="20349"/>
                  <a:pt x="36525" y="20429"/>
                </a:cubicBezTo>
                <a:cubicBezTo>
                  <a:pt x="36407" y="20455"/>
                  <a:pt x="36303" y="20481"/>
                  <a:pt x="36199" y="20519"/>
                </a:cubicBezTo>
                <a:cubicBezTo>
                  <a:pt x="35926" y="20207"/>
                  <a:pt x="35614" y="19934"/>
                  <a:pt x="35262" y="19713"/>
                </a:cubicBezTo>
                <a:lnTo>
                  <a:pt x="35262" y="19713"/>
                </a:lnTo>
                <a:cubicBezTo>
                  <a:pt x="35679" y="19830"/>
                  <a:pt x="36095" y="19999"/>
                  <a:pt x="36407" y="20311"/>
                </a:cubicBezTo>
                <a:cubicBezTo>
                  <a:pt x="36147" y="19973"/>
                  <a:pt x="35796" y="19713"/>
                  <a:pt x="35406" y="19544"/>
                </a:cubicBezTo>
                <a:lnTo>
                  <a:pt x="35406" y="19544"/>
                </a:lnTo>
                <a:cubicBezTo>
                  <a:pt x="35666" y="19583"/>
                  <a:pt x="35874" y="19596"/>
                  <a:pt x="36121" y="19687"/>
                </a:cubicBezTo>
                <a:cubicBezTo>
                  <a:pt x="35926" y="19557"/>
                  <a:pt x="35731" y="19414"/>
                  <a:pt x="35549" y="19284"/>
                </a:cubicBezTo>
                <a:lnTo>
                  <a:pt x="35549" y="19284"/>
                </a:lnTo>
                <a:cubicBezTo>
                  <a:pt x="35887" y="19388"/>
                  <a:pt x="36303" y="19557"/>
                  <a:pt x="36642" y="19674"/>
                </a:cubicBezTo>
                <a:cubicBezTo>
                  <a:pt x="36485" y="19531"/>
                  <a:pt x="36317" y="19400"/>
                  <a:pt x="36135" y="19296"/>
                </a:cubicBezTo>
                <a:cubicBezTo>
                  <a:pt x="36161" y="19296"/>
                  <a:pt x="36199" y="19284"/>
                  <a:pt x="36225" y="19284"/>
                </a:cubicBezTo>
                <a:cubicBezTo>
                  <a:pt x="36225" y="19270"/>
                  <a:pt x="36225" y="19270"/>
                  <a:pt x="36213" y="19258"/>
                </a:cubicBezTo>
                <a:lnTo>
                  <a:pt x="36121" y="19284"/>
                </a:lnTo>
                <a:cubicBezTo>
                  <a:pt x="36031" y="19232"/>
                  <a:pt x="35939" y="19192"/>
                  <a:pt x="35848" y="19154"/>
                </a:cubicBezTo>
                <a:cubicBezTo>
                  <a:pt x="36121" y="19154"/>
                  <a:pt x="36395" y="19206"/>
                  <a:pt x="36655" y="19310"/>
                </a:cubicBezTo>
                <a:cubicBezTo>
                  <a:pt x="36381" y="19154"/>
                  <a:pt x="36109" y="18998"/>
                  <a:pt x="35848" y="18854"/>
                </a:cubicBezTo>
                <a:cubicBezTo>
                  <a:pt x="36303" y="18854"/>
                  <a:pt x="36759" y="18958"/>
                  <a:pt x="37162" y="19166"/>
                </a:cubicBezTo>
                <a:cubicBezTo>
                  <a:pt x="36824" y="18932"/>
                  <a:pt x="36512" y="18698"/>
                  <a:pt x="36173" y="18464"/>
                </a:cubicBezTo>
                <a:lnTo>
                  <a:pt x="36173" y="18464"/>
                </a:lnTo>
                <a:cubicBezTo>
                  <a:pt x="36512" y="18477"/>
                  <a:pt x="36850" y="18555"/>
                  <a:pt x="37162" y="18698"/>
                </a:cubicBezTo>
                <a:cubicBezTo>
                  <a:pt x="36980" y="18542"/>
                  <a:pt x="36772" y="18425"/>
                  <a:pt x="36564" y="18321"/>
                </a:cubicBezTo>
                <a:cubicBezTo>
                  <a:pt x="36613" y="18312"/>
                  <a:pt x="36663" y="18308"/>
                  <a:pt x="36713" y="18308"/>
                </a:cubicBezTo>
                <a:cubicBezTo>
                  <a:pt x="36888" y="18308"/>
                  <a:pt x="37063" y="18360"/>
                  <a:pt x="37214" y="18451"/>
                </a:cubicBezTo>
                <a:cubicBezTo>
                  <a:pt x="37032" y="18321"/>
                  <a:pt x="36837" y="18203"/>
                  <a:pt x="36616" y="18125"/>
                </a:cubicBezTo>
                <a:cubicBezTo>
                  <a:pt x="36723" y="18110"/>
                  <a:pt x="36832" y="18103"/>
                  <a:pt x="36940" y="18103"/>
                </a:cubicBezTo>
                <a:cubicBezTo>
                  <a:pt x="37212" y="18103"/>
                  <a:pt x="37484" y="18150"/>
                  <a:pt x="37735" y="18243"/>
                </a:cubicBezTo>
                <a:cubicBezTo>
                  <a:pt x="37500" y="18047"/>
                  <a:pt x="37228" y="17905"/>
                  <a:pt x="36941" y="17800"/>
                </a:cubicBezTo>
                <a:lnTo>
                  <a:pt x="36941" y="17800"/>
                </a:lnTo>
                <a:cubicBezTo>
                  <a:pt x="37176" y="17826"/>
                  <a:pt x="37410" y="17891"/>
                  <a:pt x="37631" y="17969"/>
                </a:cubicBezTo>
                <a:cubicBezTo>
                  <a:pt x="37422" y="17879"/>
                  <a:pt x="37254" y="17787"/>
                  <a:pt x="37046" y="17696"/>
                </a:cubicBezTo>
                <a:lnTo>
                  <a:pt x="37046" y="17696"/>
                </a:lnTo>
                <a:cubicBezTo>
                  <a:pt x="37436" y="17748"/>
                  <a:pt x="37826" y="17865"/>
                  <a:pt x="38177" y="18047"/>
                </a:cubicBezTo>
                <a:cubicBezTo>
                  <a:pt x="37878" y="17761"/>
                  <a:pt x="37566" y="17540"/>
                  <a:pt x="37176" y="17371"/>
                </a:cubicBezTo>
                <a:cubicBezTo>
                  <a:pt x="37210" y="17369"/>
                  <a:pt x="37246" y="17368"/>
                  <a:pt x="37281" y="17368"/>
                </a:cubicBezTo>
                <a:cubicBezTo>
                  <a:pt x="37470" y="17368"/>
                  <a:pt x="37663" y="17396"/>
                  <a:pt x="37839" y="17462"/>
                </a:cubicBezTo>
                <a:cubicBezTo>
                  <a:pt x="37670" y="17371"/>
                  <a:pt x="37566" y="17292"/>
                  <a:pt x="37396" y="17202"/>
                </a:cubicBezTo>
                <a:cubicBezTo>
                  <a:pt x="37839" y="17202"/>
                  <a:pt x="38281" y="17384"/>
                  <a:pt x="38593" y="17709"/>
                </a:cubicBezTo>
                <a:cubicBezTo>
                  <a:pt x="38347" y="17436"/>
                  <a:pt x="38047" y="17202"/>
                  <a:pt x="37709" y="17032"/>
                </a:cubicBezTo>
                <a:lnTo>
                  <a:pt x="37709" y="17032"/>
                </a:lnTo>
                <a:cubicBezTo>
                  <a:pt x="38034" y="17072"/>
                  <a:pt x="38347" y="17176"/>
                  <a:pt x="38607" y="17345"/>
                </a:cubicBezTo>
                <a:cubicBezTo>
                  <a:pt x="38399" y="17202"/>
                  <a:pt x="38191" y="17058"/>
                  <a:pt x="37969" y="16916"/>
                </a:cubicBezTo>
                <a:lnTo>
                  <a:pt x="37969" y="16916"/>
                </a:lnTo>
                <a:cubicBezTo>
                  <a:pt x="38321" y="16980"/>
                  <a:pt x="38659" y="17098"/>
                  <a:pt x="38958" y="17292"/>
                </a:cubicBezTo>
                <a:cubicBezTo>
                  <a:pt x="38659" y="16980"/>
                  <a:pt x="38281" y="16812"/>
                  <a:pt x="37865" y="16772"/>
                </a:cubicBezTo>
                <a:cubicBezTo>
                  <a:pt x="38243" y="16772"/>
                  <a:pt x="38737" y="16798"/>
                  <a:pt x="39114" y="16798"/>
                </a:cubicBezTo>
                <a:cubicBezTo>
                  <a:pt x="38867" y="16707"/>
                  <a:pt x="38593" y="16577"/>
                  <a:pt x="38347" y="16486"/>
                </a:cubicBezTo>
                <a:cubicBezTo>
                  <a:pt x="38555" y="16473"/>
                  <a:pt x="38893" y="16473"/>
                  <a:pt x="39114" y="16460"/>
                </a:cubicBezTo>
                <a:cubicBezTo>
                  <a:pt x="38893" y="16395"/>
                  <a:pt x="38633" y="16330"/>
                  <a:pt x="38425" y="16252"/>
                </a:cubicBezTo>
                <a:cubicBezTo>
                  <a:pt x="37019" y="16668"/>
                  <a:pt x="35731" y="17540"/>
                  <a:pt x="34820" y="18685"/>
                </a:cubicBezTo>
                <a:cubicBezTo>
                  <a:pt x="34755" y="18763"/>
                  <a:pt x="34703" y="18841"/>
                  <a:pt x="34651" y="18919"/>
                </a:cubicBezTo>
                <a:cubicBezTo>
                  <a:pt x="34430" y="18815"/>
                  <a:pt x="34195" y="18750"/>
                  <a:pt x="33961" y="18737"/>
                </a:cubicBezTo>
                <a:cubicBezTo>
                  <a:pt x="34123" y="18683"/>
                  <a:pt x="34303" y="18656"/>
                  <a:pt x="34478" y="18656"/>
                </a:cubicBezTo>
                <a:cubicBezTo>
                  <a:pt x="34514" y="18656"/>
                  <a:pt x="34550" y="18657"/>
                  <a:pt x="34586" y="18659"/>
                </a:cubicBezTo>
                <a:lnTo>
                  <a:pt x="33883" y="18503"/>
                </a:lnTo>
                <a:cubicBezTo>
                  <a:pt x="34109" y="18434"/>
                  <a:pt x="34346" y="18399"/>
                  <a:pt x="34579" y="18399"/>
                </a:cubicBezTo>
                <a:cubicBezTo>
                  <a:pt x="34696" y="18399"/>
                  <a:pt x="34811" y="18408"/>
                  <a:pt x="34924" y="18425"/>
                </a:cubicBezTo>
                <a:cubicBezTo>
                  <a:pt x="34625" y="18333"/>
                  <a:pt x="34339" y="18229"/>
                  <a:pt x="34027" y="18139"/>
                </a:cubicBezTo>
                <a:cubicBezTo>
                  <a:pt x="34220" y="18090"/>
                  <a:pt x="34413" y="18063"/>
                  <a:pt x="34611" y="18063"/>
                </a:cubicBezTo>
                <a:cubicBezTo>
                  <a:pt x="34680" y="18063"/>
                  <a:pt x="34750" y="18066"/>
                  <a:pt x="34820" y="18073"/>
                </a:cubicBezTo>
                <a:cubicBezTo>
                  <a:pt x="34638" y="18009"/>
                  <a:pt x="34469" y="17969"/>
                  <a:pt x="34287" y="17943"/>
                </a:cubicBezTo>
                <a:cubicBezTo>
                  <a:pt x="34394" y="17889"/>
                  <a:pt x="34514" y="17860"/>
                  <a:pt x="34634" y="17860"/>
                </a:cubicBezTo>
                <a:cubicBezTo>
                  <a:pt x="34688" y="17860"/>
                  <a:pt x="34741" y="17866"/>
                  <a:pt x="34794" y="17879"/>
                </a:cubicBezTo>
                <a:cubicBezTo>
                  <a:pt x="34638" y="17826"/>
                  <a:pt x="34456" y="17800"/>
                  <a:pt x="34287" y="17787"/>
                </a:cubicBezTo>
                <a:cubicBezTo>
                  <a:pt x="34526" y="17667"/>
                  <a:pt x="34787" y="17603"/>
                  <a:pt x="35059" y="17603"/>
                </a:cubicBezTo>
                <a:cubicBezTo>
                  <a:pt x="35084" y="17603"/>
                  <a:pt x="35108" y="17604"/>
                  <a:pt x="35132" y="17605"/>
                </a:cubicBezTo>
                <a:cubicBezTo>
                  <a:pt x="34912" y="17527"/>
                  <a:pt x="34677" y="17475"/>
                  <a:pt x="34430" y="17475"/>
                </a:cubicBezTo>
                <a:cubicBezTo>
                  <a:pt x="34566" y="17446"/>
                  <a:pt x="34710" y="17431"/>
                  <a:pt x="34850" y="17431"/>
                </a:cubicBezTo>
                <a:cubicBezTo>
                  <a:pt x="34897" y="17431"/>
                  <a:pt x="34944" y="17433"/>
                  <a:pt x="34990" y="17436"/>
                </a:cubicBezTo>
                <a:cubicBezTo>
                  <a:pt x="34820" y="17410"/>
                  <a:pt x="34664" y="17384"/>
                  <a:pt x="34495" y="17358"/>
                </a:cubicBezTo>
                <a:cubicBezTo>
                  <a:pt x="34645" y="17332"/>
                  <a:pt x="34797" y="17319"/>
                  <a:pt x="34950" y="17319"/>
                </a:cubicBezTo>
                <a:cubicBezTo>
                  <a:pt x="35103" y="17319"/>
                  <a:pt x="35256" y="17332"/>
                  <a:pt x="35406" y="17358"/>
                </a:cubicBezTo>
                <a:cubicBezTo>
                  <a:pt x="35120" y="17214"/>
                  <a:pt x="34833" y="17124"/>
                  <a:pt x="34508" y="17098"/>
                </a:cubicBezTo>
                <a:cubicBezTo>
                  <a:pt x="34677" y="17032"/>
                  <a:pt x="34846" y="16994"/>
                  <a:pt x="35016" y="16994"/>
                </a:cubicBezTo>
                <a:cubicBezTo>
                  <a:pt x="34872" y="16968"/>
                  <a:pt x="34781" y="16942"/>
                  <a:pt x="34638" y="16916"/>
                </a:cubicBezTo>
                <a:cubicBezTo>
                  <a:pt x="34766" y="16875"/>
                  <a:pt x="34900" y="16854"/>
                  <a:pt x="35034" y="16854"/>
                </a:cubicBezTo>
                <a:cubicBezTo>
                  <a:pt x="35242" y="16854"/>
                  <a:pt x="35451" y="16904"/>
                  <a:pt x="35640" y="17006"/>
                </a:cubicBezTo>
                <a:cubicBezTo>
                  <a:pt x="35380" y="16864"/>
                  <a:pt x="35106" y="16760"/>
                  <a:pt x="34820" y="16720"/>
                </a:cubicBezTo>
                <a:cubicBezTo>
                  <a:pt x="34937" y="16695"/>
                  <a:pt x="35056" y="16682"/>
                  <a:pt x="35174" y="16682"/>
                </a:cubicBezTo>
                <a:cubicBezTo>
                  <a:pt x="35307" y="16682"/>
                  <a:pt x="35438" y="16699"/>
                  <a:pt x="35562" y="16733"/>
                </a:cubicBezTo>
                <a:cubicBezTo>
                  <a:pt x="35380" y="16681"/>
                  <a:pt x="35184" y="16629"/>
                  <a:pt x="34990" y="16577"/>
                </a:cubicBezTo>
                <a:cubicBezTo>
                  <a:pt x="35104" y="16556"/>
                  <a:pt x="35220" y="16545"/>
                  <a:pt x="35336" y="16545"/>
                </a:cubicBezTo>
                <a:cubicBezTo>
                  <a:pt x="35498" y="16545"/>
                  <a:pt x="35658" y="16565"/>
                  <a:pt x="35809" y="16603"/>
                </a:cubicBezTo>
                <a:cubicBezTo>
                  <a:pt x="35604" y="16505"/>
                  <a:pt x="35393" y="16449"/>
                  <a:pt x="35176" y="16449"/>
                </a:cubicBezTo>
                <a:cubicBezTo>
                  <a:pt x="35076" y="16449"/>
                  <a:pt x="34975" y="16461"/>
                  <a:pt x="34872" y="16486"/>
                </a:cubicBezTo>
                <a:cubicBezTo>
                  <a:pt x="35158" y="16395"/>
                  <a:pt x="35536" y="16291"/>
                  <a:pt x="35809" y="16199"/>
                </a:cubicBezTo>
                <a:cubicBezTo>
                  <a:pt x="35601" y="16199"/>
                  <a:pt x="35366" y="16173"/>
                  <a:pt x="35158" y="16161"/>
                </a:cubicBezTo>
                <a:cubicBezTo>
                  <a:pt x="35314" y="16109"/>
                  <a:pt x="35562" y="16017"/>
                  <a:pt x="35718" y="15953"/>
                </a:cubicBezTo>
                <a:lnTo>
                  <a:pt x="35718" y="15953"/>
                </a:lnTo>
                <a:cubicBezTo>
                  <a:pt x="35588" y="15965"/>
                  <a:pt x="35445" y="15965"/>
                  <a:pt x="35314" y="15965"/>
                </a:cubicBezTo>
                <a:cubicBezTo>
                  <a:pt x="35406" y="15901"/>
                  <a:pt x="35497" y="15835"/>
                  <a:pt x="35588" y="15783"/>
                </a:cubicBezTo>
                <a:lnTo>
                  <a:pt x="35588" y="15783"/>
                </a:lnTo>
                <a:cubicBezTo>
                  <a:pt x="35484" y="15809"/>
                  <a:pt x="35380" y="15849"/>
                  <a:pt x="35276" y="15887"/>
                </a:cubicBezTo>
                <a:cubicBezTo>
                  <a:pt x="35380" y="15783"/>
                  <a:pt x="35497" y="15679"/>
                  <a:pt x="35614" y="15575"/>
                </a:cubicBezTo>
                <a:lnTo>
                  <a:pt x="35614" y="15575"/>
                </a:lnTo>
                <a:cubicBezTo>
                  <a:pt x="35288" y="15719"/>
                  <a:pt x="34990" y="15927"/>
                  <a:pt x="34742" y="16187"/>
                </a:cubicBezTo>
                <a:cubicBezTo>
                  <a:pt x="34846" y="16043"/>
                  <a:pt x="34964" y="15901"/>
                  <a:pt x="35068" y="15757"/>
                </a:cubicBezTo>
                <a:lnTo>
                  <a:pt x="35068" y="15757"/>
                </a:lnTo>
                <a:cubicBezTo>
                  <a:pt x="34729" y="16095"/>
                  <a:pt x="34417" y="16447"/>
                  <a:pt x="34131" y="16824"/>
                </a:cubicBezTo>
                <a:cubicBezTo>
                  <a:pt x="34273" y="16590"/>
                  <a:pt x="34404" y="16343"/>
                  <a:pt x="34547" y="16095"/>
                </a:cubicBezTo>
                <a:lnTo>
                  <a:pt x="34547" y="16095"/>
                </a:lnTo>
                <a:cubicBezTo>
                  <a:pt x="34143" y="16525"/>
                  <a:pt x="33871" y="17006"/>
                  <a:pt x="33636" y="17540"/>
                </a:cubicBezTo>
                <a:cubicBezTo>
                  <a:pt x="33623" y="17566"/>
                  <a:pt x="33610" y="17579"/>
                  <a:pt x="33597" y="17592"/>
                </a:cubicBezTo>
                <a:cubicBezTo>
                  <a:pt x="33610" y="17475"/>
                  <a:pt x="33558" y="17358"/>
                  <a:pt x="33597" y="17254"/>
                </a:cubicBezTo>
                <a:lnTo>
                  <a:pt x="33597" y="17254"/>
                </a:lnTo>
                <a:cubicBezTo>
                  <a:pt x="33441" y="17579"/>
                  <a:pt x="33350" y="17891"/>
                  <a:pt x="33194" y="18217"/>
                </a:cubicBezTo>
                <a:cubicBezTo>
                  <a:pt x="33246" y="17995"/>
                  <a:pt x="33311" y="17774"/>
                  <a:pt x="33376" y="17553"/>
                </a:cubicBezTo>
                <a:lnTo>
                  <a:pt x="33376" y="17553"/>
                </a:lnTo>
                <a:cubicBezTo>
                  <a:pt x="33102" y="17905"/>
                  <a:pt x="32960" y="18347"/>
                  <a:pt x="32934" y="18789"/>
                </a:cubicBezTo>
                <a:cubicBezTo>
                  <a:pt x="32934" y="18581"/>
                  <a:pt x="32920" y="18373"/>
                  <a:pt x="32920" y="18165"/>
                </a:cubicBezTo>
                <a:cubicBezTo>
                  <a:pt x="32868" y="18281"/>
                  <a:pt x="32804" y="18425"/>
                  <a:pt x="32764" y="18568"/>
                </a:cubicBezTo>
                <a:cubicBezTo>
                  <a:pt x="32752" y="18516"/>
                  <a:pt x="32738" y="18477"/>
                  <a:pt x="32726" y="18425"/>
                </a:cubicBezTo>
                <a:cubicBezTo>
                  <a:pt x="32387" y="17162"/>
                  <a:pt x="31567" y="16043"/>
                  <a:pt x="30461" y="15341"/>
                </a:cubicBezTo>
                <a:cubicBezTo>
                  <a:pt x="30253" y="15211"/>
                  <a:pt x="30006" y="15159"/>
                  <a:pt x="29771" y="15094"/>
                </a:cubicBezTo>
                <a:lnTo>
                  <a:pt x="29771" y="15094"/>
                </a:lnTo>
                <a:cubicBezTo>
                  <a:pt x="29953" y="15185"/>
                  <a:pt x="30123" y="15276"/>
                  <a:pt x="30305" y="15367"/>
                </a:cubicBezTo>
                <a:cubicBezTo>
                  <a:pt x="30149" y="15341"/>
                  <a:pt x="29980" y="15328"/>
                  <a:pt x="29811" y="15302"/>
                </a:cubicBezTo>
                <a:lnTo>
                  <a:pt x="29811" y="15302"/>
                </a:lnTo>
                <a:cubicBezTo>
                  <a:pt x="30019" y="15380"/>
                  <a:pt x="30214" y="15458"/>
                  <a:pt x="30422" y="15536"/>
                </a:cubicBezTo>
                <a:cubicBezTo>
                  <a:pt x="30246" y="15489"/>
                  <a:pt x="30067" y="15466"/>
                  <a:pt x="29889" y="15466"/>
                </a:cubicBezTo>
                <a:cubicBezTo>
                  <a:pt x="29726" y="15466"/>
                  <a:pt x="29563" y="15485"/>
                  <a:pt x="29407" y="15523"/>
                </a:cubicBezTo>
                <a:cubicBezTo>
                  <a:pt x="29464" y="15520"/>
                  <a:pt x="29521" y="15518"/>
                  <a:pt x="29577" y="15518"/>
                </a:cubicBezTo>
                <a:cubicBezTo>
                  <a:pt x="30025" y="15518"/>
                  <a:pt x="30462" y="15609"/>
                  <a:pt x="30878" y="15771"/>
                </a:cubicBezTo>
                <a:lnTo>
                  <a:pt x="30552" y="15771"/>
                </a:lnTo>
                <a:lnTo>
                  <a:pt x="30942" y="15927"/>
                </a:lnTo>
                <a:cubicBezTo>
                  <a:pt x="30696" y="15913"/>
                  <a:pt x="30435" y="15887"/>
                  <a:pt x="30188" y="15875"/>
                </a:cubicBezTo>
                <a:lnTo>
                  <a:pt x="30188" y="15875"/>
                </a:lnTo>
                <a:cubicBezTo>
                  <a:pt x="30500" y="15979"/>
                  <a:pt x="30800" y="16069"/>
                  <a:pt x="31112" y="16173"/>
                </a:cubicBezTo>
                <a:cubicBezTo>
                  <a:pt x="30890" y="16173"/>
                  <a:pt x="30656" y="16187"/>
                  <a:pt x="30435" y="16199"/>
                </a:cubicBezTo>
                <a:cubicBezTo>
                  <a:pt x="30786" y="16225"/>
                  <a:pt x="31138" y="16330"/>
                  <a:pt x="31437" y="16512"/>
                </a:cubicBezTo>
                <a:cubicBezTo>
                  <a:pt x="31366" y="16504"/>
                  <a:pt x="31296" y="16500"/>
                  <a:pt x="31226" y="16500"/>
                </a:cubicBezTo>
                <a:cubicBezTo>
                  <a:pt x="31063" y="16500"/>
                  <a:pt x="30902" y="16523"/>
                  <a:pt x="30748" y="16577"/>
                </a:cubicBezTo>
                <a:cubicBezTo>
                  <a:pt x="30916" y="16616"/>
                  <a:pt x="31099" y="16655"/>
                  <a:pt x="31268" y="16707"/>
                </a:cubicBezTo>
                <a:cubicBezTo>
                  <a:pt x="31020" y="16720"/>
                  <a:pt x="30774" y="16746"/>
                  <a:pt x="30526" y="16772"/>
                </a:cubicBezTo>
                <a:cubicBezTo>
                  <a:pt x="30812" y="16812"/>
                  <a:pt x="31099" y="16864"/>
                  <a:pt x="31385" y="16902"/>
                </a:cubicBezTo>
                <a:cubicBezTo>
                  <a:pt x="30978" y="17015"/>
                  <a:pt x="30581" y="17119"/>
                  <a:pt x="30177" y="17220"/>
                </a:cubicBezTo>
                <a:lnTo>
                  <a:pt x="30177" y="17220"/>
                </a:lnTo>
                <a:cubicBezTo>
                  <a:pt x="30493" y="17149"/>
                  <a:pt x="30812" y="17114"/>
                  <a:pt x="31134" y="17114"/>
                </a:cubicBezTo>
                <a:cubicBezTo>
                  <a:pt x="31282" y="17114"/>
                  <a:pt x="31431" y="17122"/>
                  <a:pt x="31581" y="17136"/>
                </a:cubicBezTo>
                <a:lnTo>
                  <a:pt x="30800" y="17292"/>
                </a:lnTo>
                <a:lnTo>
                  <a:pt x="31581" y="17332"/>
                </a:lnTo>
                <a:cubicBezTo>
                  <a:pt x="31268" y="17410"/>
                  <a:pt x="30968" y="17488"/>
                  <a:pt x="30670" y="17566"/>
                </a:cubicBezTo>
                <a:cubicBezTo>
                  <a:pt x="30888" y="17509"/>
                  <a:pt x="31111" y="17478"/>
                  <a:pt x="31333" y="17478"/>
                </a:cubicBezTo>
                <a:cubicBezTo>
                  <a:pt x="31469" y="17478"/>
                  <a:pt x="31604" y="17489"/>
                  <a:pt x="31737" y="17514"/>
                </a:cubicBezTo>
                <a:cubicBezTo>
                  <a:pt x="31502" y="17579"/>
                  <a:pt x="31281" y="17644"/>
                  <a:pt x="31046" y="17696"/>
                </a:cubicBezTo>
                <a:cubicBezTo>
                  <a:pt x="31190" y="17673"/>
                  <a:pt x="31334" y="17663"/>
                  <a:pt x="31477" y="17663"/>
                </a:cubicBezTo>
                <a:cubicBezTo>
                  <a:pt x="31659" y="17663"/>
                  <a:pt x="31841" y="17680"/>
                  <a:pt x="32023" y="17709"/>
                </a:cubicBezTo>
                <a:cubicBezTo>
                  <a:pt x="31789" y="17787"/>
                  <a:pt x="31554" y="17853"/>
                  <a:pt x="31307" y="17917"/>
                </a:cubicBezTo>
                <a:lnTo>
                  <a:pt x="31711" y="17957"/>
                </a:lnTo>
                <a:cubicBezTo>
                  <a:pt x="31502" y="18035"/>
                  <a:pt x="31281" y="18099"/>
                  <a:pt x="31060" y="18177"/>
                </a:cubicBezTo>
                <a:cubicBezTo>
                  <a:pt x="31008" y="18113"/>
                  <a:pt x="30956" y="18061"/>
                  <a:pt x="30890" y="18009"/>
                </a:cubicBezTo>
                <a:lnTo>
                  <a:pt x="30890" y="18009"/>
                </a:lnTo>
                <a:cubicBezTo>
                  <a:pt x="30968" y="18139"/>
                  <a:pt x="31046" y="18269"/>
                  <a:pt x="31112" y="18399"/>
                </a:cubicBezTo>
                <a:cubicBezTo>
                  <a:pt x="31099" y="18412"/>
                  <a:pt x="31086" y="18412"/>
                  <a:pt x="31073" y="18412"/>
                </a:cubicBezTo>
                <a:cubicBezTo>
                  <a:pt x="30916" y="18203"/>
                  <a:pt x="30774" y="17995"/>
                  <a:pt x="30604" y="17787"/>
                </a:cubicBezTo>
                <a:lnTo>
                  <a:pt x="30604" y="17787"/>
                </a:lnTo>
                <a:cubicBezTo>
                  <a:pt x="30670" y="17879"/>
                  <a:pt x="30644" y="17995"/>
                  <a:pt x="30682" y="18113"/>
                </a:cubicBezTo>
                <a:cubicBezTo>
                  <a:pt x="30670" y="18099"/>
                  <a:pt x="30656" y="18087"/>
                  <a:pt x="30630" y="18073"/>
                </a:cubicBezTo>
                <a:cubicBezTo>
                  <a:pt x="30279" y="17618"/>
                  <a:pt x="29901" y="17202"/>
                  <a:pt x="29394" y="16902"/>
                </a:cubicBezTo>
                <a:lnTo>
                  <a:pt x="29394" y="16902"/>
                </a:lnTo>
                <a:cubicBezTo>
                  <a:pt x="29589" y="17098"/>
                  <a:pt x="29785" y="17306"/>
                  <a:pt x="29980" y="17501"/>
                </a:cubicBezTo>
                <a:cubicBezTo>
                  <a:pt x="29603" y="17214"/>
                  <a:pt x="29212" y="16942"/>
                  <a:pt x="28808" y="16694"/>
                </a:cubicBezTo>
                <a:lnTo>
                  <a:pt x="28808" y="16694"/>
                </a:lnTo>
                <a:cubicBezTo>
                  <a:pt x="28952" y="16812"/>
                  <a:pt x="29082" y="16916"/>
                  <a:pt x="29225" y="17032"/>
                </a:cubicBezTo>
                <a:cubicBezTo>
                  <a:pt x="28926" y="16838"/>
                  <a:pt x="28588" y="16720"/>
                  <a:pt x="28236" y="16655"/>
                </a:cubicBezTo>
                <a:lnTo>
                  <a:pt x="28236" y="16655"/>
                </a:lnTo>
                <a:cubicBezTo>
                  <a:pt x="28366" y="16733"/>
                  <a:pt x="28510" y="16798"/>
                  <a:pt x="28640" y="16876"/>
                </a:cubicBezTo>
                <a:cubicBezTo>
                  <a:pt x="28536" y="16864"/>
                  <a:pt x="28418" y="16850"/>
                  <a:pt x="28301" y="16850"/>
                </a:cubicBezTo>
                <a:cubicBezTo>
                  <a:pt x="28418" y="16876"/>
                  <a:pt x="28522" y="16916"/>
                  <a:pt x="28626" y="16968"/>
                </a:cubicBezTo>
                <a:cubicBezTo>
                  <a:pt x="28484" y="16994"/>
                  <a:pt x="28340" y="17020"/>
                  <a:pt x="28223" y="17058"/>
                </a:cubicBezTo>
                <a:cubicBezTo>
                  <a:pt x="28392" y="17072"/>
                  <a:pt x="28652" y="17098"/>
                  <a:pt x="28822" y="17110"/>
                </a:cubicBezTo>
                <a:cubicBezTo>
                  <a:pt x="28614" y="17176"/>
                  <a:pt x="28406" y="17254"/>
                  <a:pt x="28197" y="17318"/>
                </a:cubicBezTo>
                <a:cubicBezTo>
                  <a:pt x="28496" y="17332"/>
                  <a:pt x="28887" y="17332"/>
                  <a:pt x="29173" y="17358"/>
                </a:cubicBezTo>
                <a:cubicBezTo>
                  <a:pt x="28848" y="17371"/>
                  <a:pt x="28548" y="17488"/>
                  <a:pt x="28301" y="17709"/>
                </a:cubicBezTo>
                <a:cubicBezTo>
                  <a:pt x="28536" y="17579"/>
                  <a:pt x="28808" y="17488"/>
                  <a:pt x="29082" y="17462"/>
                </a:cubicBezTo>
                <a:lnTo>
                  <a:pt x="29082" y="17462"/>
                </a:lnTo>
                <a:cubicBezTo>
                  <a:pt x="28922" y="17561"/>
                  <a:pt x="28762" y="17659"/>
                  <a:pt x="28591" y="17758"/>
                </a:cubicBezTo>
                <a:lnTo>
                  <a:pt x="28591" y="17758"/>
                </a:lnTo>
                <a:cubicBezTo>
                  <a:pt x="28804" y="17639"/>
                  <a:pt x="29041" y="17578"/>
                  <a:pt x="29277" y="17566"/>
                </a:cubicBezTo>
                <a:lnTo>
                  <a:pt x="29277" y="17566"/>
                </a:lnTo>
                <a:cubicBezTo>
                  <a:pt x="29017" y="17683"/>
                  <a:pt x="28770" y="17839"/>
                  <a:pt x="28562" y="18047"/>
                </a:cubicBezTo>
                <a:cubicBezTo>
                  <a:pt x="28800" y="17833"/>
                  <a:pt x="29114" y="17706"/>
                  <a:pt x="29425" y="17706"/>
                </a:cubicBezTo>
                <a:cubicBezTo>
                  <a:pt x="29454" y="17706"/>
                  <a:pt x="29482" y="17707"/>
                  <a:pt x="29511" y="17709"/>
                </a:cubicBezTo>
                <a:cubicBezTo>
                  <a:pt x="29381" y="17774"/>
                  <a:pt x="29303" y="17826"/>
                  <a:pt x="29160" y="17891"/>
                </a:cubicBezTo>
                <a:cubicBezTo>
                  <a:pt x="29272" y="17856"/>
                  <a:pt x="29385" y="17839"/>
                  <a:pt x="29501" y="17839"/>
                </a:cubicBezTo>
                <a:cubicBezTo>
                  <a:pt x="29560" y="17839"/>
                  <a:pt x="29619" y="17844"/>
                  <a:pt x="29681" y="17853"/>
                </a:cubicBezTo>
                <a:cubicBezTo>
                  <a:pt x="29368" y="17969"/>
                  <a:pt x="29121" y="18125"/>
                  <a:pt x="28874" y="18333"/>
                </a:cubicBezTo>
                <a:cubicBezTo>
                  <a:pt x="29160" y="18203"/>
                  <a:pt x="29459" y="18139"/>
                  <a:pt x="29759" y="18113"/>
                </a:cubicBezTo>
                <a:lnTo>
                  <a:pt x="29759" y="18113"/>
                </a:lnTo>
                <a:cubicBezTo>
                  <a:pt x="29603" y="18177"/>
                  <a:pt x="29459" y="18243"/>
                  <a:pt x="29290" y="18295"/>
                </a:cubicBezTo>
                <a:cubicBezTo>
                  <a:pt x="29473" y="18243"/>
                  <a:pt x="29655" y="18217"/>
                  <a:pt x="29849" y="18203"/>
                </a:cubicBezTo>
                <a:lnTo>
                  <a:pt x="29849" y="18203"/>
                </a:lnTo>
                <a:cubicBezTo>
                  <a:pt x="29615" y="18269"/>
                  <a:pt x="29394" y="18373"/>
                  <a:pt x="29199" y="18503"/>
                </a:cubicBezTo>
                <a:cubicBezTo>
                  <a:pt x="29371" y="18456"/>
                  <a:pt x="29548" y="18433"/>
                  <a:pt x="29725" y="18433"/>
                </a:cubicBezTo>
                <a:cubicBezTo>
                  <a:pt x="29841" y="18433"/>
                  <a:pt x="29957" y="18443"/>
                  <a:pt x="30071" y="18464"/>
                </a:cubicBezTo>
                <a:cubicBezTo>
                  <a:pt x="29901" y="18516"/>
                  <a:pt x="29745" y="18594"/>
                  <a:pt x="29589" y="18685"/>
                </a:cubicBezTo>
                <a:cubicBezTo>
                  <a:pt x="29697" y="18631"/>
                  <a:pt x="29824" y="18602"/>
                  <a:pt x="29948" y="18602"/>
                </a:cubicBezTo>
                <a:cubicBezTo>
                  <a:pt x="30003" y="18602"/>
                  <a:pt x="30058" y="18608"/>
                  <a:pt x="30110" y="18620"/>
                </a:cubicBezTo>
                <a:cubicBezTo>
                  <a:pt x="29941" y="18685"/>
                  <a:pt x="29771" y="18776"/>
                  <a:pt x="29629" y="18880"/>
                </a:cubicBezTo>
                <a:cubicBezTo>
                  <a:pt x="29851" y="18798"/>
                  <a:pt x="30084" y="18748"/>
                  <a:pt x="30319" y="18748"/>
                </a:cubicBezTo>
                <a:cubicBezTo>
                  <a:pt x="30345" y="18748"/>
                  <a:pt x="30370" y="18749"/>
                  <a:pt x="30396" y="18750"/>
                </a:cubicBezTo>
                <a:cubicBezTo>
                  <a:pt x="30136" y="18919"/>
                  <a:pt x="29875" y="19088"/>
                  <a:pt x="29603" y="19258"/>
                </a:cubicBezTo>
                <a:cubicBezTo>
                  <a:pt x="29901" y="19126"/>
                  <a:pt x="30222" y="19061"/>
                  <a:pt x="30555" y="19061"/>
                </a:cubicBezTo>
                <a:cubicBezTo>
                  <a:pt x="30585" y="19061"/>
                  <a:pt x="30614" y="19061"/>
                  <a:pt x="30644" y="19062"/>
                </a:cubicBezTo>
                <a:cubicBezTo>
                  <a:pt x="30422" y="19166"/>
                  <a:pt x="30214" y="19284"/>
                  <a:pt x="29993" y="19388"/>
                </a:cubicBezTo>
                <a:cubicBezTo>
                  <a:pt x="30201" y="19322"/>
                  <a:pt x="30409" y="19296"/>
                  <a:pt x="30618" y="19296"/>
                </a:cubicBezTo>
                <a:cubicBezTo>
                  <a:pt x="30383" y="19388"/>
                  <a:pt x="30175" y="19505"/>
                  <a:pt x="29980" y="19661"/>
                </a:cubicBezTo>
                <a:cubicBezTo>
                  <a:pt x="30253" y="19596"/>
                  <a:pt x="30592" y="19478"/>
                  <a:pt x="30852" y="19414"/>
                </a:cubicBezTo>
                <a:lnTo>
                  <a:pt x="30852" y="19414"/>
                </a:lnTo>
                <a:cubicBezTo>
                  <a:pt x="30696" y="19518"/>
                  <a:pt x="30540" y="19609"/>
                  <a:pt x="30383" y="19713"/>
                </a:cubicBezTo>
                <a:cubicBezTo>
                  <a:pt x="30578" y="19648"/>
                  <a:pt x="30748" y="19635"/>
                  <a:pt x="30956" y="19635"/>
                </a:cubicBezTo>
                <a:cubicBezTo>
                  <a:pt x="30644" y="19739"/>
                  <a:pt x="30357" y="19921"/>
                  <a:pt x="30136" y="20181"/>
                </a:cubicBezTo>
                <a:cubicBezTo>
                  <a:pt x="30383" y="19947"/>
                  <a:pt x="30722" y="19843"/>
                  <a:pt x="31046" y="19765"/>
                </a:cubicBezTo>
                <a:lnTo>
                  <a:pt x="31046" y="19765"/>
                </a:lnTo>
                <a:cubicBezTo>
                  <a:pt x="30812" y="19895"/>
                  <a:pt x="30592" y="20051"/>
                  <a:pt x="30409" y="20233"/>
                </a:cubicBezTo>
                <a:cubicBezTo>
                  <a:pt x="30383" y="20181"/>
                  <a:pt x="30344" y="20129"/>
                  <a:pt x="30318" y="20091"/>
                </a:cubicBezTo>
                <a:lnTo>
                  <a:pt x="30318" y="20091"/>
                </a:lnTo>
                <a:cubicBezTo>
                  <a:pt x="30331" y="20155"/>
                  <a:pt x="30344" y="20207"/>
                  <a:pt x="30357" y="20273"/>
                </a:cubicBezTo>
                <a:cubicBezTo>
                  <a:pt x="30318" y="20311"/>
                  <a:pt x="30279" y="20363"/>
                  <a:pt x="30240" y="20403"/>
                </a:cubicBezTo>
                <a:cubicBezTo>
                  <a:pt x="29941" y="20129"/>
                  <a:pt x="29589" y="19895"/>
                  <a:pt x="29212" y="19739"/>
                </a:cubicBezTo>
                <a:lnTo>
                  <a:pt x="29212" y="19739"/>
                </a:lnTo>
                <a:cubicBezTo>
                  <a:pt x="29485" y="19999"/>
                  <a:pt x="29771" y="20259"/>
                  <a:pt x="30045" y="20519"/>
                </a:cubicBezTo>
                <a:cubicBezTo>
                  <a:pt x="29641" y="20195"/>
                  <a:pt x="29173" y="19934"/>
                  <a:pt x="28666" y="19778"/>
                </a:cubicBezTo>
                <a:lnTo>
                  <a:pt x="28666" y="19778"/>
                </a:lnTo>
                <a:lnTo>
                  <a:pt x="29303" y="20247"/>
                </a:lnTo>
                <a:cubicBezTo>
                  <a:pt x="28756" y="19869"/>
                  <a:pt x="28119" y="19648"/>
                  <a:pt x="27455" y="19583"/>
                </a:cubicBezTo>
                <a:lnTo>
                  <a:pt x="27455" y="19583"/>
                </a:lnTo>
                <a:cubicBezTo>
                  <a:pt x="27846" y="19713"/>
                  <a:pt x="28223" y="19895"/>
                  <a:pt x="28562" y="20143"/>
                </a:cubicBezTo>
                <a:cubicBezTo>
                  <a:pt x="28158" y="19947"/>
                  <a:pt x="27729" y="19843"/>
                  <a:pt x="27299" y="19817"/>
                </a:cubicBezTo>
                <a:lnTo>
                  <a:pt x="27299" y="19817"/>
                </a:lnTo>
                <a:cubicBezTo>
                  <a:pt x="27533" y="19882"/>
                  <a:pt x="27781" y="19986"/>
                  <a:pt x="28002" y="20103"/>
                </a:cubicBezTo>
                <a:cubicBezTo>
                  <a:pt x="27833" y="20065"/>
                  <a:pt x="27663" y="20012"/>
                  <a:pt x="27495" y="19973"/>
                </a:cubicBezTo>
                <a:lnTo>
                  <a:pt x="27495" y="19973"/>
                </a:lnTo>
                <a:lnTo>
                  <a:pt x="27807" y="20129"/>
                </a:lnTo>
                <a:cubicBezTo>
                  <a:pt x="27484" y="20006"/>
                  <a:pt x="27147" y="19952"/>
                  <a:pt x="26806" y="19952"/>
                </a:cubicBezTo>
                <a:cubicBezTo>
                  <a:pt x="26680" y="19952"/>
                  <a:pt x="26554" y="19959"/>
                  <a:pt x="26428" y="19973"/>
                </a:cubicBezTo>
                <a:cubicBezTo>
                  <a:pt x="26448" y="19971"/>
                  <a:pt x="26469" y="19971"/>
                  <a:pt x="26490" y="19971"/>
                </a:cubicBezTo>
                <a:cubicBezTo>
                  <a:pt x="26637" y="19971"/>
                  <a:pt x="26784" y="20010"/>
                  <a:pt x="26909" y="20091"/>
                </a:cubicBezTo>
                <a:cubicBezTo>
                  <a:pt x="26622" y="20051"/>
                  <a:pt x="26336" y="20025"/>
                  <a:pt x="26050" y="19986"/>
                </a:cubicBezTo>
                <a:lnTo>
                  <a:pt x="26050" y="19986"/>
                </a:lnTo>
                <a:cubicBezTo>
                  <a:pt x="26142" y="20012"/>
                  <a:pt x="26220" y="20025"/>
                  <a:pt x="26298" y="20051"/>
                </a:cubicBezTo>
                <a:cubicBezTo>
                  <a:pt x="26050" y="20065"/>
                  <a:pt x="25816" y="20091"/>
                  <a:pt x="25581" y="20117"/>
                </a:cubicBezTo>
                <a:cubicBezTo>
                  <a:pt x="25612" y="20114"/>
                  <a:pt x="25643" y="20113"/>
                  <a:pt x="25673" y="20113"/>
                </a:cubicBezTo>
                <a:cubicBezTo>
                  <a:pt x="25828" y="20113"/>
                  <a:pt x="25987" y="20142"/>
                  <a:pt x="26128" y="20207"/>
                </a:cubicBezTo>
                <a:cubicBezTo>
                  <a:pt x="26055" y="20199"/>
                  <a:pt x="25981" y="20194"/>
                  <a:pt x="25905" y="20194"/>
                </a:cubicBezTo>
                <a:cubicBezTo>
                  <a:pt x="25753" y="20194"/>
                  <a:pt x="25596" y="20212"/>
                  <a:pt x="25439" y="20247"/>
                </a:cubicBezTo>
                <a:cubicBezTo>
                  <a:pt x="25621" y="20247"/>
                  <a:pt x="25790" y="20259"/>
                  <a:pt x="25959" y="20273"/>
                </a:cubicBezTo>
                <a:cubicBezTo>
                  <a:pt x="25933" y="20285"/>
                  <a:pt x="25907" y="20299"/>
                  <a:pt x="25881" y="20337"/>
                </a:cubicBezTo>
                <a:cubicBezTo>
                  <a:pt x="25946" y="20325"/>
                  <a:pt x="26011" y="20325"/>
                  <a:pt x="26089" y="20325"/>
                </a:cubicBezTo>
                <a:cubicBezTo>
                  <a:pt x="25954" y="20441"/>
                  <a:pt x="25825" y="20558"/>
                  <a:pt x="25692" y="20674"/>
                </a:cubicBezTo>
                <a:lnTo>
                  <a:pt x="25692" y="20674"/>
                </a:lnTo>
                <a:cubicBezTo>
                  <a:pt x="25909" y="20510"/>
                  <a:pt x="26175" y="20411"/>
                  <a:pt x="26440" y="20389"/>
                </a:cubicBezTo>
                <a:lnTo>
                  <a:pt x="26440" y="20389"/>
                </a:lnTo>
                <a:cubicBezTo>
                  <a:pt x="26376" y="20441"/>
                  <a:pt x="26324" y="20493"/>
                  <a:pt x="26258" y="20545"/>
                </a:cubicBezTo>
                <a:lnTo>
                  <a:pt x="26610" y="20467"/>
                </a:lnTo>
                <a:lnTo>
                  <a:pt x="26610" y="20467"/>
                </a:lnTo>
                <a:cubicBezTo>
                  <a:pt x="26506" y="20571"/>
                  <a:pt x="26388" y="20663"/>
                  <a:pt x="26284" y="20754"/>
                </a:cubicBezTo>
                <a:cubicBezTo>
                  <a:pt x="26518" y="20663"/>
                  <a:pt x="26740" y="20585"/>
                  <a:pt x="26974" y="20507"/>
                </a:cubicBezTo>
                <a:lnTo>
                  <a:pt x="26974" y="20507"/>
                </a:lnTo>
                <a:cubicBezTo>
                  <a:pt x="26648" y="20715"/>
                  <a:pt x="26376" y="21001"/>
                  <a:pt x="26180" y="21326"/>
                </a:cubicBezTo>
                <a:cubicBezTo>
                  <a:pt x="26584" y="20897"/>
                  <a:pt x="27143" y="20611"/>
                  <a:pt x="27729" y="20533"/>
                </a:cubicBezTo>
                <a:lnTo>
                  <a:pt x="27729" y="20533"/>
                </a:lnTo>
                <a:cubicBezTo>
                  <a:pt x="27559" y="20676"/>
                  <a:pt x="27391" y="20806"/>
                  <a:pt x="27221" y="20936"/>
                </a:cubicBezTo>
                <a:cubicBezTo>
                  <a:pt x="27339" y="20910"/>
                  <a:pt x="27443" y="20871"/>
                  <a:pt x="27559" y="20845"/>
                </a:cubicBezTo>
                <a:lnTo>
                  <a:pt x="27559" y="20845"/>
                </a:lnTo>
                <a:cubicBezTo>
                  <a:pt x="27443" y="20949"/>
                  <a:pt x="27339" y="21053"/>
                  <a:pt x="27221" y="21144"/>
                </a:cubicBezTo>
                <a:cubicBezTo>
                  <a:pt x="27391" y="21040"/>
                  <a:pt x="27573" y="20949"/>
                  <a:pt x="27767" y="20897"/>
                </a:cubicBezTo>
                <a:lnTo>
                  <a:pt x="27767" y="20897"/>
                </a:lnTo>
                <a:cubicBezTo>
                  <a:pt x="27429" y="21092"/>
                  <a:pt x="27130" y="21352"/>
                  <a:pt x="26883" y="21652"/>
                </a:cubicBezTo>
                <a:cubicBezTo>
                  <a:pt x="27273" y="21288"/>
                  <a:pt x="27781" y="21027"/>
                  <a:pt x="28314" y="20910"/>
                </a:cubicBezTo>
                <a:lnTo>
                  <a:pt x="28314" y="20910"/>
                </a:lnTo>
                <a:cubicBezTo>
                  <a:pt x="28106" y="21040"/>
                  <a:pt x="27911" y="21196"/>
                  <a:pt x="27729" y="21378"/>
                </a:cubicBezTo>
                <a:cubicBezTo>
                  <a:pt x="27885" y="21288"/>
                  <a:pt x="28041" y="21210"/>
                  <a:pt x="28197" y="21132"/>
                </a:cubicBezTo>
                <a:lnTo>
                  <a:pt x="28197" y="21132"/>
                </a:lnTo>
                <a:cubicBezTo>
                  <a:pt x="27950" y="21288"/>
                  <a:pt x="27741" y="21508"/>
                  <a:pt x="27611" y="21769"/>
                </a:cubicBezTo>
                <a:cubicBezTo>
                  <a:pt x="27833" y="21522"/>
                  <a:pt x="28119" y="21326"/>
                  <a:pt x="28444" y="21236"/>
                </a:cubicBezTo>
                <a:lnTo>
                  <a:pt x="28444" y="21236"/>
                </a:lnTo>
                <a:cubicBezTo>
                  <a:pt x="28210" y="21378"/>
                  <a:pt x="28041" y="21560"/>
                  <a:pt x="27937" y="21808"/>
                </a:cubicBezTo>
                <a:cubicBezTo>
                  <a:pt x="28301" y="21482"/>
                  <a:pt x="28770" y="21274"/>
                  <a:pt x="29264" y="21210"/>
                </a:cubicBezTo>
                <a:lnTo>
                  <a:pt x="29264" y="21210"/>
                </a:lnTo>
                <a:cubicBezTo>
                  <a:pt x="29082" y="21352"/>
                  <a:pt x="28900" y="21482"/>
                  <a:pt x="28718" y="21612"/>
                </a:cubicBezTo>
                <a:cubicBezTo>
                  <a:pt x="28900" y="21496"/>
                  <a:pt x="29108" y="21404"/>
                  <a:pt x="29316" y="21352"/>
                </a:cubicBezTo>
                <a:lnTo>
                  <a:pt x="29316" y="21352"/>
                </a:lnTo>
                <a:cubicBezTo>
                  <a:pt x="29029" y="21580"/>
                  <a:pt x="28752" y="21819"/>
                  <a:pt x="28486" y="22079"/>
                </a:cubicBezTo>
                <a:lnTo>
                  <a:pt x="28486" y="22079"/>
                </a:lnTo>
                <a:cubicBezTo>
                  <a:pt x="28857" y="21728"/>
                  <a:pt x="29348" y="21505"/>
                  <a:pt x="29849" y="21456"/>
                </a:cubicBezTo>
                <a:lnTo>
                  <a:pt x="29849" y="21456"/>
                </a:lnTo>
                <a:cubicBezTo>
                  <a:pt x="29577" y="21586"/>
                  <a:pt x="29303" y="21743"/>
                  <a:pt x="29043" y="21912"/>
                </a:cubicBezTo>
                <a:cubicBezTo>
                  <a:pt x="29266" y="21778"/>
                  <a:pt x="29518" y="21711"/>
                  <a:pt x="29766" y="21711"/>
                </a:cubicBezTo>
                <a:cubicBezTo>
                  <a:pt x="29807" y="21711"/>
                  <a:pt x="29848" y="21713"/>
                  <a:pt x="29889" y="21717"/>
                </a:cubicBezTo>
                <a:cubicBezTo>
                  <a:pt x="29381" y="21847"/>
                  <a:pt x="28887" y="22146"/>
                  <a:pt x="28574" y="22575"/>
                </a:cubicBezTo>
                <a:cubicBezTo>
                  <a:pt x="29030" y="22199"/>
                  <a:pt x="30578" y="21664"/>
                  <a:pt x="31164" y="21560"/>
                </a:cubicBezTo>
                <a:cubicBezTo>
                  <a:pt x="31164" y="21560"/>
                  <a:pt x="31294" y="21664"/>
                  <a:pt x="31463" y="21834"/>
                </a:cubicBezTo>
                <a:cubicBezTo>
                  <a:pt x="31450" y="21847"/>
                  <a:pt x="31450" y="21860"/>
                  <a:pt x="31437" y="21873"/>
                </a:cubicBezTo>
                <a:lnTo>
                  <a:pt x="31437" y="21886"/>
                </a:lnTo>
                <a:cubicBezTo>
                  <a:pt x="31385" y="21990"/>
                  <a:pt x="31385" y="22133"/>
                  <a:pt x="31424" y="22277"/>
                </a:cubicBezTo>
                <a:cubicBezTo>
                  <a:pt x="31125" y="22329"/>
                  <a:pt x="30826" y="22393"/>
                  <a:pt x="30540" y="22485"/>
                </a:cubicBezTo>
                <a:cubicBezTo>
                  <a:pt x="30227" y="22393"/>
                  <a:pt x="29927" y="22407"/>
                  <a:pt x="29785" y="22289"/>
                </a:cubicBezTo>
                <a:lnTo>
                  <a:pt x="29785" y="22289"/>
                </a:lnTo>
                <a:cubicBezTo>
                  <a:pt x="29875" y="22367"/>
                  <a:pt x="29967" y="22433"/>
                  <a:pt x="30058" y="22511"/>
                </a:cubicBezTo>
                <a:cubicBezTo>
                  <a:pt x="29939" y="22479"/>
                  <a:pt x="29817" y="22463"/>
                  <a:pt x="29697" y="22463"/>
                </a:cubicBezTo>
                <a:cubicBezTo>
                  <a:pt x="29472" y="22463"/>
                  <a:pt x="29250" y="22518"/>
                  <a:pt x="29056" y="22627"/>
                </a:cubicBezTo>
                <a:cubicBezTo>
                  <a:pt x="29069" y="22628"/>
                  <a:pt x="29082" y="22629"/>
                  <a:pt x="29095" y="22629"/>
                </a:cubicBezTo>
                <a:cubicBezTo>
                  <a:pt x="29261" y="22629"/>
                  <a:pt x="29477" y="22561"/>
                  <a:pt x="29652" y="22561"/>
                </a:cubicBezTo>
                <a:cubicBezTo>
                  <a:pt x="29666" y="22561"/>
                  <a:pt x="29680" y="22562"/>
                  <a:pt x="29693" y="22563"/>
                </a:cubicBezTo>
                <a:cubicBezTo>
                  <a:pt x="29199" y="22601"/>
                  <a:pt x="28640" y="22888"/>
                  <a:pt x="28249" y="23200"/>
                </a:cubicBezTo>
                <a:cubicBezTo>
                  <a:pt x="28484" y="23148"/>
                  <a:pt x="28730" y="23096"/>
                  <a:pt x="28978" y="23057"/>
                </a:cubicBezTo>
                <a:lnTo>
                  <a:pt x="28978" y="23057"/>
                </a:lnTo>
                <a:cubicBezTo>
                  <a:pt x="28470" y="23187"/>
                  <a:pt x="28002" y="23486"/>
                  <a:pt x="27651" y="23877"/>
                </a:cubicBezTo>
                <a:cubicBezTo>
                  <a:pt x="27885" y="23746"/>
                  <a:pt x="28132" y="23616"/>
                  <a:pt x="28380" y="23500"/>
                </a:cubicBezTo>
                <a:lnTo>
                  <a:pt x="28380" y="23500"/>
                </a:lnTo>
                <a:cubicBezTo>
                  <a:pt x="28041" y="23760"/>
                  <a:pt x="27703" y="23955"/>
                  <a:pt x="27365" y="24202"/>
                </a:cubicBezTo>
                <a:cubicBezTo>
                  <a:pt x="27481" y="24137"/>
                  <a:pt x="27625" y="24163"/>
                  <a:pt x="27767" y="24124"/>
                </a:cubicBezTo>
                <a:lnTo>
                  <a:pt x="27767" y="24124"/>
                </a:lnTo>
                <a:lnTo>
                  <a:pt x="27703" y="24189"/>
                </a:lnTo>
                <a:cubicBezTo>
                  <a:pt x="27208" y="24553"/>
                  <a:pt x="26766" y="24931"/>
                  <a:pt x="26402" y="25425"/>
                </a:cubicBezTo>
                <a:cubicBezTo>
                  <a:pt x="26376" y="25373"/>
                  <a:pt x="26362" y="25321"/>
                  <a:pt x="26336" y="25295"/>
                </a:cubicBezTo>
                <a:cubicBezTo>
                  <a:pt x="26323" y="25289"/>
                  <a:pt x="26301" y="25289"/>
                  <a:pt x="26278" y="25289"/>
                </a:cubicBezTo>
                <a:cubicBezTo>
                  <a:pt x="26255" y="25289"/>
                  <a:pt x="26233" y="25289"/>
                  <a:pt x="26220" y="25282"/>
                </a:cubicBezTo>
                <a:cubicBezTo>
                  <a:pt x="26168" y="25243"/>
                  <a:pt x="26206" y="25243"/>
                  <a:pt x="26180" y="25191"/>
                </a:cubicBezTo>
                <a:cubicBezTo>
                  <a:pt x="26128" y="25074"/>
                  <a:pt x="26115" y="25139"/>
                  <a:pt x="26024" y="25100"/>
                </a:cubicBezTo>
                <a:cubicBezTo>
                  <a:pt x="25855" y="24996"/>
                  <a:pt x="26128" y="24709"/>
                  <a:pt x="26206" y="24619"/>
                </a:cubicBezTo>
                <a:cubicBezTo>
                  <a:pt x="26246" y="24567"/>
                  <a:pt x="26298" y="24553"/>
                  <a:pt x="26350" y="24515"/>
                </a:cubicBezTo>
                <a:cubicBezTo>
                  <a:pt x="26402" y="24463"/>
                  <a:pt x="26440" y="24371"/>
                  <a:pt x="26480" y="24306"/>
                </a:cubicBezTo>
                <a:cubicBezTo>
                  <a:pt x="26558" y="24163"/>
                  <a:pt x="26622" y="24098"/>
                  <a:pt x="26622" y="23929"/>
                </a:cubicBezTo>
                <a:cubicBezTo>
                  <a:pt x="26622" y="23694"/>
                  <a:pt x="26596" y="23552"/>
                  <a:pt x="26466" y="23382"/>
                </a:cubicBezTo>
                <a:cubicBezTo>
                  <a:pt x="26350" y="23239"/>
                  <a:pt x="26246" y="23344"/>
                  <a:pt x="26102" y="23252"/>
                </a:cubicBezTo>
                <a:cubicBezTo>
                  <a:pt x="26024" y="23213"/>
                  <a:pt x="25998" y="23109"/>
                  <a:pt x="25933" y="23031"/>
                </a:cubicBezTo>
                <a:cubicBezTo>
                  <a:pt x="25855" y="22953"/>
                  <a:pt x="25816" y="22901"/>
                  <a:pt x="25790" y="22784"/>
                </a:cubicBezTo>
                <a:cubicBezTo>
                  <a:pt x="25738" y="22563"/>
                  <a:pt x="25699" y="22419"/>
                  <a:pt x="25555" y="22237"/>
                </a:cubicBezTo>
                <a:cubicBezTo>
                  <a:pt x="25465" y="22133"/>
                  <a:pt x="25439" y="22003"/>
                  <a:pt x="25373" y="21873"/>
                </a:cubicBezTo>
                <a:cubicBezTo>
                  <a:pt x="25301" y="21703"/>
                  <a:pt x="25160" y="21466"/>
                  <a:pt x="24952" y="21466"/>
                </a:cubicBezTo>
                <a:cubicBezTo>
                  <a:pt x="24937" y="21466"/>
                  <a:pt x="24921" y="21467"/>
                  <a:pt x="24905" y="21470"/>
                </a:cubicBezTo>
                <a:cubicBezTo>
                  <a:pt x="24775" y="21496"/>
                  <a:pt x="24658" y="21574"/>
                  <a:pt x="24514" y="21574"/>
                </a:cubicBezTo>
                <a:cubicBezTo>
                  <a:pt x="24475" y="21574"/>
                  <a:pt x="24435" y="21570"/>
                  <a:pt x="24395" y="21570"/>
                </a:cubicBezTo>
                <a:cubicBezTo>
                  <a:pt x="24357" y="21570"/>
                  <a:pt x="24319" y="21574"/>
                  <a:pt x="24280" y="21586"/>
                </a:cubicBezTo>
                <a:cubicBezTo>
                  <a:pt x="24223" y="21596"/>
                  <a:pt x="24131" y="21627"/>
                  <a:pt x="24055" y="21627"/>
                </a:cubicBezTo>
                <a:cubicBezTo>
                  <a:pt x="24028" y="21627"/>
                  <a:pt x="24002" y="21623"/>
                  <a:pt x="23982" y="21612"/>
                </a:cubicBezTo>
                <a:cubicBezTo>
                  <a:pt x="23916" y="21586"/>
                  <a:pt x="23877" y="21470"/>
                  <a:pt x="23851" y="21418"/>
                </a:cubicBezTo>
                <a:cubicBezTo>
                  <a:pt x="23812" y="21352"/>
                  <a:pt x="23747" y="21300"/>
                  <a:pt x="23786" y="21196"/>
                </a:cubicBezTo>
                <a:cubicBezTo>
                  <a:pt x="23825" y="21092"/>
                  <a:pt x="23956" y="21040"/>
                  <a:pt x="24060" y="20988"/>
                </a:cubicBezTo>
                <a:cubicBezTo>
                  <a:pt x="24216" y="20923"/>
                  <a:pt x="24346" y="20884"/>
                  <a:pt x="24514" y="20884"/>
                </a:cubicBezTo>
                <a:cubicBezTo>
                  <a:pt x="24549" y="20884"/>
                  <a:pt x="24625" y="20901"/>
                  <a:pt x="24682" y="20901"/>
                </a:cubicBezTo>
                <a:cubicBezTo>
                  <a:pt x="24711" y="20901"/>
                  <a:pt x="24736" y="20897"/>
                  <a:pt x="24749" y="20884"/>
                </a:cubicBezTo>
                <a:cubicBezTo>
                  <a:pt x="24840" y="20806"/>
                  <a:pt x="24723" y="20467"/>
                  <a:pt x="24697" y="20389"/>
                </a:cubicBezTo>
                <a:cubicBezTo>
                  <a:pt x="24671" y="20311"/>
                  <a:pt x="24671" y="20233"/>
                  <a:pt x="24632" y="20155"/>
                </a:cubicBezTo>
                <a:cubicBezTo>
                  <a:pt x="24580" y="20039"/>
                  <a:pt x="24554" y="20065"/>
                  <a:pt x="24450" y="20051"/>
                </a:cubicBezTo>
                <a:cubicBezTo>
                  <a:pt x="24332" y="20051"/>
                  <a:pt x="24242" y="19999"/>
                  <a:pt x="24124" y="19999"/>
                </a:cubicBezTo>
                <a:cubicBezTo>
                  <a:pt x="24064" y="19999"/>
                  <a:pt x="23991" y="20011"/>
                  <a:pt x="23923" y="20011"/>
                </a:cubicBezTo>
                <a:cubicBezTo>
                  <a:pt x="23889" y="20011"/>
                  <a:pt x="23856" y="20008"/>
                  <a:pt x="23825" y="19999"/>
                </a:cubicBezTo>
                <a:cubicBezTo>
                  <a:pt x="23741" y="19975"/>
                  <a:pt x="23702" y="19907"/>
                  <a:pt x="23615" y="19907"/>
                </a:cubicBezTo>
                <a:cubicBezTo>
                  <a:pt x="23607" y="19907"/>
                  <a:pt x="23599" y="19907"/>
                  <a:pt x="23591" y="19908"/>
                </a:cubicBezTo>
                <a:cubicBezTo>
                  <a:pt x="23435" y="19921"/>
                  <a:pt x="23291" y="19960"/>
                  <a:pt x="23149" y="19960"/>
                </a:cubicBezTo>
                <a:cubicBezTo>
                  <a:pt x="23036" y="19960"/>
                  <a:pt x="22920" y="19952"/>
                  <a:pt x="22804" y="19952"/>
                </a:cubicBezTo>
                <a:cubicBezTo>
                  <a:pt x="22718" y="19952"/>
                  <a:pt x="22633" y="19957"/>
                  <a:pt x="22550" y="19973"/>
                </a:cubicBezTo>
                <a:cubicBezTo>
                  <a:pt x="22250" y="20039"/>
                  <a:pt x="22016" y="20155"/>
                  <a:pt x="21704" y="20155"/>
                </a:cubicBezTo>
                <a:cubicBezTo>
                  <a:pt x="21483" y="20155"/>
                  <a:pt x="21288" y="20129"/>
                  <a:pt x="21067" y="20103"/>
                </a:cubicBezTo>
                <a:cubicBezTo>
                  <a:pt x="21020" y="20103"/>
                  <a:pt x="20969" y="20108"/>
                  <a:pt x="20919" y="20108"/>
                </a:cubicBezTo>
                <a:cubicBezTo>
                  <a:pt x="20857" y="20108"/>
                  <a:pt x="20798" y="20100"/>
                  <a:pt x="20755" y="20065"/>
                </a:cubicBezTo>
                <a:cubicBezTo>
                  <a:pt x="20798" y="20050"/>
                  <a:pt x="20842" y="20046"/>
                  <a:pt x="20886" y="20046"/>
                </a:cubicBezTo>
                <a:cubicBezTo>
                  <a:pt x="20958" y="20046"/>
                  <a:pt x="21032" y="20057"/>
                  <a:pt x="21104" y="20057"/>
                </a:cubicBezTo>
                <a:cubicBezTo>
                  <a:pt x="21148" y="20057"/>
                  <a:pt x="21192" y="20053"/>
                  <a:pt x="21235" y="20039"/>
                </a:cubicBezTo>
                <a:cubicBezTo>
                  <a:pt x="21197" y="19934"/>
                  <a:pt x="21053" y="19687"/>
                  <a:pt x="20937" y="19661"/>
                </a:cubicBezTo>
                <a:cubicBezTo>
                  <a:pt x="20871" y="19687"/>
                  <a:pt x="20807" y="19700"/>
                  <a:pt x="20755" y="19726"/>
                </a:cubicBezTo>
                <a:cubicBezTo>
                  <a:pt x="20637" y="19791"/>
                  <a:pt x="20507" y="19843"/>
                  <a:pt x="20377" y="19869"/>
                </a:cubicBezTo>
                <a:cubicBezTo>
                  <a:pt x="20367" y="19869"/>
                  <a:pt x="20073" y="19924"/>
                  <a:pt x="19925" y="19924"/>
                </a:cubicBezTo>
                <a:cubicBezTo>
                  <a:pt x="19882" y="19924"/>
                  <a:pt x="19852" y="19920"/>
                  <a:pt x="19844" y="19908"/>
                </a:cubicBezTo>
                <a:cubicBezTo>
                  <a:pt x="19804" y="19843"/>
                  <a:pt x="19818" y="19843"/>
                  <a:pt x="19870" y="19791"/>
                </a:cubicBezTo>
                <a:cubicBezTo>
                  <a:pt x="19896" y="19791"/>
                  <a:pt x="19922" y="19765"/>
                  <a:pt x="19960" y="19752"/>
                </a:cubicBezTo>
                <a:cubicBezTo>
                  <a:pt x="19974" y="19713"/>
                  <a:pt x="19986" y="19687"/>
                  <a:pt x="20012" y="19648"/>
                </a:cubicBezTo>
                <a:cubicBezTo>
                  <a:pt x="20094" y="19567"/>
                  <a:pt x="20221" y="19545"/>
                  <a:pt x="20350" y="19545"/>
                </a:cubicBezTo>
                <a:cubicBezTo>
                  <a:pt x="20469" y="19545"/>
                  <a:pt x="20589" y="19564"/>
                  <a:pt x="20676" y="19570"/>
                </a:cubicBezTo>
                <a:cubicBezTo>
                  <a:pt x="20845" y="19591"/>
                  <a:pt x="21005" y="19612"/>
                  <a:pt x="21171" y="19612"/>
                </a:cubicBezTo>
                <a:cubicBezTo>
                  <a:pt x="21209" y="19612"/>
                  <a:pt x="21248" y="19611"/>
                  <a:pt x="21288" y="19609"/>
                </a:cubicBezTo>
                <a:cubicBezTo>
                  <a:pt x="21340" y="19609"/>
                  <a:pt x="21426" y="19626"/>
                  <a:pt x="21492" y="19626"/>
                </a:cubicBezTo>
                <a:cubicBezTo>
                  <a:pt x="21508" y="19626"/>
                  <a:pt x="21523" y="19625"/>
                  <a:pt x="21535" y="19622"/>
                </a:cubicBezTo>
                <a:cubicBezTo>
                  <a:pt x="21639" y="19596"/>
                  <a:pt x="21665" y="19452"/>
                  <a:pt x="21717" y="19374"/>
                </a:cubicBezTo>
                <a:cubicBezTo>
                  <a:pt x="21860" y="19140"/>
                  <a:pt x="22134" y="19062"/>
                  <a:pt x="22355" y="18932"/>
                </a:cubicBezTo>
                <a:cubicBezTo>
                  <a:pt x="22459" y="18854"/>
                  <a:pt x="22602" y="18854"/>
                  <a:pt x="22706" y="18776"/>
                </a:cubicBezTo>
                <a:cubicBezTo>
                  <a:pt x="22823" y="18698"/>
                  <a:pt x="22784" y="18594"/>
                  <a:pt x="22836" y="18490"/>
                </a:cubicBezTo>
                <a:cubicBezTo>
                  <a:pt x="22875" y="18438"/>
                  <a:pt x="22941" y="18412"/>
                  <a:pt x="22967" y="18347"/>
                </a:cubicBezTo>
                <a:cubicBezTo>
                  <a:pt x="23035" y="18372"/>
                  <a:pt x="23047" y="18398"/>
                  <a:pt x="23084" y="18398"/>
                </a:cubicBezTo>
                <a:cubicBezTo>
                  <a:pt x="23104" y="18398"/>
                  <a:pt x="23130" y="18391"/>
                  <a:pt x="23175" y="18373"/>
                </a:cubicBezTo>
                <a:cubicBezTo>
                  <a:pt x="23253" y="18333"/>
                  <a:pt x="23513" y="18191"/>
                  <a:pt x="23539" y="18099"/>
                </a:cubicBezTo>
                <a:cubicBezTo>
                  <a:pt x="23560" y="18016"/>
                  <a:pt x="23508" y="17991"/>
                  <a:pt x="23432" y="17991"/>
                </a:cubicBezTo>
                <a:cubicBezTo>
                  <a:pt x="23318" y="17991"/>
                  <a:pt x="23151" y="18047"/>
                  <a:pt x="23097" y="18047"/>
                </a:cubicBezTo>
                <a:cubicBezTo>
                  <a:pt x="23078" y="18049"/>
                  <a:pt x="23061" y="18050"/>
                  <a:pt x="23045" y="18050"/>
                </a:cubicBezTo>
                <a:cubicBezTo>
                  <a:pt x="22938" y="18050"/>
                  <a:pt x="22886" y="18011"/>
                  <a:pt x="22784" y="17943"/>
                </a:cubicBezTo>
                <a:cubicBezTo>
                  <a:pt x="22706" y="17905"/>
                  <a:pt x="22589" y="17891"/>
                  <a:pt x="22524" y="17839"/>
                </a:cubicBezTo>
                <a:cubicBezTo>
                  <a:pt x="22459" y="17800"/>
                  <a:pt x="22485" y="17761"/>
                  <a:pt x="22381" y="17748"/>
                </a:cubicBezTo>
                <a:cubicBezTo>
                  <a:pt x="22370" y="17747"/>
                  <a:pt x="22359" y="17746"/>
                  <a:pt x="22347" y="17746"/>
                </a:cubicBezTo>
                <a:cubicBezTo>
                  <a:pt x="22256" y="17746"/>
                  <a:pt x="22128" y="17788"/>
                  <a:pt x="22082" y="17800"/>
                </a:cubicBezTo>
                <a:cubicBezTo>
                  <a:pt x="21926" y="17839"/>
                  <a:pt x="21782" y="17853"/>
                  <a:pt x="21626" y="17853"/>
                </a:cubicBezTo>
                <a:cubicBezTo>
                  <a:pt x="21600" y="17853"/>
                  <a:pt x="21534" y="17864"/>
                  <a:pt x="21485" y="17864"/>
                </a:cubicBezTo>
                <a:cubicBezTo>
                  <a:pt x="21460" y="17864"/>
                  <a:pt x="21440" y="17861"/>
                  <a:pt x="21431" y="17853"/>
                </a:cubicBezTo>
                <a:cubicBezTo>
                  <a:pt x="21379" y="17826"/>
                  <a:pt x="21366" y="17748"/>
                  <a:pt x="21392" y="17683"/>
                </a:cubicBezTo>
                <a:cubicBezTo>
                  <a:pt x="21418" y="17592"/>
                  <a:pt x="21587" y="17553"/>
                  <a:pt x="21678" y="17527"/>
                </a:cubicBezTo>
                <a:cubicBezTo>
                  <a:pt x="21796" y="17488"/>
                  <a:pt x="21886" y="17423"/>
                  <a:pt x="21978" y="17371"/>
                </a:cubicBezTo>
                <a:cubicBezTo>
                  <a:pt x="22042" y="17332"/>
                  <a:pt x="22120" y="17306"/>
                  <a:pt x="22172" y="17254"/>
                </a:cubicBezTo>
                <a:cubicBezTo>
                  <a:pt x="22238" y="17202"/>
                  <a:pt x="22264" y="17124"/>
                  <a:pt x="22328" y="17072"/>
                </a:cubicBezTo>
                <a:cubicBezTo>
                  <a:pt x="22376" y="17030"/>
                  <a:pt x="22425" y="17020"/>
                  <a:pt x="22475" y="17020"/>
                </a:cubicBezTo>
                <a:cubicBezTo>
                  <a:pt x="22526" y="17020"/>
                  <a:pt x="22577" y="17030"/>
                  <a:pt x="22629" y="17030"/>
                </a:cubicBezTo>
                <a:cubicBezTo>
                  <a:pt x="22655" y="17030"/>
                  <a:pt x="22680" y="17027"/>
                  <a:pt x="22706" y="17020"/>
                </a:cubicBezTo>
                <a:cubicBezTo>
                  <a:pt x="22784" y="17006"/>
                  <a:pt x="22810" y="16916"/>
                  <a:pt x="22901" y="16916"/>
                </a:cubicBezTo>
                <a:cubicBezTo>
                  <a:pt x="22905" y="16915"/>
                  <a:pt x="22910" y="16915"/>
                  <a:pt x="22914" y="16915"/>
                </a:cubicBezTo>
                <a:cubicBezTo>
                  <a:pt x="23128" y="16915"/>
                  <a:pt x="23255" y="17218"/>
                  <a:pt x="23452" y="17218"/>
                </a:cubicBezTo>
                <a:cubicBezTo>
                  <a:pt x="23464" y="17218"/>
                  <a:pt x="23475" y="17217"/>
                  <a:pt x="23487" y="17214"/>
                </a:cubicBezTo>
                <a:cubicBezTo>
                  <a:pt x="23643" y="17202"/>
                  <a:pt x="23786" y="17072"/>
                  <a:pt x="23929" y="17006"/>
                </a:cubicBezTo>
                <a:cubicBezTo>
                  <a:pt x="24042" y="16950"/>
                  <a:pt x="24145" y="16913"/>
                  <a:pt x="24272" y="16913"/>
                </a:cubicBezTo>
                <a:cubicBezTo>
                  <a:pt x="24292" y="16913"/>
                  <a:pt x="24312" y="16914"/>
                  <a:pt x="24332" y="16916"/>
                </a:cubicBezTo>
                <a:cubicBezTo>
                  <a:pt x="24502" y="16928"/>
                  <a:pt x="24645" y="17020"/>
                  <a:pt x="24814" y="17020"/>
                </a:cubicBezTo>
                <a:cubicBezTo>
                  <a:pt x="25087" y="17032"/>
                  <a:pt x="25335" y="17046"/>
                  <a:pt x="25607" y="17136"/>
                </a:cubicBezTo>
                <a:cubicBezTo>
                  <a:pt x="25946" y="17254"/>
                  <a:pt x="26298" y="17488"/>
                  <a:pt x="26662" y="17514"/>
                </a:cubicBezTo>
                <a:cubicBezTo>
                  <a:pt x="26681" y="17517"/>
                  <a:pt x="26700" y="17518"/>
                  <a:pt x="26717" y="17518"/>
                </a:cubicBezTo>
                <a:cubicBezTo>
                  <a:pt x="26883" y="17518"/>
                  <a:pt x="26944" y="17407"/>
                  <a:pt x="27039" y="17254"/>
                </a:cubicBezTo>
                <a:cubicBezTo>
                  <a:pt x="27104" y="17136"/>
                  <a:pt x="27065" y="17214"/>
                  <a:pt x="27182" y="17162"/>
                </a:cubicBezTo>
                <a:cubicBezTo>
                  <a:pt x="27273" y="17124"/>
                  <a:pt x="27351" y="16772"/>
                  <a:pt x="27417" y="16668"/>
                </a:cubicBezTo>
                <a:cubicBezTo>
                  <a:pt x="27481" y="16577"/>
                  <a:pt x="27559" y="16473"/>
                  <a:pt x="27651" y="16382"/>
                </a:cubicBezTo>
                <a:cubicBezTo>
                  <a:pt x="27715" y="16317"/>
                  <a:pt x="27846" y="16291"/>
                  <a:pt x="27898" y="16225"/>
                </a:cubicBezTo>
                <a:cubicBezTo>
                  <a:pt x="27976" y="16135"/>
                  <a:pt x="27950" y="16017"/>
                  <a:pt x="28002" y="15927"/>
                </a:cubicBezTo>
                <a:cubicBezTo>
                  <a:pt x="28054" y="15823"/>
                  <a:pt x="28145" y="15783"/>
                  <a:pt x="28184" y="15666"/>
                </a:cubicBezTo>
                <a:cubicBezTo>
                  <a:pt x="28262" y="15471"/>
                  <a:pt x="28288" y="15250"/>
                  <a:pt x="28392" y="15068"/>
                </a:cubicBezTo>
                <a:cubicBezTo>
                  <a:pt x="28484" y="14898"/>
                  <a:pt x="28574" y="14768"/>
                  <a:pt x="28522" y="14573"/>
                </a:cubicBezTo>
                <a:cubicBezTo>
                  <a:pt x="28496" y="14469"/>
                  <a:pt x="28496" y="14313"/>
                  <a:pt x="28432" y="14235"/>
                </a:cubicBezTo>
                <a:cubicBezTo>
                  <a:pt x="28366" y="14170"/>
                  <a:pt x="28275" y="14170"/>
                  <a:pt x="28210" y="14105"/>
                </a:cubicBezTo>
                <a:cubicBezTo>
                  <a:pt x="28119" y="13987"/>
                  <a:pt x="28171" y="13909"/>
                  <a:pt x="28002" y="13883"/>
                </a:cubicBezTo>
                <a:cubicBezTo>
                  <a:pt x="27767" y="13857"/>
                  <a:pt x="27585" y="13897"/>
                  <a:pt x="27455" y="13637"/>
                </a:cubicBezTo>
                <a:cubicBezTo>
                  <a:pt x="27377" y="13493"/>
                  <a:pt x="27391" y="13246"/>
                  <a:pt x="27235" y="13168"/>
                </a:cubicBezTo>
                <a:cubicBezTo>
                  <a:pt x="27200" y="13149"/>
                  <a:pt x="27162" y="13142"/>
                  <a:pt x="27123" y="13142"/>
                </a:cubicBezTo>
                <a:cubicBezTo>
                  <a:pt x="27001" y="13142"/>
                  <a:pt x="26865" y="13216"/>
                  <a:pt x="26766" y="13246"/>
                </a:cubicBezTo>
                <a:cubicBezTo>
                  <a:pt x="26570" y="13324"/>
                  <a:pt x="26492" y="13376"/>
                  <a:pt x="26350" y="13519"/>
                </a:cubicBezTo>
                <a:cubicBezTo>
                  <a:pt x="26296" y="13583"/>
                  <a:pt x="26190" y="13709"/>
                  <a:pt x="26082" y="13709"/>
                </a:cubicBezTo>
                <a:cubicBezTo>
                  <a:pt x="26059" y="13709"/>
                  <a:pt x="26035" y="13703"/>
                  <a:pt x="26011" y="13689"/>
                </a:cubicBezTo>
                <a:cubicBezTo>
                  <a:pt x="25972" y="13663"/>
                  <a:pt x="25881" y="13559"/>
                  <a:pt x="25842" y="13519"/>
                </a:cubicBezTo>
                <a:cubicBezTo>
                  <a:pt x="25738" y="13402"/>
                  <a:pt x="25777" y="13246"/>
                  <a:pt x="25699" y="13116"/>
                </a:cubicBezTo>
                <a:cubicBezTo>
                  <a:pt x="25684" y="13112"/>
                  <a:pt x="25668" y="13110"/>
                  <a:pt x="25651" y="13110"/>
                </a:cubicBezTo>
                <a:cubicBezTo>
                  <a:pt x="25569" y="13110"/>
                  <a:pt x="25476" y="13155"/>
                  <a:pt x="25399" y="13155"/>
                </a:cubicBezTo>
                <a:cubicBezTo>
                  <a:pt x="25360" y="13161"/>
                  <a:pt x="25321" y="13165"/>
                  <a:pt x="25284" y="13165"/>
                </a:cubicBezTo>
                <a:cubicBezTo>
                  <a:pt x="25247" y="13165"/>
                  <a:pt x="25211" y="13161"/>
                  <a:pt x="25179" y="13155"/>
                </a:cubicBezTo>
                <a:cubicBezTo>
                  <a:pt x="25113" y="13155"/>
                  <a:pt x="24931" y="13142"/>
                  <a:pt x="24879" y="13103"/>
                </a:cubicBezTo>
                <a:cubicBezTo>
                  <a:pt x="24736" y="13012"/>
                  <a:pt x="24970" y="12790"/>
                  <a:pt x="25035" y="12712"/>
                </a:cubicBezTo>
                <a:cubicBezTo>
                  <a:pt x="25113" y="12608"/>
                  <a:pt x="25127" y="12478"/>
                  <a:pt x="25101" y="12335"/>
                </a:cubicBezTo>
                <a:cubicBezTo>
                  <a:pt x="25061" y="12140"/>
                  <a:pt x="24840" y="12166"/>
                  <a:pt x="24697" y="12036"/>
                </a:cubicBezTo>
                <a:cubicBezTo>
                  <a:pt x="24593" y="11932"/>
                  <a:pt x="24593" y="11763"/>
                  <a:pt x="24424" y="11723"/>
                </a:cubicBezTo>
                <a:cubicBezTo>
                  <a:pt x="24406" y="11721"/>
                  <a:pt x="24388" y="11720"/>
                  <a:pt x="24368" y="11720"/>
                </a:cubicBezTo>
                <a:cubicBezTo>
                  <a:pt x="24288" y="11720"/>
                  <a:pt x="24198" y="11737"/>
                  <a:pt x="24124" y="11737"/>
                </a:cubicBezTo>
                <a:cubicBezTo>
                  <a:pt x="23929" y="11737"/>
                  <a:pt x="23747" y="11697"/>
                  <a:pt x="23565" y="11685"/>
                </a:cubicBezTo>
                <a:cubicBezTo>
                  <a:pt x="23395" y="11671"/>
                  <a:pt x="23109" y="11659"/>
                  <a:pt x="22953" y="11581"/>
                </a:cubicBezTo>
                <a:cubicBezTo>
                  <a:pt x="22849" y="11529"/>
                  <a:pt x="22863" y="11425"/>
                  <a:pt x="22719" y="11399"/>
                </a:cubicBezTo>
                <a:cubicBezTo>
                  <a:pt x="22690" y="11392"/>
                  <a:pt x="22663" y="11389"/>
                  <a:pt x="22638" y="11389"/>
                </a:cubicBezTo>
                <a:cubicBezTo>
                  <a:pt x="22517" y="11389"/>
                  <a:pt x="22432" y="11457"/>
                  <a:pt x="22302" y="11489"/>
                </a:cubicBezTo>
                <a:cubicBezTo>
                  <a:pt x="22266" y="11498"/>
                  <a:pt x="22228" y="11501"/>
                  <a:pt x="22190" y="11501"/>
                </a:cubicBezTo>
                <a:cubicBezTo>
                  <a:pt x="22101" y="11501"/>
                  <a:pt x="22011" y="11484"/>
                  <a:pt x="21921" y="11484"/>
                </a:cubicBezTo>
                <a:cubicBezTo>
                  <a:pt x="21874" y="11484"/>
                  <a:pt x="21828" y="11489"/>
                  <a:pt x="21782" y="11503"/>
                </a:cubicBezTo>
                <a:cubicBezTo>
                  <a:pt x="21684" y="11522"/>
                  <a:pt x="21593" y="11594"/>
                  <a:pt x="21498" y="11594"/>
                </a:cubicBezTo>
                <a:cubicBezTo>
                  <a:pt x="21468" y="11594"/>
                  <a:pt x="21437" y="11586"/>
                  <a:pt x="21405" y="11567"/>
                </a:cubicBezTo>
                <a:cubicBezTo>
                  <a:pt x="21327" y="11515"/>
                  <a:pt x="21353" y="11489"/>
                  <a:pt x="21327" y="11399"/>
                </a:cubicBezTo>
                <a:cubicBezTo>
                  <a:pt x="21209" y="11385"/>
                  <a:pt x="21119" y="11242"/>
                  <a:pt x="21041" y="11151"/>
                </a:cubicBezTo>
                <a:cubicBezTo>
                  <a:pt x="20975" y="11073"/>
                  <a:pt x="20963" y="11047"/>
                  <a:pt x="20937" y="10943"/>
                </a:cubicBezTo>
                <a:cubicBezTo>
                  <a:pt x="20923" y="10839"/>
                  <a:pt x="20871" y="10748"/>
                  <a:pt x="20793" y="10670"/>
                </a:cubicBezTo>
                <a:cubicBezTo>
                  <a:pt x="20729" y="10644"/>
                  <a:pt x="20663" y="10604"/>
                  <a:pt x="20598" y="10578"/>
                </a:cubicBezTo>
                <a:cubicBezTo>
                  <a:pt x="20403" y="10448"/>
                  <a:pt x="20442" y="10292"/>
                  <a:pt x="20390" y="10071"/>
                </a:cubicBezTo>
                <a:cubicBezTo>
                  <a:pt x="20364" y="9889"/>
                  <a:pt x="20351" y="9941"/>
                  <a:pt x="20195" y="9915"/>
                </a:cubicBezTo>
                <a:cubicBezTo>
                  <a:pt x="20064" y="9902"/>
                  <a:pt x="20012" y="9837"/>
                  <a:pt x="19960" y="9720"/>
                </a:cubicBezTo>
                <a:cubicBezTo>
                  <a:pt x="19914" y="9581"/>
                  <a:pt x="19899" y="9535"/>
                  <a:pt x="19778" y="9535"/>
                </a:cubicBezTo>
                <a:cubicBezTo>
                  <a:pt x="19763" y="9535"/>
                  <a:pt x="19745" y="9536"/>
                  <a:pt x="19726" y="9537"/>
                </a:cubicBezTo>
                <a:cubicBezTo>
                  <a:pt x="19691" y="9537"/>
                  <a:pt x="19660" y="9540"/>
                  <a:pt x="19630" y="9540"/>
                </a:cubicBezTo>
                <a:cubicBezTo>
                  <a:pt x="19571" y="9540"/>
                  <a:pt x="19522" y="9529"/>
                  <a:pt x="19479" y="9459"/>
                </a:cubicBezTo>
                <a:cubicBezTo>
                  <a:pt x="19453" y="9395"/>
                  <a:pt x="19440" y="9303"/>
                  <a:pt x="19414" y="9225"/>
                </a:cubicBezTo>
                <a:cubicBezTo>
                  <a:pt x="19375" y="9161"/>
                  <a:pt x="19284" y="9017"/>
                  <a:pt x="19193" y="9004"/>
                </a:cubicBezTo>
                <a:cubicBezTo>
                  <a:pt x="19188" y="9004"/>
                  <a:pt x="19183" y="9004"/>
                  <a:pt x="19177" y="9004"/>
                </a:cubicBezTo>
                <a:cubicBezTo>
                  <a:pt x="19032" y="9004"/>
                  <a:pt x="18799" y="9175"/>
                  <a:pt x="18685" y="9239"/>
                </a:cubicBezTo>
                <a:cubicBezTo>
                  <a:pt x="18555" y="9317"/>
                  <a:pt x="18412" y="9395"/>
                  <a:pt x="18295" y="9485"/>
                </a:cubicBezTo>
                <a:cubicBezTo>
                  <a:pt x="18259" y="9512"/>
                  <a:pt x="18101" y="9637"/>
                  <a:pt x="18014" y="9637"/>
                </a:cubicBezTo>
                <a:cubicBezTo>
                  <a:pt x="17974" y="9637"/>
                  <a:pt x="17948" y="9611"/>
                  <a:pt x="17956" y="9537"/>
                </a:cubicBezTo>
                <a:cubicBezTo>
                  <a:pt x="17762" y="9537"/>
                  <a:pt x="17736" y="9317"/>
                  <a:pt x="17540" y="9291"/>
                </a:cubicBezTo>
                <a:cubicBezTo>
                  <a:pt x="17521" y="9288"/>
                  <a:pt x="17506" y="9287"/>
                  <a:pt x="17492" y="9287"/>
                </a:cubicBezTo>
                <a:cubicBezTo>
                  <a:pt x="17472" y="9287"/>
                  <a:pt x="17457" y="9289"/>
                  <a:pt x="17443" y="9289"/>
                </a:cubicBezTo>
                <a:cubicBezTo>
                  <a:pt x="17415" y="9289"/>
                  <a:pt x="17394" y="9282"/>
                  <a:pt x="17358" y="9239"/>
                </a:cubicBezTo>
                <a:cubicBezTo>
                  <a:pt x="17358" y="9187"/>
                  <a:pt x="17332" y="9147"/>
                  <a:pt x="17319" y="9095"/>
                </a:cubicBezTo>
                <a:lnTo>
                  <a:pt x="17254" y="9095"/>
                </a:lnTo>
                <a:cubicBezTo>
                  <a:pt x="17246" y="9099"/>
                  <a:pt x="17237" y="9101"/>
                  <a:pt x="17228" y="9101"/>
                </a:cubicBezTo>
                <a:cubicBezTo>
                  <a:pt x="17206" y="9101"/>
                  <a:pt x="17182" y="9091"/>
                  <a:pt x="17163" y="9082"/>
                </a:cubicBezTo>
                <a:cubicBezTo>
                  <a:pt x="17111" y="9043"/>
                  <a:pt x="17072" y="8991"/>
                  <a:pt x="17046" y="8939"/>
                </a:cubicBezTo>
                <a:cubicBezTo>
                  <a:pt x="16981" y="8900"/>
                  <a:pt x="16994" y="8900"/>
                  <a:pt x="16916" y="8900"/>
                </a:cubicBezTo>
                <a:cubicBezTo>
                  <a:pt x="16879" y="8900"/>
                  <a:pt x="16847" y="8901"/>
                  <a:pt x="16817" y="8901"/>
                </a:cubicBezTo>
                <a:cubicBezTo>
                  <a:pt x="16740" y="8901"/>
                  <a:pt x="16678" y="8895"/>
                  <a:pt x="16603" y="8848"/>
                </a:cubicBezTo>
                <a:cubicBezTo>
                  <a:pt x="16539" y="8809"/>
                  <a:pt x="16435" y="8640"/>
                  <a:pt x="16343" y="8640"/>
                </a:cubicBezTo>
                <a:cubicBezTo>
                  <a:pt x="16265" y="8653"/>
                  <a:pt x="16200" y="8783"/>
                  <a:pt x="16096" y="8796"/>
                </a:cubicBezTo>
                <a:cubicBezTo>
                  <a:pt x="16092" y="8797"/>
                  <a:pt x="16088" y="8797"/>
                  <a:pt x="16084" y="8797"/>
                </a:cubicBezTo>
                <a:cubicBezTo>
                  <a:pt x="15969" y="8797"/>
                  <a:pt x="15951" y="8664"/>
                  <a:pt x="15877" y="8664"/>
                </a:cubicBezTo>
                <a:cubicBezTo>
                  <a:pt x="15859" y="8664"/>
                  <a:pt x="15837" y="8672"/>
                  <a:pt x="15810" y="8692"/>
                </a:cubicBezTo>
                <a:cubicBezTo>
                  <a:pt x="15758" y="8731"/>
                  <a:pt x="15732" y="8796"/>
                  <a:pt x="15706" y="8848"/>
                </a:cubicBezTo>
                <a:cubicBezTo>
                  <a:pt x="15628" y="8939"/>
                  <a:pt x="15536" y="9030"/>
                  <a:pt x="15458" y="9108"/>
                </a:cubicBezTo>
                <a:cubicBezTo>
                  <a:pt x="15413" y="9147"/>
                  <a:pt x="15371" y="9157"/>
                  <a:pt x="15326" y="9157"/>
                </a:cubicBezTo>
                <a:cubicBezTo>
                  <a:pt x="15280" y="9157"/>
                  <a:pt x="15231" y="9147"/>
                  <a:pt x="15172" y="9147"/>
                </a:cubicBezTo>
                <a:cubicBezTo>
                  <a:pt x="15172" y="9251"/>
                  <a:pt x="15172" y="9369"/>
                  <a:pt x="15159" y="9485"/>
                </a:cubicBezTo>
                <a:cubicBezTo>
                  <a:pt x="15003" y="9485"/>
                  <a:pt x="15211" y="8965"/>
                  <a:pt x="15224" y="8926"/>
                </a:cubicBezTo>
                <a:cubicBezTo>
                  <a:pt x="15316" y="8757"/>
                  <a:pt x="15718" y="8406"/>
                  <a:pt x="15550" y="8172"/>
                </a:cubicBezTo>
                <a:cubicBezTo>
                  <a:pt x="15472" y="8068"/>
                  <a:pt x="15328" y="8146"/>
                  <a:pt x="15224" y="8068"/>
                </a:cubicBezTo>
                <a:cubicBezTo>
                  <a:pt x="15164" y="8031"/>
                  <a:pt x="15070" y="7816"/>
                  <a:pt x="14963" y="7816"/>
                </a:cubicBezTo>
                <a:cubicBezTo>
                  <a:pt x="14955" y="7816"/>
                  <a:pt x="14946" y="7817"/>
                  <a:pt x="14938" y="7820"/>
                </a:cubicBezTo>
                <a:cubicBezTo>
                  <a:pt x="14873" y="8028"/>
                  <a:pt x="14964" y="8041"/>
                  <a:pt x="14743" y="8080"/>
                </a:cubicBezTo>
                <a:cubicBezTo>
                  <a:pt x="14730" y="8106"/>
                  <a:pt x="14730" y="8132"/>
                  <a:pt x="14730" y="8158"/>
                </a:cubicBezTo>
                <a:cubicBezTo>
                  <a:pt x="14561" y="8158"/>
                  <a:pt x="14495" y="7872"/>
                  <a:pt x="14327" y="7820"/>
                </a:cubicBezTo>
                <a:cubicBezTo>
                  <a:pt x="14314" y="7814"/>
                  <a:pt x="14275" y="7810"/>
                  <a:pt x="14236" y="7810"/>
                </a:cubicBezTo>
                <a:cubicBezTo>
                  <a:pt x="14197" y="7810"/>
                  <a:pt x="14158" y="7814"/>
                  <a:pt x="14145" y="7820"/>
                </a:cubicBezTo>
                <a:cubicBezTo>
                  <a:pt x="14053" y="7846"/>
                  <a:pt x="14079" y="7950"/>
                  <a:pt x="14001" y="8002"/>
                </a:cubicBezTo>
                <a:cubicBezTo>
                  <a:pt x="13981" y="8014"/>
                  <a:pt x="13960" y="8018"/>
                  <a:pt x="13940" y="8018"/>
                </a:cubicBezTo>
                <a:cubicBezTo>
                  <a:pt x="13915" y="8018"/>
                  <a:pt x="13891" y="8013"/>
                  <a:pt x="13866" y="8013"/>
                </a:cubicBezTo>
                <a:cubicBezTo>
                  <a:pt x="13846" y="8013"/>
                  <a:pt x="13826" y="8016"/>
                  <a:pt x="13806" y="8028"/>
                </a:cubicBezTo>
                <a:cubicBezTo>
                  <a:pt x="13741" y="8054"/>
                  <a:pt x="13767" y="8094"/>
                  <a:pt x="13702" y="8120"/>
                </a:cubicBezTo>
                <a:cubicBezTo>
                  <a:pt x="13677" y="8128"/>
                  <a:pt x="13655" y="8132"/>
                  <a:pt x="13635" y="8132"/>
                </a:cubicBezTo>
                <a:cubicBezTo>
                  <a:pt x="13447" y="8132"/>
                  <a:pt x="13461" y="7780"/>
                  <a:pt x="13272" y="7768"/>
                </a:cubicBezTo>
                <a:cubicBezTo>
                  <a:pt x="13260" y="7807"/>
                  <a:pt x="13260" y="7833"/>
                  <a:pt x="13260" y="7859"/>
                </a:cubicBezTo>
                <a:cubicBezTo>
                  <a:pt x="13250" y="7861"/>
                  <a:pt x="13240" y="7861"/>
                  <a:pt x="13229" y="7861"/>
                </a:cubicBezTo>
                <a:cubicBezTo>
                  <a:pt x="13143" y="7861"/>
                  <a:pt x="13040" y="7820"/>
                  <a:pt x="12947" y="7820"/>
                </a:cubicBezTo>
                <a:cubicBezTo>
                  <a:pt x="12921" y="7820"/>
                  <a:pt x="12849" y="7831"/>
                  <a:pt x="12796" y="7831"/>
                </a:cubicBezTo>
                <a:cubicBezTo>
                  <a:pt x="12770" y="7831"/>
                  <a:pt x="12748" y="7828"/>
                  <a:pt x="12739" y="7820"/>
                </a:cubicBezTo>
                <a:cubicBezTo>
                  <a:pt x="12687" y="7755"/>
                  <a:pt x="12713" y="7507"/>
                  <a:pt x="12726" y="7443"/>
                </a:cubicBezTo>
                <a:cubicBezTo>
                  <a:pt x="12739" y="7313"/>
                  <a:pt x="12817" y="7247"/>
                  <a:pt x="12843" y="7131"/>
                </a:cubicBezTo>
                <a:cubicBezTo>
                  <a:pt x="12817" y="7117"/>
                  <a:pt x="12778" y="7091"/>
                  <a:pt x="12739" y="7065"/>
                </a:cubicBezTo>
                <a:cubicBezTo>
                  <a:pt x="12895" y="6831"/>
                  <a:pt x="12895" y="6519"/>
                  <a:pt x="13104" y="6298"/>
                </a:cubicBezTo>
                <a:cubicBezTo>
                  <a:pt x="13168" y="6220"/>
                  <a:pt x="13298" y="6102"/>
                  <a:pt x="13402" y="6102"/>
                </a:cubicBezTo>
                <a:cubicBezTo>
                  <a:pt x="13442" y="6012"/>
                  <a:pt x="13376" y="5868"/>
                  <a:pt x="13350" y="5777"/>
                </a:cubicBezTo>
                <a:cubicBezTo>
                  <a:pt x="13318" y="5764"/>
                  <a:pt x="13279" y="5764"/>
                  <a:pt x="13238" y="5764"/>
                </a:cubicBezTo>
                <a:cubicBezTo>
                  <a:pt x="13197" y="5764"/>
                  <a:pt x="13155" y="5764"/>
                  <a:pt x="13116" y="5751"/>
                </a:cubicBezTo>
                <a:cubicBezTo>
                  <a:pt x="13038" y="5738"/>
                  <a:pt x="12973" y="5712"/>
                  <a:pt x="12921" y="5660"/>
                </a:cubicBezTo>
                <a:cubicBezTo>
                  <a:pt x="12856" y="5608"/>
                  <a:pt x="12843" y="5504"/>
                  <a:pt x="12739" y="5478"/>
                </a:cubicBezTo>
                <a:cubicBezTo>
                  <a:pt x="12723" y="5475"/>
                  <a:pt x="12709" y="5474"/>
                  <a:pt x="12694" y="5474"/>
                </a:cubicBezTo>
                <a:cubicBezTo>
                  <a:pt x="12679" y="5474"/>
                  <a:pt x="12665" y="5475"/>
                  <a:pt x="12651" y="5475"/>
                </a:cubicBezTo>
                <a:cubicBezTo>
                  <a:pt x="12625" y="5475"/>
                  <a:pt x="12602" y="5471"/>
                  <a:pt x="12583" y="5452"/>
                </a:cubicBezTo>
                <a:cubicBezTo>
                  <a:pt x="12505" y="5387"/>
                  <a:pt x="12544" y="5269"/>
                  <a:pt x="12439" y="5231"/>
                </a:cubicBezTo>
                <a:cubicBezTo>
                  <a:pt x="12422" y="5224"/>
                  <a:pt x="12403" y="5222"/>
                  <a:pt x="12381" y="5222"/>
                </a:cubicBezTo>
                <a:cubicBezTo>
                  <a:pt x="12334" y="5222"/>
                  <a:pt x="12278" y="5233"/>
                  <a:pt x="12229" y="5233"/>
                </a:cubicBezTo>
                <a:cubicBezTo>
                  <a:pt x="12216" y="5233"/>
                  <a:pt x="12204" y="5233"/>
                  <a:pt x="12193" y="5231"/>
                </a:cubicBezTo>
                <a:cubicBezTo>
                  <a:pt x="12115" y="5217"/>
                  <a:pt x="12037" y="5179"/>
                  <a:pt x="11945" y="5179"/>
                </a:cubicBezTo>
                <a:cubicBezTo>
                  <a:pt x="11854" y="5179"/>
                  <a:pt x="11828" y="5179"/>
                  <a:pt x="11750" y="5231"/>
                </a:cubicBezTo>
                <a:cubicBezTo>
                  <a:pt x="11681" y="5270"/>
                  <a:pt x="11657" y="5309"/>
                  <a:pt x="11605" y="5309"/>
                </a:cubicBezTo>
                <a:cubicBezTo>
                  <a:pt x="11588" y="5309"/>
                  <a:pt x="11568" y="5305"/>
                  <a:pt x="11542" y="5295"/>
                </a:cubicBezTo>
                <a:cubicBezTo>
                  <a:pt x="11438" y="5269"/>
                  <a:pt x="11308" y="5087"/>
                  <a:pt x="11268" y="5009"/>
                </a:cubicBezTo>
                <a:cubicBezTo>
                  <a:pt x="11086" y="4632"/>
                  <a:pt x="11607" y="4645"/>
                  <a:pt x="11828" y="4528"/>
                </a:cubicBezTo>
                <a:cubicBezTo>
                  <a:pt x="11958" y="4463"/>
                  <a:pt x="12037" y="4398"/>
                  <a:pt x="12193" y="4398"/>
                </a:cubicBezTo>
                <a:cubicBezTo>
                  <a:pt x="12245" y="4398"/>
                  <a:pt x="12297" y="4404"/>
                  <a:pt x="12349" y="4404"/>
                </a:cubicBezTo>
                <a:cubicBezTo>
                  <a:pt x="12375" y="4404"/>
                  <a:pt x="12401" y="4402"/>
                  <a:pt x="12427" y="4398"/>
                </a:cubicBezTo>
                <a:cubicBezTo>
                  <a:pt x="12453" y="4268"/>
                  <a:pt x="12427" y="4124"/>
                  <a:pt x="12427" y="4008"/>
                </a:cubicBezTo>
                <a:cubicBezTo>
                  <a:pt x="12439" y="3864"/>
                  <a:pt x="12491" y="3722"/>
                  <a:pt x="12531" y="3578"/>
                </a:cubicBezTo>
                <a:cubicBezTo>
                  <a:pt x="12583" y="3422"/>
                  <a:pt x="12661" y="3109"/>
                  <a:pt x="12479" y="3019"/>
                </a:cubicBezTo>
                <a:cubicBezTo>
                  <a:pt x="12419" y="2983"/>
                  <a:pt x="12357" y="2975"/>
                  <a:pt x="12293" y="2975"/>
                </a:cubicBezTo>
                <a:cubicBezTo>
                  <a:pt x="12235" y="2975"/>
                  <a:pt x="12176" y="2982"/>
                  <a:pt x="12117" y="2982"/>
                </a:cubicBezTo>
                <a:cubicBezTo>
                  <a:pt x="12099" y="2982"/>
                  <a:pt x="12081" y="2981"/>
                  <a:pt x="12063" y="2979"/>
                </a:cubicBezTo>
                <a:cubicBezTo>
                  <a:pt x="11776" y="2941"/>
                  <a:pt x="11893" y="2655"/>
                  <a:pt x="11750" y="2498"/>
                </a:cubicBezTo>
                <a:cubicBezTo>
                  <a:pt x="11594" y="2563"/>
                  <a:pt x="11503" y="2707"/>
                  <a:pt x="11334" y="2733"/>
                </a:cubicBezTo>
                <a:cubicBezTo>
                  <a:pt x="11313" y="2738"/>
                  <a:pt x="11285" y="2741"/>
                  <a:pt x="11256" y="2741"/>
                </a:cubicBezTo>
                <a:cubicBezTo>
                  <a:pt x="11216" y="2741"/>
                  <a:pt x="11175" y="2734"/>
                  <a:pt x="11152" y="2719"/>
                </a:cubicBezTo>
                <a:cubicBezTo>
                  <a:pt x="11138" y="2707"/>
                  <a:pt x="11112" y="2681"/>
                  <a:pt x="11100" y="2641"/>
                </a:cubicBezTo>
                <a:cubicBezTo>
                  <a:pt x="11093" y="2635"/>
                  <a:pt x="11083" y="2632"/>
                  <a:pt x="11072" y="2632"/>
                </a:cubicBezTo>
                <a:cubicBezTo>
                  <a:pt x="11060" y="2632"/>
                  <a:pt x="11047" y="2635"/>
                  <a:pt x="11034" y="2641"/>
                </a:cubicBezTo>
                <a:cubicBezTo>
                  <a:pt x="11022" y="2641"/>
                  <a:pt x="10996" y="2641"/>
                  <a:pt x="10970" y="2629"/>
                </a:cubicBezTo>
                <a:cubicBezTo>
                  <a:pt x="10956" y="2602"/>
                  <a:pt x="10944" y="2563"/>
                  <a:pt x="10918" y="2537"/>
                </a:cubicBezTo>
                <a:cubicBezTo>
                  <a:pt x="10852" y="2459"/>
                  <a:pt x="10774" y="2459"/>
                  <a:pt x="10696" y="2407"/>
                </a:cubicBezTo>
                <a:cubicBezTo>
                  <a:pt x="10631" y="2368"/>
                  <a:pt x="10605" y="2342"/>
                  <a:pt x="10527" y="2342"/>
                </a:cubicBezTo>
                <a:cubicBezTo>
                  <a:pt x="10492" y="2342"/>
                  <a:pt x="10452" y="2348"/>
                  <a:pt x="10413" y="2348"/>
                </a:cubicBezTo>
                <a:cubicBezTo>
                  <a:pt x="10394" y="2348"/>
                  <a:pt x="10375" y="2346"/>
                  <a:pt x="10358" y="2342"/>
                </a:cubicBezTo>
                <a:cubicBezTo>
                  <a:pt x="10253" y="2303"/>
                  <a:pt x="10175" y="2134"/>
                  <a:pt x="10149" y="2042"/>
                </a:cubicBezTo>
                <a:cubicBezTo>
                  <a:pt x="10123" y="1990"/>
                  <a:pt x="10123" y="1900"/>
                  <a:pt x="10071" y="1860"/>
                </a:cubicBezTo>
                <a:cubicBezTo>
                  <a:pt x="10060" y="1849"/>
                  <a:pt x="10044" y="1846"/>
                  <a:pt x="10026" y="1846"/>
                </a:cubicBezTo>
                <a:cubicBezTo>
                  <a:pt x="9996" y="1846"/>
                  <a:pt x="9960" y="1855"/>
                  <a:pt x="9928" y="1855"/>
                </a:cubicBezTo>
                <a:cubicBezTo>
                  <a:pt x="9914" y="1855"/>
                  <a:pt x="9900" y="1853"/>
                  <a:pt x="9889" y="1848"/>
                </a:cubicBezTo>
                <a:cubicBezTo>
                  <a:pt x="9825" y="1822"/>
                  <a:pt x="9799" y="1744"/>
                  <a:pt x="9746" y="1718"/>
                </a:cubicBezTo>
                <a:cubicBezTo>
                  <a:pt x="9707" y="1704"/>
                  <a:pt x="9681" y="1704"/>
                  <a:pt x="9642" y="1704"/>
                </a:cubicBezTo>
                <a:cubicBezTo>
                  <a:pt x="9603" y="1666"/>
                  <a:pt x="9564" y="1614"/>
                  <a:pt x="9551" y="1574"/>
                </a:cubicBezTo>
                <a:cubicBezTo>
                  <a:pt x="9501" y="1528"/>
                  <a:pt x="9456" y="1508"/>
                  <a:pt x="9419" y="1508"/>
                </a:cubicBezTo>
                <a:cubicBezTo>
                  <a:pt x="9332" y="1508"/>
                  <a:pt x="9286" y="1619"/>
                  <a:pt x="9304" y="1756"/>
                </a:cubicBezTo>
                <a:cubicBezTo>
                  <a:pt x="9278" y="1640"/>
                  <a:pt x="9252" y="1210"/>
                  <a:pt x="9160" y="1171"/>
                </a:cubicBezTo>
                <a:cubicBezTo>
                  <a:pt x="9030" y="1275"/>
                  <a:pt x="9108" y="1483"/>
                  <a:pt x="8978" y="1574"/>
                </a:cubicBezTo>
                <a:cubicBezTo>
                  <a:pt x="8939" y="1607"/>
                  <a:pt x="8894" y="1613"/>
                  <a:pt x="8848" y="1613"/>
                </a:cubicBezTo>
                <a:cubicBezTo>
                  <a:pt x="8818" y="1613"/>
                  <a:pt x="8788" y="1610"/>
                  <a:pt x="8760" y="1610"/>
                </a:cubicBezTo>
                <a:cubicBezTo>
                  <a:pt x="8745" y="1610"/>
                  <a:pt x="8731" y="1611"/>
                  <a:pt x="8718" y="1614"/>
                </a:cubicBezTo>
                <a:cubicBezTo>
                  <a:pt x="8666" y="1626"/>
                  <a:pt x="8640" y="1652"/>
                  <a:pt x="8588" y="1666"/>
                </a:cubicBezTo>
                <a:cubicBezTo>
                  <a:pt x="8546" y="1666"/>
                  <a:pt x="8496" y="1649"/>
                  <a:pt x="8451" y="1649"/>
                </a:cubicBezTo>
                <a:cubicBezTo>
                  <a:pt x="8440" y="1649"/>
                  <a:pt x="8429" y="1650"/>
                  <a:pt x="8419" y="1652"/>
                </a:cubicBezTo>
                <a:cubicBezTo>
                  <a:pt x="8354" y="1678"/>
                  <a:pt x="8302" y="1756"/>
                  <a:pt x="8224" y="1756"/>
                </a:cubicBezTo>
                <a:cubicBezTo>
                  <a:pt x="8171" y="1756"/>
                  <a:pt x="8133" y="1718"/>
                  <a:pt x="8081" y="1704"/>
                </a:cubicBezTo>
                <a:cubicBezTo>
                  <a:pt x="8073" y="1702"/>
                  <a:pt x="8064" y="1701"/>
                  <a:pt x="8055" y="1701"/>
                </a:cubicBezTo>
                <a:cubicBezTo>
                  <a:pt x="8031" y="1701"/>
                  <a:pt x="8004" y="1708"/>
                  <a:pt x="7984" y="1708"/>
                </a:cubicBezTo>
                <a:cubicBezTo>
                  <a:pt x="7976" y="1708"/>
                  <a:pt x="7969" y="1707"/>
                  <a:pt x="7963" y="1704"/>
                </a:cubicBezTo>
                <a:cubicBezTo>
                  <a:pt x="7835" y="1694"/>
                  <a:pt x="7768" y="1568"/>
                  <a:pt x="7661" y="1568"/>
                </a:cubicBezTo>
                <a:cubicBezTo>
                  <a:pt x="7638" y="1568"/>
                  <a:pt x="7614" y="1574"/>
                  <a:pt x="7586" y="1588"/>
                </a:cubicBezTo>
                <a:cubicBezTo>
                  <a:pt x="7508" y="1626"/>
                  <a:pt x="7469" y="1744"/>
                  <a:pt x="7404" y="1796"/>
                </a:cubicBezTo>
                <a:cubicBezTo>
                  <a:pt x="7357" y="1837"/>
                  <a:pt x="7339" y="1846"/>
                  <a:pt x="7325" y="1846"/>
                </a:cubicBezTo>
                <a:cubicBezTo>
                  <a:pt x="7314" y="1846"/>
                  <a:pt x="7306" y="1841"/>
                  <a:pt x="7289" y="1841"/>
                </a:cubicBezTo>
                <a:cubicBezTo>
                  <a:pt x="7279" y="1841"/>
                  <a:pt x="7266" y="1843"/>
                  <a:pt x="7248" y="1848"/>
                </a:cubicBezTo>
                <a:cubicBezTo>
                  <a:pt x="7144" y="1886"/>
                  <a:pt x="7105" y="1938"/>
                  <a:pt x="7092" y="2042"/>
                </a:cubicBezTo>
                <a:cubicBezTo>
                  <a:pt x="6976" y="2042"/>
                  <a:pt x="6889" y="1856"/>
                  <a:pt x="6782" y="1856"/>
                </a:cubicBezTo>
                <a:cubicBezTo>
                  <a:pt x="6745" y="1856"/>
                  <a:pt x="6706" y="1878"/>
                  <a:pt x="6662" y="1938"/>
                </a:cubicBezTo>
                <a:cubicBezTo>
                  <a:pt x="6610" y="2016"/>
                  <a:pt x="6624" y="2094"/>
                  <a:pt x="6584" y="2173"/>
                </a:cubicBezTo>
                <a:cubicBezTo>
                  <a:pt x="6558" y="2212"/>
                  <a:pt x="6493" y="2225"/>
                  <a:pt x="6467" y="2251"/>
                </a:cubicBezTo>
                <a:cubicBezTo>
                  <a:pt x="6441" y="2290"/>
                  <a:pt x="6441" y="2407"/>
                  <a:pt x="6441" y="2433"/>
                </a:cubicBezTo>
                <a:cubicBezTo>
                  <a:pt x="6428" y="2511"/>
                  <a:pt x="6415" y="2641"/>
                  <a:pt x="6467" y="2733"/>
                </a:cubicBezTo>
                <a:cubicBezTo>
                  <a:pt x="6520" y="2811"/>
                  <a:pt x="6610" y="2823"/>
                  <a:pt x="6702" y="2837"/>
                </a:cubicBezTo>
                <a:cubicBezTo>
                  <a:pt x="6870" y="2837"/>
                  <a:pt x="6948" y="2863"/>
                  <a:pt x="7105" y="2941"/>
                </a:cubicBezTo>
                <a:cubicBezTo>
                  <a:pt x="7235" y="3019"/>
                  <a:pt x="7352" y="3135"/>
                  <a:pt x="7287" y="3318"/>
                </a:cubicBezTo>
                <a:cubicBezTo>
                  <a:pt x="7261" y="3318"/>
                  <a:pt x="7222" y="3305"/>
                  <a:pt x="7196" y="3292"/>
                </a:cubicBezTo>
                <a:lnTo>
                  <a:pt x="7196" y="3292"/>
                </a:lnTo>
                <a:cubicBezTo>
                  <a:pt x="7196" y="3357"/>
                  <a:pt x="7274" y="3461"/>
                  <a:pt x="7287" y="3539"/>
                </a:cubicBezTo>
                <a:cubicBezTo>
                  <a:pt x="7313" y="3643"/>
                  <a:pt x="7313" y="3968"/>
                  <a:pt x="7196" y="4020"/>
                </a:cubicBezTo>
                <a:cubicBezTo>
                  <a:pt x="7123" y="3960"/>
                  <a:pt x="6982" y="3718"/>
                  <a:pt x="6868" y="3718"/>
                </a:cubicBezTo>
                <a:cubicBezTo>
                  <a:pt x="6860" y="3718"/>
                  <a:pt x="6852" y="3719"/>
                  <a:pt x="6844" y="3722"/>
                </a:cubicBezTo>
                <a:cubicBezTo>
                  <a:pt x="6766" y="3748"/>
                  <a:pt x="6792" y="3904"/>
                  <a:pt x="6754" y="3942"/>
                </a:cubicBezTo>
                <a:cubicBezTo>
                  <a:pt x="6702" y="3994"/>
                  <a:pt x="6636" y="3982"/>
                  <a:pt x="6610" y="4046"/>
                </a:cubicBezTo>
                <a:cubicBezTo>
                  <a:pt x="6558" y="4138"/>
                  <a:pt x="6624" y="4346"/>
                  <a:pt x="6598" y="4450"/>
                </a:cubicBezTo>
                <a:cubicBezTo>
                  <a:pt x="6546" y="4411"/>
                  <a:pt x="6532" y="4359"/>
                  <a:pt x="6467" y="4346"/>
                </a:cubicBezTo>
                <a:cubicBezTo>
                  <a:pt x="6458" y="4345"/>
                  <a:pt x="6450" y="4345"/>
                  <a:pt x="6443" y="4345"/>
                </a:cubicBezTo>
                <a:cubicBezTo>
                  <a:pt x="6357" y="4345"/>
                  <a:pt x="6396" y="4413"/>
                  <a:pt x="6324" y="4437"/>
                </a:cubicBezTo>
                <a:cubicBezTo>
                  <a:pt x="6315" y="4440"/>
                  <a:pt x="6307" y="4441"/>
                  <a:pt x="6299" y="4441"/>
                </a:cubicBezTo>
                <a:cubicBezTo>
                  <a:pt x="6248" y="4441"/>
                  <a:pt x="6212" y="4389"/>
                  <a:pt x="6157" y="4389"/>
                </a:cubicBezTo>
                <a:cubicBezTo>
                  <a:pt x="6144" y="4389"/>
                  <a:pt x="6131" y="4392"/>
                  <a:pt x="6116" y="4398"/>
                </a:cubicBezTo>
                <a:cubicBezTo>
                  <a:pt x="6077" y="4424"/>
                  <a:pt x="6077" y="4476"/>
                  <a:pt x="6025" y="4502"/>
                </a:cubicBezTo>
                <a:cubicBezTo>
                  <a:pt x="5985" y="4502"/>
                  <a:pt x="5933" y="4489"/>
                  <a:pt x="5881" y="4489"/>
                </a:cubicBezTo>
                <a:cubicBezTo>
                  <a:pt x="5843" y="4489"/>
                  <a:pt x="5803" y="4502"/>
                  <a:pt x="5777" y="4541"/>
                </a:cubicBezTo>
                <a:cubicBezTo>
                  <a:pt x="5729" y="4565"/>
                  <a:pt x="5686" y="4583"/>
                  <a:pt x="5649" y="4583"/>
                </a:cubicBezTo>
                <a:cubicBezTo>
                  <a:pt x="5606" y="4583"/>
                  <a:pt x="5571" y="4559"/>
                  <a:pt x="5543" y="4489"/>
                </a:cubicBezTo>
                <a:cubicBezTo>
                  <a:pt x="5505" y="4411"/>
                  <a:pt x="5531" y="4228"/>
                  <a:pt x="5531" y="4164"/>
                </a:cubicBezTo>
                <a:cubicBezTo>
                  <a:pt x="5531" y="3904"/>
                  <a:pt x="5595" y="3604"/>
                  <a:pt x="5673" y="3357"/>
                </a:cubicBezTo>
                <a:cubicBezTo>
                  <a:pt x="5699" y="3253"/>
                  <a:pt x="5725" y="3240"/>
                  <a:pt x="5765" y="3161"/>
                </a:cubicBezTo>
                <a:cubicBezTo>
                  <a:pt x="5829" y="3045"/>
                  <a:pt x="5791" y="2915"/>
                  <a:pt x="5829" y="2797"/>
                </a:cubicBezTo>
                <a:cubicBezTo>
                  <a:pt x="5855" y="2681"/>
                  <a:pt x="6012" y="2446"/>
                  <a:pt x="5921" y="2303"/>
                </a:cubicBezTo>
                <a:cubicBezTo>
                  <a:pt x="5881" y="2251"/>
                  <a:pt x="5803" y="2225"/>
                  <a:pt x="5751" y="2173"/>
                </a:cubicBezTo>
                <a:cubicBezTo>
                  <a:pt x="5713" y="2121"/>
                  <a:pt x="5699" y="2056"/>
                  <a:pt x="5673" y="2004"/>
                </a:cubicBezTo>
                <a:cubicBezTo>
                  <a:pt x="5569" y="1848"/>
                  <a:pt x="5465" y="1848"/>
                  <a:pt x="5309" y="1808"/>
                </a:cubicBezTo>
                <a:cubicBezTo>
                  <a:pt x="5218" y="1782"/>
                  <a:pt x="5218" y="1718"/>
                  <a:pt x="5140" y="1678"/>
                </a:cubicBezTo>
                <a:cubicBezTo>
                  <a:pt x="5120" y="1666"/>
                  <a:pt x="5103" y="1662"/>
                  <a:pt x="5089" y="1662"/>
                </a:cubicBezTo>
                <a:cubicBezTo>
                  <a:pt x="5044" y="1662"/>
                  <a:pt x="5020" y="1706"/>
                  <a:pt x="4963" y="1706"/>
                </a:cubicBezTo>
                <a:cubicBezTo>
                  <a:pt x="4957" y="1706"/>
                  <a:pt x="4951" y="1705"/>
                  <a:pt x="4945" y="1704"/>
                </a:cubicBezTo>
                <a:cubicBezTo>
                  <a:pt x="4854" y="1678"/>
                  <a:pt x="4840" y="1509"/>
                  <a:pt x="4750" y="1444"/>
                </a:cubicBezTo>
                <a:cubicBezTo>
                  <a:pt x="4723" y="1428"/>
                  <a:pt x="4696" y="1421"/>
                  <a:pt x="4669" y="1421"/>
                </a:cubicBezTo>
                <a:cubicBezTo>
                  <a:pt x="4566" y="1421"/>
                  <a:pt x="4463" y="1520"/>
                  <a:pt x="4360" y="1562"/>
                </a:cubicBezTo>
                <a:cubicBezTo>
                  <a:pt x="4307" y="1574"/>
                  <a:pt x="4255" y="1640"/>
                  <a:pt x="4216" y="1652"/>
                </a:cubicBezTo>
                <a:cubicBezTo>
                  <a:pt x="4197" y="1657"/>
                  <a:pt x="4181" y="1659"/>
                  <a:pt x="4168" y="1659"/>
                </a:cubicBezTo>
                <a:cubicBezTo>
                  <a:pt x="4110" y="1659"/>
                  <a:pt x="4100" y="1617"/>
                  <a:pt x="4047" y="1574"/>
                </a:cubicBezTo>
                <a:cubicBezTo>
                  <a:pt x="3974" y="1491"/>
                  <a:pt x="3868" y="1416"/>
                  <a:pt x="3762" y="1416"/>
                </a:cubicBezTo>
                <a:cubicBezTo>
                  <a:pt x="3736" y="1416"/>
                  <a:pt x="3709" y="1421"/>
                  <a:pt x="3683" y="1431"/>
                </a:cubicBezTo>
                <a:cubicBezTo>
                  <a:pt x="3604" y="1471"/>
                  <a:pt x="3597" y="1501"/>
                  <a:pt x="3571" y="1501"/>
                </a:cubicBezTo>
                <a:cubicBezTo>
                  <a:pt x="3555" y="1501"/>
                  <a:pt x="3531" y="1488"/>
                  <a:pt x="3475" y="1457"/>
                </a:cubicBezTo>
                <a:cubicBezTo>
                  <a:pt x="3422" y="1436"/>
                  <a:pt x="3352" y="1398"/>
                  <a:pt x="3279" y="1398"/>
                </a:cubicBezTo>
                <a:cubicBezTo>
                  <a:pt x="3262" y="1398"/>
                  <a:pt x="3244" y="1400"/>
                  <a:pt x="3227" y="1405"/>
                </a:cubicBezTo>
                <a:cubicBezTo>
                  <a:pt x="3149" y="1444"/>
                  <a:pt x="3136" y="1535"/>
                  <a:pt x="3058" y="1588"/>
                </a:cubicBezTo>
                <a:cubicBezTo>
                  <a:pt x="3006" y="1614"/>
                  <a:pt x="2954" y="1614"/>
                  <a:pt x="2889" y="1614"/>
                </a:cubicBezTo>
                <a:cubicBezTo>
                  <a:pt x="2780" y="1614"/>
                  <a:pt x="2717" y="1658"/>
                  <a:pt x="2617" y="1658"/>
                </a:cubicBezTo>
                <a:cubicBezTo>
                  <a:pt x="2596" y="1658"/>
                  <a:pt x="2574" y="1656"/>
                  <a:pt x="2550" y="1652"/>
                </a:cubicBezTo>
                <a:cubicBezTo>
                  <a:pt x="2525" y="1513"/>
                  <a:pt x="2624" y="1235"/>
                  <a:pt x="2446" y="1235"/>
                </a:cubicBezTo>
                <a:cubicBezTo>
                  <a:pt x="2442" y="1235"/>
                  <a:pt x="2438" y="1235"/>
                  <a:pt x="2434" y="1236"/>
                </a:cubicBezTo>
                <a:cubicBezTo>
                  <a:pt x="2394" y="1246"/>
                  <a:pt x="2370" y="1271"/>
                  <a:pt x="2343" y="1271"/>
                </a:cubicBezTo>
                <a:cubicBezTo>
                  <a:pt x="2335" y="1271"/>
                  <a:pt x="2326" y="1268"/>
                  <a:pt x="2316" y="1262"/>
                </a:cubicBezTo>
                <a:cubicBezTo>
                  <a:pt x="2278" y="1236"/>
                  <a:pt x="2278" y="1132"/>
                  <a:pt x="2264" y="1093"/>
                </a:cubicBezTo>
                <a:cubicBezTo>
                  <a:pt x="2238" y="1001"/>
                  <a:pt x="2226" y="963"/>
                  <a:pt x="2108" y="963"/>
                </a:cubicBezTo>
                <a:cubicBezTo>
                  <a:pt x="2082" y="897"/>
                  <a:pt x="2134" y="819"/>
                  <a:pt x="2160" y="755"/>
                </a:cubicBezTo>
                <a:cubicBezTo>
                  <a:pt x="2186" y="651"/>
                  <a:pt x="2200" y="559"/>
                  <a:pt x="2212" y="455"/>
                </a:cubicBezTo>
                <a:cubicBezTo>
                  <a:pt x="2212" y="325"/>
                  <a:pt x="2238" y="130"/>
                  <a:pt x="220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98DC26-95C9-22D2-58C2-F8E675ECF2D5}"/>
              </a:ext>
            </a:extLst>
          </p:cNvPr>
          <p:cNvSpPr txBox="1"/>
          <p:nvPr/>
        </p:nvSpPr>
        <p:spPr>
          <a:xfrm>
            <a:off x="1958340" y="2571750"/>
            <a:ext cx="54356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0">
              <a:spcBef>
                <a:spcPts val="30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C00000"/>
                </a:solidFill>
                <a:latin typeface="Papyrus" panose="03070502060502030205" pitchFamily="66" charset="0"/>
                <a:ea typeface="Nunito"/>
                <a:cs typeface="Nunito"/>
                <a:sym typeface="Nunito"/>
              </a:rPr>
              <a:t>-Bharath, </a:t>
            </a:r>
            <a:r>
              <a:rPr lang="en-US" sz="2000" b="1" dirty="0" err="1">
                <a:solidFill>
                  <a:srgbClr val="C00000"/>
                </a:solidFill>
                <a:latin typeface="Papyrus" panose="03070502060502030205" pitchFamily="66" charset="0"/>
                <a:ea typeface="Nunito"/>
                <a:cs typeface="Nunito"/>
                <a:sym typeface="Nunito"/>
              </a:rPr>
              <a:t>Lakshith</a:t>
            </a:r>
            <a:r>
              <a:rPr lang="en-US" sz="2000" b="1" dirty="0">
                <a:solidFill>
                  <a:srgbClr val="C00000"/>
                </a:solidFill>
                <a:latin typeface="Papyrus" panose="03070502060502030205" pitchFamily="66" charset="0"/>
                <a:ea typeface="Nunito"/>
                <a:cs typeface="Nunito"/>
                <a:sym typeface="Nunito"/>
              </a:rPr>
              <a:t>, Ravi Tej, Lochan, Rohith.</a:t>
            </a:r>
          </a:p>
          <a:p>
            <a:pPr algn="ctr"/>
            <a:endParaRPr lang="en-US" b="1" dirty="0">
              <a:solidFill>
                <a:srgbClr val="C00000"/>
              </a:solidFill>
              <a:latin typeface="Papyrus" panose="03070502060502030205" pitchFamily="66" charset="0"/>
            </a:endParaRPr>
          </a:p>
        </p:txBody>
      </p:sp>
      <p:sp>
        <p:nvSpPr>
          <p:cNvPr id="8" name="Google Shape;1158;p66">
            <a:extLst>
              <a:ext uri="{FF2B5EF4-FFF2-40B4-BE49-F238E27FC236}">
                <a16:creationId xmlns:a16="http://schemas.microsoft.com/office/drawing/2014/main" id="{28D42787-7C8C-9B7B-F10F-83EAE8B64F17}"/>
              </a:ext>
            </a:extLst>
          </p:cNvPr>
          <p:cNvSpPr/>
          <p:nvPr/>
        </p:nvSpPr>
        <p:spPr>
          <a:xfrm>
            <a:off x="7661738" y="144183"/>
            <a:ext cx="1268641" cy="869803"/>
          </a:xfrm>
          <a:custGeom>
            <a:avLst/>
            <a:gdLst/>
            <a:ahLst/>
            <a:cxnLst/>
            <a:rect l="l" t="t" r="r" b="b"/>
            <a:pathLst>
              <a:path w="29655" h="20332" extrusionOk="0">
                <a:moveTo>
                  <a:pt x="27932" y="0"/>
                </a:moveTo>
                <a:cubicBezTo>
                  <a:pt x="27930" y="0"/>
                  <a:pt x="27927" y="1"/>
                  <a:pt x="27925" y="1"/>
                </a:cubicBezTo>
                <a:cubicBezTo>
                  <a:pt x="27729" y="53"/>
                  <a:pt x="24880" y="2317"/>
                  <a:pt x="24880" y="2317"/>
                </a:cubicBezTo>
                <a:lnTo>
                  <a:pt x="26129" y="742"/>
                </a:lnTo>
                <a:lnTo>
                  <a:pt x="26051" y="742"/>
                </a:lnTo>
                <a:cubicBezTo>
                  <a:pt x="25973" y="742"/>
                  <a:pt x="24294" y="2343"/>
                  <a:pt x="23539" y="3254"/>
                </a:cubicBezTo>
                <a:cubicBezTo>
                  <a:pt x="22772" y="4165"/>
                  <a:pt x="18386" y="6455"/>
                  <a:pt x="17775" y="6754"/>
                </a:cubicBezTo>
                <a:cubicBezTo>
                  <a:pt x="17163" y="7066"/>
                  <a:pt x="15055" y="8966"/>
                  <a:pt x="13351" y="11686"/>
                </a:cubicBezTo>
                <a:cubicBezTo>
                  <a:pt x="11860" y="14084"/>
                  <a:pt x="10570" y="14225"/>
                  <a:pt x="10286" y="14225"/>
                </a:cubicBezTo>
                <a:cubicBezTo>
                  <a:pt x="10248" y="14225"/>
                  <a:pt x="10228" y="14223"/>
                  <a:pt x="10228" y="14223"/>
                </a:cubicBezTo>
                <a:cubicBezTo>
                  <a:pt x="8966" y="13338"/>
                  <a:pt x="8888" y="12089"/>
                  <a:pt x="7690" y="10697"/>
                </a:cubicBezTo>
                <a:cubicBezTo>
                  <a:pt x="5910" y="8633"/>
                  <a:pt x="5423" y="8536"/>
                  <a:pt x="5347" y="8536"/>
                </a:cubicBezTo>
                <a:cubicBezTo>
                  <a:pt x="5339" y="8536"/>
                  <a:pt x="5336" y="8537"/>
                  <a:pt x="5336" y="8537"/>
                </a:cubicBezTo>
                <a:cubicBezTo>
                  <a:pt x="4906" y="7496"/>
                  <a:pt x="4139" y="7170"/>
                  <a:pt x="4061" y="6533"/>
                </a:cubicBezTo>
                <a:cubicBezTo>
                  <a:pt x="3983" y="5895"/>
                  <a:pt x="3579" y="5843"/>
                  <a:pt x="3332" y="5010"/>
                </a:cubicBezTo>
                <a:cubicBezTo>
                  <a:pt x="3072" y="4165"/>
                  <a:pt x="2005" y="3553"/>
                  <a:pt x="2005" y="3553"/>
                </a:cubicBezTo>
                <a:cubicBezTo>
                  <a:pt x="2005" y="3553"/>
                  <a:pt x="1809" y="2057"/>
                  <a:pt x="1705" y="1731"/>
                </a:cubicBezTo>
                <a:cubicBezTo>
                  <a:pt x="1601" y="1407"/>
                  <a:pt x="1523" y="664"/>
                  <a:pt x="1523" y="664"/>
                </a:cubicBezTo>
                <a:cubicBezTo>
                  <a:pt x="1302" y="795"/>
                  <a:pt x="938" y="1914"/>
                  <a:pt x="938" y="1914"/>
                </a:cubicBezTo>
                <a:lnTo>
                  <a:pt x="964" y="3007"/>
                </a:lnTo>
                <a:lnTo>
                  <a:pt x="690" y="2474"/>
                </a:lnTo>
                <a:lnTo>
                  <a:pt x="690" y="2474"/>
                </a:lnTo>
                <a:cubicBezTo>
                  <a:pt x="1" y="4425"/>
                  <a:pt x="1315" y="5765"/>
                  <a:pt x="1315" y="5765"/>
                </a:cubicBezTo>
                <a:cubicBezTo>
                  <a:pt x="1146" y="7092"/>
                  <a:pt x="2330" y="7873"/>
                  <a:pt x="2590" y="8511"/>
                </a:cubicBezTo>
                <a:cubicBezTo>
                  <a:pt x="2850" y="9148"/>
                  <a:pt x="4828" y="10411"/>
                  <a:pt x="5869" y="11634"/>
                </a:cubicBezTo>
                <a:cubicBezTo>
                  <a:pt x="6910" y="12857"/>
                  <a:pt x="7522" y="14795"/>
                  <a:pt x="7522" y="14795"/>
                </a:cubicBezTo>
                <a:cubicBezTo>
                  <a:pt x="7450" y="14781"/>
                  <a:pt x="7383" y="14775"/>
                  <a:pt x="7322" y="14775"/>
                </a:cubicBezTo>
                <a:cubicBezTo>
                  <a:pt x="6882" y="14775"/>
                  <a:pt x="6702" y="15095"/>
                  <a:pt x="6702" y="15095"/>
                </a:cubicBezTo>
                <a:cubicBezTo>
                  <a:pt x="5999" y="15342"/>
                  <a:pt x="6077" y="15876"/>
                  <a:pt x="6077" y="15876"/>
                </a:cubicBezTo>
                <a:cubicBezTo>
                  <a:pt x="6203" y="15772"/>
                  <a:pt x="6382" y="15737"/>
                  <a:pt x="6566" y="15737"/>
                </a:cubicBezTo>
                <a:cubicBezTo>
                  <a:pt x="6932" y="15737"/>
                  <a:pt x="7314" y="15876"/>
                  <a:pt x="7314" y="15876"/>
                </a:cubicBezTo>
                <a:cubicBezTo>
                  <a:pt x="8250" y="16396"/>
                  <a:pt x="8783" y="16917"/>
                  <a:pt x="8783" y="16917"/>
                </a:cubicBezTo>
                <a:cubicBezTo>
                  <a:pt x="9744" y="18394"/>
                  <a:pt x="11045" y="18674"/>
                  <a:pt x="11894" y="18674"/>
                </a:cubicBezTo>
                <a:cubicBezTo>
                  <a:pt x="12414" y="18674"/>
                  <a:pt x="12765" y="18569"/>
                  <a:pt x="12765" y="18569"/>
                </a:cubicBezTo>
                <a:cubicBezTo>
                  <a:pt x="12765" y="18569"/>
                  <a:pt x="12791" y="20014"/>
                  <a:pt x="13208" y="20144"/>
                </a:cubicBezTo>
                <a:cubicBezTo>
                  <a:pt x="13251" y="20156"/>
                  <a:pt x="13297" y="20162"/>
                  <a:pt x="13344" y="20162"/>
                </a:cubicBezTo>
                <a:cubicBezTo>
                  <a:pt x="13731" y="20162"/>
                  <a:pt x="14196" y="19779"/>
                  <a:pt x="14196" y="19779"/>
                </a:cubicBezTo>
                <a:cubicBezTo>
                  <a:pt x="14322" y="20088"/>
                  <a:pt x="14560" y="20165"/>
                  <a:pt x="14765" y="20165"/>
                </a:cubicBezTo>
                <a:cubicBezTo>
                  <a:pt x="14965" y="20165"/>
                  <a:pt x="15133" y="20092"/>
                  <a:pt x="15133" y="20092"/>
                </a:cubicBezTo>
                <a:cubicBezTo>
                  <a:pt x="15594" y="20265"/>
                  <a:pt x="15901" y="20331"/>
                  <a:pt x="16130" y="20331"/>
                </a:cubicBezTo>
                <a:cubicBezTo>
                  <a:pt x="16762" y="20331"/>
                  <a:pt x="16803" y="19828"/>
                  <a:pt x="17853" y="19675"/>
                </a:cubicBezTo>
                <a:cubicBezTo>
                  <a:pt x="19271" y="19480"/>
                  <a:pt x="18894" y="18413"/>
                  <a:pt x="18894" y="18413"/>
                </a:cubicBezTo>
                <a:lnTo>
                  <a:pt x="19349" y="18413"/>
                </a:lnTo>
                <a:lnTo>
                  <a:pt x="19271" y="17646"/>
                </a:lnTo>
                <a:cubicBezTo>
                  <a:pt x="19753" y="17554"/>
                  <a:pt x="19727" y="17294"/>
                  <a:pt x="19727" y="17294"/>
                </a:cubicBezTo>
                <a:cubicBezTo>
                  <a:pt x="18074" y="17059"/>
                  <a:pt x="15459" y="16579"/>
                  <a:pt x="15459" y="16579"/>
                </a:cubicBezTo>
                <a:cubicBezTo>
                  <a:pt x="15263" y="15902"/>
                  <a:pt x="16226" y="14783"/>
                  <a:pt x="16226" y="14783"/>
                </a:cubicBezTo>
                <a:cubicBezTo>
                  <a:pt x="16226" y="14783"/>
                  <a:pt x="16464" y="14818"/>
                  <a:pt x="16645" y="14818"/>
                </a:cubicBezTo>
                <a:cubicBezTo>
                  <a:pt x="16736" y="14818"/>
                  <a:pt x="16812" y="14809"/>
                  <a:pt x="16838" y="14783"/>
                </a:cubicBezTo>
                <a:cubicBezTo>
                  <a:pt x="16903" y="14705"/>
                  <a:pt x="16903" y="14223"/>
                  <a:pt x="16903" y="14223"/>
                </a:cubicBezTo>
                <a:cubicBezTo>
                  <a:pt x="16903" y="14223"/>
                  <a:pt x="17065" y="14281"/>
                  <a:pt x="17238" y="14281"/>
                </a:cubicBezTo>
                <a:cubicBezTo>
                  <a:pt x="17325" y="14281"/>
                  <a:pt x="17415" y="14266"/>
                  <a:pt x="17489" y="14223"/>
                </a:cubicBezTo>
                <a:cubicBezTo>
                  <a:pt x="17723" y="14106"/>
                  <a:pt x="17801" y="13312"/>
                  <a:pt x="17801" y="13312"/>
                </a:cubicBezTo>
                <a:cubicBezTo>
                  <a:pt x="17801" y="13312"/>
                  <a:pt x="18282" y="13286"/>
                  <a:pt x="18360" y="13182"/>
                </a:cubicBezTo>
                <a:cubicBezTo>
                  <a:pt x="18426" y="13078"/>
                  <a:pt x="18478" y="12753"/>
                  <a:pt x="18478" y="12753"/>
                </a:cubicBezTo>
                <a:cubicBezTo>
                  <a:pt x="18959" y="12571"/>
                  <a:pt x="18959" y="12037"/>
                  <a:pt x="18959" y="12037"/>
                </a:cubicBezTo>
                <a:cubicBezTo>
                  <a:pt x="19857" y="11933"/>
                  <a:pt x="21249" y="9604"/>
                  <a:pt x="21249" y="9604"/>
                </a:cubicBezTo>
                <a:cubicBezTo>
                  <a:pt x="21757" y="9422"/>
                  <a:pt x="21197" y="8992"/>
                  <a:pt x="21861" y="8784"/>
                </a:cubicBezTo>
                <a:cubicBezTo>
                  <a:pt x="22524" y="8589"/>
                  <a:pt x="22472" y="7951"/>
                  <a:pt x="22472" y="7951"/>
                </a:cubicBezTo>
                <a:cubicBezTo>
                  <a:pt x="24073" y="7925"/>
                  <a:pt x="24698" y="6247"/>
                  <a:pt x="24698" y="6247"/>
                </a:cubicBezTo>
                <a:cubicBezTo>
                  <a:pt x="25843" y="5999"/>
                  <a:pt x="25439" y="5310"/>
                  <a:pt x="25439" y="5310"/>
                </a:cubicBezTo>
                <a:cubicBezTo>
                  <a:pt x="25673" y="5310"/>
                  <a:pt x="26129" y="5128"/>
                  <a:pt x="26129" y="5128"/>
                </a:cubicBezTo>
                <a:lnTo>
                  <a:pt x="25895" y="4984"/>
                </a:lnTo>
                <a:lnTo>
                  <a:pt x="26272" y="4984"/>
                </a:lnTo>
                <a:cubicBezTo>
                  <a:pt x="26662" y="4984"/>
                  <a:pt x="26988" y="4529"/>
                  <a:pt x="26884" y="4529"/>
                </a:cubicBezTo>
                <a:cubicBezTo>
                  <a:pt x="26780" y="4529"/>
                  <a:pt x="26402" y="4399"/>
                  <a:pt x="26402" y="4399"/>
                </a:cubicBezTo>
                <a:cubicBezTo>
                  <a:pt x="27040" y="4243"/>
                  <a:pt x="28640" y="3579"/>
                  <a:pt x="28510" y="3553"/>
                </a:cubicBezTo>
                <a:cubicBezTo>
                  <a:pt x="28507" y="3553"/>
                  <a:pt x="28503" y="3553"/>
                  <a:pt x="28497" y="3553"/>
                </a:cubicBezTo>
                <a:cubicBezTo>
                  <a:pt x="28269" y="3553"/>
                  <a:pt x="25895" y="3813"/>
                  <a:pt x="25895" y="3813"/>
                </a:cubicBezTo>
                <a:cubicBezTo>
                  <a:pt x="28835" y="3072"/>
                  <a:pt x="29655" y="2291"/>
                  <a:pt x="29655" y="2265"/>
                </a:cubicBezTo>
                <a:cubicBezTo>
                  <a:pt x="29655" y="2265"/>
                  <a:pt x="29654" y="2265"/>
                  <a:pt x="29652" y="2265"/>
                </a:cubicBezTo>
                <a:cubicBezTo>
                  <a:pt x="29552" y="2265"/>
                  <a:pt x="26753" y="2954"/>
                  <a:pt x="26753" y="2954"/>
                </a:cubicBezTo>
                <a:lnTo>
                  <a:pt x="29655" y="1407"/>
                </a:lnTo>
                <a:lnTo>
                  <a:pt x="29629" y="1302"/>
                </a:lnTo>
                <a:cubicBezTo>
                  <a:pt x="29628" y="1298"/>
                  <a:pt x="29622" y="1296"/>
                  <a:pt x="29612" y="1296"/>
                </a:cubicBezTo>
                <a:cubicBezTo>
                  <a:pt x="29372" y="1296"/>
                  <a:pt x="26610" y="2474"/>
                  <a:pt x="26610" y="2474"/>
                </a:cubicBezTo>
                <a:cubicBezTo>
                  <a:pt x="26610" y="2474"/>
                  <a:pt x="29551" y="560"/>
                  <a:pt x="29368" y="444"/>
                </a:cubicBezTo>
                <a:cubicBezTo>
                  <a:pt x="29361" y="438"/>
                  <a:pt x="29350" y="436"/>
                  <a:pt x="29335" y="436"/>
                </a:cubicBezTo>
                <a:cubicBezTo>
                  <a:pt x="28973" y="436"/>
                  <a:pt x="26376" y="1835"/>
                  <a:pt x="26376" y="1835"/>
                </a:cubicBezTo>
                <a:cubicBezTo>
                  <a:pt x="26376" y="1835"/>
                  <a:pt x="28085" y="0"/>
                  <a:pt x="27932" y="0"/>
                </a:cubicBezTo>
                <a:close/>
              </a:path>
            </a:pathLst>
          </a:custGeom>
          <a:gradFill>
            <a:gsLst>
              <a:gs pos="0">
                <a:schemeClr val="dk1"/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120000">
                                      <p:cBhvr>
                                        <p:cTn id="8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8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0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4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0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0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0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" grpId="0"/>
      <p:bldP spid="806" grpId="1"/>
      <p:bldP spid="806" grpId="2"/>
      <p:bldP spid="807" grpId="0" build="p"/>
      <p:bldP spid="807" grpId="1" uiExpand="1" build="p"/>
      <p:bldP spid="5" grpId="0"/>
      <p:bldP spid="5" grpId="1"/>
      <p:bldP spid="5" grpId="2"/>
      <p:bldP spid="5" grpId="3"/>
      <p:bldP spid="5" grpId="4"/>
      <p:bldP spid="8" grpId="0" animBg="1"/>
    </p:bldLst>
  </p:timing>
</p:sld>
</file>

<file path=ppt/theme/theme1.xml><?xml version="1.0" encoding="utf-8"?>
<a:theme xmlns:a="http://schemas.openxmlformats.org/drawingml/2006/main" name="Save the Eagles Day Newsletter by Slidesgo">
  <a:themeElements>
    <a:clrScheme name="Simple Light">
      <a:dk1>
        <a:srgbClr val="660000"/>
      </a:dk1>
      <a:lt1>
        <a:srgbClr val="912838"/>
      </a:lt1>
      <a:dk2>
        <a:srgbClr val="BF5047"/>
      </a:dk2>
      <a:lt2>
        <a:srgbClr val="DE7E42"/>
      </a:lt2>
      <a:accent1>
        <a:srgbClr val="FFB05C"/>
      </a:accent1>
      <a:accent2>
        <a:srgbClr val="FFC875"/>
      </a:accent2>
      <a:accent3>
        <a:srgbClr val="FFE6C1"/>
      </a:accent3>
      <a:accent4>
        <a:srgbClr val="FFFFFF"/>
      </a:accent4>
      <a:accent5>
        <a:srgbClr val="191919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4fca83-063b-4031-b245-2cb62b13c04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A745E9400BC41934B17CCDA66E1D6" ma:contentTypeVersion="9" ma:contentTypeDescription="Create a new document." ma:contentTypeScope="" ma:versionID="e90aca5c100bd803bbf1cdec610e24de">
  <xsd:schema xmlns:xsd="http://www.w3.org/2001/XMLSchema" xmlns:xs="http://www.w3.org/2001/XMLSchema" xmlns:p="http://schemas.microsoft.com/office/2006/metadata/properties" xmlns:ns3="5f4fca83-063b-4031-b245-2cb62b13c04a" targetNamespace="http://schemas.microsoft.com/office/2006/metadata/properties" ma:root="true" ma:fieldsID="d68e7eb38b975de0994210a06a11f7ab" ns3:_="">
    <xsd:import namespace="5f4fca83-063b-4031-b245-2cb62b13c0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4fca83-063b-4031-b245-2cb62b13c0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B017B3-97EC-42AE-9F23-C0DF0EB648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3F8888-35AF-4BBB-88BE-D124D653B63F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5f4fca83-063b-4031-b245-2cb62b13c04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BE9200-E2BC-4610-8B16-80708E156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4fca83-063b-4031-b245-2cb62b13c0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6390</TotalTime>
  <Words>1821</Words>
  <Application>Microsoft Office PowerPoint</Application>
  <PresentationFormat>On-screen Show (16:9)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Dosis</vt:lpstr>
      <vt:lpstr>Merriweather</vt:lpstr>
      <vt:lpstr>Söhne</vt:lpstr>
      <vt:lpstr>Bebas Neue</vt:lpstr>
      <vt:lpstr>Papyrus</vt:lpstr>
      <vt:lpstr>-apple-system</vt:lpstr>
      <vt:lpstr>Nunito</vt:lpstr>
      <vt:lpstr>Arial</vt:lpstr>
      <vt:lpstr>Wingdings</vt:lpstr>
      <vt:lpstr>Zen Loop</vt:lpstr>
      <vt:lpstr>Save the Eagles Day Newsletter by Slidesgo</vt:lpstr>
      <vt:lpstr>LANGUAGE OF THE POEM  “HAWK ROOSTING”</vt:lpstr>
      <vt:lpstr>PowerPoint Presentation</vt:lpstr>
      <vt:lpstr>OVERVIEW:</vt:lpstr>
      <vt:lpstr> ‘Hawk Roosting’</vt:lpstr>
      <vt:lpstr>Perched in Solitude</vt:lpstr>
      <vt:lpstr>Perched in Solitude</vt:lpstr>
      <vt:lpstr>Killing Without Remorse</vt:lpstr>
      <vt:lpstr>Embracing the Height</vt:lpstr>
      <vt:lpstr>04</vt:lpstr>
      <vt:lpstr>The allotment of death.   For the one path of my flight is direct   Through the bones of the living.   No arguments assert my right:</vt:lpstr>
      <vt:lpstr>   The sun is behind me.  Nothing has changed since I began. My eye has permitted no change.  I am going to keep things like this.</vt:lpstr>
      <vt:lpstr>PowerPoint Presentation</vt:lpstr>
      <vt:lpstr>ANY QUESTIONS ?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OF THE POEM “HAWK ROOSTING”</dc:title>
  <dc:creator>Bharath K</dc:creator>
  <cp:lastModifiedBy>Bharath K</cp:lastModifiedBy>
  <cp:revision>7</cp:revision>
  <dcterms:modified xsi:type="dcterms:W3CDTF">2023-10-30T12:36:04Z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0x010100518A745E9400BC41934B17CCDA66E1D6</vt:lpwstr>
  </property>
</Properties>
</file>