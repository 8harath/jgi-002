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6858000" cy="9144000"/>
  <p:embeddedFontLst>
    <p:embeddedFont>
      <p:font typeface="Lora"/>
      <p:regular r:id="rId35"/>
      <p:bold r:id="rId36"/>
      <p:italic r:id="rId37"/>
      <p:boldItalic r:id="rId38"/>
    </p:embeddedFont>
    <p:embeddedFont>
      <p:font typeface="Vidaloka"/>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qQVrPplCbfIwaBmsmDiXHfZTK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Lora-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Lora-italic.fntdata"/><Relationship Id="rId14" Type="http://schemas.openxmlformats.org/officeDocument/2006/relationships/slide" Target="slides/slide10.xml"/><Relationship Id="rId36" Type="http://schemas.openxmlformats.org/officeDocument/2006/relationships/font" Target="fonts/Lora-bold.fntdata"/><Relationship Id="rId17" Type="http://schemas.openxmlformats.org/officeDocument/2006/relationships/slide" Target="slides/slide13.xml"/><Relationship Id="rId39" Type="http://schemas.openxmlformats.org/officeDocument/2006/relationships/font" Target="fonts/Vidaloka-regular.fntdata"/><Relationship Id="rId16" Type="http://schemas.openxmlformats.org/officeDocument/2006/relationships/slide" Target="slides/slide12.xml"/><Relationship Id="rId38" Type="http://schemas.openxmlformats.org/officeDocument/2006/relationships/font" Target="fonts/Lora-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 name="Google Shape;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32"/>
          <p:cNvSpPr txBox="1"/>
          <p:nvPr>
            <p:ph type="ctrTitle"/>
          </p:nvPr>
        </p:nvSpPr>
        <p:spPr>
          <a:xfrm>
            <a:off x="855300" y="1117300"/>
            <a:ext cx="4230600" cy="29088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lvl1pPr lvl="0" algn="l">
              <a:lnSpc>
                <a:spcPct val="80000"/>
              </a:lnSpc>
              <a:spcBef>
                <a:spcPts val="0"/>
              </a:spcBef>
              <a:spcAft>
                <a:spcPts val="0"/>
              </a:spcAft>
              <a:buSzPts val="5200"/>
              <a:buNone/>
              <a:defRPr sz="5200"/>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3"/>
          <p:cNvSpPr txBox="1"/>
          <p:nvPr>
            <p:ph type="ctrTitle"/>
          </p:nvPr>
        </p:nvSpPr>
        <p:spPr>
          <a:xfrm>
            <a:off x="855300" y="2183363"/>
            <a:ext cx="4728600" cy="496500"/>
          </a:xfrm>
          <a:prstGeom prst="rect">
            <a:avLst/>
          </a:prstGeom>
          <a:noFill/>
          <a:ln>
            <a:noFill/>
          </a:ln>
          <a:effectLst>
            <a:outerShdw blurRad="142875" rotWithShape="0" algn="bl">
              <a:srgbClr val="0072FF"/>
            </a:outerShdw>
          </a:effectLst>
        </p:spPr>
        <p:txBody>
          <a:bodyPr anchorCtr="0" anchor="b" bIns="0" lIns="0" spcFirstLastPara="1" rIns="0" wrap="square" tIns="0">
            <a:noAutofit/>
          </a:bodyPr>
          <a:lstStyle>
            <a:lvl1pPr lvl="0" algn="l">
              <a:lnSpc>
                <a:spcPct val="80000"/>
              </a:lnSpc>
              <a:spcBef>
                <a:spcPts val="0"/>
              </a:spcBef>
              <a:spcAft>
                <a:spcPts val="0"/>
              </a:spcAft>
              <a:buSzPts val="4000"/>
              <a:buNone/>
              <a:defRPr sz="4000"/>
            </a:lvl1pPr>
            <a:lvl2pPr lvl="1" algn="l">
              <a:lnSpc>
                <a:spcPct val="80000"/>
              </a:lnSpc>
              <a:spcBef>
                <a:spcPts val="0"/>
              </a:spcBef>
              <a:spcAft>
                <a:spcPts val="0"/>
              </a:spcAft>
              <a:buSzPts val="4000"/>
              <a:buNone/>
              <a:defRPr sz="4000"/>
            </a:lvl2pPr>
            <a:lvl3pPr lvl="2" algn="l">
              <a:lnSpc>
                <a:spcPct val="80000"/>
              </a:lnSpc>
              <a:spcBef>
                <a:spcPts val="0"/>
              </a:spcBef>
              <a:spcAft>
                <a:spcPts val="0"/>
              </a:spcAft>
              <a:buSzPts val="4000"/>
              <a:buNone/>
              <a:defRPr sz="4000"/>
            </a:lvl3pPr>
            <a:lvl4pPr lvl="3" algn="l">
              <a:lnSpc>
                <a:spcPct val="80000"/>
              </a:lnSpc>
              <a:spcBef>
                <a:spcPts val="0"/>
              </a:spcBef>
              <a:spcAft>
                <a:spcPts val="0"/>
              </a:spcAft>
              <a:buSzPts val="4000"/>
              <a:buNone/>
              <a:defRPr sz="4000"/>
            </a:lvl4pPr>
            <a:lvl5pPr lvl="4" algn="l">
              <a:lnSpc>
                <a:spcPct val="80000"/>
              </a:lnSpc>
              <a:spcBef>
                <a:spcPts val="0"/>
              </a:spcBef>
              <a:spcAft>
                <a:spcPts val="0"/>
              </a:spcAft>
              <a:buSzPts val="4000"/>
              <a:buNone/>
              <a:defRPr sz="4000"/>
            </a:lvl5pPr>
            <a:lvl6pPr lvl="5" algn="l">
              <a:lnSpc>
                <a:spcPct val="80000"/>
              </a:lnSpc>
              <a:spcBef>
                <a:spcPts val="0"/>
              </a:spcBef>
              <a:spcAft>
                <a:spcPts val="0"/>
              </a:spcAft>
              <a:buSzPts val="4000"/>
              <a:buNone/>
              <a:defRPr sz="4000"/>
            </a:lvl6pPr>
            <a:lvl7pPr lvl="6" algn="l">
              <a:lnSpc>
                <a:spcPct val="80000"/>
              </a:lnSpc>
              <a:spcBef>
                <a:spcPts val="0"/>
              </a:spcBef>
              <a:spcAft>
                <a:spcPts val="0"/>
              </a:spcAft>
              <a:buSzPts val="4000"/>
              <a:buNone/>
              <a:defRPr sz="4000"/>
            </a:lvl7pPr>
            <a:lvl8pPr lvl="7" algn="l">
              <a:lnSpc>
                <a:spcPct val="80000"/>
              </a:lnSpc>
              <a:spcBef>
                <a:spcPts val="0"/>
              </a:spcBef>
              <a:spcAft>
                <a:spcPts val="0"/>
              </a:spcAft>
              <a:buSzPts val="4000"/>
              <a:buNone/>
              <a:defRPr sz="4000"/>
            </a:lvl8pPr>
            <a:lvl9pPr lvl="8" algn="l">
              <a:lnSpc>
                <a:spcPct val="80000"/>
              </a:lnSpc>
              <a:spcBef>
                <a:spcPts val="0"/>
              </a:spcBef>
              <a:spcAft>
                <a:spcPts val="0"/>
              </a:spcAft>
              <a:buSzPts val="4000"/>
              <a:buNone/>
              <a:defRPr sz="4000"/>
            </a:lvl9pPr>
          </a:lstStyle>
          <a:p/>
        </p:txBody>
      </p:sp>
      <p:sp>
        <p:nvSpPr>
          <p:cNvPr id="13" name="Google Shape;13;p33"/>
          <p:cNvSpPr txBox="1"/>
          <p:nvPr>
            <p:ph idx="1" type="subTitle"/>
          </p:nvPr>
        </p:nvSpPr>
        <p:spPr>
          <a:xfrm>
            <a:off x="855300" y="2700338"/>
            <a:ext cx="4728600" cy="33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6"/>
              </a:buClr>
              <a:buSzPts val="1800"/>
              <a:buNone/>
              <a:defRPr sz="1800">
                <a:solidFill>
                  <a:schemeClr val="accent6"/>
                </a:solidFill>
              </a:defRPr>
            </a:lvl1pPr>
            <a:lvl2pPr lvl="1" algn="l">
              <a:lnSpc>
                <a:spcPct val="100000"/>
              </a:lnSpc>
              <a:spcBef>
                <a:spcPts val="0"/>
              </a:spcBef>
              <a:spcAft>
                <a:spcPts val="0"/>
              </a:spcAft>
              <a:buClr>
                <a:schemeClr val="accent6"/>
              </a:buClr>
              <a:buSzPts val="1800"/>
              <a:buNone/>
              <a:defRPr sz="1800">
                <a:solidFill>
                  <a:schemeClr val="accent6"/>
                </a:solidFill>
              </a:defRPr>
            </a:lvl2pPr>
            <a:lvl3pPr lvl="2" algn="l">
              <a:lnSpc>
                <a:spcPct val="100000"/>
              </a:lnSpc>
              <a:spcBef>
                <a:spcPts val="0"/>
              </a:spcBef>
              <a:spcAft>
                <a:spcPts val="0"/>
              </a:spcAft>
              <a:buClr>
                <a:schemeClr val="accent6"/>
              </a:buClr>
              <a:buSzPts val="1800"/>
              <a:buNone/>
              <a:defRPr sz="1800">
                <a:solidFill>
                  <a:schemeClr val="accent6"/>
                </a:solidFill>
              </a:defRPr>
            </a:lvl3pPr>
            <a:lvl4pPr lvl="3" algn="l">
              <a:lnSpc>
                <a:spcPct val="100000"/>
              </a:lnSpc>
              <a:spcBef>
                <a:spcPts val="0"/>
              </a:spcBef>
              <a:spcAft>
                <a:spcPts val="0"/>
              </a:spcAft>
              <a:buClr>
                <a:schemeClr val="accent6"/>
              </a:buClr>
              <a:buSzPts val="1800"/>
              <a:buNone/>
              <a:defRPr sz="1800">
                <a:solidFill>
                  <a:schemeClr val="accent6"/>
                </a:solidFill>
              </a:defRPr>
            </a:lvl4pPr>
            <a:lvl5pPr lvl="4" algn="l">
              <a:lnSpc>
                <a:spcPct val="100000"/>
              </a:lnSpc>
              <a:spcBef>
                <a:spcPts val="0"/>
              </a:spcBef>
              <a:spcAft>
                <a:spcPts val="0"/>
              </a:spcAft>
              <a:buClr>
                <a:schemeClr val="accent6"/>
              </a:buClr>
              <a:buSzPts val="1800"/>
              <a:buNone/>
              <a:defRPr sz="1800">
                <a:solidFill>
                  <a:schemeClr val="accent6"/>
                </a:solidFill>
              </a:defRPr>
            </a:lvl5pPr>
            <a:lvl6pPr lvl="5" algn="l">
              <a:lnSpc>
                <a:spcPct val="100000"/>
              </a:lnSpc>
              <a:spcBef>
                <a:spcPts val="0"/>
              </a:spcBef>
              <a:spcAft>
                <a:spcPts val="0"/>
              </a:spcAft>
              <a:buClr>
                <a:schemeClr val="accent6"/>
              </a:buClr>
              <a:buSzPts val="1800"/>
              <a:buNone/>
              <a:defRPr sz="1800">
                <a:solidFill>
                  <a:schemeClr val="accent6"/>
                </a:solidFill>
              </a:defRPr>
            </a:lvl6pPr>
            <a:lvl7pPr lvl="6" algn="l">
              <a:lnSpc>
                <a:spcPct val="100000"/>
              </a:lnSpc>
              <a:spcBef>
                <a:spcPts val="0"/>
              </a:spcBef>
              <a:spcAft>
                <a:spcPts val="0"/>
              </a:spcAft>
              <a:buClr>
                <a:schemeClr val="accent6"/>
              </a:buClr>
              <a:buSzPts val="1800"/>
              <a:buNone/>
              <a:defRPr sz="1800">
                <a:solidFill>
                  <a:schemeClr val="accent6"/>
                </a:solidFill>
              </a:defRPr>
            </a:lvl7pPr>
            <a:lvl8pPr lvl="7" algn="l">
              <a:lnSpc>
                <a:spcPct val="100000"/>
              </a:lnSpc>
              <a:spcBef>
                <a:spcPts val="0"/>
              </a:spcBef>
              <a:spcAft>
                <a:spcPts val="0"/>
              </a:spcAft>
              <a:buClr>
                <a:schemeClr val="accent6"/>
              </a:buClr>
              <a:buSzPts val="1800"/>
              <a:buNone/>
              <a:defRPr sz="1800">
                <a:solidFill>
                  <a:schemeClr val="accent6"/>
                </a:solidFill>
              </a:defRPr>
            </a:lvl8pPr>
            <a:lvl9pPr lvl="8" algn="l">
              <a:lnSpc>
                <a:spcPct val="100000"/>
              </a:lnSpc>
              <a:spcBef>
                <a:spcPts val="0"/>
              </a:spcBef>
              <a:spcAft>
                <a:spcPts val="0"/>
              </a:spcAft>
              <a:buClr>
                <a:schemeClr val="accent6"/>
              </a:buClr>
              <a:buSzPts val="1800"/>
              <a:buNone/>
              <a:defRPr sz="1800">
                <a:solidFill>
                  <a:schemeClr val="accent6"/>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4" name="Shape 14"/>
        <p:cNvGrpSpPr/>
        <p:nvPr/>
      </p:nvGrpSpPr>
      <p:grpSpPr>
        <a:xfrm>
          <a:off x="0" y="0"/>
          <a:ext cx="0" cy="0"/>
          <a:chOff x="0" y="0"/>
          <a:chExt cx="0" cy="0"/>
        </a:xfrm>
      </p:grpSpPr>
      <p:sp>
        <p:nvSpPr>
          <p:cNvPr id="15" name="Google Shape;15;p34"/>
          <p:cNvSpPr txBox="1"/>
          <p:nvPr>
            <p:ph type="title"/>
          </p:nvPr>
        </p:nvSpPr>
        <p:spPr>
          <a:xfrm>
            <a:off x="855300" y="83600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lvl1pPr lvl="0" algn="l">
              <a:lnSpc>
                <a:spcPct val="80000"/>
              </a:lnSpc>
              <a:spcBef>
                <a:spcPts val="0"/>
              </a:spcBef>
              <a:spcAft>
                <a:spcPts val="0"/>
              </a:spcAft>
              <a:buSzPts val="3200"/>
              <a:buNone/>
              <a:defRPr/>
            </a:lvl1pPr>
            <a:lvl2pPr lvl="1" algn="l">
              <a:lnSpc>
                <a:spcPct val="80000"/>
              </a:lnSpc>
              <a:spcBef>
                <a:spcPts val="0"/>
              </a:spcBef>
              <a:spcAft>
                <a:spcPts val="0"/>
              </a:spcAft>
              <a:buSzPts val="3200"/>
              <a:buNone/>
              <a:defRPr/>
            </a:lvl2pPr>
            <a:lvl3pPr lvl="2" algn="l">
              <a:lnSpc>
                <a:spcPct val="80000"/>
              </a:lnSpc>
              <a:spcBef>
                <a:spcPts val="0"/>
              </a:spcBef>
              <a:spcAft>
                <a:spcPts val="0"/>
              </a:spcAft>
              <a:buSzPts val="3200"/>
              <a:buNone/>
              <a:defRPr/>
            </a:lvl3pPr>
            <a:lvl4pPr lvl="3" algn="l">
              <a:lnSpc>
                <a:spcPct val="80000"/>
              </a:lnSpc>
              <a:spcBef>
                <a:spcPts val="0"/>
              </a:spcBef>
              <a:spcAft>
                <a:spcPts val="0"/>
              </a:spcAft>
              <a:buSzPts val="3200"/>
              <a:buNone/>
              <a:defRPr/>
            </a:lvl4pPr>
            <a:lvl5pPr lvl="4" algn="l">
              <a:lnSpc>
                <a:spcPct val="80000"/>
              </a:lnSpc>
              <a:spcBef>
                <a:spcPts val="0"/>
              </a:spcBef>
              <a:spcAft>
                <a:spcPts val="0"/>
              </a:spcAft>
              <a:buSzPts val="3200"/>
              <a:buNone/>
              <a:defRPr/>
            </a:lvl5pPr>
            <a:lvl6pPr lvl="5" algn="l">
              <a:lnSpc>
                <a:spcPct val="80000"/>
              </a:lnSpc>
              <a:spcBef>
                <a:spcPts val="0"/>
              </a:spcBef>
              <a:spcAft>
                <a:spcPts val="0"/>
              </a:spcAft>
              <a:buSzPts val="3200"/>
              <a:buNone/>
              <a:defRPr/>
            </a:lvl6pPr>
            <a:lvl7pPr lvl="6" algn="l">
              <a:lnSpc>
                <a:spcPct val="80000"/>
              </a:lnSpc>
              <a:spcBef>
                <a:spcPts val="0"/>
              </a:spcBef>
              <a:spcAft>
                <a:spcPts val="0"/>
              </a:spcAft>
              <a:buSzPts val="3200"/>
              <a:buNone/>
              <a:defRPr/>
            </a:lvl7pPr>
            <a:lvl8pPr lvl="7" algn="l">
              <a:lnSpc>
                <a:spcPct val="80000"/>
              </a:lnSpc>
              <a:spcBef>
                <a:spcPts val="0"/>
              </a:spcBef>
              <a:spcAft>
                <a:spcPts val="0"/>
              </a:spcAft>
              <a:buSzPts val="3200"/>
              <a:buNone/>
              <a:defRPr/>
            </a:lvl8pPr>
            <a:lvl9pPr lvl="8" algn="l">
              <a:lnSpc>
                <a:spcPct val="80000"/>
              </a:lnSpc>
              <a:spcBef>
                <a:spcPts val="0"/>
              </a:spcBef>
              <a:spcAft>
                <a:spcPts val="0"/>
              </a:spcAft>
              <a:buSzPts val="3200"/>
              <a:buNone/>
              <a:defRPr/>
            </a:lvl9pPr>
          </a:lstStyle>
          <a:p/>
        </p:txBody>
      </p:sp>
      <p:sp>
        <p:nvSpPr>
          <p:cNvPr id="16" name="Google Shape;16;p34"/>
          <p:cNvSpPr txBox="1"/>
          <p:nvPr>
            <p:ph idx="1" type="body"/>
          </p:nvPr>
        </p:nvSpPr>
        <p:spPr>
          <a:xfrm>
            <a:off x="855275" y="1353950"/>
            <a:ext cx="2552400" cy="29535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17" name="Google Shape;17;p34"/>
          <p:cNvSpPr txBox="1"/>
          <p:nvPr>
            <p:ph idx="2" type="body"/>
          </p:nvPr>
        </p:nvSpPr>
        <p:spPr>
          <a:xfrm>
            <a:off x="3765650" y="1353950"/>
            <a:ext cx="2552400" cy="29535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18" name="Google Shape;18;p34"/>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35"/>
          <p:cNvSpPr txBox="1"/>
          <p:nvPr>
            <p:ph type="title"/>
          </p:nvPr>
        </p:nvSpPr>
        <p:spPr>
          <a:xfrm>
            <a:off x="855300" y="83600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lvl1pPr lvl="0" algn="l">
              <a:lnSpc>
                <a:spcPct val="80000"/>
              </a:lnSpc>
              <a:spcBef>
                <a:spcPts val="0"/>
              </a:spcBef>
              <a:spcAft>
                <a:spcPts val="0"/>
              </a:spcAft>
              <a:buSzPts val="3200"/>
              <a:buNone/>
              <a:defRPr/>
            </a:lvl1pPr>
            <a:lvl2pPr lvl="1" algn="l">
              <a:lnSpc>
                <a:spcPct val="80000"/>
              </a:lnSpc>
              <a:spcBef>
                <a:spcPts val="0"/>
              </a:spcBef>
              <a:spcAft>
                <a:spcPts val="0"/>
              </a:spcAft>
              <a:buSzPts val="3200"/>
              <a:buNone/>
              <a:defRPr/>
            </a:lvl2pPr>
            <a:lvl3pPr lvl="2" algn="l">
              <a:lnSpc>
                <a:spcPct val="80000"/>
              </a:lnSpc>
              <a:spcBef>
                <a:spcPts val="0"/>
              </a:spcBef>
              <a:spcAft>
                <a:spcPts val="0"/>
              </a:spcAft>
              <a:buSzPts val="3200"/>
              <a:buNone/>
              <a:defRPr/>
            </a:lvl3pPr>
            <a:lvl4pPr lvl="3" algn="l">
              <a:lnSpc>
                <a:spcPct val="80000"/>
              </a:lnSpc>
              <a:spcBef>
                <a:spcPts val="0"/>
              </a:spcBef>
              <a:spcAft>
                <a:spcPts val="0"/>
              </a:spcAft>
              <a:buSzPts val="3200"/>
              <a:buNone/>
              <a:defRPr/>
            </a:lvl4pPr>
            <a:lvl5pPr lvl="4" algn="l">
              <a:lnSpc>
                <a:spcPct val="80000"/>
              </a:lnSpc>
              <a:spcBef>
                <a:spcPts val="0"/>
              </a:spcBef>
              <a:spcAft>
                <a:spcPts val="0"/>
              </a:spcAft>
              <a:buSzPts val="3200"/>
              <a:buNone/>
              <a:defRPr/>
            </a:lvl5pPr>
            <a:lvl6pPr lvl="5" algn="l">
              <a:lnSpc>
                <a:spcPct val="80000"/>
              </a:lnSpc>
              <a:spcBef>
                <a:spcPts val="0"/>
              </a:spcBef>
              <a:spcAft>
                <a:spcPts val="0"/>
              </a:spcAft>
              <a:buSzPts val="3200"/>
              <a:buNone/>
              <a:defRPr/>
            </a:lvl6pPr>
            <a:lvl7pPr lvl="6" algn="l">
              <a:lnSpc>
                <a:spcPct val="80000"/>
              </a:lnSpc>
              <a:spcBef>
                <a:spcPts val="0"/>
              </a:spcBef>
              <a:spcAft>
                <a:spcPts val="0"/>
              </a:spcAft>
              <a:buSzPts val="3200"/>
              <a:buNone/>
              <a:defRPr/>
            </a:lvl7pPr>
            <a:lvl8pPr lvl="7" algn="l">
              <a:lnSpc>
                <a:spcPct val="80000"/>
              </a:lnSpc>
              <a:spcBef>
                <a:spcPts val="0"/>
              </a:spcBef>
              <a:spcAft>
                <a:spcPts val="0"/>
              </a:spcAft>
              <a:buSzPts val="3200"/>
              <a:buNone/>
              <a:defRPr/>
            </a:lvl8pPr>
            <a:lvl9pPr lvl="8" algn="l">
              <a:lnSpc>
                <a:spcPct val="80000"/>
              </a:lnSpc>
              <a:spcBef>
                <a:spcPts val="0"/>
              </a:spcBef>
              <a:spcAft>
                <a:spcPts val="0"/>
              </a:spcAft>
              <a:buSzPts val="3200"/>
              <a:buNone/>
              <a:defRPr/>
            </a:lvl9pPr>
          </a:lstStyle>
          <a:p/>
        </p:txBody>
      </p:sp>
      <p:sp>
        <p:nvSpPr>
          <p:cNvPr id="21" name="Google Shape;21;p35"/>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2" name="Shape 22"/>
        <p:cNvGrpSpPr/>
        <p:nvPr/>
      </p:nvGrpSpPr>
      <p:grpSpPr>
        <a:xfrm>
          <a:off x="0" y="0"/>
          <a:ext cx="0" cy="0"/>
          <a:chOff x="0" y="0"/>
          <a:chExt cx="0" cy="0"/>
        </a:xfrm>
      </p:grpSpPr>
      <p:sp>
        <p:nvSpPr>
          <p:cNvPr id="23" name="Google Shape;23;p36"/>
          <p:cNvSpPr txBox="1"/>
          <p:nvPr>
            <p:ph type="title"/>
          </p:nvPr>
        </p:nvSpPr>
        <p:spPr>
          <a:xfrm>
            <a:off x="855300" y="83600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lvl1pPr lvl="0" algn="l">
              <a:lnSpc>
                <a:spcPct val="80000"/>
              </a:lnSpc>
              <a:spcBef>
                <a:spcPts val="0"/>
              </a:spcBef>
              <a:spcAft>
                <a:spcPts val="0"/>
              </a:spcAft>
              <a:buSzPts val="3200"/>
              <a:buNone/>
              <a:defRPr/>
            </a:lvl1pPr>
            <a:lvl2pPr lvl="1" algn="l">
              <a:lnSpc>
                <a:spcPct val="80000"/>
              </a:lnSpc>
              <a:spcBef>
                <a:spcPts val="0"/>
              </a:spcBef>
              <a:spcAft>
                <a:spcPts val="0"/>
              </a:spcAft>
              <a:buSzPts val="3200"/>
              <a:buNone/>
              <a:defRPr/>
            </a:lvl2pPr>
            <a:lvl3pPr lvl="2" algn="l">
              <a:lnSpc>
                <a:spcPct val="80000"/>
              </a:lnSpc>
              <a:spcBef>
                <a:spcPts val="0"/>
              </a:spcBef>
              <a:spcAft>
                <a:spcPts val="0"/>
              </a:spcAft>
              <a:buSzPts val="3200"/>
              <a:buNone/>
              <a:defRPr/>
            </a:lvl3pPr>
            <a:lvl4pPr lvl="3" algn="l">
              <a:lnSpc>
                <a:spcPct val="80000"/>
              </a:lnSpc>
              <a:spcBef>
                <a:spcPts val="0"/>
              </a:spcBef>
              <a:spcAft>
                <a:spcPts val="0"/>
              </a:spcAft>
              <a:buSzPts val="3200"/>
              <a:buNone/>
              <a:defRPr/>
            </a:lvl4pPr>
            <a:lvl5pPr lvl="4" algn="l">
              <a:lnSpc>
                <a:spcPct val="80000"/>
              </a:lnSpc>
              <a:spcBef>
                <a:spcPts val="0"/>
              </a:spcBef>
              <a:spcAft>
                <a:spcPts val="0"/>
              </a:spcAft>
              <a:buSzPts val="3200"/>
              <a:buNone/>
              <a:defRPr/>
            </a:lvl5pPr>
            <a:lvl6pPr lvl="5" algn="l">
              <a:lnSpc>
                <a:spcPct val="80000"/>
              </a:lnSpc>
              <a:spcBef>
                <a:spcPts val="0"/>
              </a:spcBef>
              <a:spcAft>
                <a:spcPts val="0"/>
              </a:spcAft>
              <a:buSzPts val="3200"/>
              <a:buNone/>
              <a:defRPr/>
            </a:lvl6pPr>
            <a:lvl7pPr lvl="6" algn="l">
              <a:lnSpc>
                <a:spcPct val="80000"/>
              </a:lnSpc>
              <a:spcBef>
                <a:spcPts val="0"/>
              </a:spcBef>
              <a:spcAft>
                <a:spcPts val="0"/>
              </a:spcAft>
              <a:buSzPts val="3200"/>
              <a:buNone/>
              <a:defRPr/>
            </a:lvl7pPr>
            <a:lvl8pPr lvl="7" algn="l">
              <a:lnSpc>
                <a:spcPct val="80000"/>
              </a:lnSpc>
              <a:spcBef>
                <a:spcPts val="0"/>
              </a:spcBef>
              <a:spcAft>
                <a:spcPts val="0"/>
              </a:spcAft>
              <a:buSzPts val="3200"/>
              <a:buNone/>
              <a:defRPr/>
            </a:lvl8pPr>
            <a:lvl9pPr lvl="8" algn="l">
              <a:lnSpc>
                <a:spcPct val="80000"/>
              </a:lnSpc>
              <a:spcBef>
                <a:spcPts val="0"/>
              </a:spcBef>
              <a:spcAft>
                <a:spcPts val="0"/>
              </a:spcAft>
              <a:buSzPts val="3200"/>
              <a:buNone/>
              <a:defRPr/>
            </a:lvl9pPr>
          </a:lstStyle>
          <a:p/>
        </p:txBody>
      </p:sp>
      <p:sp>
        <p:nvSpPr>
          <p:cNvPr id="24" name="Google Shape;24;p36"/>
          <p:cNvSpPr txBox="1"/>
          <p:nvPr>
            <p:ph idx="1" type="body"/>
          </p:nvPr>
        </p:nvSpPr>
        <p:spPr>
          <a:xfrm>
            <a:off x="855300" y="1353948"/>
            <a:ext cx="5462700" cy="30339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600"/>
              </a:spcBef>
              <a:spcAft>
                <a:spcPts val="0"/>
              </a:spcAft>
              <a:buSzPts val="2000"/>
              <a:buChar char="✦"/>
              <a:defRPr/>
            </a:lvl1pPr>
            <a:lvl2pPr indent="-355600" lvl="1" marL="914400" algn="l">
              <a:lnSpc>
                <a:spcPct val="100000"/>
              </a:lnSpc>
              <a:spcBef>
                <a:spcPts val="0"/>
              </a:spcBef>
              <a:spcAft>
                <a:spcPts val="0"/>
              </a:spcAft>
              <a:buSzPts val="20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25" name="Google Shape;25;p36"/>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37"/>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855300" y="83600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lvl1pPr lvl="0"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1pPr>
            <a:lvl2pPr lvl="1"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2pPr>
            <a:lvl3pPr lvl="2"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3pPr>
            <a:lvl4pPr lvl="3"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4pPr>
            <a:lvl5pPr lvl="4"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5pPr>
            <a:lvl6pPr lvl="5"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6pPr>
            <a:lvl7pPr lvl="6"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7pPr>
            <a:lvl8pPr lvl="7"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8pPr>
            <a:lvl9pPr lvl="8" marR="0" rtl="0" algn="l">
              <a:lnSpc>
                <a:spcPct val="80000"/>
              </a:lnSpc>
              <a:spcBef>
                <a:spcPts val="0"/>
              </a:spcBef>
              <a:spcAft>
                <a:spcPts val="0"/>
              </a:spcAft>
              <a:buClr>
                <a:schemeClr val="dk1"/>
              </a:buClr>
              <a:buSzPts val="3200"/>
              <a:buFont typeface="Vidaloka"/>
              <a:buNone/>
              <a:defRPr b="0" i="0" sz="3200" u="none" cap="none" strike="noStrike">
                <a:solidFill>
                  <a:schemeClr val="dk1"/>
                </a:solidFill>
                <a:latin typeface="Vidaloka"/>
                <a:ea typeface="Vidaloka"/>
                <a:cs typeface="Vidaloka"/>
                <a:sym typeface="Vidaloka"/>
              </a:defRPr>
            </a:lvl9pPr>
          </a:lstStyle>
          <a:p/>
        </p:txBody>
      </p:sp>
      <p:sp>
        <p:nvSpPr>
          <p:cNvPr id="7" name="Google Shape;7;p31"/>
          <p:cNvSpPr txBox="1"/>
          <p:nvPr>
            <p:ph idx="1" type="body"/>
          </p:nvPr>
        </p:nvSpPr>
        <p:spPr>
          <a:xfrm>
            <a:off x="855300" y="1353948"/>
            <a:ext cx="5462700" cy="3033900"/>
          </a:xfrm>
          <a:prstGeom prst="rect">
            <a:avLst/>
          </a:prstGeom>
          <a:noFill/>
          <a:ln>
            <a:noFill/>
          </a:ln>
        </p:spPr>
        <p:txBody>
          <a:bodyPr anchorCtr="0" anchor="t" bIns="0" lIns="0" spcFirstLastPara="1" rIns="0" wrap="square" tIns="0">
            <a:noAutofit/>
          </a:bodyPr>
          <a:lstStyle>
            <a:lvl1pPr indent="-355600" lvl="0" marL="457200" marR="0" rtl="0" algn="l">
              <a:lnSpc>
                <a:spcPct val="100000"/>
              </a:lnSpc>
              <a:spcBef>
                <a:spcPts val="600"/>
              </a:spcBef>
              <a:spcAft>
                <a:spcPts val="0"/>
              </a:spcAft>
              <a:buClr>
                <a:schemeClr val="accent6"/>
              </a:buClr>
              <a:buSzPts val="2000"/>
              <a:buFont typeface="Lora"/>
              <a:buChar char="✦"/>
              <a:defRPr b="0" i="0" sz="2400" u="none" cap="none" strike="noStrike">
                <a:solidFill>
                  <a:schemeClr val="dk1"/>
                </a:solidFill>
                <a:latin typeface="Lora"/>
                <a:ea typeface="Lora"/>
                <a:cs typeface="Lora"/>
                <a:sym typeface="Lora"/>
              </a:defRPr>
            </a:lvl1pPr>
            <a:lvl2pPr indent="-355600" lvl="1" marL="914400" marR="0" rtl="0" algn="l">
              <a:lnSpc>
                <a:spcPct val="100000"/>
              </a:lnSpc>
              <a:spcBef>
                <a:spcPts val="0"/>
              </a:spcBef>
              <a:spcAft>
                <a:spcPts val="0"/>
              </a:spcAft>
              <a:buClr>
                <a:schemeClr val="accent4"/>
              </a:buClr>
              <a:buSzPts val="2000"/>
              <a:buFont typeface="Lora"/>
              <a:buChar char="✧"/>
              <a:defRPr b="0" i="0" sz="2400" u="none" cap="none" strike="noStrike">
                <a:solidFill>
                  <a:schemeClr val="dk1"/>
                </a:solidFill>
                <a:latin typeface="Lora"/>
                <a:ea typeface="Lora"/>
                <a:cs typeface="Lora"/>
                <a:sym typeface="Lora"/>
              </a:defRPr>
            </a:lvl2pPr>
            <a:lvl3pPr indent="-381000" lvl="2" marL="1371600" marR="0" rtl="0" algn="l">
              <a:lnSpc>
                <a:spcPct val="100000"/>
              </a:lnSpc>
              <a:spcBef>
                <a:spcPts val="0"/>
              </a:spcBef>
              <a:spcAft>
                <a:spcPts val="0"/>
              </a:spcAft>
              <a:buClr>
                <a:schemeClr val="accent5"/>
              </a:buClr>
              <a:buSzPts val="2400"/>
              <a:buFont typeface="Lora"/>
              <a:buChar char="■"/>
              <a:defRPr b="0" i="0" sz="2400" u="none" cap="none" strike="noStrike">
                <a:solidFill>
                  <a:schemeClr val="dk1"/>
                </a:solidFill>
                <a:latin typeface="Lora"/>
                <a:ea typeface="Lora"/>
                <a:cs typeface="Lora"/>
                <a:sym typeface="Lora"/>
              </a:defRPr>
            </a:lvl3pPr>
            <a:lvl4pPr indent="-381000" lvl="3" marL="18288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4pPr>
            <a:lvl5pPr indent="-381000" lvl="4" marL="22860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5pPr>
            <a:lvl6pPr indent="-381000" lvl="5" marL="27432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6pPr>
            <a:lvl7pPr indent="-381000" lvl="6" marL="32004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7pPr>
            <a:lvl8pPr indent="-381000" lvl="7" marL="36576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8pPr>
            <a:lvl9pPr indent="-381000" lvl="8" marL="4114800" marR="0" rtl="0" algn="l">
              <a:lnSpc>
                <a:spcPct val="100000"/>
              </a:lnSpc>
              <a:spcBef>
                <a:spcPts val="0"/>
              </a:spcBef>
              <a:spcAft>
                <a:spcPts val="0"/>
              </a:spcAft>
              <a:buClr>
                <a:schemeClr val="dk1"/>
              </a:buClr>
              <a:buSzPts val="2400"/>
              <a:buFont typeface="Lora"/>
              <a:buChar char="■"/>
              <a:defRPr b="0" i="0" sz="2400" u="none" cap="none" strike="noStrike">
                <a:solidFill>
                  <a:schemeClr val="dk1"/>
                </a:solidFill>
                <a:latin typeface="Lora"/>
                <a:ea typeface="Lora"/>
                <a:cs typeface="Lora"/>
                <a:sym typeface="Lora"/>
              </a:defRPr>
            </a:lvl9pPr>
          </a:lstStyle>
          <a:p/>
        </p:txBody>
      </p:sp>
      <p:sp>
        <p:nvSpPr>
          <p:cNvPr id="8" name="Google Shape;8;p31"/>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accent5"/>
                </a:solidFill>
                <a:latin typeface="Vidaloka"/>
                <a:ea typeface="Vidaloka"/>
                <a:cs typeface="Vidaloka"/>
                <a:sym typeface="Vidaloka"/>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5.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www.thegeekstuff.com/2013/01/c-argc-argv/" TargetMode="External"/><Relationship Id="rId4" Type="http://schemas.openxmlformats.org/officeDocument/2006/relationships/hyperlink" Target="https://www.stechies.com/tower-of-hanoi-c/" TargetMode="External"/><Relationship Id="rId5" Type="http://schemas.openxmlformats.org/officeDocument/2006/relationships/hyperlink" Target="https://dotnettutorials.net/lesson/tower-of-hanoi-using-recursion-in-c/" TargetMode="External"/><Relationship Id="rId6" Type="http://schemas.openxmlformats.org/officeDocument/2006/relationships/hyperlink" Target="https://meeraacademy.com/c-program-for-tower-of-hanoi-using-recursion/" TargetMode="External"/><Relationship Id="rId7" Type="http://schemas.openxmlformats.org/officeDocument/2006/relationships/hyperlink" Target="https://www.tutorialspoint.com/cprogramming/c_command_line_arguments.ht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6.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ph type="ctrTitle"/>
          </p:nvPr>
        </p:nvSpPr>
        <p:spPr>
          <a:xfrm>
            <a:off x="291774" y="-209460"/>
            <a:ext cx="4573239" cy="29088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l">
              <a:lnSpc>
                <a:spcPct val="80000"/>
              </a:lnSpc>
              <a:spcBef>
                <a:spcPts val="0"/>
              </a:spcBef>
              <a:spcAft>
                <a:spcPts val="0"/>
              </a:spcAft>
              <a:buSzPts val="5200"/>
              <a:buNone/>
            </a:pPr>
            <a:r>
              <a:rPr lang="en-IN" sz="3600"/>
              <a:t>  </a:t>
            </a:r>
            <a:r>
              <a:rPr lang="en-IN" sz="4000"/>
              <a:t>Programming in C</a:t>
            </a:r>
            <a:endParaRPr sz="4000"/>
          </a:p>
        </p:txBody>
      </p:sp>
      <p:sp>
        <p:nvSpPr>
          <p:cNvPr id="33" name="Google Shape;33;p1"/>
          <p:cNvSpPr txBox="1"/>
          <p:nvPr/>
        </p:nvSpPr>
        <p:spPr>
          <a:xfrm>
            <a:off x="291774" y="2155174"/>
            <a:ext cx="4769323" cy="1771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accent6"/>
              </a:buClr>
              <a:buSzPts val="2000"/>
              <a:buFont typeface="Lora"/>
              <a:buNone/>
            </a:pPr>
            <a:r>
              <a:rPr b="1" i="0" lang="en-IN" sz="2400" u="none" cap="none" strike="noStrike">
                <a:solidFill>
                  <a:schemeClr val="dk1"/>
                </a:solidFill>
                <a:latin typeface="Lora"/>
                <a:ea typeface="Lora"/>
                <a:cs typeface="Lora"/>
                <a:sym typeface="Lora"/>
              </a:rPr>
              <a:t>By</a:t>
            </a:r>
            <a:endParaRPr/>
          </a:p>
          <a:p>
            <a:pPr indent="0" lvl="0" marL="0" marR="0" rtl="0" algn="l">
              <a:lnSpc>
                <a:spcPct val="100000"/>
              </a:lnSpc>
              <a:spcBef>
                <a:spcPts val="600"/>
              </a:spcBef>
              <a:spcAft>
                <a:spcPts val="0"/>
              </a:spcAft>
              <a:buClr>
                <a:schemeClr val="accent6"/>
              </a:buClr>
              <a:buSzPts val="2000"/>
              <a:buFont typeface="Lora"/>
              <a:buNone/>
            </a:pPr>
            <a:r>
              <a:rPr b="1" i="0" lang="en-IN" sz="2400" u="none" cap="none" strike="noStrike">
                <a:solidFill>
                  <a:schemeClr val="accent3"/>
                </a:solidFill>
                <a:latin typeface="Lora"/>
                <a:ea typeface="Lora"/>
                <a:cs typeface="Lora"/>
                <a:sym typeface="Lora"/>
              </a:rPr>
              <a:t>             MS KRITI KAUSIK</a:t>
            </a:r>
            <a:endParaRPr/>
          </a:p>
          <a:p>
            <a:pPr indent="0" lvl="0" marL="0" marR="0" rtl="0" algn="l">
              <a:lnSpc>
                <a:spcPct val="100000"/>
              </a:lnSpc>
              <a:spcBef>
                <a:spcPts val="600"/>
              </a:spcBef>
              <a:spcAft>
                <a:spcPts val="0"/>
              </a:spcAft>
              <a:buClr>
                <a:schemeClr val="dk1"/>
              </a:buClr>
              <a:buSzPts val="1100"/>
              <a:buFont typeface="Arial"/>
              <a:buNone/>
            </a:pPr>
            <a:r>
              <a:rPr b="0" i="0" lang="en-IN" sz="2400" u="none" cap="none" strike="noStrike">
                <a:solidFill>
                  <a:schemeClr val="dk1"/>
                </a:solidFill>
                <a:latin typeface="Lora"/>
                <a:ea typeface="Lora"/>
                <a:cs typeface="Lora"/>
                <a:sym typeface="Lora"/>
              </a:rPr>
              <a:t>        kriti29kausik@gmail.com</a:t>
            </a:r>
            <a:endParaRPr b="1" i="0" sz="2400" u="none" cap="none" strike="noStrike">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2"/>
          <p:cNvSpPr txBox="1"/>
          <p:nvPr>
            <p:ph type="ctrTitle"/>
          </p:nvPr>
        </p:nvSpPr>
        <p:spPr>
          <a:xfrm>
            <a:off x="232302" y="2183363"/>
            <a:ext cx="4728600" cy="496500"/>
          </a:xfrm>
          <a:prstGeom prst="rect">
            <a:avLst/>
          </a:prstGeom>
          <a:noFill/>
          <a:ln>
            <a:noFill/>
          </a:ln>
          <a:effectLst>
            <a:outerShdw blurRad="142875" rotWithShape="0" algn="bl">
              <a:srgbClr val="0072FF"/>
            </a:outerShdw>
          </a:effectLst>
        </p:spPr>
        <p:txBody>
          <a:bodyPr anchorCtr="0" anchor="b" bIns="0" lIns="0" spcFirstLastPara="1" rIns="0" wrap="square" tIns="0">
            <a:noAutofit/>
          </a:bodyPr>
          <a:lstStyle/>
          <a:p>
            <a:pPr indent="0" lvl="0" marL="0" rtl="0" algn="ctr">
              <a:lnSpc>
                <a:spcPct val="80000"/>
              </a:lnSpc>
              <a:spcBef>
                <a:spcPts val="0"/>
              </a:spcBef>
              <a:spcAft>
                <a:spcPts val="0"/>
              </a:spcAft>
              <a:buSzPts val="4000"/>
              <a:buNone/>
            </a:pPr>
            <a:r>
              <a:rPr lang="en-IN"/>
              <a:t>Functions</a:t>
            </a:r>
            <a:endParaRPr/>
          </a:p>
        </p:txBody>
      </p:sp>
      <p:sp>
        <p:nvSpPr>
          <p:cNvPr id="39" name="Google Shape;39;p2"/>
          <p:cNvSpPr txBox="1"/>
          <p:nvPr>
            <p:ph idx="1" type="subTitle"/>
          </p:nvPr>
        </p:nvSpPr>
        <p:spPr>
          <a:xfrm>
            <a:off x="91625" y="2679863"/>
            <a:ext cx="4728600" cy="336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lang="en-IN"/>
              <a:t>Unit III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3"/>
          <p:cNvSpPr txBox="1"/>
          <p:nvPr>
            <p:ph type="title"/>
          </p:nvPr>
        </p:nvSpPr>
        <p:spPr>
          <a:xfrm>
            <a:off x="855275" y="43975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l">
              <a:lnSpc>
                <a:spcPct val="80000"/>
              </a:lnSpc>
              <a:spcBef>
                <a:spcPts val="0"/>
              </a:spcBef>
              <a:spcAft>
                <a:spcPts val="0"/>
              </a:spcAft>
              <a:buSzPts val="3200"/>
              <a:buNone/>
            </a:pPr>
            <a:r>
              <a:rPr lang="en-IN"/>
              <a:t>Contents</a:t>
            </a:r>
            <a:endParaRPr/>
          </a:p>
        </p:txBody>
      </p:sp>
      <p:sp>
        <p:nvSpPr>
          <p:cNvPr id="45" name="Google Shape;45;p3"/>
          <p:cNvSpPr txBox="1"/>
          <p:nvPr>
            <p:ph idx="1" type="body"/>
          </p:nvPr>
        </p:nvSpPr>
        <p:spPr>
          <a:xfrm>
            <a:off x="696351" y="986203"/>
            <a:ext cx="2971188" cy="2953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600"/>
              </a:spcBef>
              <a:spcAft>
                <a:spcPts val="0"/>
              </a:spcAft>
              <a:buClr>
                <a:schemeClr val="dk1"/>
              </a:buClr>
              <a:buSzPts val="1100"/>
              <a:buFont typeface="Arial"/>
              <a:buNone/>
            </a:pPr>
            <a:r>
              <a:rPr b="1" lang="en-IN" sz="1200"/>
              <a:t>Introduction to</a:t>
            </a:r>
            <a:endParaRPr/>
          </a:p>
          <a:p>
            <a:pPr indent="0" lvl="0" marL="0" rtl="0" algn="l">
              <a:lnSpc>
                <a:spcPct val="100000"/>
              </a:lnSpc>
              <a:spcBef>
                <a:spcPts val="600"/>
              </a:spcBef>
              <a:spcAft>
                <a:spcPts val="0"/>
              </a:spcAft>
              <a:buClr>
                <a:schemeClr val="dk1"/>
              </a:buClr>
              <a:buSzPts val="1100"/>
              <a:buFont typeface="Arial"/>
              <a:buNone/>
            </a:pPr>
            <a:r>
              <a:rPr b="1" lang="en-IN" sz="1200"/>
              <a:t>	Library Functions</a:t>
            </a:r>
            <a:endParaRPr/>
          </a:p>
          <a:p>
            <a:pPr indent="0" lvl="0" marL="0" rtl="0" algn="l">
              <a:lnSpc>
                <a:spcPct val="100000"/>
              </a:lnSpc>
              <a:spcBef>
                <a:spcPts val="600"/>
              </a:spcBef>
              <a:spcAft>
                <a:spcPts val="0"/>
              </a:spcAft>
              <a:buClr>
                <a:schemeClr val="dk1"/>
              </a:buClr>
              <a:buSzPts val="1100"/>
              <a:buFont typeface="Arial"/>
              <a:buNone/>
            </a:pPr>
            <a:r>
              <a:rPr b="1" lang="en-IN" sz="1200"/>
              <a:t>	User Defined Functions</a:t>
            </a:r>
            <a:endParaRPr/>
          </a:p>
          <a:p>
            <a:pPr indent="0" lvl="0" marL="0" rtl="0" algn="l">
              <a:lnSpc>
                <a:spcPct val="100000"/>
              </a:lnSpc>
              <a:spcBef>
                <a:spcPts val="600"/>
              </a:spcBef>
              <a:spcAft>
                <a:spcPts val="0"/>
              </a:spcAft>
              <a:buClr>
                <a:schemeClr val="dk1"/>
              </a:buClr>
              <a:buSzPts val="1100"/>
              <a:buFont typeface="Arial"/>
              <a:buNone/>
            </a:pPr>
            <a:r>
              <a:rPr b="1" lang="en-IN" sz="1200"/>
              <a:t> Call by Value and Call By Reference</a:t>
            </a:r>
            <a:endParaRPr/>
          </a:p>
          <a:p>
            <a:pPr indent="0" lvl="0" marL="0" rtl="0" algn="l">
              <a:lnSpc>
                <a:spcPct val="100000"/>
              </a:lnSpc>
              <a:spcBef>
                <a:spcPts val="600"/>
              </a:spcBef>
              <a:spcAft>
                <a:spcPts val="0"/>
              </a:spcAft>
              <a:buClr>
                <a:schemeClr val="dk1"/>
              </a:buClr>
              <a:buSzPts val="1100"/>
              <a:buFont typeface="Arial"/>
              <a:buNone/>
            </a:pPr>
            <a:r>
              <a:rPr b="1" lang="en-IN" sz="1200"/>
              <a:t>Functions Calling</a:t>
            </a:r>
            <a:endParaRPr/>
          </a:p>
          <a:p>
            <a:pPr indent="0" lvl="0" marL="0" rtl="0" algn="l">
              <a:lnSpc>
                <a:spcPct val="100000"/>
              </a:lnSpc>
              <a:spcBef>
                <a:spcPts val="600"/>
              </a:spcBef>
              <a:spcAft>
                <a:spcPts val="0"/>
              </a:spcAft>
              <a:buClr>
                <a:schemeClr val="dk1"/>
              </a:buClr>
              <a:buSzPts val="1100"/>
              <a:buFont typeface="Arial"/>
              <a:buNone/>
            </a:pPr>
            <a:r>
              <a:rPr b="1" lang="en-IN" sz="1200"/>
              <a:t>Arrays with Functions</a:t>
            </a:r>
            <a:endParaRPr/>
          </a:p>
          <a:p>
            <a:pPr indent="0" lvl="0" marL="0" rtl="0" algn="l">
              <a:lnSpc>
                <a:spcPct val="100000"/>
              </a:lnSpc>
              <a:spcBef>
                <a:spcPts val="600"/>
              </a:spcBef>
              <a:spcAft>
                <a:spcPts val="0"/>
              </a:spcAft>
              <a:buClr>
                <a:schemeClr val="dk1"/>
              </a:buClr>
              <a:buSzPts val="1100"/>
              <a:buFont typeface="Arial"/>
              <a:buNone/>
            </a:pPr>
            <a:r>
              <a:rPr b="1" lang="en-IN" sz="1200"/>
              <a:t>argc and argv</a:t>
            </a:r>
            <a:endParaRPr b="1" sz="1200"/>
          </a:p>
          <a:p>
            <a:pPr indent="0" lvl="0" marL="0" rtl="0" algn="l">
              <a:lnSpc>
                <a:spcPct val="100000"/>
              </a:lnSpc>
              <a:spcBef>
                <a:spcPts val="600"/>
              </a:spcBef>
              <a:spcAft>
                <a:spcPts val="0"/>
              </a:spcAft>
              <a:buClr>
                <a:schemeClr val="dk1"/>
              </a:buClr>
              <a:buSzPts val="1100"/>
              <a:buFont typeface="Arial"/>
              <a:buNone/>
            </a:pPr>
            <a:r>
              <a:rPr b="1" lang="en-IN" sz="1200"/>
              <a:t>Recursion </a:t>
            </a:r>
            <a:endParaRPr/>
          </a:p>
          <a:p>
            <a:pPr indent="0" lvl="0" marL="0" rtl="0" algn="l">
              <a:lnSpc>
                <a:spcPct val="100000"/>
              </a:lnSpc>
              <a:spcBef>
                <a:spcPts val="600"/>
              </a:spcBef>
              <a:spcAft>
                <a:spcPts val="0"/>
              </a:spcAft>
              <a:buClr>
                <a:schemeClr val="dk1"/>
              </a:buClr>
              <a:buSzPts val="1100"/>
              <a:buFont typeface="Arial"/>
              <a:buNone/>
            </a:pPr>
            <a:r>
              <a:rPr b="1" lang="en-IN" sz="1200"/>
              <a:t>	Basic Concepts</a:t>
            </a:r>
            <a:endParaRPr/>
          </a:p>
          <a:p>
            <a:pPr indent="0" lvl="0" marL="0" rtl="0" algn="l">
              <a:lnSpc>
                <a:spcPct val="100000"/>
              </a:lnSpc>
              <a:spcBef>
                <a:spcPts val="600"/>
              </a:spcBef>
              <a:spcAft>
                <a:spcPts val="0"/>
              </a:spcAft>
              <a:buClr>
                <a:schemeClr val="dk1"/>
              </a:buClr>
              <a:buSzPts val="1100"/>
              <a:buFont typeface="Arial"/>
              <a:buNone/>
            </a:pPr>
            <a:r>
              <a:rPr b="1" lang="en-IN" sz="1200"/>
              <a:t>	Tower of Hanoi</a:t>
            </a:r>
            <a:endParaRPr/>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a:p>
            <a:pPr indent="0" lvl="0" marL="0" rtl="0" algn="l">
              <a:lnSpc>
                <a:spcPct val="100000"/>
              </a:lnSpc>
              <a:spcBef>
                <a:spcPts val="600"/>
              </a:spcBef>
              <a:spcAft>
                <a:spcPts val="0"/>
              </a:spcAft>
              <a:buClr>
                <a:schemeClr val="dk1"/>
              </a:buClr>
              <a:buSzPts val="1100"/>
              <a:buFont typeface="Arial"/>
              <a:buNone/>
            </a:pPr>
            <a:r>
              <a:t/>
            </a:r>
            <a:endParaRPr b="1" sz="1200"/>
          </a:p>
        </p:txBody>
      </p:sp>
      <p:sp>
        <p:nvSpPr>
          <p:cNvPr id="46" name="Google Shape;46;p3"/>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4"/>
          <p:cNvSpPr txBox="1"/>
          <p:nvPr>
            <p:ph type="title"/>
          </p:nvPr>
        </p:nvSpPr>
        <p:spPr>
          <a:xfrm>
            <a:off x="580950" y="103214"/>
            <a:ext cx="8097784"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800"/>
              <a:t>Function</a:t>
            </a:r>
            <a:endParaRPr sz="2800"/>
          </a:p>
        </p:txBody>
      </p:sp>
      <p:sp>
        <p:nvSpPr>
          <p:cNvPr id="52" name="Google Shape;52;p4"/>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53" name="Google Shape;53;p4"/>
          <p:cNvSpPr txBox="1"/>
          <p:nvPr/>
        </p:nvSpPr>
        <p:spPr>
          <a:xfrm>
            <a:off x="250750" y="678924"/>
            <a:ext cx="8153634" cy="3693319"/>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IN" sz="1800" u="none" cap="none" strike="noStrike">
                <a:solidFill>
                  <a:schemeClr val="dk1"/>
                </a:solidFill>
                <a:latin typeface="Arial"/>
                <a:ea typeface="Arial"/>
                <a:cs typeface="Arial"/>
                <a:sym typeface="Arial"/>
              </a:rPr>
              <a:t>A function is a named unit of a group of program statements designed to perform a specific task and returns a single value.</a:t>
            </a:r>
            <a:endParaRPr/>
          </a:p>
          <a:p>
            <a:pPr indent="-171450" lvl="0" marL="28575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C language supports two types of functions. They are</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         i. Built-in or library functions.</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         ii. User defined functions</a:t>
            </a:r>
            <a:endParaRPr/>
          </a:p>
          <a:p>
            <a:pPr indent="-171450" lvl="1" marL="285750" marR="0" rtl="0" algn="just">
              <a:lnSpc>
                <a:spcPct val="100000"/>
              </a:lnSpc>
              <a:spcBef>
                <a:spcPts val="0"/>
              </a:spcBef>
              <a:spcAft>
                <a:spcPts val="0"/>
              </a:spcAft>
              <a:buClr>
                <a:srgbClr val="000000"/>
              </a:buClr>
              <a:buSzPts val="1800"/>
              <a:buFont typeface="Arial"/>
              <a:buNone/>
            </a:pPr>
            <a:r>
              <a:t/>
            </a:r>
            <a:endParaRPr b="1" i="0" sz="1800" u="none" cap="none" strike="noStrike">
              <a:solidFill>
                <a:srgbClr val="FFFF00"/>
              </a:solidFill>
              <a:latin typeface="Arial"/>
              <a:ea typeface="Arial"/>
              <a:cs typeface="Arial"/>
              <a:sym typeface="Arial"/>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chemeClr val="dk1"/>
                </a:solidFill>
                <a:latin typeface="Arial"/>
                <a:ea typeface="Arial"/>
                <a:cs typeface="Arial"/>
                <a:sym typeface="Arial"/>
              </a:rPr>
              <a:t>Uses of Functions</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Repetition – Avoids rewriting</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Universal use – Global access </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Simple solver – Complexity tasks can be solved</a:t>
            </a:r>
            <a:endParaRPr/>
          </a:p>
          <a:p>
            <a:pPr indent="-285750" lvl="1" marL="285750" marR="0" rtl="0" algn="just">
              <a:lnSpc>
                <a:spcPct val="100000"/>
              </a:lnSpc>
              <a:spcBef>
                <a:spcPts val="0"/>
              </a:spcBef>
              <a:spcAft>
                <a:spcPts val="0"/>
              </a:spcAft>
              <a:buClr>
                <a:srgbClr val="000000"/>
              </a:buClr>
              <a:buSzPts val="1800"/>
              <a:buFont typeface="Arial"/>
              <a:buChar char="•"/>
            </a:pPr>
            <a:r>
              <a:rPr b="1" i="0" lang="en-IN" sz="1800" u="none" cap="none" strike="noStrike">
                <a:solidFill>
                  <a:srgbClr val="FFFF00"/>
                </a:solidFill>
                <a:latin typeface="Arial"/>
                <a:ea typeface="Arial"/>
                <a:cs typeface="Arial"/>
                <a:sym typeface="Arial"/>
              </a:rPr>
              <a:t>Efficiency – once declaration multiple use </a:t>
            </a:r>
            <a:endParaRPr/>
          </a:p>
          <a:p>
            <a:pPr indent="-171450" lvl="1" marL="285750" marR="0" rtl="0" algn="just">
              <a:lnSpc>
                <a:spcPct val="100000"/>
              </a:lnSpc>
              <a:spcBef>
                <a:spcPts val="0"/>
              </a:spcBef>
              <a:spcAft>
                <a:spcPts val="0"/>
              </a:spcAft>
              <a:buClr>
                <a:srgbClr val="000000"/>
              </a:buClr>
              <a:buSzPts val="1800"/>
              <a:buFont typeface="Arial"/>
              <a:buNone/>
            </a:pPr>
            <a:r>
              <a:t/>
            </a:r>
            <a:endParaRPr b="1" i="0" sz="1800" u="none" cap="none" strike="noStrike">
              <a:solidFill>
                <a:srgbClr val="FFFF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5"/>
          <p:cNvSpPr txBox="1"/>
          <p:nvPr>
            <p:ph type="title"/>
          </p:nvPr>
        </p:nvSpPr>
        <p:spPr>
          <a:xfrm>
            <a:off x="580950" y="103214"/>
            <a:ext cx="8097784"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800"/>
              <a:t>Built-in Function </a:t>
            </a:r>
            <a:endParaRPr sz="2800"/>
          </a:p>
        </p:txBody>
      </p:sp>
      <p:sp>
        <p:nvSpPr>
          <p:cNvPr id="59" name="Google Shape;59;p5"/>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60" name="Google Shape;60;p5"/>
          <p:cNvSpPr txBox="1"/>
          <p:nvPr/>
        </p:nvSpPr>
        <p:spPr>
          <a:xfrm>
            <a:off x="1012874" y="705846"/>
            <a:ext cx="6942406" cy="116955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Arial"/>
              <a:buChar char="•"/>
            </a:pPr>
            <a:r>
              <a:rPr b="0" i="0" lang="en-IN" sz="1400" u="none" cap="none" strike="noStrike">
                <a:solidFill>
                  <a:schemeClr val="dk1"/>
                </a:solidFill>
                <a:latin typeface="Arial"/>
                <a:ea typeface="Arial"/>
                <a:cs typeface="Arial"/>
                <a:sym typeface="Arial"/>
              </a:rPr>
              <a:t>A function defined by the C compiler.</a:t>
            </a:r>
            <a:endParaRPr/>
          </a:p>
          <a:p>
            <a:pPr indent="-285750" lvl="0" marL="285750" marR="0" rtl="0" algn="l">
              <a:lnSpc>
                <a:spcPct val="100000"/>
              </a:lnSpc>
              <a:spcBef>
                <a:spcPts val="0"/>
              </a:spcBef>
              <a:spcAft>
                <a:spcPts val="0"/>
              </a:spcAft>
              <a:buClr>
                <a:schemeClr val="dk1"/>
              </a:buClr>
              <a:buSzPts val="1400"/>
              <a:buFont typeface="Arial"/>
              <a:buChar char="•"/>
            </a:pPr>
            <a:r>
              <a:rPr b="0" i="0" lang="en-IN" sz="1400" u="none" cap="none" strike="noStrike">
                <a:solidFill>
                  <a:schemeClr val="dk1"/>
                </a:solidFill>
                <a:latin typeface="Arial"/>
                <a:ea typeface="Arial"/>
                <a:cs typeface="Arial"/>
                <a:sym typeface="Arial"/>
              </a:rPr>
              <a:t>It is also called readymade functions/predefined function.</a:t>
            </a:r>
            <a:endParaRPr/>
          </a:p>
          <a:p>
            <a:pPr indent="-285750" lvl="0" marL="285750" marR="0" rtl="0" algn="l">
              <a:lnSpc>
                <a:spcPct val="100000"/>
              </a:lnSpc>
              <a:spcBef>
                <a:spcPts val="0"/>
              </a:spcBef>
              <a:spcAft>
                <a:spcPts val="0"/>
              </a:spcAft>
              <a:buClr>
                <a:schemeClr val="dk1"/>
              </a:buClr>
              <a:buSzPts val="1400"/>
              <a:buFont typeface="Arial"/>
              <a:buChar char="•"/>
            </a:pPr>
            <a:r>
              <a:rPr b="0" i="0" lang="en-IN" sz="1400" u="none" cap="none" strike="noStrike">
                <a:solidFill>
                  <a:schemeClr val="dk1"/>
                </a:solidFill>
                <a:latin typeface="Arial"/>
                <a:ea typeface="Arial"/>
                <a:cs typeface="Arial"/>
                <a:sym typeface="Arial"/>
              </a:rPr>
              <a:t>This type of functions already defined, so user can make use directly.</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Ex: </a:t>
            </a:r>
            <a:r>
              <a:rPr b="0" i="0" lang="en-IN" sz="1400" u="none" cap="none" strike="noStrike">
                <a:solidFill>
                  <a:srgbClr val="FFFF00"/>
                </a:solidFill>
                <a:latin typeface="Arial"/>
                <a:ea typeface="Arial"/>
                <a:cs typeface="Arial"/>
                <a:sym typeface="Arial"/>
              </a:rPr>
              <a:t>sqrt(), ceil(), floor(), abs(), pow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 order use above functions user must include </a:t>
            </a:r>
            <a:r>
              <a:rPr b="1" i="0" lang="en-IN" sz="1400" u="none" cap="none" strike="noStrike">
                <a:solidFill>
                  <a:srgbClr val="FFFF00"/>
                </a:solidFill>
                <a:latin typeface="Arial"/>
                <a:ea typeface="Arial"/>
                <a:cs typeface="Arial"/>
                <a:sym typeface="Arial"/>
              </a:rPr>
              <a:t>math.h</a:t>
            </a:r>
            <a:r>
              <a:rPr b="0" i="0" lang="en-IN" sz="1400" u="none" cap="none" strike="noStrike">
                <a:solidFill>
                  <a:schemeClr val="dk1"/>
                </a:solidFill>
                <a:latin typeface="Arial"/>
                <a:ea typeface="Arial"/>
                <a:cs typeface="Arial"/>
                <a:sym typeface="Arial"/>
              </a:rPr>
              <a:t> header file</a:t>
            </a:r>
            <a:endParaRPr/>
          </a:p>
        </p:txBody>
      </p:sp>
      <p:pic>
        <p:nvPicPr>
          <p:cNvPr id="61" name="Google Shape;61;p5"/>
          <p:cNvPicPr preferRelativeResize="0"/>
          <p:nvPr/>
        </p:nvPicPr>
        <p:blipFill rotWithShape="1">
          <a:blip r:embed="rId3">
            <a:alphaModFix/>
          </a:blip>
          <a:srcRect b="0" l="0" r="0" t="0"/>
          <a:stretch/>
        </p:blipFill>
        <p:spPr>
          <a:xfrm>
            <a:off x="580949" y="1983545"/>
            <a:ext cx="4856788" cy="29801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6"/>
          <p:cNvSpPr txBox="1"/>
          <p:nvPr>
            <p:ph type="title"/>
          </p:nvPr>
        </p:nvSpPr>
        <p:spPr>
          <a:xfrm>
            <a:off x="580950" y="103214"/>
            <a:ext cx="8097784"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800"/>
              <a:t>Built-in Function Simple Examples </a:t>
            </a:r>
            <a:endParaRPr sz="2800"/>
          </a:p>
        </p:txBody>
      </p:sp>
      <p:sp>
        <p:nvSpPr>
          <p:cNvPr id="67" name="Google Shape;67;p6"/>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68" name="Google Shape;68;p6"/>
          <p:cNvSpPr txBox="1"/>
          <p:nvPr/>
        </p:nvSpPr>
        <p:spPr>
          <a:xfrm>
            <a:off x="302654" y="965043"/>
            <a:ext cx="2629389"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a=36, b;</a:t>
            </a:r>
            <a:endParaRPr/>
          </a:p>
          <a:p>
            <a:pPr indent="0" lvl="2"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clrscr();</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b=</a:t>
            </a:r>
            <a:r>
              <a:rPr b="1" i="0" lang="en-IN" sz="1400" u="none" cap="none" strike="noStrike">
                <a:solidFill>
                  <a:srgbClr val="FFFF00"/>
                </a:solidFill>
                <a:latin typeface="Arial"/>
                <a:ea typeface="Arial"/>
                <a:cs typeface="Arial"/>
                <a:sym typeface="Arial"/>
              </a:rPr>
              <a:t>sqrt(a)</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printf(“%d”, b);</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getch();</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Output = 6</a:t>
            </a:r>
            <a:endParaRPr/>
          </a:p>
        </p:txBody>
      </p:sp>
      <p:sp>
        <p:nvSpPr>
          <p:cNvPr id="69" name="Google Shape;69;p6"/>
          <p:cNvSpPr txBox="1"/>
          <p:nvPr/>
        </p:nvSpPr>
        <p:spPr>
          <a:xfrm>
            <a:off x="3061252" y="857321"/>
            <a:ext cx="2812774"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x=90,y=60, z=45;</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clrscr();</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printf(“%d”, </a:t>
            </a:r>
            <a:r>
              <a:rPr b="1" i="0" lang="en-IN" sz="1400" u="none" cap="none" strike="noStrike">
                <a:solidFill>
                  <a:srgbClr val="FFFF00"/>
                </a:solidFill>
                <a:latin typeface="Arial"/>
                <a:ea typeface="Arial"/>
                <a:cs typeface="Arial"/>
                <a:sym typeface="Arial"/>
              </a:rPr>
              <a:t>sin(x)</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printf(%f”, </a:t>
            </a:r>
            <a:r>
              <a:rPr b="1" i="0" lang="en-IN" sz="1400" u="none" cap="none" strike="noStrike">
                <a:solidFill>
                  <a:srgbClr val="FFFF00"/>
                </a:solidFill>
                <a:latin typeface="Arial"/>
                <a:ea typeface="Arial"/>
                <a:cs typeface="Arial"/>
                <a:sym typeface="Arial"/>
              </a:rPr>
              <a:t>cos(y)</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printf(“%d”, </a:t>
            </a:r>
            <a:r>
              <a:rPr b="1" i="0" lang="en-IN" sz="1400" u="none" cap="none" strike="noStrike">
                <a:solidFill>
                  <a:srgbClr val="FFFF00"/>
                </a:solidFill>
                <a:latin typeface="Arial"/>
                <a:ea typeface="Arial"/>
                <a:cs typeface="Arial"/>
                <a:sym typeface="Arial"/>
              </a:rPr>
              <a:t>tan(z)</a:t>
            </a: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getch();</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Output = 1   0.5   1</a:t>
            </a:r>
            <a:endParaRPr/>
          </a:p>
        </p:txBody>
      </p:sp>
      <p:sp>
        <p:nvSpPr>
          <p:cNvPr id="70" name="Google Shape;70;p6"/>
          <p:cNvSpPr txBox="1"/>
          <p:nvPr/>
        </p:nvSpPr>
        <p:spPr>
          <a:xfrm>
            <a:off x="5995169" y="499514"/>
            <a:ext cx="2812774"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float x=56.79;</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printf(“%f”, </a:t>
            </a:r>
            <a:r>
              <a:rPr b="1" i="0" lang="en-IN" sz="1400" u="none" cap="none" strike="noStrike">
                <a:solidFill>
                  <a:srgbClr val="FFFF00"/>
                </a:solidFill>
                <a:latin typeface="Arial"/>
                <a:ea typeface="Arial"/>
                <a:cs typeface="Arial"/>
                <a:sym typeface="Arial"/>
              </a:rPr>
              <a:t>ceil(x)</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printf(“%f”, </a:t>
            </a:r>
            <a:r>
              <a:rPr b="1" i="0" lang="en-IN" sz="1400" u="none" cap="none" strike="noStrike">
                <a:solidFill>
                  <a:srgbClr val="FFFF00"/>
                </a:solidFill>
                <a:latin typeface="Arial"/>
                <a:ea typeface="Arial"/>
                <a:cs typeface="Arial"/>
                <a:sym typeface="Arial"/>
              </a:rPr>
              <a:t>floor(x)</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Output = 57   56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7"/>
          <p:cNvSpPr txBox="1"/>
          <p:nvPr>
            <p:ph type="title"/>
          </p:nvPr>
        </p:nvSpPr>
        <p:spPr>
          <a:xfrm>
            <a:off x="580950" y="103214"/>
            <a:ext cx="8097784"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800"/>
              <a:t>Builtin Function – Example </a:t>
            </a:r>
            <a:endParaRPr sz="2800"/>
          </a:p>
        </p:txBody>
      </p:sp>
      <p:sp>
        <p:nvSpPr>
          <p:cNvPr id="76" name="Google Shape;76;p7"/>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77" name="Google Shape;77;p7"/>
          <p:cNvSpPr txBox="1"/>
          <p:nvPr/>
        </p:nvSpPr>
        <p:spPr>
          <a:xfrm>
            <a:off x="190916" y="499514"/>
            <a:ext cx="4991929"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int a=10,b,q,r,s,m,n;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float x=12,y,z,p,t,u,v,o;</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clrscr();</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b=sqrt(a);</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y=cos(x);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z=sin(x);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p=tan(x);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q=abs(-17.63);</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r=floor(15.18);</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s=ceil(15.1);</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t=1/tan(x);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u=1/sin(x);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v=1/cos(x);</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m=pow(a,2);</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n=pow(a,3);</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o=log(x);</a:t>
            </a:r>
            <a:endParaRPr/>
          </a:p>
        </p:txBody>
      </p:sp>
      <p:sp>
        <p:nvSpPr>
          <p:cNvPr id="78" name="Google Shape;78;p7"/>
          <p:cNvSpPr txBox="1"/>
          <p:nvPr/>
        </p:nvSpPr>
        <p:spPr>
          <a:xfrm>
            <a:off x="1272901" y="1421545"/>
            <a:ext cx="3356941"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printf(“Sqrt value:%d\n”,b);</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printf(“Cos value:%f\n”,y);</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printf(“Sin value:%f\n”,z);</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printf(“Tan value:%f\n”,p);</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printf(“Abs value:%d\n”,q);</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printf(“Floor value:%d\n”,r);</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printf(“Ceil value:%d\n”,s);</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printf(“Cot value:%f\n”,t);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printf(“Cosec value:%f\n”,u);</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printf(“Sec value:%f\n”,v);</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printf(“Pow value:%d\n”,m);</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printf(“Powc value:%d\n”,n);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printf(“Log value:%f\n”,o);</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getch();</a:t>
            </a:r>
            <a:endParaRPr/>
          </a:p>
          <a:p>
            <a:pPr indent="0" lvl="0" marL="0" marR="0" rtl="0" algn="l">
              <a:lnSpc>
                <a:spcPct val="100000"/>
              </a:lnSpc>
              <a:spcBef>
                <a:spcPts val="0"/>
              </a:spcBef>
              <a:spcAft>
                <a:spcPts val="0"/>
              </a:spcAft>
              <a:buNone/>
            </a:pPr>
            <a:r>
              <a:t/>
            </a:r>
            <a:endParaRPr b="0" i="0" sz="14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t>
            </a:r>
            <a:endParaRPr/>
          </a:p>
        </p:txBody>
      </p:sp>
      <p:sp>
        <p:nvSpPr>
          <p:cNvPr id="79" name="Google Shape;79;p7"/>
          <p:cNvSpPr txBox="1"/>
          <p:nvPr/>
        </p:nvSpPr>
        <p:spPr>
          <a:xfrm>
            <a:off x="4549639" y="547851"/>
            <a:ext cx="2218911"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Sqrt value:3</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Cos value:0.843854</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Sin value: -0.536573</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Tan value:-0.635860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Abs value:17</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Floor value:15</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Ceil value:16</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Cot value: -1.572673</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Cosec value: -1.863680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Sec value:1.185039</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Pow value:100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Powc value:1000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Log value:2.484907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8"/>
          <p:cNvSpPr txBox="1"/>
          <p:nvPr>
            <p:ph type="title"/>
          </p:nvPr>
        </p:nvSpPr>
        <p:spPr>
          <a:xfrm>
            <a:off x="1840650" y="16014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a:t>User Defined Functions</a:t>
            </a:r>
            <a:endParaRPr/>
          </a:p>
        </p:txBody>
      </p:sp>
      <p:sp>
        <p:nvSpPr>
          <p:cNvPr id="85" name="Google Shape;85;p8"/>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86" name="Google Shape;86;p8"/>
          <p:cNvSpPr txBox="1"/>
          <p:nvPr/>
        </p:nvSpPr>
        <p:spPr>
          <a:xfrm>
            <a:off x="593862" y="740633"/>
            <a:ext cx="4878469"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Noto Sans Symbols"/>
              <a:buChar char="❑"/>
            </a:pPr>
            <a:r>
              <a:rPr b="0" i="0" lang="en-IN" sz="1400" u="none" cap="none" strike="noStrike">
                <a:solidFill>
                  <a:schemeClr val="dk1"/>
                </a:solidFill>
                <a:latin typeface="Arial"/>
                <a:ea typeface="Arial"/>
                <a:cs typeface="Arial"/>
                <a:sym typeface="Arial"/>
              </a:rPr>
              <a:t>A function defined by the user.</a:t>
            </a:r>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IN" sz="1400" u="none" cap="none" strike="noStrike">
                <a:solidFill>
                  <a:schemeClr val="dk1"/>
                </a:solidFill>
                <a:latin typeface="Arial"/>
                <a:ea typeface="Arial"/>
                <a:cs typeface="Arial"/>
                <a:sym typeface="Arial"/>
              </a:rPr>
              <a:t>User can give any name to the function.</a:t>
            </a:r>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IN" sz="1400" u="none" cap="none" strike="noStrike">
                <a:solidFill>
                  <a:schemeClr val="dk1"/>
                </a:solidFill>
                <a:latin typeface="Arial"/>
                <a:ea typeface="Arial"/>
                <a:cs typeface="Arial"/>
                <a:sym typeface="Arial"/>
              </a:rPr>
              <a:t>User can’t set the keyword as the function name.</a:t>
            </a:r>
            <a:endParaRPr/>
          </a:p>
          <a:p>
            <a:pPr indent="-196850" lvl="0" marL="285750" marR="0" rtl="0" algn="l">
              <a:lnSpc>
                <a:spcPct val="10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sp>
        <p:nvSpPr>
          <p:cNvPr id="87" name="Google Shape;87;p8"/>
          <p:cNvSpPr txBox="1"/>
          <p:nvPr/>
        </p:nvSpPr>
        <p:spPr>
          <a:xfrm>
            <a:off x="683315" y="1613996"/>
            <a:ext cx="5462700" cy="2031325"/>
          </a:xfrm>
          <a:prstGeom prst="rect">
            <a:avLst/>
          </a:prstGeom>
          <a:solidFill>
            <a:schemeClr val="dk2"/>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IN" sz="1400" u="none" cap="none" strike="noStrike">
                <a:solidFill>
                  <a:schemeClr val="accent3"/>
                </a:solidFill>
                <a:latin typeface="Arial"/>
                <a:ea typeface="Arial"/>
                <a:cs typeface="Arial"/>
                <a:sym typeface="Arial"/>
              </a:rPr>
              <a:t>Benefits of Functions</a:t>
            </a:r>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rgbClr val="000000"/>
                </a:solidFill>
                <a:latin typeface="Arial"/>
                <a:ea typeface="Arial"/>
                <a:cs typeface="Arial"/>
                <a:sym typeface="Arial"/>
              </a:rPr>
              <a:t>Programs with functions are compact thus decreasing the number of lines of code to a very large extent.</a:t>
            </a:r>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rgbClr val="000000"/>
                </a:solidFill>
                <a:latin typeface="Arial"/>
                <a:ea typeface="Arial"/>
                <a:cs typeface="Arial"/>
                <a:sym typeface="Arial"/>
              </a:rPr>
              <a:t>Debugging the code is much simpler because errors can be localized and corrected easily.</a:t>
            </a:r>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rgbClr val="000000"/>
                </a:solidFill>
                <a:latin typeface="Arial"/>
                <a:ea typeface="Arial"/>
                <a:cs typeface="Arial"/>
                <a:sym typeface="Arial"/>
              </a:rPr>
              <a:t>Functions increase the readability of the program and helps in proper and good documentation.</a:t>
            </a:r>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rgbClr val="000000"/>
                </a:solidFill>
                <a:latin typeface="Arial"/>
                <a:ea typeface="Arial"/>
                <a:cs typeface="Arial"/>
                <a:sym typeface="Arial"/>
              </a:rPr>
              <a:t>Many other programs may use a function, thus helping us to create our own libraries.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ph type="title"/>
          </p:nvPr>
        </p:nvSpPr>
        <p:spPr>
          <a:xfrm>
            <a:off x="1840650" y="16014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a:t>User Defined Functions</a:t>
            </a:r>
            <a:endParaRPr/>
          </a:p>
        </p:txBody>
      </p:sp>
      <p:sp>
        <p:nvSpPr>
          <p:cNvPr id="93" name="Google Shape;93;p9"/>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94" name="Google Shape;94;p9"/>
          <p:cNvSpPr txBox="1"/>
          <p:nvPr/>
        </p:nvSpPr>
        <p:spPr>
          <a:xfrm>
            <a:off x="593863" y="740633"/>
            <a:ext cx="4586908" cy="2893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Syntax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Function Parts/Components</a:t>
            </a:r>
            <a:endParaRPr/>
          </a:p>
          <a:p>
            <a:pPr indent="-285750" lvl="1"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0" i="0" lang="en-IN" sz="1400" u="none" cap="none" strike="noStrike">
                <a:solidFill>
                  <a:srgbClr val="FFFF00"/>
                </a:solidFill>
                <a:latin typeface="Arial"/>
                <a:ea typeface="Arial"/>
                <a:cs typeface="Arial"/>
                <a:sym typeface="Arial"/>
              </a:rPr>
              <a:t>Function Declaration</a:t>
            </a:r>
            <a:endParaRPr/>
          </a:p>
          <a:p>
            <a:pPr indent="-285750" lvl="1"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 	Function Call</a:t>
            </a:r>
            <a:endParaRPr/>
          </a:p>
          <a:p>
            <a:pPr indent="-285750" lvl="1"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 	Function Body/Definition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Types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 name="Google Shape;95;p9"/>
          <p:cNvSpPr txBox="1"/>
          <p:nvPr/>
        </p:nvSpPr>
        <p:spPr>
          <a:xfrm>
            <a:off x="1398932" y="1055181"/>
            <a:ext cx="4586908"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lt2"/>
                </a:solidFill>
                <a:latin typeface="Arial"/>
                <a:ea typeface="Arial"/>
                <a:cs typeface="Arial"/>
                <a:sym typeface="Arial"/>
              </a:rPr>
              <a:t> Returntype </a:t>
            </a:r>
            <a:r>
              <a:rPr b="0" i="0" lang="en-IN" sz="1400" u="none" cap="none" strike="noStrike">
                <a:solidFill>
                  <a:schemeClr val="accent2"/>
                </a:solidFill>
                <a:latin typeface="Arial"/>
                <a:ea typeface="Arial"/>
                <a:cs typeface="Arial"/>
                <a:sym typeface="Arial"/>
              </a:rPr>
              <a:t>function name</a:t>
            </a:r>
            <a:r>
              <a:rPr b="0" i="0" lang="en-IN" sz="1400" u="none" cap="none" strike="noStrike">
                <a:solidFill>
                  <a:schemeClr val="accent5"/>
                </a:solidFill>
                <a:latin typeface="Arial"/>
                <a:ea typeface="Arial"/>
                <a:cs typeface="Arial"/>
                <a:sym typeface="Arial"/>
              </a:rPr>
              <a:t>(list of arguments)</a:t>
            </a:r>
            <a:endParaRPr/>
          </a:p>
          <a:p>
            <a:pPr indent="0" lvl="0" marL="0" marR="0" rtl="0" algn="l">
              <a:lnSpc>
                <a:spcPct val="100000"/>
              </a:lnSpc>
              <a:spcBef>
                <a:spcPts val="0"/>
              </a:spcBef>
              <a:spcAft>
                <a:spcPts val="0"/>
              </a:spcAft>
              <a:buNone/>
            </a:pPr>
            <a:r>
              <a:rPr b="0" i="0" lang="en-IN" sz="1400" u="none" cap="none" strike="noStrike">
                <a:solidFill>
                  <a:schemeClr val="accent5"/>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accent3"/>
                </a:solidFill>
                <a:latin typeface="Arial"/>
                <a:ea typeface="Arial"/>
                <a:cs typeface="Arial"/>
                <a:sym typeface="Arial"/>
              </a:rPr>
              <a:t>	set of statements;</a:t>
            </a:r>
            <a:endParaRPr/>
          </a:p>
          <a:p>
            <a:pPr indent="0" lvl="0" marL="0" marR="0" rtl="0" algn="l">
              <a:lnSpc>
                <a:spcPct val="100000"/>
              </a:lnSpc>
              <a:spcBef>
                <a:spcPts val="0"/>
              </a:spcBef>
              <a:spcAft>
                <a:spcPts val="0"/>
              </a:spcAft>
              <a:buNone/>
            </a:pPr>
            <a:r>
              <a:rPr b="0" i="0" lang="en-IN" sz="1400" u="none" cap="none" strike="noStrike">
                <a:solidFill>
                  <a:schemeClr val="accent3"/>
                </a:solidFill>
                <a:latin typeface="Arial"/>
                <a:ea typeface="Arial"/>
                <a:cs typeface="Arial"/>
                <a:sym typeface="Arial"/>
              </a:rPr>
              <a:t>	return exp;</a:t>
            </a:r>
            <a:endParaRPr/>
          </a:p>
          <a:p>
            <a:pPr indent="0" lvl="0" marL="0" marR="0" rtl="0" algn="l">
              <a:lnSpc>
                <a:spcPct val="100000"/>
              </a:lnSpc>
              <a:spcBef>
                <a:spcPts val="0"/>
              </a:spcBef>
              <a:spcAft>
                <a:spcPts val="0"/>
              </a:spcAft>
              <a:buNone/>
            </a:pPr>
            <a:r>
              <a:rPr b="0" i="0" lang="en-IN" sz="1400" u="none" cap="none" strike="noStrike">
                <a:solidFill>
                  <a:schemeClr val="accent3"/>
                </a:solidFill>
                <a:latin typeface="Arial"/>
                <a:ea typeface="Arial"/>
                <a:cs typeface="Arial"/>
                <a:sym typeface="Arial"/>
              </a:rPr>
              <a:t>}</a:t>
            </a:r>
            <a:endParaRPr/>
          </a:p>
        </p:txBody>
      </p:sp>
      <p:sp>
        <p:nvSpPr>
          <p:cNvPr id="96" name="Google Shape;96;p9"/>
          <p:cNvSpPr txBox="1"/>
          <p:nvPr/>
        </p:nvSpPr>
        <p:spPr>
          <a:xfrm>
            <a:off x="1332672" y="3536526"/>
            <a:ext cx="35209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No return value no arguments</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No return type with arguments</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Return type with arguments</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Return type without arguments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0"/>
          <p:cNvSpPr txBox="1"/>
          <p:nvPr>
            <p:ph type="title"/>
          </p:nvPr>
        </p:nvSpPr>
        <p:spPr>
          <a:xfrm>
            <a:off x="1840650" y="16014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a:t>User Defined Functions</a:t>
            </a:r>
            <a:endParaRPr/>
          </a:p>
        </p:txBody>
      </p:sp>
      <p:sp>
        <p:nvSpPr>
          <p:cNvPr id="102" name="Google Shape;102;p10"/>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03" name="Google Shape;103;p10"/>
          <p:cNvSpPr txBox="1"/>
          <p:nvPr/>
        </p:nvSpPr>
        <p:spPr>
          <a:xfrm>
            <a:off x="190916" y="469246"/>
            <a:ext cx="4586908" cy="440120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rgbClr val="0E408C"/>
                </a:solidFill>
                <a:latin typeface="Arial"/>
                <a:ea typeface="Arial"/>
                <a:cs typeface="Arial"/>
                <a:sym typeface="Arial"/>
              </a:rPr>
              <a:t>Type1: No Return Type without Arguments</a:t>
            </a:r>
            <a:endParaRPr/>
          </a:p>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chemeClr val="accent4"/>
                </a:solidFill>
                <a:latin typeface="Arial"/>
                <a:ea typeface="Arial"/>
                <a:cs typeface="Arial"/>
                <a:sym typeface="Arial"/>
              </a:rPr>
              <a:t>Definition: This function did not accept any arguments and not return any values</a:t>
            </a:r>
            <a:endParaRPr/>
          </a:p>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Example Program</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void demo();        </a:t>
            </a:r>
            <a:r>
              <a:rPr b="1" i="0" lang="en-IN" sz="1400" u="none" cap="none" strike="noStrike">
                <a:solidFill>
                  <a:schemeClr val="accent2"/>
                </a:solidFill>
                <a:latin typeface="Arial"/>
                <a:ea typeface="Arial"/>
                <a:cs typeface="Arial"/>
                <a:sym typeface="Arial"/>
              </a:rPr>
              <a:t>//function declaration</a:t>
            </a:r>
            <a:r>
              <a:rPr b="0" i="0" lang="en-IN" sz="1400" u="none" cap="none" strike="noStrike">
                <a:solidFill>
                  <a:schemeClr val="dk1"/>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Before function:”);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1" i="0" lang="en-IN" sz="1400" u="none" cap="none" strike="noStrike">
                <a:solidFill>
                  <a:srgbClr val="00B050"/>
                </a:solidFill>
                <a:latin typeface="Arial"/>
                <a:ea typeface="Arial"/>
                <a:cs typeface="Arial"/>
                <a:sym typeface="Arial"/>
              </a:rPr>
              <a:t>demo();   </a:t>
            </a:r>
            <a:r>
              <a:rPr b="1" i="0" lang="en-IN" sz="1400" u="none" cap="none" strike="noStrike">
                <a:solidFill>
                  <a:schemeClr val="accent2"/>
                </a:solidFill>
                <a:latin typeface="Arial"/>
                <a:ea typeface="Arial"/>
                <a:cs typeface="Arial"/>
                <a:sym typeface="Arial"/>
              </a:rPr>
              <a:t>//function calling</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After function”);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void demo() </a:t>
            </a:r>
            <a:r>
              <a:rPr b="1" i="0" lang="en-IN" sz="1400" u="none" cap="none" strike="noStrike">
                <a:solidFill>
                  <a:schemeClr val="accent2"/>
                </a:solidFill>
                <a:latin typeface="Arial"/>
                <a:ea typeface="Arial"/>
                <a:cs typeface="Arial"/>
                <a:sym typeface="Arial"/>
              </a:rPr>
              <a:t>//function body</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p:txBody>
      </p:sp>
      <p:sp>
        <p:nvSpPr>
          <p:cNvPr id="104" name="Google Shape;104;p10"/>
          <p:cNvSpPr txBox="1"/>
          <p:nvPr/>
        </p:nvSpPr>
        <p:spPr>
          <a:xfrm>
            <a:off x="5319918" y="694313"/>
            <a:ext cx="2780473"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r>
              <a:rPr b="0" i="0" lang="en-IN" sz="1400" u="none" cap="none" strike="noStrike">
                <a:solidFill>
                  <a:srgbClr val="FFFF00"/>
                </a:solidFill>
                <a:latin typeface="Arial"/>
                <a:ea typeface="Arial"/>
                <a:cs typeface="Arial"/>
                <a:sym typeface="Arial"/>
              </a:rPr>
              <a:t>Before function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After function</a:t>
            </a:r>
            <a:endParaRPr/>
          </a:p>
        </p:txBody>
      </p:sp>
      <p:pic>
        <p:nvPicPr>
          <p:cNvPr id="105" name="Google Shape;105;p10"/>
          <p:cNvPicPr preferRelativeResize="0"/>
          <p:nvPr/>
        </p:nvPicPr>
        <p:blipFill rotWithShape="1">
          <a:blip r:embed="rId3">
            <a:alphaModFix/>
          </a:blip>
          <a:srcRect b="0" l="0" r="0" t="0"/>
          <a:stretch/>
        </p:blipFill>
        <p:spPr>
          <a:xfrm>
            <a:off x="3049655" y="3756991"/>
            <a:ext cx="3044689" cy="1169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1"/>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User Defined Functions</a:t>
            </a:r>
            <a:endParaRPr/>
          </a:p>
        </p:txBody>
      </p:sp>
      <p:sp>
        <p:nvSpPr>
          <p:cNvPr id="111" name="Google Shape;111;p11"/>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12" name="Google Shape;112;p11"/>
          <p:cNvSpPr txBox="1"/>
          <p:nvPr/>
        </p:nvSpPr>
        <p:spPr>
          <a:xfrm>
            <a:off x="154057" y="445838"/>
            <a:ext cx="4586908" cy="415498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E408C"/>
                </a:solidFill>
                <a:latin typeface="Arial"/>
                <a:ea typeface="Arial"/>
                <a:cs typeface="Arial"/>
                <a:sym typeface="Arial"/>
              </a:rPr>
              <a:t>Type2: No Return Type with Arguments</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chemeClr val="accent4"/>
                </a:solidFill>
                <a:latin typeface="Arial"/>
                <a:ea typeface="Arial"/>
                <a:cs typeface="Arial"/>
                <a:sym typeface="Arial"/>
              </a:rPr>
              <a:t>Definition: This function takes one or more(some) number of arguments and not return any values</a:t>
            </a:r>
            <a:endParaRPr/>
          </a:p>
          <a:p>
            <a:pPr indent="0" lvl="0" marL="0" marR="0" rtl="0" algn="l">
              <a:lnSpc>
                <a:spcPct val="100000"/>
              </a:lnSpc>
              <a:spcBef>
                <a:spcPts val="0"/>
              </a:spcBef>
              <a:spcAft>
                <a:spcPts val="0"/>
              </a:spcAft>
              <a:buNone/>
            </a:pPr>
            <a:r>
              <a:rPr b="1" i="0" lang="en-IN" sz="1200" u="none" cap="none" strike="noStrike">
                <a:solidFill>
                  <a:srgbClr val="0E408C"/>
                </a:solidFill>
                <a:latin typeface="Arial"/>
                <a:ea typeface="Arial"/>
                <a:cs typeface="Arial"/>
                <a:sym typeface="Arial"/>
              </a:rPr>
              <a:t>Example Program</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0B050"/>
                </a:solidFill>
                <a:latin typeface="Arial"/>
                <a:ea typeface="Arial"/>
                <a:cs typeface="Arial"/>
                <a:sym typeface="Arial"/>
              </a:rPr>
              <a:t>void demo(int,int); </a:t>
            </a:r>
            <a:r>
              <a:rPr b="1" i="0" lang="en-IN" sz="1200" u="none" cap="none" strike="noStrike">
                <a:solidFill>
                  <a:schemeClr val="accent2"/>
                </a:solidFill>
                <a:latin typeface="Arial"/>
                <a:ea typeface="Arial"/>
                <a:cs typeface="Arial"/>
                <a:sym typeface="Arial"/>
              </a:rPr>
              <a:t>//function declaration</a:t>
            </a:r>
            <a:r>
              <a:rPr b="1" i="0" lang="en-IN" sz="1200" u="none" cap="none" strike="noStrike">
                <a:solidFill>
                  <a:schemeClr val="dk1"/>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x=10,u=10;</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Before function:”);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r>
              <a:rPr b="1" i="0" lang="en-IN" sz="1200" u="none" cap="none" strike="noStrike">
                <a:solidFill>
                  <a:srgbClr val="00B050"/>
                </a:solidFill>
                <a:latin typeface="Arial"/>
                <a:ea typeface="Arial"/>
                <a:cs typeface="Arial"/>
                <a:sym typeface="Arial"/>
              </a:rPr>
              <a:t>demo(x,u); </a:t>
            </a:r>
            <a:r>
              <a:rPr b="1" i="0" lang="en-IN" sz="1200" u="none" cap="none" strike="noStrike">
                <a:solidFill>
                  <a:schemeClr val="accent2"/>
                </a:solidFill>
                <a:latin typeface="Arial"/>
                <a:ea typeface="Arial"/>
                <a:cs typeface="Arial"/>
                <a:sym typeface="Arial"/>
              </a:rPr>
              <a:t>//function calling</a:t>
            </a:r>
            <a:r>
              <a:rPr b="1" i="0" lang="en-IN" sz="1200" u="none" cap="none" strike="noStrike">
                <a:solidFill>
                  <a:srgbClr val="00B05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After function”);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0B050"/>
                </a:solidFill>
                <a:latin typeface="Arial"/>
                <a:ea typeface="Arial"/>
                <a:cs typeface="Arial"/>
                <a:sym typeface="Arial"/>
              </a:rPr>
              <a:t>void demo(int a,int b) </a:t>
            </a:r>
            <a:r>
              <a:rPr b="1" i="0" lang="en-IN" sz="1200" u="none" cap="none" strike="noStrike">
                <a:solidFill>
                  <a:schemeClr val="accent2"/>
                </a:solidFill>
                <a:latin typeface="Arial"/>
                <a:ea typeface="Arial"/>
                <a:cs typeface="Arial"/>
                <a:sym typeface="Arial"/>
              </a:rPr>
              <a:t>//function definition</a:t>
            </a:r>
            <a:endParaRPr b="1" i="0" sz="1200" u="none" cap="none" strike="noStrike">
              <a:solidFill>
                <a:srgbClr val="00B05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c=a+b;</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%d”,c);</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13" name="Google Shape;113;p11"/>
          <p:cNvSpPr txBox="1"/>
          <p:nvPr/>
        </p:nvSpPr>
        <p:spPr>
          <a:xfrm>
            <a:off x="5319918" y="694313"/>
            <a:ext cx="278047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r>
              <a:rPr b="0" i="0" lang="en-IN" sz="1400" u="none" cap="none" strike="noStrike">
                <a:solidFill>
                  <a:srgbClr val="FFFF00"/>
                </a:solidFill>
                <a:latin typeface="Arial"/>
                <a:ea typeface="Arial"/>
                <a:cs typeface="Arial"/>
                <a:sym typeface="Arial"/>
              </a:rPr>
              <a:t>Before function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20</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After function</a:t>
            </a:r>
            <a:endParaRPr/>
          </a:p>
        </p:txBody>
      </p:sp>
      <p:pic>
        <p:nvPicPr>
          <p:cNvPr id="114" name="Google Shape;114;p11"/>
          <p:cNvPicPr preferRelativeResize="0"/>
          <p:nvPr/>
        </p:nvPicPr>
        <p:blipFill rotWithShape="1">
          <a:blip r:embed="rId3">
            <a:alphaModFix/>
          </a:blip>
          <a:srcRect b="0" l="0" r="0" t="0"/>
          <a:stretch/>
        </p:blipFill>
        <p:spPr>
          <a:xfrm>
            <a:off x="2647626" y="3687279"/>
            <a:ext cx="3459014" cy="13794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User Defined Functions</a:t>
            </a:r>
            <a:endParaRPr/>
          </a:p>
        </p:txBody>
      </p:sp>
      <p:sp>
        <p:nvSpPr>
          <p:cNvPr id="120" name="Google Shape;120;p12"/>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21" name="Google Shape;121;p12"/>
          <p:cNvSpPr txBox="1"/>
          <p:nvPr/>
        </p:nvSpPr>
        <p:spPr>
          <a:xfrm>
            <a:off x="243510" y="445838"/>
            <a:ext cx="4586908" cy="415498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E408C"/>
                </a:solidFill>
                <a:latin typeface="Arial"/>
                <a:ea typeface="Arial"/>
                <a:cs typeface="Arial"/>
                <a:sym typeface="Arial"/>
              </a:rPr>
              <a:t>Type3: Return Type without Arguments</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chemeClr val="accent4"/>
                </a:solidFill>
                <a:latin typeface="Arial"/>
                <a:ea typeface="Arial"/>
                <a:cs typeface="Arial"/>
                <a:sym typeface="Arial"/>
              </a:rPr>
              <a:t>Definition: This function takes  no arguments and return some values based on its data types</a:t>
            </a:r>
            <a:endParaRPr/>
          </a:p>
          <a:p>
            <a:pPr indent="0" lvl="0" marL="0" marR="0" rtl="0" algn="l">
              <a:lnSpc>
                <a:spcPct val="100000"/>
              </a:lnSpc>
              <a:spcBef>
                <a:spcPts val="0"/>
              </a:spcBef>
              <a:spcAft>
                <a:spcPts val="0"/>
              </a:spcAft>
              <a:buNone/>
            </a:pPr>
            <a:r>
              <a:rPr b="1" i="0" lang="en-IN" sz="1200" u="none" cap="none" strike="noStrike">
                <a:solidFill>
                  <a:srgbClr val="0E408C"/>
                </a:solidFill>
                <a:latin typeface="Arial"/>
                <a:ea typeface="Arial"/>
                <a:cs typeface="Arial"/>
                <a:sym typeface="Arial"/>
              </a:rPr>
              <a:t>Example Program</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1"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r>
              <a:rPr b="1" i="0" lang="en-IN" sz="1200" u="none" cap="none" strike="noStrike">
                <a:solidFill>
                  <a:srgbClr val="00B050"/>
                </a:solidFill>
                <a:latin typeface="Arial"/>
                <a:ea typeface="Arial"/>
                <a:cs typeface="Arial"/>
                <a:sym typeface="Arial"/>
              </a:rPr>
              <a:t>int add(); </a:t>
            </a:r>
            <a:r>
              <a:rPr b="1" i="0" lang="en-IN" sz="1200" u="none" cap="none" strike="noStrike">
                <a:solidFill>
                  <a:schemeClr val="accent2"/>
                </a:solidFill>
                <a:latin typeface="Arial"/>
                <a:ea typeface="Arial"/>
                <a:cs typeface="Arial"/>
                <a:sym typeface="Arial"/>
              </a:rPr>
              <a:t>//function declaration</a:t>
            </a:r>
            <a:endParaRPr b="1" i="0" sz="1200" u="none" cap="none" strike="noStrike">
              <a:solidFill>
                <a:srgbClr val="00B05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r;</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r=</a:t>
            </a:r>
            <a:r>
              <a:rPr b="1" i="0" lang="en-IN" sz="1200" u="none" cap="none" strike="noStrike">
                <a:solidFill>
                  <a:srgbClr val="00B050"/>
                </a:solidFill>
                <a:latin typeface="Arial"/>
                <a:ea typeface="Arial"/>
                <a:cs typeface="Arial"/>
                <a:sym typeface="Arial"/>
              </a:rPr>
              <a:t>add(); </a:t>
            </a:r>
            <a:r>
              <a:rPr b="1" i="0" lang="en-IN" sz="1200" u="none" cap="none" strike="noStrike">
                <a:solidFill>
                  <a:schemeClr val="accent2"/>
                </a:solidFill>
                <a:latin typeface="Arial"/>
                <a:ea typeface="Arial"/>
                <a:cs typeface="Arial"/>
                <a:sym typeface="Arial"/>
              </a:rPr>
              <a:t>//function calling</a:t>
            </a:r>
            <a:endParaRPr b="1" i="0" sz="1200" u="none" cap="none" strike="noStrike">
              <a:solidFill>
                <a:srgbClr val="00B05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Addition%d:”,r);</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1"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0B050"/>
                </a:solidFill>
                <a:latin typeface="Arial"/>
                <a:ea typeface="Arial"/>
                <a:cs typeface="Arial"/>
                <a:sym typeface="Arial"/>
              </a:rPr>
              <a:t> 	int add()</a:t>
            </a:r>
            <a:r>
              <a:rPr b="0" i="0" lang="en-IN" sz="1200" u="none" cap="none" strike="noStrike">
                <a:solidFill>
                  <a:schemeClr val="dk1"/>
                </a:solidFill>
                <a:latin typeface="Arial"/>
                <a:ea typeface="Arial"/>
                <a:cs typeface="Arial"/>
                <a:sym typeface="Arial"/>
              </a:rPr>
              <a:t> </a:t>
            </a:r>
            <a:r>
              <a:rPr b="1" i="0" lang="en-IN" sz="1200" u="none" cap="none" strike="noStrike">
                <a:solidFill>
                  <a:schemeClr val="accent2"/>
                </a:solidFill>
                <a:latin typeface="Arial"/>
                <a:ea typeface="Arial"/>
                <a:cs typeface="Arial"/>
                <a:sym typeface="Arial"/>
              </a:rPr>
              <a:t>//function definition</a:t>
            </a:r>
            <a:endParaRPr b="0" i="0" sz="1200" u="none" cap="none" strike="noStrike">
              <a:solidFill>
                <a:schemeClr val="dk1"/>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a,b,c;</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a=1,b=2;	</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c=a+b;</a:t>
            </a:r>
            <a:endParaRPr/>
          </a:p>
          <a:p>
            <a:pPr indent="-285750" lvl="2"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return(c);</a:t>
            </a:r>
            <a:endParaRPr/>
          </a:p>
          <a:p>
            <a:pPr indent="-285750" lvl="2"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endParaRPr/>
          </a:p>
        </p:txBody>
      </p:sp>
      <p:sp>
        <p:nvSpPr>
          <p:cNvPr id="122" name="Google Shape;122;p12"/>
          <p:cNvSpPr txBox="1"/>
          <p:nvPr/>
        </p:nvSpPr>
        <p:spPr>
          <a:xfrm>
            <a:off x="5319918" y="694313"/>
            <a:ext cx="2780473"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r>
              <a:rPr b="0" i="0" lang="en-IN" sz="1400" u="none" cap="none" strike="noStrike">
                <a:solidFill>
                  <a:srgbClr val="FFFF00"/>
                </a:solidFill>
                <a:latin typeface="Arial"/>
                <a:ea typeface="Arial"/>
                <a:cs typeface="Arial"/>
                <a:sym typeface="Arial"/>
              </a:rPr>
              <a:t>Addition: 3</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3"/>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User Defined Functions</a:t>
            </a:r>
            <a:endParaRPr/>
          </a:p>
        </p:txBody>
      </p:sp>
      <p:sp>
        <p:nvSpPr>
          <p:cNvPr id="128" name="Google Shape;128;p13"/>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29" name="Google Shape;129;p13"/>
          <p:cNvSpPr txBox="1"/>
          <p:nvPr/>
        </p:nvSpPr>
        <p:spPr>
          <a:xfrm>
            <a:off x="154056" y="445838"/>
            <a:ext cx="5262769" cy="37856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E408C"/>
                </a:solidFill>
                <a:latin typeface="Arial"/>
                <a:ea typeface="Arial"/>
                <a:cs typeface="Arial"/>
                <a:sym typeface="Arial"/>
              </a:rPr>
              <a:t>Type4: Return Type with Arguments</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chemeClr val="accent4"/>
                </a:solidFill>
                <a:latin typeface="Arial"/>
                <a:ea typeface="Arial"/>
                <a:cs typeface="Arial"/>
                <a:sym typeface="Arial"/>
              </a:rPr>
              <a:t>Definition: This function takes  one or more (some) number of arguments and return some values based on its data types</a:t>
            </a:r>
            <a:endParaRPr/>
          </a:p>
          <a:p>
            <a:pPr indent="0" lvl="0" marL="0" marR="0" rtl="0" algn="l">
              <a:lnSpc>
                <a:spcPct val="100000"/>
              </a:lnSpc>
              <a:spcBef>
                <a:spcPts val="0"/>
              </a:spcBef>
              <a:spcAft>
                <a:spcPts val="0"/>
              </a:spcAft>
              <a:buNone/>
            </a:pPr>
            <a:r>
              <a:rPr b="1" i="0" lang="en-IN" sz="1200" u="none" cap="none" strike="noStrike">
                <a:solidFill>
                  <a:srgbClr val="0E408C"/>
                </a:solidFill>
                <a:latin typeface="Arial"/>
                <a:ea typeface="Arial"/>
                <a:cs typeface="Arial"/>
                <a:sym typeface="Arial"/>
              </a:rPr>
              <a:t>Example Program</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0B050"/>
                </a:solidFill>
                <a:latin typeface="Arial"/>
                <a:ea typeface="Arial"/>
                <a:cs typeface="Arial"/>
                <a:sym typeface="Arial"/>
              </a:rPr>
              <a:t>int demo(int,int);</a:t>
            </a:r>
            <a:r>
              <a:rPr b="0" i="0" lang="en-IN" sz="1200" u="none" cap="none" strike="noStrike">
                <a:solidFill>
                  <a:schemeClr val="dk1"/>
                </a:solidFill>
                <a:latin typeface="Arial"/>
                <a:ea typeface="Arial"/>
                <a:cs typeface="Arial"/>
                <a:sym typeface="Arial"/>
              </a:rPr>
              <a:t> </a:t>
            </a:r>
            <a:r>
              <a:rPr b="1" i="0" lang="en-IN" sz="1200" u="none" cap="none" strike="noStrike">
                <a:solidFill>
                  <a:schemeClr val="accent2"/>
                </a:solidFill>
                <a:latin typeface="Arial"/>
                <a:ea typeface="Arial"/>
                <a:cs typeface="Arial"/>
                <a:sym typeface="Arial"/>
              </a:rPr>
              <a:t>//function declaration</a:t>
            </a:r>
            <a:r>
              <a:rPr b="0" i="0" lang="en-IN" sz="1200" u="none" cap="none" strike="noStrike">
                <a:solidFill>
                  <a:schemeClr val="dk1"/>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x=10,u=5;</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Before function:”);</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After function:%d”,</a:t>
            </a:r>
            <a:r>
              <a:rPr b="1" i="0" lang="en-IN" sz="1200" u="none" cap="none" strike="noStrike">
                <a:solidFill>
                  <a:srgbClr val="00B050"/>
                </a:solidFill>
                <a:latin typeface="Arial"/>
                <a:ea typeface="Arial"/>
                <a:cs typeface="Arial"/>
                <a:sym typeface="Arial"/>
              </a:rPr>
              <a:t>demo(x,u</a:t>
            </a:r>
            <a:r>
              <a:rPr b="0" i="0" lang="en-IN" sz="1200" u="none" cap="none" strike="noStrike">
                <a:solidFill>
                  <a:schemeClr val="dk1"/>
                </a:solidFill>
                <a:latin typeface="Arial"/>
                <a:ea typeface="Arial"/>
                <a:cs typeface="Arial"/>
                <a:sym typeface="Arial"/>
              </a:rPr>
              <a:t>)); </a:t>
            </a:r>
            <a:r>
              <a:rPr b="1" i="0" lang="en-IN" sz="1200" u="none" cap="none" strike="noStrike">
                <a:solidFill>
                  <a:schemeClr val="accent2"/>
                </a:solidFill>
                <a:latin typeface="Arial"/>
                <a:ea typeface="Arial"/>
                <a:cs typeface="Arial"/>
                <a:sym typeface="Arial"/>
              </a:rPr>
              <a:t>//function calling</a:t>
            </a:r>
            <a:endParaRPr b="0" i="0" sz="12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1" i="0" lang="en-IN" sz="1200" u="none" cap="none" strike="noStrike">
                <a:solidFill>
                  <a:srgbClr val="00B050"/>
                </a:solidFill>
                <a:latin typeface="Arial"/>
                <a:ea typeface="Arial"/>
                <a:cs typeface="Arial"/>
                <a:sym typeface="Arial"/>
              </a:rPr>
              <a:t>int demo(int a,int b) </a:t>
            </a:r>
            <a:r>
              <a:rPr b="1" i="0" lang="en-IN" sz="1200" u="none" cap="none" strike="noStrike">
                <a:solidFill>
                  <a:schemeClr val="accent2"/>
                </a:solidFill>
                <a:latin typeface="Arial"/>
                <a:ea typeface="Arial"/>
                <a:cs typeface="Arial"/>
                <a:sym typeface="Arial"/>
              </a:rPr>
              <a:t>//function definition</a:t>
            </a:r>
            <a:endParaRPr b="1" i="0" sz="1200" u="none" cap="none" strike="noStrike">
              <a:solidFill>
                <a:srgbClr val="00B05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c=a-b;</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return c;</a:t>
            </a:r>
            <a:endParaRPr/>
          </a:p>
          <a:p>
            <a:pPr indent="-285750" lvl="0" marL="285750" marR="0" rtl="0" algn="l">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p:txBody>
      </p:sp>
      <p:sp>
        <p:nvSpPr>
          <p:cNvPr id="130" name="Google Shape;130;p13"/>
          <p:cNvSpPr txBox="1"/>
          <p:nvPr/>
        </p:nvSpPr>
        <p:spPr>
          <a:xfrm>
            <a:off x="6082078" y="704252"/>
            <a:ext cx="2780473"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Before Function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After Function: 5</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p:txBody>
      </p:sp>
      <p:pic>
        <p:nvPicPr>
          <p:cNvPr id="131" name="Google Shape;131;p13"/>
          <p:cNvPicPr preferRelativeResize="0"/>
          <p:nvPr/>
        </p:nvPicPr>
        <p:blipFill rotWithShape="1">
          <a:blip r:embed="rId3">
            <a:alphaModFix/>
          </a:blip>
          <a:srcRect b="0" l="0" r="0" t="0"/>
          <a:stretch/>
        </p:blipFill>
        <p:spPr>
          <a:xfrm>
            <a:off x="2640076" y="3575506"/>
            <a:ext cx="3532124" cy="1412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Example</a:t>
            </a:r>
            <a:endParaRPr/>
          </a:p>
        </p:txBody>
      </p:sp>
      <p:sp>
        <p:nvSpPr>
          <p:cNvPr id="137" name="Google Shape;137;p14"/>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pic>
        <p:nvPicPr>
          <p:cNvPr id="138" name="Google Shape;138;p14"/>
          <p:cNvPicPr preferRelativeResize="0"/>
          <p:nvPr/>
        </p:nvPicPr>
        <p:blipFill rotWithShape="1">
          <a:blip r:embed="rId3">
            <a:alphaModFix/>
          </a:blip>
          <a:srcRect b="0" l="0" r="0" t="0"/>
          <a:stretch/>
        </p:blipFill>
        <p:spPr>
          <a:xfrm>
            <a:off x="893573" y="514843"/>
            <a:ext cx="4692218" cy="41138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Factorial Using Functions - Example</a:t>
            </a:r>
            <a:endParaRPr/>
          </a:p>
        </p:txBody>
      </p:sp>
      <p:sp>
        <p:nvSpPr>
          <p:cNvPr id="144" name="Google Shape;144;p15"/>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45" name="Google Shape;145;p15"/>
          <p:cNvSpPr txBox="1"/>
          <p:nvPr/>
        </p:nvSpPr>
        <p:spPr>
          <a:xfrm>
            <a:off x="365263" y="311408"/>
            <a:ext cx="4723572" cy="4832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int Fact(int);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clrscr();</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printf("\n Enter the Number for 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scanf("%d", &amp;n);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printf("\n The Factorial Value is:%d", Fact(n));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getch();</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int Fact(int K)</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Fact=1, 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for(i=1; i&lt;=K; 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Fact = Fact * 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return Fact;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p:txBody>
      </p:sp>
      <p:sp>
        <p:nvSpPr>
          <p:cNvPr id="146" name="Google Shape;146;p15"/>
          <p:cNvSpPr txBox="1"/>
          <p:nvPr/>
        </p:nvSpPr>
        <p:spPr>
          <a:xfrm>
            <a:off x="5849591" y="685969"/>
            <a:ext cx="2929146"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Enter the Number for N: 5</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The Factorial Value is: 120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Call by Value Function</a:t>
            </a:r>
            <a:endParaRPr/>
          </a:p>
        </p:txBody>
      </p:sp>
      <p:sp>
        <p:nvSpPr>
          <p:cNvPr id="152" name="Google Shape;152;p16"/>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53" name="Google Shape;153;p16"/>
          <p:cNvSpPr txBox="1"/>
          <p:nvPr/>
        </p:nvSpPr>
        <p:spPr>
          <a:xfrm>
            <a:off x="190916" y="746584"/>
            <a:ext cx="5262769" cy="418576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int x=10,y=5;</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1" i="0" lang="en-IN" sz="1400" u="none" cap="none" strike="noStrike">
                <a:solidFill>
                  <a:srgbClr val="00B050"/>
                </a:solidFill>
                <a:latin typeface="Arial"/>
                <a:ea typeface="Arial"/>
                <a:cs typeface="Arial"/>
                <a:sym typeface="Arial"/>
              </a:rPr>
              <a:t>void demo(int,int);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printf(“\n\n Before swapping  X:%d,Y:%d”,x,y);</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1" i="0" lang="en-IN" sz="1400" u="none" cap="none" strike="noStrike">
                <a:solidFill>
                  <a:srgbClr val="00B050"/>
                </a:solidFill>
                <a:latin typeface="Arial"/>
                <a:ea typeface="Arial"/>
                <a:cs typeface="Arial"/>
                <a:sym typeface="Arial"/>
              </a:rPr>
              <a:t>demo(x,y);</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void demo(int a,int 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int temp;</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temp=a;</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b=temp;</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printf(“\n\n After swapping X:%d,Y:%d”,a,b);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p:txBody>
      </p:sp>
      <p:sp>
        <p:nvSpPr>
          <p:cNvPr id="154" name="Google Shape;154;p16"/>
          <p:cNvSpPr txBox="1"/>
          <p:nvPr/>
        </p:nvSpPr>
        <p:spPr>
          <a:xfrm>
            <a:off x="6082078" y="704252"/>
            <a:ext cx="2780473"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Before swapping X:10,   Y:5</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After swapping    X:5,   Y:10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Call by Reference Function</a:t>
            </a:r>
            <a:endParaRPr/>
          </a:p>
        </p:txBody>
      </p:sp>
      <p:sp>
        <p:nvSpPr>
          <p:cNvPr id="160" name="Google Shape;160;p17"/>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61" name="Google Shape;161;p17"/>
          <p:cNvSpPr txBox="1"/>
          <p:nvPr/>
        </p:nvSpPr>
        <p:spPr>
          <a:xfrm>
            <a:off x="190916" y="526852"/>
            <a:ext cx="6219823" cy="418576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#include&lt;stdio.h&gt;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#include&lt;conio.h&gt;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void main()</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int x=10,y=5;</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1" i="0" lang="en-IN" sz="1400" u="none" cap="none" strike="noStrike">
                <a:solidFill>
                  <a:srgbClr val="00B050"/>
                </a:solidFill>
                <a:latin typeface="Arial"/>
                <a:ea typeface="Arial"/>
                <a:cs typeface="Arial"/>
                <a:sym typeface="Arial"/>
              </a:rPr>
              <a:t>void demo(int *,int *);</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clrscr();</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Address are Before swapping  X:%u,Y:%u”,&amp;x,&amp;y);</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t>
            </a:r>
            <a:r>
              <a:rPr b="1" i="0" lang="en-IN" sz="1400" u="none" cap="none" strike="noStrike">
                <a:solidFill>
                  <a:srgbClr val="00B050"/>
                </a:solidFill>
                <a:latin typeface="Arial"/>
                <a:ea typeface="Arial"/>
                <a:cs typeface="Arial"/>
                <a:sym typeface="Arial"/>
              </a:rPr>
              <a:t>demo(&amp;x, &amp;y);</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getch();</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void demo(int *a,int *b)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int *temp;</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temp=a;</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a=b;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b=temp;</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	printf(“\n Address are After swapping X:%u,Y:%u\n”,a,b);</a:t>
            </a:r>
            <a:endParaRPr/>
          </a:p>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t>
            </a:r>
            <a:endParaRPr/>
          </a:p>
        </p:txBody>
      </p:sp>
      <p:sp>
        <p:nvSpPr>
          <p:cNvPr id="162" name="Google Shape;162;p17"/>
          <p:cNvSpPr txBox="1"/>
          <p:nvPr/>
        </p:nvSpPr>
        <p:spPr>
          <a:xfrm>
            <a:off x="6082078" y="704252"/>
            <a:ext cx="278047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Before swapping X:65524</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Y:65522</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After swapping   X:65522</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Y:65524</a:t>
            </a:r>
            <a:endParaRPr b="0" i="0" sz="1400" u="none" cap="none" strike="noStrike">
              <a:solidFill>
                <a:srgbClr val="FFFF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Functions with Arrays</a:t>
            </a:r>
            <a:endParaRPr/>
          </a:p>
        </p:txBody>
      </p:sp>
      <p:sp>
        <p:nvSpPr>
          <p:cNvPr id="168" name="Google Shape;168;p18"/>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69" name="Google Shape;169;p18"/>
          <p:cNvSpPr txBox="1"/>
          <p:nvPr/>
        </p:nvSpPr>
        <p:spPr>
          <a:xfrm>
            <a:off x="200855" y="396475"/>
            <a:ext cx="6219823" cy="30777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IN" sz="1400" u="none" cap="none" strike="noStrike">
                <a:solidFill>
                  <a:srgbClr val="FFFF00"/>
                </a:solidFill>
                <a:latin typeface="Arial"/>
                <a:ea typeface="Arial"/>
                <a:cs typeface="Arial"/>
                <a:sym typeface="Arial"/>
              </a:rPr>
              <a:t>Arrays can be used with functions</a:t>
            </a:r>
            <a:endParaRPr/>
          </a:p>
        </p:txBody>
      </p:sp>
      <p:sp>
        <p:nvSpPr>
          <p:cNvPr id="170" name="Google Shape;170;p18"/>
          <p:cNvSpPr txBox="1"/>
          <p:nvPr/>
        </p:nvSpPr>
        <p:spPr>
          <a:xfrm>
            <a:off x="6082078" y="704252"/>
            <a:ext cx="2780473"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E408C"/>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Average  is : 97</a:t>
            </a:r>
            <a:endParaRPr b="0" i="0" sz="1400" u="none" cap="none" strike="noStrike">
              <a:solidFill>
                <a:srgbClr val="FFFF00"/>
              </a:solidFill>
              <a:latin typeface="Arial"/>
              <a:ea typeface="Arial"/>
              <a:cs typeface="Arial"/>
              <a:sym typeface="Arial"/>
            </a:endParaRPr>
          </a:p>
        </p:txBody>
      </p:sp>
      <p:sp>
        <p:nvSpPr>
          <p:cNvPr id="171" name="Google Shape;171;p18"/>
          <p:cNvSpPr txBox="1"/>
          <p:nvPr/>
        </p:nvSpPr>
        <p:spPr>
          <a:xfrm>
            <a:off x="539869" y="704252"/>
            <a:ext cx="4807383" cy="41857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#include&lt;conio.h&gt;</a:t>
            </a:r>
            <a:endParaRPr/>
          </a:p>
          <a:p>
            <a:pPr indent="0" lvl="0" marL="0" marR="0" rtl="0" algn="l">
              <a:lnSpc>
                <a:spcPct val="100000"/>
              </a:lnSpc>
              <a:spcBef>
                <a:spcPts val="0"/>
              </a:spcBef>
              <a:spcAft>
                <a:spcPts val="0"/>
              </a:spcAft>
              <a:buNone/>
            </a:pPr>
            <a:r>
              <a:rPr b="1" i="0" lang="en-IN" sz="1400" u="none" cap="none" strike="noStrike">
                <a:solidFill>
                  <a:srgbClr val="00B050"/>
                </a:solidFill>
                <a:latin typeface="Arial"/>
                <a:ea typeface="Arial"/>
                <a:cs typeface="Arial"/>
                <a:sym typeface="Arial"/>
              </a:rPr>
              <a:t>int avg(int[]);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marks[5]={98, 99, 100, 96, 94};</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clrscr();</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printf("\n Average is: %d", </a:t>
            </a:r>
            <a:r>
              <a:rPr b="1" i="0" lang="en-IN" sz="1400" u="none" cap="none" strike="noStrike">
                <a:solidFill>
                  <a:srgbClr val="00B050"/>
                </a:solidFill>
                <a:latin typeface="Arial"/>
                <a:ea typeface="Arial"/>
                <a:cs typeface="Arial"/>
                <a:sym typeface="Arial"/>
              </a:rPr>
              <a:t>avg(marks)</a:t>
            </a: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getch();</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1" i="0" lang="en-IN" sz="1400" u="none" cap="none" strike="noStrike">
                <a:solidFill>
                  <a:srgbClr val="00B050"/>
                </a:solidFill>
                <a:latin typeface="Arial"/>
                <a:ea typeface="Arial"/>
                <a:cs typeface="Arial"/>
                <a:sym typeface="Arial"/>
              </a:rPr>
              <a:t>int avg(int sum[])</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i, cal=0;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for(i=0;i&lt;5;i++)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cal = cal + sum[i];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return cal/5;</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Example program for argc and argv</a:t>
            </a:r>
            <a:endParaRPr sz="2400"/>
          </a:p>
        </p:txBody>
      </p:sp>
      <p:sp>
        <p:nvSpPr>
          <p:cNvPr id="177" name="Google Shape;177;p19"/>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78" name="Google Shape;178;p19"/>
          <p:cNvSpPr txBox="1"/>
          <p:nvPr/>
        </p:nvSpPr>
        <p:spPr>
          <a:xfrm>
            <a:off x="190916" y="526852"/>
            <a:ext cx="8762168" cy="1991379"/>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It is possible to pass some values from the command line to user’s C programs when they are executed. These values are called command line arguments and many times they are important for user program especially when they want to control the program from outside.</a:t>
            </a:r>
            <a:endParaRPr/>
          </a:p>
          <a:p>
            <a:pPr indent="-285750" lvl="0" marL="285750" marR="0" rtl="0" algn="just">
              <a:lnSpc>
                <a:spcPct val="15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The command line arguments are handled using main() function arguments where </a:t>
            </a:r>
            <a:endParaRPr/>
          </a:p>
          <a:p>
            <a:pPr indent="-285750" lvl="0" marL="285750" marR="0" rtl="0" algn="just">
              <a:lnSpc>
                <a:spcPct val="15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 	argc</a:t>
            </a:r>
            <a:r>
              <a:rPr b="0" i="0" lang="en-IN" sz="1400" u="none" cap="none" strike="noStrike">
                <a:solidFill>
                  <a:schemeClr val="dk1"/>
                </a:solidFill>
                <a:latin typeface="Arial"/>
                <a:ea typeface="Arial"/>
                <a:cs typeface="Arial"/>
                <a:sym typeface="Arial"/>
              </a:rPr>
              <a:t> </a:t>
            </a:r>
            <a:r>
              <a:rPr b="0" i="0" lang="en-IN" sz="1400" u="none" cap="none" strike="noStrike">
                <a:solidFill>
                  <a:schemeClr val="accent2"/>
                </a:solidFill>
                <a:latin typeface="Arial"/>
                <a:ea typeface="Arial"/>
                <a:cs typeface="Arial"/>
                <a:sym typeface="Arial"/>
              </a:rPr>
              <a:t>refers to the number of arguments passed</a:t>
            </a:r>
            <a:r>
              <a:rPr b="0" i="0" lang="en-IN" sz="1400" u="none" cap="none" strike="noStrike">
                <a:solidFill>
                  <a:schemeClr val="dk1"/>
                </a:solidFill>
                <a:latin typeface="Arial"/>
                <a:ea typeface="Arial"/>
                <a:cs typeface="Arial"/>
                <a:sym typeface="Arial"/>
              </a:rPr>
              <a:t>, and </a:t>
            </a:r>
            <a:endParaRPr/>
          </a:p>
          <a:p>
            <a:pPr indent="-285750" lvl="1" marL="285750" marR="0" rtl="0" algn="just">
              <a:lnSpc>
                <a:spcPct val="150000"/>
              </a:lnSpc>
              <a:spcBef>
                <a:spcPts val="0"/>
              </a:spcBef>
              <a:spcAft>
                <a:spcPts val="0"/>
              </a:spcAft>
              <a:buClr>
                <a:srgbClr val="000000"/>
              </a:buClr>
              <a:buSzPts val="1400"/>
              <a:buFont typeface="Arial"/>
              <a:buChar char="•"/>
            </a:pPr>
            <a:r>
              <a:rPr b="1" i="0" lang="en-IN" sz="1400" u="none" cap="none" strike="noStrike">
                <a:solidFill>
                  <a:srgbClr val="00B050"/>
                </a:solidFill>
                <a:latin typeface="Arial"/>
                <a:ea typeface="Arial"/>
                <a:cs typeface="Arial"/>
                <a:sym typeface="Arial"/>
              </a:rPr>
              <a:t> 	argv[] </a:t>
            </a:r>
            <a:r>
              <a:rPr b="0" i="0" lang="en-IN" sz="1400" u="none" cap="none" strike="noStrike">
                <a:solidFill>
                  <a:srgbClr val="FFFF00"/>
                </a:solidFill>
                <a:latin typeface="Arial"/>
                <a:ea typeface="Arial"/>
                <a:cs typeface="Arial"/>
                <a:sym typeface="Arial"/>
              </a:rPr>
              <a:t>is a pointer array which points to each argument passed to the program</a:t>
            </a:r>
            <a:endParaRPr b="0" i="0" sz="1400" u="none" cap="none" strike="noStrike">
              <a:solidFill>
                <a:srgbClr val="FFFF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Example program for argc and argv</a:t>
            </a:r>
            <a:endParaRPr sz="2400"/>
          </a:p>
        </p:txBody>
      </p:sp>
      <p:sp>
        <p:nvSpPr>
          <p:cNvPr id="184" name="Google Shape;184;p20"/>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85" name="Google Shape;185;p20"/>
          <p:cNvSpPr txBox="1"/>
          <p:nvPr/>
        </p:nvSpPr>
        <p:spPr>
          <a:xfrm>
            <a:off x="154057" y="1017478"/>
            <a:ext cx="4586908"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#include &lt;stdio.h&gt;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int main (int argc, char *argv[])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int i=0;</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printf("\ncmdline args count=%s", argc);</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printf("\nexe name=%s", argv[0]);</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for (i=1; i&lt; argc; i++)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printf("\narg%d=%s", i, argv[i]);</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printf("\n");</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return 0;</a:t>
            </a:r>
            <a:endParaRPr/>
          </a:p>
          <a:p>
            <a:pPr indent="0" lvl="0" marL="0" marR="0" rtl="0" algn="l">
              <a:lnSpc>
                <a:spcPct val="100000"/>
              </a:lnSpc>
              <a:spcBef>
                <a:spcPts val="0"/>
              </a:spcBef>
              <a:spcAft>
                <a:spcPts val="0"/>
              </a:spcAft>
              <a:buNone/>
            </a:pPr>
            <a:r>
              <a:rPr b="0" i="0" lang="en-IN" sz="1400" u="none" cap="none" strike="noStrike">
                <a:solidFill>
                  <a:srgbClr val="FFFF00"/>
                </a:solidFill>
                <a:latin typeface="Arial"/>
                <a:ea typeface="Arial"/>
                <a:cs typeface="Arial"/>
                <a:sym typeface="Arial"/>
              </a:rPr>
              <a:t> }</a:t>
            </a:r>
            <a:endParaRPr/>
          </a:p>
        </p:txBody>
      </p:sp>
      <p:sp>
        <p:nvSpPr>
          <p:cNvPr id="186" name="Google Shape;186;p20"/>
          <p:cNvSpPr txBox="1"/>
          <p:nvPr/>
        </p:nvSpPr>
        <p:spPr>
          <a:xfrm>
            <a:off x="4740965" y="937377"/>
            <a:ext cx="431855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chemeClr val="dk1"/>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./cmdline_basic test1 test2 test3 test4 1234 56789</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cmdline args count=7</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exe name=./cmdline_basic</a:t>
            </a:r>
            <a:endParaRPr b="0" i="0" sz="1400" u="none" cap="none" strike="noStrike">
              <a:solidFill>
                <a:srgbClr val="00B050"/>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arg1=test1</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arg2=test2</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arg3=test3</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arg4=test4</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arg5=1234</a:t>
            </a:r>
            <a:endParaRPr/>
          </a:p>
          <a:p>
            <a:pPr indent="0" lvl="0" marL="0" marR="0" rtl="0" algn="l">
              <a:lnSpc>
                <a:spcPct val="100000"/>
              </a:lnSpc>
              <a:spcBef>
                <a:spcPts val="0"/>
              </a:spcBef>
              <a:spcAft>
                <a:spcPts val="0"/>
              </a:spcAft>
              <a:buNone/>
            </a:pPr>
            <a:r>
              <a:rPr b="0" i="0" lang="en-IN" sz="1400" u="none" cap="none" strike="noStrike">
                <a:solidFill>
                  <a:srgbClr val="00B050"/>
                </a:solidFill>
                <a:latin typeface="Arial"/>
                <a:ea typeface="Arial"/>
                <a:cs typeface="Arial"/>
                <a:sym typeface="Arial"/>
              </a:rPr>
              <a:t> arg6=56789</a:t>
            </a:r>
            <a:endParaRPr/>
          </a:p>
        </p:txBody>
      </p:sp>
      <p:sp>
        <p:nvSpPr>
          <p:cNvPr id="187" name="Google Shape;187;p20"/>
          <p:cNvSpPr txBox="1"/>
          <p:nvPr/>
        </p:nvSpPr>
        <p:spPr>
          <a:xfrm>
            <a:off x="1190210" y="4412041"/>
            <a:ext cx="5409372"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IN" sz="1400" u="none" cap="none" strike="noStrike">
                <a:solidFill>
                  <a:schemeClr val="dk1"/>
                </a:solidFill>
                <a:latin typeface="Arial"/>
                <a:ea typeface="Arial"/>
                <a:cs typeface="Arial"/>
                <a:sym typeface="Arial"/>
              </a:rPr>
              <a:t>Note: </a:t>
            </a:r>
            <a:r>
              <a:rPr b="0" i="0" lang="en-IN" sz="1400" u="none" cap="none" strike="noStrike">
                <a:solidFill>
                  <a:schemeClr val="dk1"/>
                </a:solidFill>
                <a:latin typeface="Arial"/>
                <a:ea typeface="Arial"/>
                <a:cs typeface="Arial"/>
                <a:sym typeface="Arial"/>
              </a:rPr>
              <a:t>It</a:t>
            </a:r>
            <a:r>
              <a:rPr b="1" i="0" lang="en-IN" sz="1400" u="none" cap="none" strike="noStrike">
                <a:solidFill>
                  <a:schemeClr val="dk1"/>
                </a:solidFill>
                <a:latin typeface="Arial"/>
                <a:ea typeface="Arial"/>
                <a:cs typeface="Arial"/>
                <a:sym typeface="Arial"/>
              </a:rPr>
              <a:t> </a:t>
            </a:r>
            <a:r>
              <a:rPr b="0" i="0" lang="en-IN" sz="1400" u="none" cap="none" strike="noStrike">
                <a:solidFill>
                  <a:schemeClr val="dk1"/>
                </a:solidFill>
                <a:latin typeface="Arial"/>
                <a:ea typeface="Arial"/>
                <a:cs typeface="Arial"/>
                <a:sym typeface="Arial"/>
              </a:rPr>
              <a:t>holds value ‘7’ (in which one argument is executable name and ‘6’ are arguments passed to program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2009615" y="49538"/>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Recursive Function</a:t>
            </a:r>
            <a:endParaRPr/>
          </a:p>
        </p:txBody>
      </p:sp>
      <p:sp>
        <p:nvSpPr>
          <p:cNvPr id="193" name="Google Shape;193;p21"/>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194" name="Google Shape;194;p21"/>
          <p:cNvSpPr txBox="1"/>
          <p:nvPr/>
        </p:nvSpPr>
        <p:spPr>
          <a:xfrm>
            <a:off x="190916" y="526852"/>
            <a:ext cx="8446188" cy="1600438"/>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In many situations it is possible for users to have functions that call itself directly or indirectly again and again. Such functions are termed as recursive functions and the process is termed as recursion.</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Many algorithm and mathematical definitions are naturally described recursively</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A function is called by itself which is known as ‘</a:t>
            </a:r>
            <a:r>
              <a:rPr b="1" i="0" lang="en-IN" sz="1400" u="none" cap="none" strike="noStrike">
                <a:solidFill>
                  <a:srgbClr val="FFFF00"/>
                </a:solidFill>
                <a:latin typeface="Arial"/>
                <a:ea typeface="Arial"/>
                <a:cs typeface="Arial"/>
                <a:sym typeface="Arial"/>
              </a:rPr>
              <a:t>Recursive function</a:t>
            </a:r>
            <a:r>
              <a:rPr b="0" i="0" lang="en-IN" sz="1400" u="none" cap="none" strike="noStrike">
                <a:solidFill>
                  <a:schemeClr val="dk1"/>
                </a:solidFill>
                <a:latin typeface="Arial"/>
                <a:ea typeface="Arial"/>
                <a:cs typeface="Arial"/>
                <a:sym typeface="Arial"/>
              </a:rPr>
              <a:t>’</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195" name="Google Shape;195;p21"/>
          <p:cNvPicPr preferRelativeResize="0"/>
          <p:nvPr/>
        </p:nvPicPr>
        <p:blipFill rotWithShape="1">
          <a:blip r:embed="rId3">
            <a:alphaModFix/>
          </a:blip>
          <a:srcRect b="0" l="0" r="0" t="0"/>
          <a:stretch/>
        </p:blipFill>
        <p:spPr>
          <a:xfrm>
            <a:off x="1522597" y="2000804"/>
            <a:ext cx="3526481" cy="20308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2"/>
          <p:cNvSpPr txBox="1"/>
          <p:nvPr>
            <p:ph type="title"/>
          </p:nvPr>
        </p:nvSpPr>
        <p:spPr>
          <a:xfrm>
            <a:off x="2009614" y="49538"/>
            <a:ext cx="6943469"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Recursive Function for Fibonacci Series – Example </a:t>
            </a:r>
            <a:endParaRPr/>
          </a:p>
        </p:txBody>
      </p:sp>
      <p:sp>
        <p:nvSpPr>
          <p:cNvPr id="201" name="Google Shape;201;p22"/>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202" name="Google Shape;202;p22"/>
          <p:cNvSpPr txBox="1"/>
          <p:nvPr/>
        </p:nvSpPr>
        <p:spPr>
          <a:xfrm>
            <a:off x="494470" y="331129"/>
            <a:ext cx="6313833" cy="46166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#include &lt;stdio.h&gt;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int fibo( int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void main(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int i,n;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printf(“Enter number of elements in the series \n”);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scanf(“%d”,&amp;n);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printf(“\nFibonacci numbers\n\n”);</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for(i=1;i&lt;=n;i++)</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printf(“%d\t”,fibo(i)); /* Function call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Function to find fibonacci numbers */</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int fibo(int k)</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if(k ==1)</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return(0);</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else if(k==2)</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return(1);</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else</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	return(fibo(k-1)+fibo(k-2));</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Arial"/>
                <a:ea typeface="Arial"/>
                <a:cs typeface="Arial"/>
                <a:sym typeface="Arial"/>
              </a:rPr>
              <a:t>}</a:t>
            </a:r>
            <a:endParaRPr/>
          </a:p>
        </p:txBody>
      </p:sp>
      <p:pic>
        <p:nvPicPr>
          <p:cNvPr id="203" name="Google Shape;203;p22"/>
          <p:cNvPicPr preferRelativeResize="0"/>
          <p:nvPr/>
        </p:nvPicPr>
        <p:blipFill rotWithShape="1">
          <a:blip r:embed="rId3">
            <a:alphaModFix/>
          </a:blip>
          <a:srcRect b="0" l="0" r="0" t="0"/>
          <a:stretch/>
        </p:blipFill>
        <p:spPr>
          <a:xfrm>
            <a:off x="4892014" y="1778276"/>
            <a:ext cx="3963598" cy="7934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ph type="title"/>
          </p:nvPr>
        </p:nvSpPr>
        <p:spPr>
          <a:xfrm>
            <a:off x="2009614" y="49538"/>
            <a:ext cx="6943469"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Tower of Hanoi – Recursion Application Example</a:t>
            </a:r>
            <a:endParaRPr/>
          </a:p>
        </p:txBody>
      </p:sp>
      <p:sp>
        <p:nvSpPr>
          <p:cNvPr id="209" name="Google Shape;209;p23"/>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210" name="Google Shape;210;p23"/>
          <p:cNvSpPr txBox="1"/>
          <p:nvPr/>
        </p:nvSpPr>
        <p:spPr>
          <a:xfrm>
            <a:off x="424897" y="699124"/>
            <a:ext cx="8112815" cy="2246769"/>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The Tower of Hanoi (also called the Tower of Brahma or Lucas’ Tower and sometimes pluralized) is a mathematical game or puzzle.</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b="1" i="0" lang="en-IN" sz="1400" u="none" cap="none" strike="noStrike">
                <a:solidFill>
                  <a:srgbClr val="FFFF00"/>
                </a:solidFill>
                <a:latin typeface="Arial"/>
                <a:ea typeface="Arial"/>
                <a:cs typeface="Arial"/>
                <a:sym typeface="Arial"/>
              </a:rPr>
              <a:t>Rules</a:t>
            </a:r>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Only one disk can be moved at a time.</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Each move consists of taking the upper disk from one of the stacks and placing it on top of another stack i.e. a disk can only be moved if it is the uppermost disk on a stack.</a:t>
            </a:r>
            <a:endParaRPr/>
          </a:p>
          <a:p>
            <a:pPr indent="-196850" lvl="0" marL="28575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Arial"/>
              <a:buChar char="•"/>
            </a:pPr>
            <a:r>
              <a:rPr b="0" i="0" lang="en-IN" sz="1400" u="none" cap="none" strike="noStrike">
                <a:solidFill>
                  <a:schemeClr val="dk1"/>
                </a:solidFill>
                <a:latin typeface="Arial"/>
                <a:ea typeface="Arial"/>
                <a:cs typeface="Arial"/>
                <a:sym typeface="Arial"/>
              </a:rPr>
              <a:t>No disk may be placed on top of a smaller disk.</a:t>
            </a:r>
            <a:endParaRPr b="0" i="0" sz="1400" u="none" cap="none" strike="noStrike">
              <a:solidFill>
                <a:schemeClr val="dk1"/>
              </a:solidFill>
              <a:latin typeface="Arial"/>
              <a:ea typeface="Arial"/>
              <a:cs typeface="Arial"/>
              <a:sym typeface="Arial"/>
            </a:endParaRPr>
          </a:p>
        </p:txBody>
      </p:sp>
      <p:pic>
        <p:nvPicPr>
          <p:cNvPr descr="Tower of Hanoi Problem Animation" id="211" name="Google Shape;211;p23"/>
          <p:cNvPicPr preferRelativeResize="0"/>
          <p:nvPr/>
        </p:nvPicPr>
        <p:blipFill rotWithShape="1">
          <a:blip r:embed="rId3">
            <a:alphaModFix/>
          </a:blip>
          <a:srcRect b="0" l="0" r="0" t="0"/>
          <a:stretch/>
        </p:blipFill>
        <p:spPr>
          <a:xfrm>
            <a:off x="1606825" y="3129377"/>
            <a:ext cx="4380109" cy="17109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type="title"/>
          </p:nvPr>
        </p:nvSpPr>
        <p:spPr>
          <a:xfrm>
            <a:off x="2009614" y="49538"/>
            <a:ext cx="6943469"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Tower of Hanoi – Recursion Application Example</a:t>
            </a:r>
            <a:endParaRPr/>
          </a:p>
        </p:txBody>
      </p:sp>
      <p:sp>
        <p:nvSpPr>
          <p:cNvPr id="217" name="Google Shape;217;p24"/>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218" name="Google Shape;218;p24"/>
          <p:cNvSpPr txBox="1"/>
          <p:nvPr/>
        </p:nvSpPr>
        <p:spPr>
          <a:xfrm>
            <a:off x="-77441" y="247688"/>
            <a:ext cx="7054709" cy="4524315"/>
          </a:xfrm>
          <a:prstGeom prst="rect">
            <a:avLst/>
          </a:prstGeom>
          <a:noFill/>
          <a:ln>
            <a:noFill/>
          </a:ln>
        </p:spPr>
        <p:txBody>
          <a:bodyPr anchorCtr="0" anchor="t" bIns="45700" lIns="91425" spcFirstLastPara="1" rIns="91425" wrap="square" tIns="45700">
            <a:spAutoFit/>
          </a:bodyPr>
          <a:lstStyle/>
          <a:p>
            <a:pPr indent="-209550" lvl="0" marL="28575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 &lt;stdio.h&gt;</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#include &lt;conio.h&gt;</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rgbClr val="FFFF00"/>
                </a:solidFill>
                <a:latin typeface="Arial"/>
                <a:ea typeface="Arial"/>
                <a:cs typeface="Arial"/>
                <a:sym typeface="Arial"/>
              </a:rPr>
              <a:t>void toh(int, char, char, char);  </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void main()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int 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printf("Enter the number of disk : ");</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scanf("%d", &amp;n);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printf("Here is sequence of moves of tower of hanoi  :\n");</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rgbClr val="FFFF00"/>
                </a:solidFill>
                <a:latin typeface="Arial"/>
                <a:ea typeface="Arial"/>
                <a:cs typeface="Arial"/>
                <a:sym typeface="Arial"/>
              </a:rPr>
              <a:t>   toh(n, 'A', 'C', 'B');</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just">
              <a:lnSpc>
                <a:spcPct val="100000"/>
              </a:lnSpc>
              <a:spcBef>
                <a:spcPts val="0"/>
              </a:spcBef>
              <a:spcAft>
                <a:spcPts val="0"/>
              </a:spcAft>
              <a:buClr>
                <a:srgbClr val="000000"/>
              </a:buClr>
              <a:buSzPts val="1200"/>
              <a:buFont typeface="Arial"/>
              <a:buChar char="•"/>
            </a:pPr>
            <a:r>
              <a:rPr b="1" i="0" lang="en-IN" sz="1200" u="none" cap="none" strike="noStrike">
                <a:solidFill>
                  <a:srgbClr val="FFFF00"/>
                </a:solidFill>
                <a:latin typeface="Arial"/>
                <a:ea typeface="Arial"/>
                <a:cs typeface="Arial"/>
                <a:sym typeface="Arial"/>
              </a:rPr>
              <a:t>void toh(int no, char source, char destination, char spare)</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if (no == 1)</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move disk 1 from source %c to destination %c", source, destination);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return;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endParaRPr/>
          </a:p>
          <a:p>
            <a:pPr indent="-209550" lvl="0" marL="28575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r>
              <a:rPr b="1" i="0" lang="en-IN" sz="1200" u="none" cap="none" strike="noStrike">
                <a:solidFill>
                  <a:srgbClr val="FFFF00"/>
                </a:solidFill>
                <a:latin typeface="Arial"/>
                <a:ea typeface="Arial"/>
                <a:cs typeface="Arial"/>
                <a:sym typeface="Arial"/>
              </a:rPr>
              <a:t>toh(no - 1, source, spare, destination);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printf("\n move disk %d from source %c to destination %c", no, source, destination);</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     </a:t>
            </a:r>
            <a:r>
              <a:rPr b="1" i="0" lang="en-IN" sz="1200" u="none" cap="none" strike="noStrike">
                <a:solidFill>
                  <a:srgbClr val="FFFF00"/>
                </a:solidFill>
                <a:latin typeface="Arial"/>
                <a:ea typeface="Arial"/>
                <a:cs typeface="Arial"/>
                <a:sym typeface="Arial"/>
              </a:rPr>
              <a:t>toh(no - 1, spare, destination, source);</a:t>
            </a:r>
            <a:endParaRPr/>
          </a:p>
          <a:p>
            <a:pPr indent="-285750" lvl="0" marL="285750" marR="0" rtl="0" algn="just">
              <a:lnSpc>
                <a:spcPct val="100000"/>
              </a:lnSpc>
              <a:spcBef>
                <a:spcPts val="0"/>
              </a:spcBef>
              <a:spcAft>
                <a:spcPts val="0"/>
              </a:spcAft>
              <a:buClr>
                <a:srgbClr val="000000"/>
              </a:buClr>
              <a:buSzPts val="1200"/>
              <a:buFont typeface="Arial"/>
              <a:buChar char="•"/>
            </a:pPr>
            <a:r>
              <a:rPr b="0" i="0" lang="en-IN" sz="1200" u="none" cap="none" strike="noStrike">
                <a:solidFill>
                  <a:schemeClr val="dk1"/>
                </a:solidFill>
                <a:latin typeface="Arial"/>
                <a:ea typeface="Arial"/>
                <a:cs typeface="Arial"/>
                <a:sym typeface="Arial"/>
              </a:rPr>
              <a:t>}</a:t>
            </a:r>
            <a:endParaRPr/>
          </a:p>
        </p:txBody>
      </p:sp>
      <p:pic>
        <p:nvPicPr>
          <p:cNvPr descr="Tower of Hanoi using recursion (C++ program) - IncludeHelp" id="219" name="Google Shape;219;p24"/>
          <p:cNvPicPr preferRelativeResize="0"/>
          <p:nvPr/>
        </p:nvPicPr>
        <p:blipFill rotWithShape="1">
          <a:blip r:embed="rId3">
            <a:alphaModFix/>
          </a:blip>
          <a:srcRect b="0" l="0" r="0" t="0"/>
          <a:stretch/>
        </p:blipFill>
        <p:spPr>
          <a:xfrm>
            <a:off x="5394104" y="630647"/>
            <a:ext cx="3182295" cy="17646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txBox="1"/>
          <p:nvPr>
            <p:ph type="title"/>
          </p:nvPr>
        </p:nvSpPr>
        <p:spPr>
          <a:xfrm>
            <a:off x="2009614" y="49538"/>
            <a:ext cx="6943469"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sz="2400"/>
              <a:t>Tower of Hanoi – Recursion Application Example</a:t>
            </a:r>
            <a:endParaRPr/>
          </a:p>
        </p:txBody>
      </p:sp>
      <p:sp>
        <p:nvSpPr>
          <p:cNvPr id="225" name="Google Shape;225;p25"/>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pic>
        <p:nvPicPr>
          <p:cNvPr descr="Tower of Hanoi using recursion (C++ program) - IncludeHelp" id="226" name="Google Shape;226;p25"/>
          <p:cNvPicPr preferRelativeResize="0"/>
          <p:nvPr/>
        </p:nvPicPr>
        <p:blipFill rotWithShape="1">
          <a:blip r:embed="rId3">
            <a:alphaModFix/>
          </a:blip>
          <a:srcRect b="0" l="0" r="0" t="0"/>
          <a:stretch/>
        </p:blipFill>
        <p:spPr>
          <a:xfrm>
            <a:off x="5481348" y="561074"/>
            <a:ext cx="3182295" cy="1764683"/>
          </a:xfrm>
          <a:prstGeom prst="rect">
            <a:avLst/>
          </a:prstGeom>
          <a:noFill/>
          <a:ln>
            <a:noFill/>
          </a:ln>
        </p:spPr>
      </p:pic>
      <p:pic>
        <p:nvPicPr>
          <p:cNvPr id="227" name="Google Shape;227;p25"/>
          <p:cNvPicPr preferRelativeResize="0"/>
          <p:nvPr/>
        </p:nvPicPr>
        <p:blipFill rotWithShape="1">
          <a:blip r:embed="rId4">
            <a:alphaModFix/>
          </a:blip>
          <a:srcRect b="0" l="0" r="0" t="0"/>
          <a:stretch/>
        </p:blipFill>
        <p:spPr>
          <a:xfrm>
            <a:off x="197539" y="1171268"/>
            <a:ext cx="5022430" cy="2776952"/>
          </a:xfrm>
          <a:prstGeom prst="rect">
            <a:avLst/>
          </a:prstGeom>
          <a:noFill/>
          <a:ln>
            <a:noFill/>
          </a:ln>
        </p:spPr>
      </p:pic>
      <p:sp>
        <p:nvSpPr>
          <p:cNvPr id="228" name="Google Shape;228;p25"/>
          <p:cNvSpPr txBox="1"/>
          <p:nvPr/>
        </p:nvSpPr>
        <p:spPr>
          <a:xfrm>
            <a:off x="2160069" y="673686"/>
            <a:ext cx="12391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FFFF00"/>
                </a:solidFill>
                <a:latin typeface="Arial"/>
                <a:ea typeface="Arial"/>
                <a:cs typeface="Arial"/>
                <a:sym typeface="Arial"/>
              </a:rPr>
              <a:t>Output</a:t>
            </a:r>
            <a:endParaRPr b="1" i="0" sz="1400" u="none" cap="none" strike="noStrike">
              <a:solidFill>
                <a:srgbClr val="FFFF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txBox="1"/>
          <p:nvPr>
            <p:ph idx="1" type="body"/>
          </p:nvPr>
        </p:nvSpPr>
        <p:spPr>
          <a:xfrm>
            <a:off x="257584" y="716637"/>
            <a:ext cx="8886416" cy="2993400"/>
          </a:xfrm>
          <a:prstGeom prst="rect">
            <a:avLst/>
          </a:prstGeom>
          <a:noFill/>
          <a:ln>
            <a:noFill/>
          </a:ln>
        </p:spPr>
        <p:txBody>
          <a:bodyPr anchorCtr="0" anchor="t" bIns="0" lIns="0" spcFirstLastPara="1" rIns="0" wrap="square" tIns="0">
            <a:noAutofit/>
          </a:bodyPr>
          <a:lstStyle/>
          <a:p>
            <a:pPr indent="-285750" lvl="0" marL="285750" rtl="0" algn="just">
              <a:lnSpc>
                <a:spcPct val="100000"/>
              </a:lnSpc>
              <a:spcBef>
                <a:spcPts val="600"/>
              </a:spcBef>
              <a:spcAft>
                <a:spcPts val="0"/>
              </a:spcAft>
              <a:buSzPts val="2000"/>
              <a:buChar char="✦"/>
            </a:pPr>
            <a:r>
              <a:rPr lang="en-IN" sz="1800" u="sng">
                <a:solidFill>
                  <a:schemeClr val="hlink"/>
                </a:solidFill>
                <a:hlinkClick r:id="rId3"/>
              </a:rPr>
              <a:t>https://www.thegeekstuff.com/2013/01/c-argc-argv/</a:t>
            </a:r>
            <a:endParaRPr sz="1800"/>
          </a:p>
          <a:p>
            <a:pPr indent="-285750" lvl="0" marL="285750" rtl="0" algn="just">
              <a:lnSpc>
                <a:spcPct val="100000"/>
              </a:lnSpc>
              <a:spcBef>
                <a:spcPts val="600"/>
              </a:spcBef>
              <a:spcAft>
                <a:spcPts val="0"/>
              </a:spcAft>
              <a:buSzPts val="2000"/>
              <a:buChar char="✦"/>
            </a:pPr>
            <a:r>
              <a:rPr lang="en-IN" sz="1800" u="sng">
                <a:solidFill>
                  <a:schemeClr val="hlink"/>
                </a:solidFill>
                <a:hlinkClick r:id="rId4"/>
              </a:rPr>
              <a:t>https://www.stechies.com/tower-of-hanoi-c/</a:t>
            </a:r>
            <a:r>
              <a:rPr lang="en-IN" sz="1800"/>
              <a:t> </a:t>
            </a:r>
            <a:endParaRPr/>
          </a:p>
          <a:p>
            <a:pPr indent="-285750" lvl="0" marL="285750" rtl="0" algn="just">
              <a:lnSpc>
                <a:spcPct val="100000"/>
              </a:lnSpc>
              <a:spcBef>
                <a:spcPts val="600"/>
              </a:spcBef>
              <a:spcAft>
                <a:spcPts val="0"/>
              </a:spcAft>
              <a:buSzPts val="2000"/>
              <a:buChar char="✦"/>
            </a:pPr>
            <a:r>
              <a:rPr lang="en-IN" sz="1800" u="sng">
                <a:solidFill>
                  <a:schemeClr val="hlink"/>
                </a:solidFill>
                <a:hlinkClick r:id="rId5"/>
              </a:rPr>
              <a:t>https://dotnettutorials.net/lesson/tower-of-hanoi-using-recursion-in-c/</a:t>
            </a:r>
            <a:r>
              <a:rPr lang="en-IN" sz="1800"/>
              <a:t> </a:t>
            </a:r>
            <a:endParaRPr/>
          </a:p>
          <a:p>
            <a:pPr indent="-285750" lvl="0" marL="285750" rtl="0" algn="just">
              <a:lnSpc>
                <a:spcPct val="100000"/>
              </a:lnSpc>
              <a:spcBef>
                <a:spcPts val="600"/>
              </a:spcBef>
              <a:spcAft>
                <a:spcPts val="0"/>
              </a:spcAft>
              <a:buSzPts val="2000"/>
              <a:buChar char="✦"/>
            </a:pPr>
            <a:r>
              <a:rPr lang="en-IN" sz="1800" u="sng">
                <a:solidFill>
                  <a:schemeClr val="hlink"/>
                </a:solidFill>
                <a:hlinkClick r:id="rId6"/>
              </a:rPr>
              <a:t>https://meeraacademy.com/c-program-for-tower-of-hanoi-using-recursion/</a:t>
            </a:r>
            <a:r>
              <a:rPr lang="en-IN" sz="1800"/>
              <a:t> </a:t>
            </a:r>
            <a:endParaRPr/>
          </a:p>
          <a:p>
            <a:pPr indent="-285750" lvl="0" marL="285750" rtl="0" algn="just">
              <a:lnSpc>
                <a:spcPct val="100000"/>
              </a:lnSpc>
              <a:spcBef>
                <a:spcPts val="600"/>
              </a:spcBef>
              <a:spcAft>
                <a:spcPts val="0"/>
              </a:spcAft>
              <a:buSzPts val="2000"/>
              <a:buChar char="✦"/>
            </a:pPr>
            <a:r>
              <a:rPr lang="en-IN" sz="1800" u="sng">
                <a:solidFill>
                  <a:schemeClr val="hlink"/>
                </a:solidFill>
                <a:hlinkClick r:id="rId7"/>
              </a:rPr>
              <a:t>https://www.tutorialspoint.com/cprogramming/c_command_line_arguments.htm</a:t>
            </a:r>
            <a:r>
              <a:rPr lang="en-IN" sz="1800"/>
              <a:t> </a:t>
            </a:r>
            <a:endParaRPr/>
          </a:p>
          <a:p>
            <a:pPr indent="-158750" lvl="0" marL="285750" rtl="0" algn="just">
              <a:lnSpc>
                <a:spcPct val="100000"/>
              </a:lnSpc>
              <a:spcBef>
                <a:spcPts val="600"/>
              </a:spcBef>
              <a:spcAft>
                <a:spcPts val="0"/>
              </a:spcAft>
              <a:buSzPts val="2000"/>
              <a:buNone/>
            </a:pPr>
            <a:r>
              <a:t/>
            </a:r>
            <a:endParaRPr sz="1800"/>
          </a:p>
        </p:txBody>
      </p:sp>
      <p:sp>
        <p:nvSpPr>
          <p:cNvPr id="234" name="Google Shape;234;p26"/>
          <p:cNvSpPr txBox="1"/>
          <p:nvPr>
            <p:ph type="title"/>
          </p:nvPr>
        </p:nvSpPr>
        <p:spPr>
          <a:xfrm>
            <a:off x="4010116" y="155950"/>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l">
              <a:lnSpc>
                <a:spcPct val="80000"/>
              </a:lnSpc>
              <a:spcBef>
                <a:spcPts val="0"/>
              </a:spcBef>
              <a:spcAft>
                <a:spcPts val="0"/>
              </a:spcAft>
              <a:buSzPts val="3200"/>
              <a:buNone/>
            </a:pPr>
            <a:r>
              <a:rPr lang="en-IN"/>
              <a:t>Credits</a:t>
            </a:r>
            <a:endParaRPr/>
          </a:p>
        </p:txBody>
      </p:sp>
      <p:sp>
        <p:nvSpPr>
          <p:cNvPr id="235" name="Google Shape;235;p26"/>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1984939" y="483419"/>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a:t>Roadmap for Unit III</a:t>
            </a:r>
            <a:endParaRPr/>
          </a:p>
        </p:txBody>
      </p:sp>
      <p:sp>
        <p:nvSpPr>
          <p:cNvPr id="241" name="Google Shape;241;p27"/>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solidFill>
                  <a:schemeClr val="accent5"/>
                </a:solidFill>
              </a:rPr>
              <a:t>‹#›</a:t>
            </a:fld>
            <a:endParaRPr>
              <a:solidFill>
                <a:schemeClr val="accent5"/>
              </a:solidFill>
            </a:endParaRPr>
          </a:p>
        </p:txBody>
      </p:sp>
      <p:sp>
        <p:nvSpPr>
          <p:cNvPr id="242" name="Google Shape;242;p27"/>
          <p:cNvSpPr/>
          <p:nvPr/>
        </p:nvSpPr>
        <p:spPr>
          <a:xfrm>
            <a:off x="0" y="25234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3" name="Google Shape;243;p27"/>
          <p:cNvSpPr/>
          <p:nvPr/>
        </p:nvSpPr>
        <p:spPr>
          <a:xfrm>
            <a:off x="0" y="25234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dk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44" name="Google Shape;244;p27"/>
          <p:cNvGrpSpPr/>
          <p:nvPr/>
        </p:nvGrpSpPr>
        <p:grpSpPr>
          <a:xfrm>
            <a:off x="1786339" y="1855801"/>
            <a:ext cx="473400" cy="473400"/>
            <a:chOff x="1786339" y="1703401"/>
            <a:chExt cx="473400" cy="473400"/>
          </a:xfrm>
        </p:grpSpPr>
        <p:sp>
          <p:nvSpPr>
            <p:cNvPr id="245" name="Google Shape;245;p27"/>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46" name="Google Shape;246;p27"/>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1</a:t>
              </a:r>
              <a:endParaRPr b="0" i="0" sz="600" u="none" cap="none" strike="noStrike">
                <a:solidFill>
                  <a:schemeClr val="dk2"/>
                </a:solidFill>
                <a:latin typeface="Lora"/>
                <a:ea typeface="Lora"/>
                <a:cs typeface="Lora"/>
                <a:sym typeface="Lora"/>
              </a:endParaRPr>
            </a:p>
          </p:txBody>
        </p:sp>
      </p:grpSp>
      <p:grpSp>
        <p:nvGrpSpPr>
          <p:cNvPr id="247" name="Google Shape;247;p27"/>
          <p:cNvGrpSpPr/>
          <p:nvPr/>
        </p:nvGrpSpPr>
        <p:grpSpPr>
          <a:xfrm>
            <a:off x="3814414" y="1855801"/>
            <a:ext cx="473400" cy="473400"/>
            <a:chOff x="3814414" y="1703401"/>
            <a:chExt cx="473400" cy="473400"/>
          </a:xfrm>
        </p:grpSpPr>
        <p:sp>
          <p:nvSpPr>
            <p:cNvPr id="248" name="Google Shape;248;p27"/>
            <p:cNvSpPr/>
            <p:nvPr/>
          </p:nvSpPr>
          <p:spPr>
            <a:xfrm rot="8100000">
              <a:off x="3883742"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49" name="Google Shape;249;p27"/>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3</a:t>
              </a:r>
              <a:endParaRPr b="0" i="0" sz="600" u="none" cap="none" strike="noStrike">
                <a:solidFill>
                  <a:schemeClr val="dk2"/>
                </a:solidFill>
                <a:latin typeface="Lora"/>
                <a:ea typeface="Lora"/>
                <a:cs typeface="Lora"/>
                <a:sym typeface="Lora"/>
              </a:endParaRPr>
            </a:p>
          </p:txBody>
        </p:sp>
      </p:grpSp>
      <p:grpSp>
        <p:nvGrpSpPr>
          <p:cNvPr id="250" name="Google Shape;250;p27"/>
          <p:cNvGrpSpPr/>
          <p:nvPr/>
        </p:nvGrpSpPr>
        <p:grpSpPr>
          <a:xfrm>
            <a:off x="5842489" y="1855801"/>
            <a:ext cx="473400" cy="473400"/>
            <a:chOff x="5842489" y="1703401"/>
            <a:chExt cx="473400" cy="473400"/>
          </a:xfrm>
        </p:grpSpPr>
        <p:sp>
          <p:nvSpPr>
            <p:cNvPr id="251" name="Google Shape;251;p27"/>
            <p:cNvSpPr/>
            <p:nvPr/>
          </p:nvSpPr>
          <p:spPr>
            <a:xfrm rot="8100000">
              <a:off x="5911817"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52" name="Google Shape;252;p27"/>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5</a:t>
              </a:r>
              <a:endParaRPr b="0" i="0" sz="600" u="none" cap="none" strike="noStrike">
                <a:solidFill>
                  <a:schemeClr val="dk2"/>
                </a:solidFill>
                <a:latin typeface="Lora"/>
                <a:ea typeface="Lora"/>
                <a:cs typeface="Lora"/>
                <a:sym typeface="Lora"/>
              </a:endParaRPr>
            </a:p>
          </p:txBody>
        </p:sp>
      </p:grpSp>
      <p:grpSp>
        <p:nvGrpSpPr>
          <p:cNvPr id="253" name="Google Shape;253;p27"/>
          <p:cNvGrpSpPr/>
          <p:nvPr/>
        </p:nvGrpSpPr>
        <p:grpSpPr>
          <a:xfrm>
            <a:off x="6880814" y="3728700"/>
            <a:ext cx="473400" cy="473400"/>
            <a:chOff x="6880814" y="3576300"/>
            <a:chExt cx="473400" cy="473400"/>
          </a:xfrm>
        </p:grpSpPr>
        <p:sp>
          <p:nvSpPr>
            <p:cNvPr id="254" name="Google Shape;254;p27"/>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55" name="Google Shape;255;p27"/>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6</a:t>
              </a:r>
              <a:endParaRPr b="0" i="0" sz="600" u="none" cap="none" strike="noStrike">
                <a:solidFill>
                  <a:schemeClr val="dk2"/>
                </a:solidFill>
                <a:latin typeface="Lora"/>
                <a:ea typeface="Lora"/>
                <a:cs typeface="Lora"/>
                <a:sym typeface="Lora"/>
              </a:endParaRPr>
            </a:p>
          </p:txBody>
        </p:sp>
      </p:grpSp>
      <p:grpSp>
        <p:nvGrpSpPr>
          <p:cNvPr id="256" name="Google Shape;256;p27"/>
          <p:cNvGrpSpPr/>
          <p:nvPr/>
        </p:nvGrpSpPr>
        <p:grpSpPr>
          <a:xfrm>
            <a:off x="4852739" y="3728700"/>
            <a:ext cx="473400" cy="473400"/>
            <a:chOff x="4852739" y="3576300"/>
            <a:chExt cx="473400" cy="473400"/>
          </a:xfrm>
        </p:grpSpPr>
        <p:sp>
          <p:nvSpPr>
            <p:cNvPr id="257" name="Google Shape;257;p27"/>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58" name="Google Shape;258;p27"/>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4</a:t>
              </a:r>
              <a:endParaRPr b="0" i="0" sz="600" u="none" cap="none" strike="noStrike">
                <a:solidFill>
                  <a:schemeClr val="dk2"/>
                </a:solidFill>
                <a:latin typeface="Lora"/>
                <a:ea typeface="Lora"/>
                <a:cs typeface="Lora"/>
                <a:sym typeface="Lora"/>
              </a:endParaRPr>
            </a:p>
          </p:txBody>
        </p:sp>
      </p:grpSp>
      <p:grpSp>
        <p:nvGrpSpPr>
          <p:cNvPr id="259" name="Google Shape;259;p27"/>
          <p:cNvGrpSpPr/>
          <p:nvPr/>
        </p:nvGrpSpPr>
        <p:grpSpPr>
          <a:xfrm>
            <a:off x="2824664" y="3728700"/>
            <a:ext cx="473400" cy="473400"/>
            <a:chOff x="2824664" y="3576300"/>
            <a:chExt cx="473400" cy="473400"/>
          </a:xfrm>
        </p:grpSpPr>
        <p:sp>
          <p:nvSpPr>
            <p:cNvPr id="260" name="Google Shape;260;p27"/>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61" name="Google Shape;261;p27"/>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2</a:t>
              </a:r>
              <a:endParaRPr b="0" i="0" sz="600" u="none" cap="none" strike="noStrike">
                <a:solidFill>
                  <a:schemeClr val="dk2"/>
                </a:solidFill>
                <a:latin typeface="Lora"/>
                <a:ea typeface="Lora"/>
                <a:cs typeface="Lora"/>
                <a:sym typeface="Lora"/>
              </a:endParaRPr>
            </a:p>
          </p:txBody>
        </p:sp>
      </p:grpSp>
      <p:sp>
        <p:nvSpPr>
          <p:cNvPr id="262" name="Google Shape;262;p27"/>
          <p:cNvSpPr txBox="1"/>
          <p:nvPr/>
        </p:nvSpPr>
        <p:spPr>
          <a:xfrm>
            <a:off x="1379850" y="13085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accent3"/>
                </a:solidFill>
                <a:latin typeface="Lora"/>
                <a:ea typeface="Lora"/>
                <a:cs typeface="Lora"/>
                <a:sym typeface="Lora"/>
              </a:rPr>
              <a:t>Introduction to Functions</a:t>
            </a:r>
            <a:endParaRPr b="0" i="0" sz="900" u="none" cap="none" strike="noStrike">
              <a:solidFill>
                <a:schemeClr val="accent3"/>
              </a:solidFill>
              <a:latin typeface="Lora"/>
              <a:ea typeface="Lora"/>
              <a:cs typeface="Lora"/>
              <a:sym typeface="Lora"/>
            </a:endParaRPr>
          </a:p>
        </p:txBody>
      </p:sp>
      <p:sp>
        <p:nvSpPr>
          <p:cNvPr id="263" name="Google Shape;263;p27"/>
          <p:cNvSpPr txBox="1"/>
          <p:nvPr/>
        </p:nvSpPr>
        <p:spPr>
          <a:xfrm>
            <a:off x="3377205" y="13085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Call by Value and </a:t>
            </a:r>
            <a:endParaRPr/>
          </a:p>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Call by Reference</a:t>
            </a:r>
            <a:endParaRPr b="0" i="0" sz="900" u="none" cap="none" strike="noStrike">
              <a:solidFill>
                <a:schemeClr val="dk2"/>
              </a:solidFill>
              <a:latin typeface="Lora"/>
              <a:ea typeface="Lora"/>
              <a:cs typeface="Lora"/>
              <a:sym typeface="Lora"/>
            </a:endParaRPr>
          </a:p>
        </p:txBody>
      </p:sp>
      <p:sp>
        <p:nvSpPr>
          <p:cNvPr id="264" name="Google Shape;264;p27"/>
          <p:cNvSpPr txBox="1"/>
          <p:nvPr/>
        </p:nvSpPr>
        <p:spPr>
          <a:xfrm>
            <a:off x="5436010" y="1308500"/>
            <a:ext cx="1444804"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Recursion and Tower of Hanoi</a:t>
            </a:r>
            <a:endParaRPr b="0" i="0" sz="900" u="none" cap="none" strike="noStrike">
              <a:solidFill>
                <a:schemeClr val="dk2"/>
              </a:solidFill>
              <a:latin typeface="Lora"/>
              <a:ea typeface="Lora"/>
              <a:cs typeface="Lora"/>
              <a:sym typeface="Lora"/>
            </a:endParaRPr>
          </a:p>
        </p:txBody>
      </p:sp>
      <p:sp>
        <p:nvSpPr>
          <p:cNvPr id="265" name="Google Shape;265;p27"/>
          <p:cNvSpPr txBox="1"/>
          <p:nvPr/>
        </p:nvSpPr>
        <p:spPr>
          <a:xfrm>
            <a:off x="2418175" y="4216000"/>
            <a:ext cx="1477964"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Built-in and User defined Functions</a:t>
            </a:r>
            <a:endParaRPr b="0" i="0" sz="900" u="none" cap="none" strike="noStrike">
              <a:solidFill>
                <a:schemeClr val="dk2"/>
              </a:solidFill>
              <a:latin typeface="Lora"/>
              <a:ea typeface="Lora"/>
              <a:cs typeface="Lora"/>
              <a:sym typeface="Lora"/>
            </a:endParaRPr>
          </a:p>
        </p:txBody>
      </p:sp>
      <p:sp>
        <p:nvSpPr>
          <p:cNvPr id="266" name="Google Shape;266;p27"/>
          <p:cNvSpPr txBox="1"/>
          <p:nvPr/>
        </p:nvSpPr>
        <p:spPr>
          <a:xfrm>
            <a:off x="4446255" y="42160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Functions with Array, argc and argv</a:t>
            </a:r>
            <a:endParaRPr b="0" i="0" sz="900" u="none" cap="none" strike="noStrike">
              <a:solidFill>
                <a:schemeClr val="dk2"/>
              </a:solidFill>
              <a:latin typeface="Lora"/>
              <a:ea typeface="Lora"/>
              <a:cs typeface="Lora"/>
              <a:sym typeface="Lora"/>
            </a:endParaRPr>
          </a:p>
        </p:txBody>
      </p:sp>
      <p:sp>
        <p:nvSpPr>
          <p:cNvPr id="267" name="Google Shape;267;p27"/>
          <p:cNvSpPr txBox="1"/>
          <p:nvPr/>
        </p:nvSpPr>
        <p:spPr>
          <a:xfrm>
            <a:off x="6474335" y="42160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Summary</a:t>
            </a:r>
            <a:endParaRPr b="1" i="0" sz="900" u="none" cap="none" strike="noStrike">
              <a:solidFill>
                <a:schemeClr val="accent3"/>
              </a:solidFill>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type="title"/>
          </p:nvPr>
        </p:nvSpPr>
        <p:spPr>
          <a:xfrm>
            <a:off x="2121389" y="230671"/>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ctr">
              <a:lnSpc>
                <a:spcPct val="80000"/>
              </a:lnSpc>
              <a:spcBef>
                <a:spcPts val="0"/>
              </a:spcBef>
              <a:spcAft>
                <a:spcPts val="0"/>
              </a:spcAft>
              <a:buSzPts val="3200"/>
              <a:buNone/>
            </a:pPr>
            <a:r>
              <a:rPr lang="en-IN"/>
              <a:t>Roadmap to Programming in C</a:t>
            </a:r>
            <a:endParaRPr/>
          </a:p>
        </p:txBody>
      </p:sp>
      <p:sp>
        <p:nvSpPr>
          <p:cNvPr id="273" name="Google Shape;273;p28"/>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solidFill>
                  <a:schemeClr val="accent5"/>
                </a:solidFill>
              </a:rPr>
              <a:t>‹#›</a:t>
            </a:fld>
            <a:endParaRPr>
              <a:solidFill>
                <a:schemeClr val="accent5"/>
              </a:solidFill>
            </a:endParaRPr>
          </a:p>
        </p:txBody>
      </p:sp>
      <p:sp>
        <p:nvSpPr>
          <p:cNvPr id="274" name="Google Shape;274;p28"/>
          <p:cNvSpPr/>
          <p:nvPr/>
        </p:nvSpPr>
        <p:spPr>
          <a:xfrm>
            <a:off x="0" y="25234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p28"/>
          <p:cNvSpPr/>
          <p:nvPr/>
        </p:nvSpPr>
        <p:spPr>
          <a:xfrm>
            <a:off x="0" y="2523428"/>
            <a:ext cx="9144000" cy="1011043"/>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dk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76" name="Google Shape;276;p28"/>
          <p:cNvGrpSpPr/>
          <p:nvPr/>
        </p:nvGrpSpPr>
        <p:grpSpPr>
          <a:xfrm>
            <a:off x="1786339" y="1855801"/>
            <a:ext cx="473400" cy="473400"/>
            <a:chOff x="1786339" y="1703401"/>
            <a:chExt cx="473400" cy="473400"/>
          </a:xfrm>
        </p:grpSpPr>
        <p:sp>
          <p:nvSpPr>
            <p:cNvPr id="277" name="Google Shape;277;p28"/>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78" name="Google Shape;278;p28"/>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1</a:t>
              </a:r>
              <a:endParaRPr b="0" i="0" sz="600" u="none" cap="none" strike="noStrike">
                <a:solidFill>
                  <a:schemeClr val="dk2"/>
                </a:solidFill>
                <a:latin typeface="Lora"/>
                <a:ea typeface="Lora"/>
                <a:cs typeface="Lora"/>
                <a:sym typeface="Lora"/>
              </a:endParaRPr>
            </a:p>
          </p:txBody>
        </p:sp>
      </p:grpSp>
      <p:grpSp>
        <p:nvGrpSpPr>
          <p:cNvPr id="279" name="Google Shape;279;p28"/>
          <p:cNvGrpSpPr/>
          <p:nvPr/>
        </p:nvGrpSpPr>
        <p:grpSpPr>
          <a:xfrm>
            <a:off x="3814414" y="1855801"/>
            <a:ext cx="473400" cy="473400"/>
            <a:chOff x="3814414" y="1703401"/>
            <a:chExt cx="473400" cy="473400"/>
          </a:xfrm>
        </p:grpSpPr>
        <p:sp>
          <p:nvSpPr>
            <p:cNvPr id="280" name="Google Shape;280;p28"/>
            <p:cNvSpPr/>
            <p:nvPr/>
          </p:nvSpPr>
          <p:spPr>
            <a:xfrm rot="8100000">
              <a:off x="3883742"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81" name="Google Shape;281;p28"/>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3</a:t>
              </a:r>
              <a:endParaRPr b="0" i="0" sz="600" u="none" cap="none" strike="noStrike">
                <a:solidFill>
                  <a:schemeClr val="dk2"/>
                </a:solidFill>
                <a:latin typeface="Lora"/>
                <a:ea typeface="Lora"/>
                <a:cs typeface="Lora"/>
                <a:sym typeface="Lora"/>
              </a:endParaRPr>
            </a:p>
          </p:txBody>
        </p:sp>
      </p:grpSp>
      <p:grpSp>
        <p:nvGrpSpPr>
          <p:cNvPr id="282" name="Google Shape;282;p28"/>
          <p:cNvGrpSpPr/>
          <p:nvPr/>
        </p:nvGrpSpPr>
        <p:grpSpPr>
          <a:xfrm>
            <a:off x="5842489" y="1855801"/>
            <a:ext cx="473400" cy="473400"/>
            <a:chOff x="5842489" y="1703401"/>
            <a:chExt cx="473400" cy="473400"/>
          </a:xfrm>
        </p:grpSpPr>
        <p:sp>
          <p:nvSpPr>
            <p:cNvPr id="283" name="Google Shape;283;p28"/>
            <p:cNvSpPr/>
            <p:nvPr/>
          </p:nvSpPr>
          <p:spPr>
            <a:xfrm rot="8100000">
              <a:off x="5911817"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84" name="Google Shape;284;p28"/>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5</a:t>
              </a:r>
              <a:endParaRPr b="0" i="0" sz="600" u="none" cap="none" strike="noStrike">
                <a:solidFill>
                  <a:schemeClr val="dk2"/>
                </a:solidFill>
                <a:latin typeface="Lora"/>
                <a:ea typeface="Lora"/>
                <a:cs typeface="Lora"/>
                <a:sym typeface="Lora"/>
              </a:endParaRPr>
            </a:p>
          </p:txBody>
        </p:sp>
      </p:grpSp>
      <p:grpSp>
        <p:nvGrpSpPr>
          <p:cNvPr id="285" name="Google Shape;285;p28"/>
          <p:cNvGrpSpPr/>
          <p:nvPr/>
        </p:nvGrpSpPr>
        <p:grpSpPr>
          <a:xfrm>
            <a:off x="6880814" y="3728700"/>
            <a:ext cx="473400" cy="473400"/>
            <a:chOff x="6880814" y="3576300"/>
            <a:chExt cx="473400" cy="473400"/>
          </a:xfrm>
        </p:grpSpPr>
        <p:sp>
          <p:nvSpPr>
            <p:cNvPr id="286" name="Google Shape;286;p28"/>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87" name="Google Shape;287;p28"/>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6</a:t>
              </a:r>
              <a:endParaRPr b="0" i="0" sz="600" u="none" cap="none" strike="noStrike">
                <a:solidFill>
                  <a:schemeClr val="dk2"/>
                </a:solidFill>
                <a:latin typeface="Lora"/>
                <a:ea typeface="Lora"/>
                <a:cs typeface="Lora"/>
                <a:sym typeface="Lora"/>
              </a:endParaRPr>
            </a:p>
          </p:txBody>
        </p:sp>
      </p:grpSp>
      <p:grpSp>
        <p:nvGrpSpPr>
          <p:cNvPr id="288" name="Google Shape;288;p28"/>
          <p:cNvGrpSpPr/>
          <p:nvPr/>
        </p:nvGrpSpPr>
        <p:grpSpPr>
          <a:xfrm>
            <a:off x="4852739" y="3728700"/>
            <a:ext cx="473400" cy="473400"/>
            <a:chOff x="4852739" y="3576300"/>
            <a:chExt cx="473400" cy="473400"/>
          </a:xfrm>
        </p:grpSpPr>
        <p:sp>
          <p:nvSpPr>
            <p:cNvPr id="289" name="Google Shape;289;p28"/>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90" name="Google Shape;290;p28"/>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4</a:t>
              </a:r>
              <a:endParaRPr b="0" i="0" sz="600" u="none" cap="none" strike="noStrike">
                <a:solidFill>
                  <a:schemeClr val="dk2"/>
                </a:solidFill>
                <a:latin typeface="Lora"/>
                <a:ea typeface="Lora"/>
                <a:cs typeface="Lora"/>
                <a:sym typeface="Lora"/>
              </a:endParaRPr>
            </a:p>
          </p:txBody>
        </p:sp>
      </p:grpSp>
      <p:grpSp>
        <p:nvGrpSpPr>
          <p:cNvPr id="291" name="Google Shape;291;p28"/>
          <p:cNvGrpSpPr/>
          <p:nvPr/>
        </p:nvGrpSpPr>
        <p:grpSpPr>
          <a:xfrm>
            <a:off x="2824664" y="3728700"/>
            <a:ext cx="473400" cy="473400"/>
            <a:chOff x="2824664" y="3576300"/>
            <a:chExt cx="473400" cy="473400"/>
          </a:xfrm>
        </p:grpSpPr>
        <p:sp>
          <p:nvSpPr>
            <p:cNvPr id="292" name="Google Shape;292;p28"/>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ora"/>
                <a:ea typeface="Lora"/>
                <a:cs typeface="Lora"/>
                <a:sym typeface="Lora"/>
              </a:endParaRPr>
            </a:p>
          </p:txBody>
        </p:sp>
        <p:sp>
          <p:nvSpPr>
            <p:cNvPr id="293" name="Google Shape;293;p28"/>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IN" sz="600" u="none" cap="none" strike="noStrike">
                  <a:solidFill>
                    <a:schemeClr val="dk2"/>
                  </a:solidFill>
                  <a:latin typeface="Lora"/>
                  <a:ea typeface="Lora"/>
                  <a:cs typeface="Lora"/>
                  <a:sym typeface="Lora"/>
                </a:rPr>
                <a:t>2</a:t>
              </a:r>
              <a:endParaRPr b="0" i="0" sz="600" u="none" cap="none" strike="noStrike">
                <a:solidFill>
                  <a:schemeClr val="dk2"/>
                </a:solidFill>
                <a:latin typeface="Lora"/>
                <a:ea typeface="Lora"/>
                <a:cs typeface="Lora"/>
                <a:sym typeface="Lora"/>
              </a:endParaRPr>
            </a:p>
          </p:txBody>
        </p:sp>
      </p:grpSp>
      <p:sp>
        <p:nvSpPr>
          <p:cNvPr id="294" name="Google Shape;294;p28"/>
          <p:cNvSpPr txBox="1"/>
          <p:nvPr/>
        </p:nvSpPr>
        <p:spPr>
          <a:xfrm>
            <a:off x="1379850" y="13085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Unit I</a:t>
            </a:r>
            <a:r>
              <a:rPr b="1" i="0" lang="en-IN" sz="900" u="none" cap="none" strike="noStrike">
                <a:solidFill>
                  <a:schemeClr val="dk2"/>
                </a:solidFill>
                <a:latin typeface="Lora"/>
                <a:ea typeface="Lora"/>
                <a:cs typeface="Lora"/>
                <a:sym typeface="Lora"/>
              </a:rPr>
              <a:t> </a:t>
            </a:r>
            <a:endParaRPr/>
          </a:p>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dk2"/>
                </a:solidFill>
                <a:latin typeface="Lora"/>
                <a:ea typeface="Lora"/>
                <a:cs typeface="Lora"/>
                <a:sym typeface="Lora"/>
              </a:rPr>
              <a:t>Computer Based Problem Solvingand Overview of C</a:t>
            </a:r>
            <a:endParaRPr b="0" i="0" sz="900" u="none" cap="none" strike="noStrike">
              <a:solidFill>
                <a:schemeClr val="dk2"/>
              </a:solidFill>
              <a:latin typeface="Lora"/>
              <a:ea typeface="Lora"/>
              <a:cs typeface="Lora"/>
              <a:sym typeface="Lora"/>
            </a:endParaRPr>
          </a:p>
        </p:txBody>
      </p:sp>
      <p:sp>
        <p:nvSpPr>
          <p:cNvPr id="295" name="Google Shape;295;p28"/>
          <p:cNvSpPr txBox="1"/>
          <p:nvPr/>
        </p:nvSpPr>
        <p:spPr>
          <a:xfrm>
            <a:off x="3377205" y="13085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Unit III </a:t>
            </a:r>
            <a:endParaRPr/>
          </a:p>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dk2"/>
                </a:solidFill>
                <a:latin typeface="Lora"/>
                <a:ea typeface="Lora"/>
                <a:cs typeface="Lora"/>
                <a:sym typeface="Lora"/>
              </a:rPr>
              <a:t>Functions and Recursions</a:t>
            </a:r>
            <a:endParaRPr b="0" i="0" sz="900" u="none" cap="none" strike="noStrike">
              <a:solidFill>
                <a:schemeClr val="dk2"/>
              </a:solidFill>
              <a:latin typeface="Lora"/>
              <a:ea typeface="Lora"/>
              <a:cs typeface="Lora"/>
              <a:sym typeface="Lora"/>
            </a:endParaRPr>
          </a:p>
        </p:txBody>
      </p:sp>
      <p:sp>
        <p:nvSpPr>
          <p:cNvPr id="296" name="Google Shape;296;p28"/>
          <p:cNvSpPr txBox="1"/>
          <p:nvPr/>
        </p:nvSpPr>
        <p:spPr>
          <a:xfrm>
            <a:off x="5436010" y="1308500"/>
            <a:ext cx="1444804"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Unit V </a:t>
            </a:r>
            <a:endParaRPr/>
          </a:p>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dk2"/>
                </a:solidFill>
                <a:latin typeface="Lora"/>
                <a:ea typeface="Lora"/>
                <a:cs typeface="Lora"/>
                <a:sym typeface="Lora"/>
              </a:rPr>
              <a:t>File Handling, Preprocessor, Standard Library and Header Files</a:t>
            </a:r>
            <a:endParaRPr b="0" i="0" sz="900" u="none" cap="none" strike="noStrike">
              <a:solidFill>
                <a:schemeClr val="dk2"/>
              </a:solidFill>
              <a:latin typeface="Lora"/>
              <a:ea typeface="Lora"/>
              <a:cs typeface="Lora"/>
              <a:sym typeface="Lora"/>
            </a:endParaRPr>
          </a:p>
        </p:txBody>
      </p:sp>
      <p:sp>
        <p:nvSpPr>
          <p:cNvPr id="297" name="Google Shape;297;p28"/>
          <p:cNvSpPr txBox="1"/>
          <p:nvPr/>
        </p:nvSpPr>
        <p:spPr>
          <a:xfrm>
            <a:off x="2418175" y="42160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Unit – II</a:t>
            </a:r>
            <a:endParaRPr/>
          </a:p>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dk2"/>
                </a:solidFill>
                <a:latin typeface="Lora"/>
                <a:ea typeface="Lora"/>
                <a:cs typeface="Lora"/>
                <a:sym typeface="Lora"/>
              </a:rPr>
              <a:t>Branching, Looping, Arrays, Strings</a:t>
            </a:r>
            <a:endParaRPr b="0" i="0" sz="900" u="none" cap="none" strike="noStrike">
              <a:solidFill>
                <a:schemeClr val="dk2"/>
              </a:solidFill>
              <a:latin typeface="Lora"/>
              <a:ea typeface="Lora"/>
              <a:cs typeface="Lora"/>
              <a:sym typeface="Lora"/>
            </a:endParaRPr>
          </a:p>
        </p:txBody>
      </p:sp>
      <p:sp>
        <p:nvSpPr>
          <p:cNvPr id="298" name="Google Shape;298;p28"/>
          <p:cNvSpPr txBox="1"/>
          <p:nvPr/>
        </p:nvSpPr>
        <p:spPr>
          <a:xfrm>
            <a:off x="4446255" y="42160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Unit IV </a:t>
            </a:r>
            <a:endParaRPr/>
          </a:p>
          <a:p>
            <a:pPr indent="0" lvl="0" marL="0" marR="0" rtl="0" algn="ctr">
              <a:lnSpc>
                <a:spcPct val="100000"/>
              </a:lnSpc>
              <a:spcBef>
                <a:spcPts val="0"/>
              </a:spcBef>
              <a:spcAft>
                <a:spcPts val="0"/>
              </a:spcAft>
              <a:buClr>
                <a:srgbClr val="000000"/>
              </a:buClr>
              <a:buSzPts val="900"/>
              <a:buFont typeface="Arial"/>
              <a:buNone/>
            </a:pPr>
            <a:r>
              <a:rPr b="0" i="0" lang="en-IN" sz="900" u="none" cap="none" strike="noStrike">
                <a:solidFill>
                  <a:schemeClr val="dk2"/>
                </a:solidFill>
                <a:latin typeface="Lora"/>
                <a:ea typeface="Lora"/>
                <a:cs typeface="Lora"/>
                <a:sym typeface="Lora"/>
              </a:rPr>
              <a:t>Dynamic Data Structures, Pointers, Union</a:t>
            </a:r>
            <a:endParaRPr b="0" i="0" sz="900" u="none" cap="none" strike="noStrike">
              <a:solidFill>
                <a:schemeClr val="dk2"/>
              </a:solidFill>
              <a:latin typeface="Lora"/>
              <a:ea typeface="Lora"/>
              <a:cs typeface="Lora"/>
              <a:sym typeface="Lora"/>
            </a:endParaRPr>
          </a:p>
        </p:txBody>
      </p:sp>
      <p:sp>
        <p:nvSpPr>
          <p:cNvPr id="299" name="Google Shape;299;p28"/>
          <p:cNvSpPr txBox="1"/>
          <p:nvPr/>
        </p:nvSpPr>
        <p:spPr>
          <a:xfrm>
            <a:off x="6474335" y="42160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IN" sz="900" u="none" cap="none" strike="noStrike">
                <a:solidFill>
                  <a:schemeClr val="accent3"/>
                </a:solidFill>
                <a:latin typeface="Lora"/>
                <a:ea typeface="Lora"/>
                <a:cs typeface="Lora"/>
                <a:sym typeface="Lora"/>
              </a:rPr>
              <a:t>Revision</a:t>
            </a:r>
            <a:endParaRPr b="1" i="0" sz="900" u="none" cap="none" strike="noStrike">
              <a:solidFill>
                <a:schemeClr val="accent3"/>
              </a:solidFill>
              <a:latin typeface="Lora"/>
              <a:ea typeface="Lora"/>
              <a:cs typeface="Lora"/>
              <a:sym typeface="Lora"/>
            </a:endParaRPr>
          </a:p>
        </p:txBody>
      </p:sp>
      <p:sp>
        <p:nvSpPr>
          <p:cNvPr id="300" name="Google Shape;300;p28"/>
          <p:cNvSpPr/>
          <p:nvPr/>
        </p:nvSpPr>
        <p:spPr>
          <a:xfrm flipH="1" rot="10800000">
            <a:off x="19878" y="3458932"/>
            <a:ext cx="248478" cy="148971"/>
          </a:xfrm>
          <a:prstGeom prst="roundRect">
            <a:avLst>
              <a:gd fmla="val 16667" name="adj"/>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9"/>
          <p:cNvSpPr txBox="1"/>
          <p:nvPr>
            <p:ph type="title"/>
          </p:nvPr>
        </p:nvSpPr>
        <p:spPr>
          <a:xfrm>
            <a:off x="2373150" y="339143"/>
            <a:ext cx="5462700" cy="3963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rtl="0" algn="l">
              <a:lnSpc>
                <a:spcPct val="80000"/>
              </a:lnSpc>
              <a:spcBef>
                <a:spcPts val="0"/>
              </a:spcBef>
              <a:spcAft>
                <a:spcPts val="0"/>
              </a:spcAft>
              <a:buSzPts val="3200"/>
              <a:buNone/>
            </a:pPr>
            <a:r>
              <a:rPr lang="en-IN"/>
              <a:t>Feedback – Rating Star</a:t>
            </a:r>
            <a:endParaRPr/>
          </a:p>
        </p:txBody>
      </p:sp>
      <p:sp>
        <p:nvSpPr>
          <p:cNvPr id="306" name="Google Shape;306;p29"/>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solidFill>
                  <a:schemeClr val="accent5"/>
                </a:solidFill>
              </a:rPr>
              <a:t>‹#›</a:t>
            </a:fld>
            <a:endParaRPr>
              <a:solidFill>
                <a:schemeClr val="accent5"/>
              </a:solidFill>
            </a:endParaRPr>
          </a:p>
        </p:txBody>
      </p:sp>
      <p:grpSp>
        <p:nvGrpSpPr>
          <p:cNvPr id="307" name="Google Shape;307;p29"/>
          <p:cNvGrpSpPr/>
          <p:nvPr/>
        </p:nvGrpSpPr>
        <p:grpSpPr>
          <a:xfrm>
            <a:off x="1236292" y="1413043"/>
            <a:ext cx="3608219" cy="3243853"/>
            <a:chOff x="3778727" y="4460423"/>
            <a:chExt cx="720160" cy="647437"/>
          </a:xfrm>
        </p:grpSpPr>
        <p:sp>
          <p:nvSpPr>
            <p:cNvPr id="308" name="Google Shape;308;p29"/>
            <p:cNvSpPr/>
            <p:nvPr/>
          </p:nvSpPr>
          <p:spPr>
            <a:xfrm>
              <a:off x="3957011" y="4902228"/>
              <a:ext cx="364723" cy="110621"/>
            </a:xfrm>
            <a:custGeom>
              <a:rect b="b" l="l" r="r" t="t"/>
              <a:pathLst>
                <a:path extrusionOk="0" h="194" w="64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Presentation</a:t>
              </a:r>
              <a:endParaRPr b="1" i="0" sz="1200" u="none" cap="none" strike="noStrike">
                <a:solidFill>
                  <a:schemeClr val="lt1"/>
                </a:solidFill>
                <a:latin typeface="Lora"/>
                <a:ea typeface="Lora"/>
                <a:cs typeface="Lora"/>
                <a:sym typeface="Lora"/>
              </a:endParaRPr>
            </a:p>
          </p:txBody>
        </p:sp>
        <p:sp>
          <p:nvSpPr>
            <p:cNvPr id="309" name="Google Shape;309;p29"/>
            <p:cNvSpPr/>
            <p:nvPr/>
          </p:nvSpPr>
          <p:spPr>
            <a:xfrm>
              <a:off x="4002092" y="4999728"/>
              <a:ext cx="275015" cy="108132"/>
            </a:xfrm>
            <a:custGeom>
              <a:rect b="b" l="l" r="r" t="t"/>
              <a:pathLst>
                <a:path extrusionOk="0" h="190" w="483">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only</a:t>
              </a:r>
              <a:endParaRPr b="1" i="0" sz="1200" u="none" cap="none" strike="noStrike">
                <a:solidFill>
                  <a:schemeClr val="lt1"/>
                </a:solidFill>
                <a:latin typeface="Lora"/>
                <a:ea typeface="Lora"/>
                <a:cs typeface="Lora"/>
                <a:sym typeface="Lora"/>
              </a:endParaRPr>
            </a:p>
          </p:txBody>
        </p:sp>
        <p:sp>
          <p:nvSpPr>
            <p:cNvPr id="310" name="Google Shape;310;p29"/>
            <p:cNvSpPr/>
            <p:nvPr/>
          </p:nvSpPr>
          <p:spPr>
            <a:xfrm>
              <a:off x="3780312" y="4519014"/>
              <a:ext cx="718575" cy="115145"/>
            </a:xfrm>
            <a:custGeom>
              <a:rect b="b" l="l" r="r" t="t"/>
              <a:pathLst>
                <a:path extrusionOk="0" h="202" w="1261">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Presentation, Examples and Exercises</a:t>
              </a:r>
              <a:endParaRPr b="1" i="0" sz="1200" u="none" cap="none" strike="noStrike">
                <a:solidFill>
                  <a:schemeClr val="lt1"/>
                </a:solidFill>
                <a:latin typeface="Lora"/>
                <a:ea typeface="Lora"/>
                <a:cs typeface="Lora"/>
                <a:sym typeface="Lora"/>
              </a:endParaRPr>
            </a:p>
          </p:txBody>
        </p:sp>
        <p:sp>
          <p:nvSpPr>
            <p:cNvPr id="311" name="Google Shape;311;p29"/>
            <p:cNvSpPr/>
            <p:nvPr/>
          </p:nvSpPr>
          <p:spPr>
            <a:xfrm>
              <a:off x="3868662" y="4710395"/>
              <a:ext cx="541875" cy="112657"/>
            </a:xfrm>
            <a:custGeom>
              <a:rect b="b" l="l" r="r" t="t"/>
              <a:pathLst>
                <a:path extrusionOk="0" h="198" w="951">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Presentation, Exercises</a:t>
              </a:r>
              <a:endParaRPr b="1" i="0" sz="1200" u="none" cap="none" strike="noStrike">
                <a:solidFill>
                  <a:schemeClr val="lt1"/>
                </a:solidFill>
                <a:latin typeface="Lora"/>
                <a:ea typeface="Lora"/>
                <a:cs typeface="Lora"/>
                <a:sym typeface="Lora"/>
              </a:endParaRPr>
            </a:p>
          </p:txBody>
        </p:sp>
        <p:sp>
          <p:nvSpPr>
            <p:cNvPr id="312" name="Google Shape;312;p29"/>
            <p:cNvSpPr/>
            <p:nvPr/>
          </p:nvSpPr>
          <p:spPr>
            <a:xfrm>
              <a:off x="3824940" y="4614704"/>
              <a:ext cx="629543" cy="114014"/>
            </a:xfrm>
            <a:custGeom>
              <a:rect b="b" l="l" r="r" t="t"/>
              <a:pathLst>
                <a:path extrusionOk="0" h="200" w="1105">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Presentation, Exercises</a:t>
              </a:r>
              <a:endParaRPr b="1" i="0" sz="1200" u="none" cap="none" strike="noStrike">
                <a:solidFill>
                  <a:schemeClr val="lt1"/>
                </a:solidFill>
                <a:latin typeface="Lora"/>
                <a:ea typeface="Lora"/>
                <a:cs typeface="Lora"/>
                <a:sym typeface="Lora"/>
              </a:endParaRPr>
            </a:p>
          </p:txBody>
        </p:sp>
        <p:sp>
          <p:nvSpPr>
            <p:cNvPr id="313" name="Google Shape;313;p29"/>
            <p:cNvSpPr/>
            <p:nvPr/>
          </p:nvSpPr>
          <p:spPr>
            <a:xfrm>
              <a:off x="3912610" y="4806085"/>
              <a:ext cx="453525" cy="112204"/>
            </a:xfrm>
            <a:custGeom>
              <a:rect b="b" l="l" r="r" t="t"/>
              <a:pathLst>
                <a:path extrusionOk="0" h="197" w="796">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b="1" i="0" lang="en-IN" sz="1200" u="none" cap="none" strike="noStrike">
                  <a:solidFill>
                    <a:schemeClr val="lt1"/>
                  </a:solidFill>
                  <a:latin typeface="Lora"/>
                  <a:ea typeface="Lora"/>
                  <a:cs typeface="Lora"/>
                  <a:sym typeface="Lora"/>
                </a:rPr>
                <a:t>Communication, Presentation, Example</a:t>
              </a:r>
              <a:endParaRPr b="1" i="0" sz="1200" u="none" cap="none" strike="noStrike">
                <a:solidFill>
                  <a:schemeClr val="lt1"/>
                </a:solidFill>
                <a:latin typeface="Lora"/>
                <a:ea typeface="Lora"/>
                <a:cs typeface="Lora"/>
                <a:sym typeface="Lora"/>
              </a:endParaRPr>
            </a:p>
          </p:txBody>
        </p:sp>
        <p:sp>
          <p:nvSpPr>
            <p:cNvPr id="314" name="Google Shape;314;p29"/>
            <p:cNvSpPr/>
            <p:nvPr/>
          </p:nvSpPr>
          <p:spPr>
            <a:xfrm>
              <a:off x="3778727" y="4460423"/>
              <a:ext cx="719100" cy="79200"/>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1" i="0" sz="1200" u="none" cap="none" strike="noStrike">
                <a:solidFill>
                  <a:schemeClr val="lt1"/>
                </a:solidFill>
                <a:latin typeface="Lora"/>
                <a:ea typeface="Lora"/>
                <a:cs typeface="Lora"/>
                <a:sym typeface="Lora"/>
              </a:endParaRPr>
            </a:p>
          </p:txBody>
        </p:sp>
      </p:grpSp>
      <p:cxnSp>
        <p:nvCxnSpPr>
          <p:cNvPr id="315" name="Google Shape;315;p29"/>
          <p:cNvCxnSpPr/>
          <p:nvPr/>
        </p:nvCxnSpPr>
        <p:spPr>
          <a:xfrm>
            <a:off x="4764550" y="1950075"/>
            <a:ext cx="1056900" cy="0"/>
          </a:xfrm>
          <a:prstGeom prst="straightConnector1">
            <a:avLst/>
          </a:prstGeom>
          <a:noFill/>
          <a:ln cap="flat" cmpd="sng" w="9525">
            <a:solidFill>
              <a:schemeClr val="accent1"/>
            </a:solidFill>
            <a:prstDash val="solid"/>
            <a:round/>
            <a:headEnd len="med" w="med" type="oval"/>
            <a:tailEnd len="med" w="med" type="oval"/>
          </a:ln>
        </p:spPr>
      </p:cxnSp>
      <p:sp>
        <p:nvSpPr>
          <p:cNvPr id="316" name="Google Shape;316;p29"/>
          <p:cNvSpPr txBox="1"/>
          <p:nvPr/>
        </p:nvSpPr>
        <p:spPr>
          <a:xfrm>
            <a:off x="5883050" y="1778025"/>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$90</a:t>
            </a:r>
            <a:endParaRPr b="1" i="0" sz="1800" u="none" cap="none" strike="noStrike">
              <a:solidFill>
                <a:schemeClr val="dk2"/>
              </a:solidFill>
              <a:latin typeface="Lora"/>
              <a:ea typeface="Lora"/>
              <a:cs typeface="Lora"/>
              <a:sym typeface="Lora"/>
            </a:endParaRPr>
          </a:p>
        </p:txBody>
      </p:sp>
      <p:cxnSp>
        <p:nvCxnSpPr>
          <p:cNvPr id="317" name="Google Shape;317;p29"/>
          <p:cNvCxnSpPr/>
          <p:nvPr/>
        </p:nvCxnSpPr>
        <p:spPr>
          <a:xfrm>
            <a:off x="4608875" y="2431700"/>
            <a:ext cx="1212600" cy="0"/>
          </a:xfrm>
          <a:prstGeom prst="straightConnector1">
            <a:avLst/>
          </a:prstGeom>
          <a:noFill/>
          <a:ln cap="flat" cmpd="sng" w="9525">
            <a:solidFill>
              <a:schemeClr val="accent2"/>
            </a:solidFill>
            <a:prstDash val="solid"/>
            <a:round/>
            <a:headEnd len="med" w="med" type="oval"/>
            <a:tailEnd len="med" w="med" type="oval"/>
          </a:ln>
        </p:spPr>
      </p:cxnSp>
      <p:sp>
        <p:nvSpPr>
          <p:cNvPr id="318" name="Google Shape;318;p29"/>
          <p:cNvSpPr txBox="1"/>
          <p:nvPr/>
        </p:nvSpPr>
        <p:spPr>
          <a:xfrm>
            <a:off x="5883050" y="2259640"/>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$80</a:t>
            </a:r>
            <a:endParaRPr b="1" i="0" sz="1800" u="none" cap="none" strike="noStrike">
              <a:solidFill>
                <a:schemeClr val="dk2"/>
              </a:solidFill>
              <a:latin typeface="Lora"/>
              <a:ea typeface="Lora"/>
              <a:cs typeface="Lora"/>
              <a:sym typeface="Lora"/>
            </a:endParaRPr>
          </a:p>
        </p:txBody>
      </p:sp>
      <p:cxnSp>
        <p:nvCxnSpPr>
          <p:cNvPr id="319" name="Google Shape;319;p29"/>
          <p:cNvCxnSpPr/>
          <p:nvPr/>
        </p:nvCxnSpPr>
        <p:spPr>
          <a:xfrm>
            <a:off x="4387650" y="2913325"/>
            <a:ext cx="1433700" cy="0"/>
          </a:xfrm>
          <a:prstGeom prst="straightConnector1">
            <a:avLst/>
          </a:prstGeom>
          <a:noFill/>
          <a:ln cap="flat" cmpd="sng" w="9525">
            <a:solidFill>
              <a:schemeClr val="accent3"/>
            </a:solidFill>
            <a:prstDash val="solid"/>
            <a:round/>
            <a:headEnd len="med" w="med" type="oval"/>
            <a:tailEnd len="med" w="med" type="oval"/>
          </a:ln>
        </p:spPr>
      </p:cxnSp>
      <p:sp>
        <p:nvSpPr>
          <p:cNvPr id="320" name="Google Shape;320;p29"/>
          <p:cNvSpPr txBox="1"/>
          <p:nvPr/>
        </p:nvSpPr>
        <p:spPr>
          <a:xfrm>
            <a:off x="5883050" y="2741255"/>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$60</a:t>
            </a:r>
            <a:endParaRPr b="1" i="0" sz="1800" u="none" cap="none" strike="noStrike">
              <a:solidFill>
                <a:schemeClr val="dk2"/>
              </a:solidFill>
              <a:latin typeface="Lora"/>
              <a:ea typeface="Lora"/>
              <a:cs typeface="Lora"/>
              <a:sym typeface="Lora"/>
            </a:endParaRPr>
          </a:p>
        </p:txBody>
      </p:sp>
      <p:cxnSp>
        <p:nvCxnSpPr>
          <p:cNvPr id="321" name="Google Shape;321;p29"/>
          <p:cNvCxnSpPr/>
          <p:nvPr/>
        </p:nvCxnSpPr>
        <p:spPr>
          <a:xfrm>
            <a:off x="4199200" y="3394925"/>
            <a:ext cx="1622100" cy="0"/>
          </a:xfrm>
          <a:prstGeom prst="straightConnector1">
            <a:avLst/>
          </a:prstGeom>
          <a:noFill/>
          <a:ln cap="flat" cmpd="sng" w="9525">
            <a:solidFill>
              <a:schemeClr val="accent4"/>
            </a:solidFill>
            <a:prstDash val="solid"/>
            <a:round/>
            <a:headEnd len="med" w="med" type="oval"/>
            <a:tailEnd len="med" w="med" type="oval"/>
          </a:ln>
        </p:spPr>
      </p:cxnSp>
      <p:sp>
        <p:nvSpPr>
          <p:cNvPr id="322" name="Google Shape;322;p29"/>
          <p:cNvSpPr txBox="1"/>
          <p:nvPr/>
        </p:nvSpPr>
        <p:spPr>
          <a:xfrm>
            <a:off x="5883050" y="3222870"/>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$50</a:t>
            </a:r>
            <a:endParaRPr b="1" i="0" sz="1800" u="none" cap="none" strike="noStrike">
              <a:solidFill>
                <a:schemeClr val="dk2"/>
              </a:solidFill>
              <a:latin typeface="Lora"/>
              <a:ea typeface="Lora"/>
              <a:cs typeface="Lora"/>
              <a:sym typeface="Lora"/>
            </a:endParaRPr>
          </a:p>
        </p:txBody>
      </p:sp>
      <p:cxnSp>
        <p:nvCxnSpPr>
          <p:cNvPr id="323" name="Google Shape;323;p29"/>
          <p:cNvCxnSpPr/>
          <p:nvPr/>
        </p:nvCxnSpPr>
        <p:spPr>
          <a:xfrm>
            <a:off x="3994350" y="3876550"/>
            <a:ext cx="1827000" cy="0"/>
          </a:xfrm>
          <a:prstGeom prst="straightConnector1">
            <a:avLst/>
          </a:prstGeom>
          <a:noFill/>
          <a:ln cap="flat" cmpd="sng" w="9525">
            <a:solidFill>
              <a:schemeClr val="accent5"/>
            </a:solidFill>
            <a:prstDash val="solid"/>
            <a:round/>
            <a:headEnd len="med" w="med" type="oval"/>
            <a:tailEnd len="med" w="med" type="oval"/>
          </a:ln>
        </p:spPr>
      </p:cxnSp>
      <p:sp>
        <p:nvSpPr>
          <p:cNvPr id="324" name="Google Shape;324;p29"/>
          <p:cNvSpPr txBox="1"/>
          <p:nvPr/>
        </p:nvSpPr>
        <p:spPr>
          <a:xfrm>
            <a:off x="5883050" y="3704485"/>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$40</a:t>
            </a:r>
            <a:endParaRPr b="1" i="0" sz="1800" u="none" cap="none" strike="noStrike">
              <a:solidFill>
                <a:schemeClr val="dk2"/>
              </a:solidFill>
              <a:latin typeface="Lora"/>
              <a:ea typeface="Lora"/>
              <a:cs typeface="Lora"/>
              <a:sym typeface="Lora"/>
            </a:endParaRPr>
          </a:p>
        </p:txBody>
      </p:sp>
      <p:cxnSp>
        <p:nvCxnSpPr>
          <p:cNvPr id="325" name="Google Shape;325;p29"/>
          <p:cNvCxnSpPr/>
          <p:nvPr/>
        </p:nvCxnSpPr>
        <p:spPr>
          <a:xfrm>
            <a:off x="3781325" y="4358150"/>
            <a:ext cx="2031600" cy="0"/>
          </a:xfrm>
          <a:prstGeom prst="straightConnector1">
            <a:avLst/>
          </a:prstGeom>
          <a:noFill/>
          <a:ln cap="flat" cmpd="sng" w="9525">
            <a:solidFill>
              <a:schemeClr val="accent6"/>
            </a:solidFill>
            <a:prstDash val="solid"/>
            <a:round/>
            <a:headEnd len="med" w="med" type="oval"/>
            <a:tailEnd len="med" w="med" type="oval"/>
          </a:ln>
        </p:spPr>
      </p:cxnSp>
      <p:sp>
        <p:nvSpPr>
          <p:cNvPr id="326" name="Google Shape;326;p29"/>
          <p:cNvSpPr txBox="1"/>
          <p:nvPr/>
        </p:nvSpPr>
        <p:spPr>
          <a:xfrm>
            <a:off x="5883050" y="4186100"/>
            <a:ext cx="27867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2"/>
                </a:solidFill>
                <a:latin typeface="Lora"/>
                <a:ea typeface="Lora"/>
                <a:cs typeface="Lora"/>
                <a:sym typeface="Lora"/>
              </a:rPr>
              <a:t>$30</a:t>
            </a:r>
            <a:endParaRPr b="1" i="0" sz="1800" u="none" cap="none" strike="noStrike">
              <a:solidFill>
                <a:schemeClr val="dk2"/>
              </a:solidFill>
              <a:latin typeface="Lora"/>
              <a:ea typeface="Lora"/>
              <a:cs typeface="Lora"/>
              <a:sym typeface="Lora"/>
            </a:endParaRPr>
          </a:p>
        </p:txBody>
      </p:sp>
      <p:pic>
        <p:nvPicPr>
          <p:cNvPr id="327" name="Google Shape;327;p29"/>
          <p:cNvPicPr preferRelativeResize="0"/>
          <p:nvPr/>
        </p:nvPicPr>
        <p:blipFill rotWithShape="1">
          <a:blip r:embed="rId3">
            <a:alphaModFix/>
          </a:blip>
          <a:srcRect b="0" l="0" r="0" t="0"/>
          <a:stretch/>
        </p:blipFill>
        <p:spPr>
          <a:xfrm>
            <a:off x="2607829" y="925322"/>
            <a:ext cx="873083" cy="8730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0"/>
          <p:cNvSpPr txBox="1"/>
          <p:nvPr>
            <p:ph idx="12" type="sldNum"/>
          </p:nvPr>
        </p:nvSpPr>
        <p:spPr>
          <a:xfrm>
            <a:off x="8404384" y="4673651"/>
            <a:ext cx="548700" cy="393600"/>
          </a:xfrm>
          <a:prstGeom prst="rect">
            <a:avLst/>
          </a:prstGeom>
          <a:noFill/>
          <a:ln>
            <a:noFill/>
          </a:ln>
          <a:effectLst>
            <a:outerShdw blurRad="114300" rotWithShape="0" algn="bl">
              <a:srgbClr val="FFFF00"/>
            </a:outerShdw>
          </a:effectLst>
        </p:spPr>
        <p:txBody>
          <a:bodyPr anchorCtr="0" anchor="ctr" bIns="0" lIns="0" spcFirstLastPara="1" rIns="0" wrap="square" tIns="0">
            <a:noAutofit/>
          </a:bodyPr>
          <a:lstStyle/>
          <a:p>
            <a:pPr indent="0" lvl="0" marL="0" rtl="0" algn="r">
              <a:lnSpc>
                <a:spcPct val="100000"/>
              </a:lnSpc>
              <a:spcBef>
                <a:spcPts val="0"/>
              </a:spcBef>
              <a:spcAft>
                <a:spcPts val="0"/>
              </a:spcAft>
              <a:buSzPts val="1300"/>
              <a:buNone/>
            </a:pPr>
            <a:fld id="{00000000-1234-1234-1234-123412341234}" type="slidenum">
              <a:rPr lang="en-IN"/>
              <a:t>‹#›</a:t>
            </a:fld>
            <a:endParaRPr/>
          </a:p>
        </p:txBody>
      </p:sp>
      <p:sp>
        <p:nvSpPr>
          <p:cNvPr id="333" name="Google Shape;333;p30"/>
          <p:cNvSpPr txBox="1"/>
          <p:nvPr>
            <p:ph idx="4294967295" type="ctrTitle"/>
          </p:nvPr>
        </p:nvSpPr>
        <p:spPr>
          <a:xfrm>
            <a:off x="855300" y="1262586"/>
            <a:ext cx="4125300" cy="744900"/>
          </a:xfrm>
          <a:prstGeom prst="rect">
            <a:avLst/>
          </a:prstGeom>
          <a:noFill/>
          <a:ln>
            <a:noFill/>
          </a:ln>
          <a:effectLst>
            <a:outerShdw blurRad="142875" rotWithShape="0" algn="bl">
              <a:srgbClr val="0072FF"/>
            </a:outerShdw>
          </a:effectLst>
        </p:spPr>
        <p:txBody>
          <a:bodyPr anchorCtr="0" anchor="ctr" bIns="0" lIns="0" spcFirstLastPara="1" rIns="0" wrap="square" tIns="0">
            <a:noAutofit/>
          </a:bodyPr>
          <a:lstStyle/>
          <a:p>
            <a:pPr indent="0" lvl="0" marL="0" marR="0" rtl="0" algn="l">
              <a:lnSpc>
                <a:spcPct val="80000"/>
              </a:lnSpc>
              <a:spcBef>
                <a:spcPts val="0"/>
              </a:spcBef>
              <a:spcAft>
                <a:spcPts val="0"/>
              </a:spcAft>
              <a:buClr>
                <a:schemeClr val="dk1"/>
              </a:buClr>
              <a:buSzPts val="3200"/>
              <a:buFont typeface="Vidaloka"/>
              <a:buNone/>
            </a:pPr>
            <a:r>
              <a:rPr b="0" i="0" lang="en-IN" sz="7200" u="none" cap="none" strike="noStrike">
                <a:solidFill>
                  <a:schemeClr val="dk1"/>
                </a:solidFill>
                <a:latin typeface="Vidaloka"/>
                <a:ea typeface="Vidaloka"/>
                <a:cs typeface="Vidaloka"/>
                <a:sym typeface="Vidaloka"/>
              </a:rPr>
              <a:t>Thanks!</a:t>
            </a:r>
            <a:endParaRPr b="0" i="0" sz="7200" u="none" cap="none" strike="noStrike">
              <a:solidFill>
                <a:schemeClr val="dk1"/>
              </a:solidFill>
              <a:latin typeface="Vidaloka"/>
              <a:ea typeface="Vidaloka"/>
              <a:cs typeface="Vidaloka"/>
              <a:sym typeface="Vidaloka"/>
            </a:endParaRPr>
          </a:p>
        </p:txBody>
      </p:sp>
      <p:sp>
        <p:nvSpPr>
          <p:cNvPr id="334" name="Google Shape;334;p30"/>
          <p:cNvSpPr txBox="1"/>
          <p:nvPr>
            <p:ph idx="4294967295" type="subTitle"/>
          </p:nvPr>
        </p:nvSpPr>
        <p:spPr>
          <a:xfrm>
            <a:off x="855300" y="2109113"/>
            <a:ext cx="4423200" cy="17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0"/>
              </a:spcAft>
              <a:buClr>
                <a:schemeClr val="lt1"/>
              </a:buClr>
              <a:buSzPts val="1100"/>
              <a:buFont typeface="Arial"/>
              <a:buNone/>
            </a:pPr>
            <a:r>
              <a:rPr b="1" i="0" lang="en-IN" sz="2400" u="none" cap="none" strike="noStrike">
                <a:solidFill>
                  <a:schemeClr val="dk1"/>
                </a:solidFill>
                <a:latin typeface="Lora"/>
                <a:ea typeface="Lora"/>
                <a:cs typeface="Lora"/>
                <a:sym typeface="Lora"/>
              </a:rPr>
              <a:t>Any questions?</a:t>
            </a:r>
            <a:endParaRPr b="1" i="0" sz="2400" u="none" cap="none" strike="noStrike">
              <a:solidFill>
                <a:schemeClr val="dk1"/>
              </a:solidFill>
              <a:latin typeface="Lora"/>
              <a:ea typeface="Lora"/>
              <a:cs typeface="Lora"/>
              <a:sym typeface="Lora"/>
            </a:endParaRPr>
          </a:p>
          <a:p>
            <a:pPr indent="0" lvl="0" marL="0" marR="0" rtl="0" algn="l">
              <a:lnSpc>
                <a:spcPct val="100000"/>
              </a:lnSpc>
              <a:spcBef>
                <a:spcPts val="600"/>
              </a:spcBef>
              <a:spcAft>
                <a:spcPts val="0"/>
              </a:spcAft>
              <a:buClr>
                <a:schemeClr val="lt1"/>
              </a:buClr>
              <a:buSzPts val="1100"/>
              <a:buFont typeface="Arial"/>
              <a:buNone/>
            </a:pPr>
            <a:r>
              <a:rPr b="0" i="0" lang="en-IN" sz="2400" u="none" cap="none" strike="noStrike">
                <a:solidFill>
                  <a:schemeClr val="dk1"/>
                </a:solidFill>
                <a:latin typeface="Lora"/>
                <a:ea typeface="Lora"/>
                <a:cs typeface="Lora"/>
                <a:sym typeface="Lora"/>
              </a:rPr>
              <a:t>You can find me at:</a:t>
            </a:r>
            <a:endParaRPr b="0" i="0" sz="2400" u="none" cap="none" strike="noStrike">
              <a:solidFill>
                <a:schemeClr val="dk1"/>
              </a:solidFill>
              <a:latin typeface="Lora"/>
              <a:ea typeface="Lora"/>
              <a:cs typeface="Lora"/>
              <a:sym typeface="Lora"/>
            </a:endParaRPr>
          </a:p>
          <a:p>
            <a:pPr indent="-355600" lvl="0" marL="457200" marR="0" rtl="0" algn="l">
              <a:lnSpc>
                <a:spcPct val="100000"/>
              </a:lnSpc>
              <a:spcBef>
                <a:spcPts val="600"/>
              </a:spcBef>
              <a:spcAft>
                <a:spcPts val="0"/>
              </a:spcAft>
              <a:buClr>
                <a:schemeClr val="accent6"/>
              </a:buClr>
              <a:buSzPts val="2000"/>
              <a:buFont typeface="Lora"/>
              <a:buChar char="✦"/>
            </a:pPr>
            <a:r>
              <a:rPr b="0" i="0" lang="en-IN" sz="2400" u="none" cap="none" strike="noStrike">
                <a:solidFill>
                  <a:schemeClr val="dk1"/>
                </a:solidFill>
                <a:latin typeface="Lora"/>
                <a:ea typeface="Lora"/>
                <a:cs typeface="Lora"/>
                <a:sym typeface="Lora"/>
              </a:rPr>
              <a:t>kriti29kausik@gmail.com</a:t>
            </a:r>
            <a:endParaRPr b="0" i="0" sz="2400" u="none" cap="none" strike="noStrike">
              <a:solidFill>
                <a:schemeClr val="dk1"/>
              </a:solidFill>
              <a:latin typeface="Lora"/>
              <a:ea typeface="Lora"/>
              <a:cs typeface="Lora"/>
              <a:sym typeface="Lora"/>
            </a:endParaRPr>
          </a:p>
        </p:txBody>
      </p:sp>
      <p:sp>
        <p:nvSpPr>
          <p:cNvPr id="335" name="Google Shape;335;p30"/>
          <p:cNvSpPr/>
          <p:nvPr/>
        </p:nvSpPr>
        <p:spPr>
          <a:xfrm>
            <a:off x="4365450" y="866725"/>
            <a:ext cx="2538600" cy="1964100"/>
          </a:xfrm>
          <a:prstGeom prst="cloudCallout">
            <a:avLst>
              <a:gd fmla="val 56798" name="adj1"/>
              <a:gd fmla="val 53281" name="adj2"/>
            </a:avLst>
          </a:prstGeom>
          <a:solidFill>
            <a:srgbClr val="0072FF">
              <a:alpha val="1725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0"/>
          <p:cNvSpPr/>
          <p:nvPr/>
        </p:nvSpPr>
        <p:spPr>
          <a:xfrm>
            <a:off x="5272624" y="1414182"/>
            <a:ext cx="724260" cy="869187"/>
          </a:xfrm>
          <a:custGeom>
            <a:rect b="b" l="l" r="r" t="t"/>
            <a:pathLst>
              <a:path extrusionOk="0" h="18981" w="15817">
                <a:moveTo>
                  <a:pt x="11364" y="1"/>
                </a:moveTo>
                <a:lnTo>
                  <a:pt x="11242" y="25"/>
                </a:lnTo>
                <a:lnTo>
                  <a:pt x="11169" y="74"/>
                </a:lnTo>
                <a:lnTo>
                  <a:pt x="11096" y="171"/>
                </a:lnTo>
                <a:lnTo>
                  <a:pt x="10780" y="731"/>
                </a:lnTo>
                <a:lnTo>
                  <a:pt x="10634" y="999"/>
                </a:lnTo>
                <a:lnTo>
                  <a:pt x="10537" y="1315"/>
                </a:lnTo>
                <a:lnTo>
                  <a:pt x="10512" y="1388"/>
                </a:lnTo>
                <a:lnTo>
                  <a:pt x="10537" y="1461"/>
                </a:lnTo>
                <a:lnTo>
                  <a:pt x="10585" y="1534"/>
                </a:lnTo>
                <a:lnTo>
                  <a:pt x="10634" y="1583"/>
                </a:lnTo>
                <a:lnTo>
                  <a:pt x="10707" y="1607"/>
                </a:lnTo>
                <a:lnTo>
                  <a:pt x="10804" y="1631"/>
                </a:lnTo>
                <a:lnTo>
                  <a:pt x="10877" y="1607"/>
                </a:lnTo>
                <a:lnTo>
                  <a:pt x="10950" y="1558"/>
                </a:lnTo>
                <a:lnTo>
                  <a:pt x="11145" y="1315"/>
                </a:lnTo>
                <a:lnTo>
                  <a:pt x="11291" y="1047"/>
                </a:lnTo>
                <a:lnTo>
                  <a:pt x="11510" y="731"/>
                </a:lnTo>
                <a:lnTo>
                  <a:pt x="11583" y="682"/>
                </a:lnTo>
                <a:lnTo>
                  <a:pt x="11656" y="609"/>
                </a:lnTo>
                <a:lnTo>
                  <a:pt x="11705" y="463"/>
                </a:lnTo>
                <a:lnTo>
                  <a:pt x="11729" y="342"/>
                </a:lnTo>
                <a:lnTo>
                  <a:pt x="11705" y="220"/>
                </a:lnTo>
                <a:lnTo>
                  <a:pt x="11656" y="123"/>
                </a:lnTo>
                <a:lnTo>
                  <a:pt x="11583" y="50"/>
                </a:lnTo>
                <a:lnTo>
                  <a:pt x="11486" y="25"/>
                </a:lnTo>
                <a:lnTo>
                  <a:pt x="11461" y="1"/>
                </a:lnTo>
                <a:close/>
                <a:moveTo>
                  <a:pt x="3821" y="171"/>
                </a:moveTo>
                <a:lnTo>
                  <a:pt x="3748" y="196"/>
                </a:lnTo>
                <a:lnTo>
                  <a:pt x="3699" y="244"/>
                </a:lnTo>
                <a:lnTo>
                  <a:pt x="3651" y="317"/>
                </a:lnTo>
                <a:lnTo>
                  <a:pt x="3651" y="390"/>
                </a:lnTo>
                <a:lnTo>
                  <a:pt x="3651" y="463"/>
                </a:lnTo>
                <a:lnTo>
                  <a:pt x="3699" y="634"/>
                </a:lnTo>
                <a:lnTo>
                  <a:pt x="3772" y="804"/>
                </a:lnTo>
                <a:lnTo>
                  <a:pt x="3943" y="1120"/>
                </a:lnTo>
                <a:lnTo>
                  <a:pt x="4113" y="1461"/>
                </a:lnTo>
                <a:lnTo>
                  <a:pt x="4259" y="1802"/>
                </a:lnTo>
                <a:lnTo>
                  <a:pt x="4332" y="1923"/>
                </a:lnTo>
                <a:lnTo>
                  <a:pt x="4429" y="1996"/>
                </a:lnTo>
                <a:lnTo>
                  <a:pt x="4527" y="2021"/>
                </a:lnTo>
                <a:lnTo>
                  <a:pt x="4624" y="1996"/>
                </a:lnTo>
                <a:lnTo>
                  <a:pt x="4721" y="1972"/>
                </a:lnTo>
                <a:lnTo>
                  <a:pt x="4794" y="1899"/>
                </a:lnTo>
                <a:lnTo>
                  <a:pt x="4843" y="1777"/>
                </a:lnTo>
                <a:lnTo>
                  <a:pt x="4843" y="1656"/>
                </a:lnTo>
                <a:lnTo>
                  <a:pt x="4794" y="1461"/>
                </a:lnTo>
                <a:lnTo>
                  <a:pt x="4697" y="1266"/>
                </a:lnTo>
                <a:lnTo>
                  <a:pt x="4502" y="901"/>
                </a:lnTo>
                <a:lnTo>
                  <a:pt x="4283" y="536"/>
                </a:lnTo>
                <a:lnTo>
                  <a:pt x="4162" y="390"/>
                </a:lnTo>
                <a:lnTo>
                  <a:pt x="4040" y="244"/>
                </a:lnTo>
                <a:lnTo>
                  <a:pt x="3967" y="196"/>
                </a:lnTo>
                <a:lnTo>
                  <a:pt x="3894" y="171"/>
                </a:lnTo>
                <a:close/>
                <a:moveTo>
                  <a:pt x="15452" y="4405"/>
                </a:moveTo>
                <a:lnTo>
                  <a:pt x="15379" y="4429"/>
                </a:lnTo>
                <a:lnTo>
                  <a:pt x="15306" y="4454"/>
                </a:lnTo>
                <a:lnTo>
                  <a:pt x="15135" y="4551"/>
                </a:lnTo>
                <a:lnTo>
                  <a:pt x="14941" y="4600"/>
                </a:lnTo>
                <a:lnTo>
                  <a:pt x="14551" y="4697"/>
                </a:lnTo>
                <a:lnTo>
                  <a:pt x="14357" y="4746"/>
                </a:lnTo>
                <a:lnTo>
                  <a:pt x="14162" y="4819"/>
                </a:lnTo>
                <a:lnTo>
                  <a:pt x="14016" y="4916"/>
                </a:lnTo>
                <a:lnTo>
                  <a:pt x="13870" y="5062"/>
                </a:lnTo>
                <a:lnTo>
                  <a:pt x="13822" y="5135"/>
                </a:lnTo>
                <a:lnTo>
                  <a:pt x="13822" y="5232"/>
                </a:lnTo>
                <a:lnTo>
                  <a:pt x="13846" y="5330"/>
                </a:lnTo>
                <a:lnTo>
                  <a:pt x="13895" y="5354"/>
                </a:lnTo>
                <a:lnTo>
                  <a:pt x="13943" y="5354"/>
                </a:lnTo>
                <a:lnTo>
                  <a:pt x="14138" y="5378"/>
                </a:lnTo>
                <a:lnTo>
                  <a:pt x="14357" y="5378"/>
                </a:lnTo>
                <a:lnTo>
                  <a:pt x="14600" y="5354"/>
                </a:lnTo>
                <a:lnTo>
                  <a:pt x="14819" y="5330"/>
                </a:lnTo>
                <a:lnTo>
                  <a:pt x="15038" y="5257"/>
                </a:lnTo>
                <a:lnTo>
                  <a:pt x="15257" y="5208"/>
                </a:lnTo>
                <a:lnTo>
                  <a:pt x="15452" y="5111"/>
                </a:lnTo>
                <a:lnTo>
                  <a:pt x="15646" y="5038"/>
                </a:lnTo>
                <a:lnTo>
                  <a:pt x="15719" y="4989"/>
                </a:lnTo>
                <a:lnTo>
                  <a:pt x="15768" y="4940"/>
                </a:lnTo>
                <a:lnTo>
                  <a:pt x="15817" y="4819"/>
                </a:lnTo>
                <a:lnTo>
                  <a:pt x="15792" y="4697"/>
                </a:lnTo>
                <a:lnTo>
                  <a:pt x="15768" y="4575"/>
                </a:lnTo>
                <a:lnTo>
                  <a:pt x="15671" y="4478"/>
                </a:lnTo>
                <a:lnTo>
                  <a:pt x="15573" y="4429"/>
                </a:lnTo>
                <a:lnTo>
                  <a:pt x="15452" y="4405"/>
                </a:lnTo>
                <a:close/>
                <a:moveTo>
                  <a:pt x="317" y="4697"/>
                </a:moveTo>
                <a:lnTo>
                  <a:pt x="220" y="4721"/>
                </a:lnTo>
                <a:lnTo>
                  <a:pt x="122" y="4746"/>
                </a:lnTo>
                <a:lnTo>
                  <a:pt x="25" y="4794"/>
                </a:lnTo>
                <a:lnTo>
                  <a:pt x="1" y="4867"/>
                </a:lnTo>
                <a:lnTo>
                  <a:pt x="1" y="4965"/>
                </a:lnTo>
                <a:lnTo>
                  <a:pt x="49" y="5038"/>
                </a:lnTo>
                <a:lnTo>
                  <a:pt x="195" y="5184"/>
                </a:lnTo>
                <a:lnTo>
                  <a:pt x="390" y="5305"/>
                </a:lnTo>
                <a:lnTo>
                  <a:pt x="779" y="5524"/>
                </a:lnTo>
                <a:lnTo>
                  <a:pt x="1169" y="5743"/>
                </a:lnTo>
                <a:lnTo>
                  <a:pt x="1388" y="5841"/>
                </a:lnTo>
                <a:lnTo>
                  <a:pt x="1582" y="5938"/>
                </a:lnTo>
                <a:lnTo>
                  <a:pt x="1655" y="5962"/>
                </a:lnTo>
                <a:lnTo>
                  <a:pt x="1801" y="5962"/>
                </a:lnTo>
                <a:lnTo>
                  <a:pt x="1850" y="5938"/>
                </a:lnTo>
                <a:lnTo>
                  <a:pt x="1923" y="5841"/>
                </a:lnTo>
                <a:lnTo>
                  <a:pt x="1972" y="5743"/>
                </a:lnTo>
                <a:lnTo>
                  <a:pt x="1996" y="5622"/>
                </a:lnTo>
                <a:lnTo>
                  <a:pt x="1972" y="5476"/>
                </a:lnTo>
                <a:lnTo>
                  <a:pt x="1899" y="5378"/>
                </a:lnTo>
                <a:lnTo>
                  <a:pt x="1826" y="5330"/>
                </a:lnTo>
                <a:lnTo>
                  <a:pt x="1777" y="5305"/>
                </a:lnTo>
                <a:lnTo>
                  <a:pt x="1582" y="5208"/>
                </a:lnTo>
                <a:lnTo>
                  <a:pt x="1388" y="5111"/>
                </a:lnTo>
                <a:lnTo>
                  <a:pt x="974" y="4892"/>
                </a:lnTo>
                <a:lnTo>
                  <a:pt x="755" y="4794"/>
                </a:lnTo>
                <a:lnTo>
                  <a:pt x="536" y="4721"/>
                </a:lnTo>
                <a:lnTo>
                  <a:pt x="317" y="4697"/>
                </a:lnTo>
                <a:close/>
                <a:moveTo>
                  <a:pt x="8809" y="6936"/>
                </a:moveTo>
                <a:lnTo>
                  <a:pt x="8736" y="6984"/>
                </a:lnTo>
                <a:lnTo>
                  <a:pt x="8663" y="7057"/>
                </a:lnTo>
                <a:lnTo>
                  <a:pt x="8566" y="7252"/>
                </a:lnTo>
                <a:lnTo>
                  <a:pt x="8468" y="7495"/>
                </a:lnTo>
                <a:lnTo>
                  <a:pt x="8420" y="7739"/>
                </a:lnTo>
                <a:lnTo>
                  <a:pt x="8395" y="7958"/>
                </a:lnTo>
                <a:lnTo>
                  <a:pt x="8395" y="8128"/>
                </a:lnTo>
                <a:lnTo>
                  <a:pt x="8322" y="8177"/>
                </a:lnTo>
                <a:lnTo>
                  <a:pt x="8201" y="8225"/>
                </a:lnTo>
                <a:lnTo>
                  <a:pt x="8079" y="8250"/>
                </a:lnTo>
                <a:lnTo>
                  <a:pt x="7982" y="8225"/>
                </a:lnTo>
                <a:lnTo>
                  <a:pt x="7909" y="8201"/>
                </a:lnTo>
                <a:lnTo>
                  <a:pt x="7982" y="8079"/>
                </a:lnTo>
                <a:lnTo>
                  <a:pt x="8055" y="7933"/>
                </a:lnTo>
                <a:lnTo>
                  <a:pt x="8103" y="7812"/>
                </a:lnTo>
                <a:lnTo>
                  <a:pt x="8103" y="7666"/>
                </a:lnTo>
                <a:lnTo>
                  <a:pt x="8103" y="7520"/>
                </a:lnTo>
                <a:lnTo>
                  <a:pt x="8055" y="7398"/>
                </a:lnTo>
                <a:lnTo>
                  <a:pt x="7957" y="7252"/>
                </a:lnTo>
                <a:lnTo>
                  <a:pt x="7836" y="7130"/>
                </a:lnTo>
                <a:lnTo>
                  <a:pt x="7763" y="7082"/>
                </a:lnTo>
                <a:lnTo>
                  <a:pt x="7617" y="7082"/>
                </a:lnTo>
                <a:lnTo>
                  <a:pt x="7544" y="7130"/>
                </a:lnTo>
                <a:lnTo>
                  <a:pt x="7446" y="7252"/>
                </a:lnTo>
                <a:lnTo>
                  <a:pt x="7373" y="7374"/>
                </a:lnTo>
                <a:lnTo>
                  <a:pt x="7325" y="7495"/>
                </a:lnTo>
                <a:lnTo>
                  <a:pt x="7300" y="7641"/>
                </a:lnTo>
                <a:lnTo>
                  <a:pt x="7300" y="7787"/>
                </a:lnTo>
                <a:lnTo>
                  <a:pt x="7300" y="7909"/>
                </a:lnTo>
                <a:lnTo>
                  <a:pt x="7325" y="8055"/>
                </a:lnTo>
                <a:lnTo>
                  <a:pt x="7373" y="8177"/>
                </a:lnTo>
                <a:lnTo>
                  <a:pt x="7179" y="8298"/>
                </a:lnTo>
                <a:lnTo>
                  <a:pt x="7081" y="8323"/>
                </a:lnTo>
                <a:lnTo>
                  <a:pt x="6984" y="8347"/>
                </a:lnTo>
                <a:lnTo>
                  <a:pt x="6911" y="8371"/>
                </a:lnTo>
                <a:lnTo>
                  <a:pt x="6814" y="8347"/>
                </a:lnTo>
                <a:lnTo>
                  <a:pt x="6692" y="8298"/>
                </a:lnTo>
                <a:lnTo>
                  <a:pt x="6570" y="8201"/>
                </a:lnTo>
                <a:lnTo>
                  <a:pt x="6497" y="8055"/>
                </a:lnTo>
                <a:lnTo>
                  <a:pt x="6449" y="7909"/>
                </a:lnTo>
                <a:lnTo>
                  <a:pt x="6449" y="7739"/>
                </a:lnTo>
                <a:lnTo>
                  <a:pt x="6497" y="7544"/>
                </a:lnTo>
                <a:lnTo>
                  <a:pt x="6497" y="7520"/>
                </a:lnTo>
                <a:lnTo>
                  <a:pt x="6473" y="7520"/>
                </a:lnTo>
                <a:lnTo>
                  <a:pt x="6449" y="7495"/>
                </a:lnTo>
                <a:lnTo>
                  <a:pt x="6424" y="7520"/>
                </a:lnTo>
                <a:lnTo>
                  <a:pt x="6327" y="7617"/>
                </a:lnTo>
                <a:lnTo>
                  <a:pt x="6254" y="7739"/>
                </a:lnTo>
                <a:lnTo>
                  <a:pt x="6230" y="7836"/>
                </a:lnTo>
                <a:lnTo>
                  <a:pt x="6206" y="7958"/>
                </a:lnTo>
                <a:lnTo>
                  <a:pt x="6206" y="8055"/>
                </a:lnTo>
                <a:lnTo>
                  <a:pt x="6206" y="8177"/>
                </a:lnTo>
                <a:lnTo>
                  <a:pt x="6254" y="8274"/>
                </a:lnTo>
                <a:lnTo>
                  <a:pt x="6303" y="8371"/>
                </a:lnTo>
                <a:lnTo>
                  <a:pt x="6376" y="8469"/>
                </a:lnTo>
                <a:lnTo>
                  <a:pt x="6449" y="8542"/>
                </a:lnTo>
                <a:lnTo>
                  <a:pt x="6546" y="8615"/>
                </a:lnTo>
                <a:lnTo>
                  <a:pt x="6643" y="8663"/>
                </a:lnTo>
                <a:lnTo>
                  <a:pt x="6765" y="8712"/>
                </a:lnTo>
                <a:lnTo>
                  <a:pt x="6862" y="8736"/>
                </a:lnTo>
                <a:lnTo>
                  <a:pt x="7008" y="8736"/>
                </a:lnTo>
                <a:lnTo>
                  <a:pt x="7130" y="8712"/>
                </a:lnTo>
                <a:lnTo>
                  <a:pt x="7349" y="8615"/>
                </a:lnTo>
                <a:lnTo>
                  <a:pt x="7592" y="8493"/>
                </a:lnTo>
                <a:lnTo>
                  <a:pt x="7690" y="8566"/>
                </a:lnTo>
                <a:lnTo>
                  <a:pt x="7836" y="8639"/>
                </a:lnTo>
                <a:lnTo>
                  <a:pt x="7982" y="8663"/>
                </a:lnTo>
                <a:lnTo>
                  <a:pt x="8128" y="8688"/>
                </a:lnTo>
                <a:lnTo>
                  <a:pt x="8225" y="8688"/>
                </a:lnTo>
                <a:lnTo>
                  <a:pt x="8347" y="8663"/>
                </a:lnTo>
                <a:lnTo>
                  <a:pt x="8566" y="8566"/>
                </a:lnTo>
                <a:lnTo>
                  <a:pt x="8639" y="8663"/>
                </a:lnTo>
                <a:lnTo>
                  <a:pt x="8736" y="8736"/>
                </a:lnTo>
                <a:lnTo>
                  <a:pt x="8833" y="8809"/>
                </a:lnTo>
                <a:lnTo>
                  <a:pt x="8931" y="8858"/>
                </a:lnTo>
                <a:lnTo>
                  <a:pt x="9174" y="8907"/>
                </a:lnTo>
                <a:lnTo>
                  <a:pt x="9417" y="8931"/>
                </a:lnTo>
                <a:lnTo>
                  <a:pt x="9661" y="8882"/>
                </a:lnTo>
                <a:lnTo>
                  <a:pt x="9880" y="8809"/>
                </a:lnTo>
                <a:lnTo>
                  <a:pt x="9977" y="8736"/>
                </a:lnTo>
                <a:lnTo>
                  <a:pt x="10074" y="8663"/>
                </a:lnTo>
                <a:lnTo>
                  <a:pt x="10172" y="8566"/>
                </a:lnTo>
                <a:lnTo>
                  <a:pt x="10269" y="8469"/>
                </a:lnTo>
                <a:lnTo>
                  <a:pt x="10293" y="8396"/>
                </a:lnTo>
                <a:lnTo>
                  <a:pt x="10293" y="8347"/>
                </a:lnTo>
                <a:lnTo>
                  <a:pt x="10269" y="8298"/>
                </a:lnTo>
                <a:lnTo>
                  <a:pt x="10245" y="8250"/>
                </a:lnTo>
                <a:lnTo>
                  <a:pt x="10172" y="8225"/>
                </a:lnTo>
                <a:lnTo>
                  <a:pt x="10123" y="8201"/>
                </a:lnTo>
                <a:lnTo>
                  <a:pt x="10001" y="8201"/>
                </a:lnTo>
                <a:lnTo>
                  <a:pt x="9782" y="8323"/>
                </a:lnTo>
                <a:lnTo>
                  <a:pt x="9563" y="8420"/>
                </a:lnTo>
                <a:lnTo>
                  <a:pt x="9442" y="8444"/>
                </a:lnTo>
                <a:lnTo>
                  <a:pt x="9344" y="8469"/>
                </a:lnTo>
                <a:lnTo>
                  <a:pt x="9223" y="8469"/>
                </a:lnTo>
                <a:lnTo>
                  <a:pt x="9101" y="8420"/>
                </a:lnTo>
                <a:lnTo>
                  <a:pt x="9004" y="8347"/>
                </a:lnTo>
                <a:lnTo>
                  <a:pt x="8931" y="8274"/>
                </a:lnTo>
                <a:lnTo>
                  <a:pt x="9052" y="8128"/>
                </a:lnTo>
                <a:lnTo>
                  <a:pt x="9150" y="7982"/>
                </a:lnTo>
                <a:lnTo>
                  <a:pt x="9247" y="7836"/>
                </a:lnTo>
                <a:lnTo>
                  <a:pt x="9296" y="7666"/>
                </a:lnTo>
                <a:lnTo>
                  <a:pt x="9320" y="7495"/>
                </a:lnTo>
                <a:lnTo>
                  <a:pt x="9296" y="7349"/>
                </a:lnTo>
                <a:lnTo>
                  <a:pt x="9247" y="7203"/>
                </a:lnTo>
                <a:lnTo>
                  <a:pt x="9150" y="7057"/>
                </a:lnTo>
                <a:lnTo>
                  <a:pt x="9052" y="6984"/>
                </a:lnTo>
                <a:lnTo>
                  <a:pt x="8955" y="6936"/>
                </a:lnTo>
                <a:close/>
                <a:moveTo>
                  <a:pt x="1947" y="9710"/>
                </a:moveTo>
                <a:lnTo>
                  <a:pt x="1801" y="9758"/>
                </a:lnTo>
                <a:lnTo>
                  <a:pt x="1582" y="9856"/>
                </a:lnTo>
                <a:lnTo>
                  <a:pt x="1363" y="10002"/>
                </a:lnTo>
                <a:lnTo>
                  <a:pt x="925" y="10294"/>
                </a:lnTo>
                <a:lnTo>
                  <a:pt x="706" y="10415"/>
                </a:lnTo>
                <a:lnTo>
                  <a:pt x="585" y="10513"/>
                </a:lnTo>
                <a:lnTo>
                  <a:pt x="463" y="10610"/>
                </a:lnTo>
                <a:lnTo>
                  <a:pt x="366" y="10707"/>
                </a:lnTo>
                <a:lnTo>
                  <a:pt x="317" y="10829"/>
                </a:lnTo>
                <a:lnTo>
                  <a:pt x="317" y="10878"/>
                </a:lnTo>
                <a:lnTo>
                  <a:pt x="341" y="10926"/>
                </a:lnTo>
                <a:lnTo>
                  <a:pt x="366" y="10999"/>
                </a:lnTo>
                <a:lnTo>
                  <a:pt x="439" y="11048"/>
                </a:lnTo>
                <a:lnTo>
                  <a:pt x="536" y="11097"/>
                </a:lnTo>
                <a:lnTo>
                  <a:pt x="633" y="11097"/>
                </a:lnTo>
                <a:lnTo>
                  <a:pt x="755" y="11072"/>
                </a:lnTo>
                <a:lnTo>
                  <a:pt x="877" y="11048"/>
                </a:lnTo>
                <a:lnTo>
                  <a:pt x="1120" y="10926"/>
                </a:lnTo>
                <a:lnTo>
                  <a:pt x="1315" y="10829"/>
                </a:lnTo>
                <a:lnTo>
                  <a:pt x="1728" y="10610"/>
                </a:lnTo>
                <a:lnTo>
                  <a:pt x="1947" y="10488"/>
                </a:lnTo>
                <a:lnTo>
                  <a:pt x="2142" y="10342"/>
                </a:lnTo>
                <a:lnTo>
                  <a:pt x="2264" y="10245"/>
                </a:lnTo>
                <a:lnTo>
                  <a:pt x="2312" y="10123"/>
                </a:lnTo>
                <a:lnTo>
                  <a:pt x="2312" y="10002"/>
                </a:lnTo>
                <a:lnTo>
                  <a:pt x="2264" y="9880"/>
                </a:lnTo>
                <a:lnTo>
                  <a:pt x="2191" y="9783"/>
                </a:lnTo>
                <a:lnTo>
                  <a:pt x="2069" y="9734"/>
                </a:lnTo>
                <a:lnTo>
                  <a:pt x="1947" y="9710"/>
                </a:lnTo>
                <a:close/>
                <a:moveTo>
                  <a:pt x="14065" y="10026"/>
                </a:moveTo>
                <a:lnTo>
                  <a:pt x="13895" y="10050"/>
                </a:lnTo>
                <a:lnTo>
                  <a:pt x="13846" y="10075"/>
                </a:lnTo>
                <a:lnTo>
                  <a:pt x="13797" y="10123"/>
                </a:lnTo>
                <a:lnTo>
                  <a:pt x="13773" y="10172"/>
                </a:lnTo>
                <a:lnTo>
                  <a:pt x="13749" y="10221"/>
                </a:lnTo>
                <a:lnTo>
                  <a:pt x="13773" y="10318"/>
                </a:lnTo>
                <a:lnTo>
                  <a:pt x="13797" y="10367"/>
                </a:lnTo>
                <a:lnTo>
                  <a:pt x="13846" y="10415"/>
                </a:lnTo>
                <a:lnTo>
                  <a:pt x="14138" y="10586"/>
                </a:lnTo>
                <a:lnTo>
                  <a:pt x="14454" y="10756"/>
                </a:lnTo>
                <a:lnTo>
                  <a:pt x="14624" y="10878"/>
                </a:lnTo>
                <a:lnTo>
                  <a:pt x="14819" y="10975"/>
                </a:lnTo>
                <a:lnTo>
                  <a:pt x="15014" y="11048"/>
                </a:lnTo>
                <a:lnTo>
                  <a:pt x="15208" y="11097"/>
                </a:lnTo>
                <a:lnTo>
                  <a:pt x="15379" y="11097"/>
                </a:lnTo>
                <a:lnTo>
                  <a:pt x="15427" y="11072"/>
                </a:lnTo>
                <a:lnTo>
                  <a:pt x="15500" y="11024"/>
                </a:lnTo>
                <a:lnTo>
                  <a:pt x="15573" y="10951"/>
                </a:lnTo>
                <a:lnTo>
                  <a:pt x="15598" y="10829"/>
                </a:lnTo>
                <a:lnTo>
                  <a:pt x="15598" y="10707"/>
                </a:lnTo>
                <a:lnTo>
                  <a:pt x="15549" y="10586"/>
                </a:lnTo>
                <a:lnTo>
                  <a:pt x="15500" y="10537"/>
                </a:lnTo>
                <a:lnTo>
                  <a:pt x="15452" y="10513"/>
                </a:lnTo>
                <a:lnTo>
                  <a:pt x="15379" y="10464"/>
                </a:lnTo>
                <a:lnTo>
                  <a:pt x="15306" y="10464"/>
                </a:lnTo>
                <a:lnTo>
                  <a:pt x="15135" y="10415"/>
                </a:lnTo>
                <a:lnTo>
                  <a:pt x="14965" y="10367"/>
                </a:lnTo>
                <a:lnTo>
                  <a:pt x="14600" y="10196"/>
                </a:lnTo>
                <a:lnTo>
                  <a:pt x="14430" y="10099"/>
                </a:lnTo>
                <a:lnTo>
                  <a:pt x="14260" y="10050"/>
                </a:lnTo>
                <a:lnTo>
                  <a:pt x="14065" y="10026"/>
                </a:lnTo>
                <a:close/>
                <a:moveTo>
                  <a:pt x="8468" y="2605"/>
                </a:moveTo>
                <a:lnTo>
                  <a:pt x="8760" y="2629"/>
                </a:lnTo>
                <a:lnTo>
                  <a:pt x="9052" y="2678"/>
                </a:lnTo>
                <a:lnTo>
                  <a:pt x="9344" y="2726"/>
                </a:lnTo>
                <a:lnTo>
                  <a:pt x="9125" y="2799"/>
                </a:lnTo>
                <a:lnTo>
                  <a:pt x="9101" y="2824"/>
                </a:lnTo>
                <a:lnTo>
                  <a:pt x="9101" y="2848"/>
                </a:lnTo>
                <a:lnTo>
                  <a:pt x="9101" y="2872"/>
                </a:lnTo>
                <a:lnTo>
                  <a:pt x="9125" y="2897"/>
                </a:lnTo>
                <a:lnTo>
                  <a:pt x="9223" y="2945"/>
                </a:lnTo>
                <a:lnTo>
                  <a:pt x="9320" y="2970"/>
                </a:lnTo>
                <a:lnTo>
                  <a:pt x="9442" y="2945"/>
                </a:lnTo>
                <a:lnTo>
                  <a:pt x="9563" y="2921"/>
                </a:lnTo>
                <a:lnTo>
                  <a:pt x="9855" y="2872"/>
                </a:lnTo>
                <a:lnTo>
                  <a:pt x="10269" y="3043"/>
                </a:lnTo>
                <a:lnTo>
                  <a:pt x="10074" y="3067"/>
                </a:lnTo>
                <a:lnTo>
                  <a:pt x="9855" y="3116"/>
                </a:lnTo>
                <a:lnTo>
                  <a:pt x="9685" y="3189"/>
                </a:lnTo>
                <a:lnTo>
                  <a:pt x="9515" y="3262"/>
                </a:lnTo>
                <a:lnTo>
                  <a:pt x="9515" y="3286"/>
                </a:lnTo>
                <a:lnTo>
                  <a:pt x="9490" y="3310"/>
                </a:lnTo>
                <a:lnTo>
                  <a:pt x="9515" y="3335"/>
                </a:lnTo>
                <a:lnTo>
                  <a:pt x="9539" y="3359"/>
                </a:lnTo>
                <a:lnTo>
                  <a:pt x="9953" y="3335"/>
                </a:lnTo>
                <a:lnTo>
                  <a:pt x="10342" y="3310"/>
                </a:lnTo>
                <a:lnTo>
                  <a:pt x="10780" y="3310"/>
                </a:lnTo>
                <a:lnTo>
                  <a:pt x="11048" y="3505"/>
                </a:lnTo>
                <a:lnTo>
                  <a:pt x="10756" y="3578"/>
                </a:lnTo>
                <a:lnTo>
                  <a:pt x="10464" y="3675"/>
                </a:lnTo>
                <a:lnTo>
                  <a:pt x="10245" y="3797"/>
                </a:lnTo>
                <a:lnTo>
                  <a:pt x="10099" y="3918"/>
                </a:lnTo>
                <a:lnTo>
                  <a:pt x="10074" y="3943"/>
                </a:lnTo>
                <a:lnTo>
                  <a:pt x="10099" y="3943"/>
                </a:lnTo>
                <a:lnTo>
                  <a:pt x="10391" y="3918"/>
                </a:lnTo>
                <a:lnTo>
                  <a:pt x="10683" y="3870"/>
                </a:lnTo>
                <a:lnTo>
                  <a:pt x="10975" y="3821"/>
                </a:lnTo>
                <a:lnTo>
                  <a:pt x="11291" y="3773"/>
                </a:lnTo>
                <a:lnTo>
                  <a:pt x="11364" y="3773"/>
                </a:lnTo>
                <a:lnTo>
                  <a:pt x="11583" y="3967"/>
                </a:lnTo>
                <a:lnTo>
                  <a:pt x="11778" y="4186"/>
                </a:lnTo>
                <a:lnTo>
                  <a:pt x="11388" y="4210"/>
                </a:lnTo>
                <a:lnTo>
                  <a:pt x="10829" y="4259"/>
                </a:lnTo>
                <a:lnTo>
                  <a:pt x="10561" y="4283"/>
                </a:lnTo>
                <a:lnTo>
                  <a:pt x="10318" y="4381"/>
                </a:lnTo>
                <a:lnTo>
                  <a:pt x="10293" y="4405"/>
                </a:lnTo>
                <a:lnTo>
                  <a:pt x="10293" y="4429"/>
                </a:lnTo>
                <a:lnTo>
                  <a:pt x="10318" y="4454"/>
                </a:lnTo>
                <a:lnTo>
                  <a:pt x="10585" y="4527"/>
                </a:lnTo>
                <a:lnTo>
                  <a:pt x="11705" y="4527"/>
                </a:lnTo>
                <a:lnTo>
                  <a:pt x="11997" y="4502"/>
                </a:lnTo>
                <a:lnTo>
                  <a:pt x="12216" y="4867"/>
                </a:lnTo>
                <a:lnTo>
                  <a:pt x="11851" y="4867"/>
                </a:lnTo>
                <a:lnTo>
                  <a:pt x="11267" y="4892"/>
                </a:lnTo>
                <a:lnTo>
                  <a:pt x="10658" y="4940"/>
                </a:lnTo>
                <a:lnTo>
                  <a:pt x="10634" y="4940"/>
                </a:lnTo>
                <a:lnTo>
                  <a:pt x="10634" y="4965"/>
                </a:lnTo>
                <a:lnTo>
                  <a:pt x="10634" y="4989"/>
                </a:lnTo>
                <a:lnTo>
                  <a:pt x="10658" y="5013"/>
                </a:lnTo>
                <a:lnTo>
                  <a:pt x="10902" y="5086"/>
                </a:lnTo>
                <a:lnTo>
                  <a:pt x="11169" y="5111"/>
                </a:lnTo>
                <a:lnTo>
                  <a:pt x="12021" y="5111"/>
                </a:lnTo>
                <a:lnTo>
                  <a:pt x="12362" y="5135"/>
                </a:lnTo>
                <a:lnTo>
                  <a:pt x="12556" y="5622"/>
                </a:lnTo>
                <a:lnTo>
                  <a:pt x="11461" y="5622"/>
                </a:lnTo>
                <a:lnTo>
                  <a:pt x="11291" y="5646"/>
                </a:lnTo>
                <a:lnTo>
                  <a:pt x="11145" y="5695"/>
                </a:lnTo>
                <a:lnTo>
                  <a:pt x="10999" y="5768"/>
                </a:lnTo>
                <a:lnTo>
                  <a:pt x="10975" y="5792"/>
                </a:lnTo>
                <a:lnTo>
                  <a:pt x="10999" y="5841"/>
                </a:lnTo>
                <a:lnTo>
                  <a:pt x="11267" y="5889"/>
                </a:lnTo>
                <a:lnTo>
                  <a:pt x="11534" y="5889"/>
                </a:lnTo>
                <a:lnTo>
                  <a:pt x="12070" y="5914"/>
                </a:lnTo>
                <a:lnTo>
                  <a:pt x="12654" y="5938"/>
                </a:lnTo>
                <a:lnTo>
                  <a:pt x="12702" y="6060"/>
                </a:lnTo>
                <a:lnTo>
                  <a:pt x="12727" y="6181"/>
                </a:lnTo>
                <a:lnTo>
                  <a:pt x="12386" y="6181"/>
                </a:lnTo>
                <a:lnTo>
                  <a:pt x="11729" y="6254"/>
                </a:lnTo>
                <a:lnTo>
                  <a:pt x="11413" y="6279"/>
                </a:lnTo>
                <a:lnTo>
                  <a:pt x="11121" y="6352"/>
                </a:lnTo>
                <a:lnTo>
                  <a:pt x="11096" y="6352"/>
                </a:lnTo>
                <a:lnTo>
                  <a:pt x="11096" y="6376"/>
                </a:lnTo>
                <a:lnTo>
                  <a:pt x="11096" y="6400"/>
                </a:lnTo>
                <a:lnTo>
                  <a:pt x="11121" y="6425"/>
                </a:lnTo>
                <a:lnTo>
                  <a:pt x="11388" y="6473"/>
                </a:lnTo>
                <a:lnTo>
                  <a:pt x="11656" y="6498"/>
                </a:lnTo>
                <a:lnTo>
                  <a:pt x="12508" y="6498"/>
                </a:lnTo>
                <a:lnTo>
                  <a:pt x="12824" y="6522"/>
                </a:lnTo>
                <a:lnTo>
                  <a:pt x="12873" y="6838"/>
                </a:lnTo>
                <a:lnTo>
                  <a:pt x="12556" y="6838"/>
                </a:lnTo>
                <a:lnTo>
                  <a:pt x="12240" y="6863"/>
                </a:lnTo>
                <a:lnTo>
                  <a:pt x="11753" y="6887"/>
                </a:lnTo>
                <a:lnTo>
                  <a:pt x="11510" y="6911"/>
                </a:lnTo>
                <a:lnTo>
                  <a:pt x="11267" y="6936"/>
                </a:lnTo>
                <a:lnTo>
                  <a:pt x="11242" y="6936"/>
                </a:lnTo>
                <a:lnTo>
                  <a:pt x="11242" y="6960"/>
                </a:lnTo>
                <a:lnTo>
                  <a:pt x="11242" y="7009"/>
                </a:lnTo>
                <a:lnTo>
                  <a:pt x="11267" y="7009"/>
                </a:lnTo>
                <a:lnTo>
                  <a:pt x="11461" y="7082"/>
                </a:lnTo>
                <a:lnTo>
                  <a:pt x="11680" y="7130"/>
                </a:lnTo>
                <a:lnTo>
                  <a:pt x="12727" y="7130"/>
                </a:lnTo>
                <a:lnTo>
                  <a:pt x="12921" y="7106"/>
                </a:lnTo>
                <a:lnTo>
                  <a:pt x="12994" y="7593"/>
                </a:lnTo>
                <a:lnTo>
                  <a:pt x="12994" y="7593"/>
                </a:lnTo>
                <a:lnTo>
                  <a:pt x="12848" y="7568"/>
                </a:lnTo>
                <a:lnTo>
                  <a:pt x="12702" y="7568"/>
                </a:lnTo>
                <a:lnTo>
                  <a:pt x="12435" y="7593"/>
                </a:lnTo>
                <a:lnTo>
                  <a:pt x="11997" y="7593"/>
                </a:lnTo>
                <a:lnTo>
                  <a:pt x="11778" y="7617"/>
                </a:lnTo>
                <a:lnTo>
                  <a:pt x="11559" y="7690"/>
                </a:lnTo>
                <a:lnTo>
                  <a:pt x="11534" y="7690"/>
                </a:lnTo>
                <a:lnTo>
                  <a:pt x="11534" y="7739"/>
                </a:lnTo>
                <a:lnTo>
                  <a:pt x="11534" y="7763"/>
                </a:lnTo>
                <a:lnTo>
                  <a:pt x="11559" y="7787"/>
                </a:lnTo>
                <a:lnTo>
                  <a:pt x="11778" y="7836"/>
                </a:lnTo>
                <a:lnTo>
                  <a:pt x="11997" y="7860"/>
                </a:lnTo>
                <a:lnTo>
                  <a:pt x="12435" y="7860"/>
                </a:lnTo>
                <a:lnTo>
                  <a:pt x="12702" y="7885"/>
                </a:lnTo>
                <a:lnTo>
                  <a:pt x="12848" y="7885"/>
                </a:lnTo>
                <a:lnTo>
                  <a:pt x="12994" y="7860"/>
                </a:lnTo>
                <a:lnTo>
                  <a:pt x="12994" y="7909"/>
                </a:lnTo>
                <a:lnTo>
                  <a:pt x="12994" y="8250"/>
                </a:lnTo>
                <a:lnTo>
                  <a:pt x="12873" y="8201"/>
                </a:lnTo>
                <a:lnTo>
                  <a:pt x="12775" y="8201"/>
                </a:lnTo>
                <a:lnTo>
                  <a:pt x="12532" y="8177"/>
                </a:lnTo>
                <a:lnTo>
                  <a:pt x="12094" y="8177"/>
                </a:lnTo>
                <a:lnTo>
                  <a:pt x="11875" y="8201"/>
                </a:lnTo>
                <a:lnTo>
                  <a:pt x="11656" y="8250"/>
                </a:lnTo>
                <a:lnTo>
                  <a:pt x="11656" y="8274"/>
                </a:lnTo>
                <a:lnTo>
                  <a:pt x="11632" y="8298"/>
                </a:lnTo>
                <a:lnTo>
                  <a:pt x="11656" y="8298"/>
                </a:lnTo>
                <a:lnTo>
                  <a:pt x="11656" y="8323"/>
                </a:lnTo>
                <a:lnTo>
                  <a:pt x="12045" y="8396"/>
                </a:lnTo>
                <a:lnTo>
                  <a:pt x="12410" y="8444"/>
                </a:lnTo>
                <a:lnTo>
                  <a:pt x="12702" y="8469"/>
                </a:lnTo>
                <a:lnTo>
                  <a:pt x="12824" y="8493"/>
                </a:lnTo>
                <a:lnTo>
                  <a:pt x="12970" y="8469"/>
                </a:lnTo>
                <a:lnTo>
                  <a:pt x="12873" y="8858"/>
                </a:lnTo>
                <a:lnTo>
                  <a:pt x="12654" y="8809"/>
                </a:lnTo>
                <a:lnTo>
                  <a:pt x="12483" y="8785"/>
                </a:lnTo>
                <a:lnTo>
                  <a:pt x="12264" y="8736"/>
                </a:lnTo>
                <a:lnTo>
                  <a:pt x="11826" y="8736"/>
                </a:lnTo>
                <a:lnTo>
                  <a:pt x="11607" y="8809"/>
                </a:lnTo>
                <a:lnTo>
                  <a:pt x="11583" y="8834"/>
                </a:lnTo>
                <a:lnTo>
                  <a:pt x="11583" y="8858"/>
                </a:lnTo>
                <a:lnTo>
                  <a:pt x="11583" y="8882"/>
                </a:lnTo>
                <a:lnTo>
                  <a:pt x="11851" y="8882"/>
                </a:lnTo>
                <a:lnTo>
                  <a:pt x="12094" y="8931"/>
                </a:lnTo>
                <a:lnTo>
                  <a:pt x="12556" y="9053"/>
                </a:lnTo>
                <a:lnTo>
                  <a:pt x="12775" y="9126"/>
                </a:lnTo>
                <a:lnTo>
                  <a:pt x="12654" y="9345"/>
                </a:lnTo>
                <a:lnTo>
                  <a:pt x="12508" y="9296"/>
                </a:lnTo>
                <a:lnTo>
                  <a:pt x="12313" y="9272"/>
                </a:lnTo>
                <a:lnTo>
                  <a:pt x="12143" y="9223"/>
                </a:lnTo>
                <a:lnTo>
                  <a:pt x="11972" y="9199"/>
                </a:lnTo>
                <a:lnTo>
                  <a:pt x="11607" y="9199"/>
                </a:lnTo>
                <a:lnTo>
                  <a:pt x="11583" y="9223"/>
                </a:lnTo>
                <a:lnTo>
                  <a:pt x="11583" y="9247"/>
                </a:lnTo>
                <a:lnTo>
                  <a:pt x="11583" y="9272"/>
                </a:lnTo>
                <a:lnTo>
                  <a:pt x="11924" y="9418"/>
                </a:lnTo>
                <a:lnTo>
                  <a:pt x="12240" y="9564"/>
                </a:lnTo>
                <a:lnTo>
                  <a:pt x="12532" y="9637"/>
                </a:lnTo>
                <a:lnTo>
                  <a:pt x="12337" y="9929"/>
                </a:lnTo>
                <a:lnTo>
                  <a:pt x="12337" y="9977"/>
                </a:lnTo>
                <a:lnTo>
                  <a:pt x="12167" y="9904"/>
                </a:lnTo>
                <a:lnTo>
                  <a:pt x="11997" y="9880"/>
                </a:lnTo>
                <a:lnTo>
                  <a:pt x="11802" y="9831"/>
                </a:lnTo>
                <a:lnTo>
                  <a:pt x="11242" y="9831"/>
                </a:lnTo>
                <a:lnTo>
                  <a:pt x="11218" y="9856"/>
                </a:lnTo>
                <a:lnTo>
                  <a:pt x="11218" y="9880"/>
                </a:lnTo>
                <a:lnTo>
                  <a:pt x="11242" y="9880"/>
                </a:lnTo>
                <a:lnTo>
                  <a:pt x="11534" y="10002"/>
                </a:lnTo>
                <a:lnTo>
                  <a:pt x="11851" y="10123"/>
                </a:lnTo>
                <a:lnTo>
                  <a:pt x="12167" y="10245"/>
                </a:lnTo>
                <a:lnTo>
                  <a:pt x="11972" y="10513"/>
                </a:lnTo>
                <a:lnTo>
                  <a:pt x="11826" y="10488"/>
                </a:lnTo>
                <a:lnTo>
                  <a:pt x="11413" y="10391"/>
                </a:lnTo>
                <a:lnTo>
                  <a:pt x="11023" y="10342"/>
                </a:lnTo>
                <a:lnTo>
                  <a:pt x="10975" y="10342"/>
                </a:lnTo>
                <a:lnTo>
                  <a:pt x="10975" y="10367"/>
                </a:lnTo>
                <a:lnTo>
                  <a:pt x="10975" y="10391"/>
                </a:lnTo>
                <a:lnTo>
                  <a:pt x="10999" y="10440"/>
                </a:lnTo>
                <a:lnTo>
                  <a:pt x="11145" y="10537"/>
                </a:lnTo>
                <a:lnTo>
                  <a:pt x="11315" y="10610"/>
                </a:lnTo>
                <a:lnTo>
                  <a:pt x="11632" y="10732"/>
                </a:lnTo>
                <a:lnTo>
                  <a:pt x="11802" y="10780"/>
                </a:lnTo>
                <a:lnTo>
                  <a:pt x="11656" y="10999"/>
                </a:lnTo>
                <a:lnTo>
                  <a:pt x="11510" y="10951"/>
                </a:lnTo>
                <a:lnTo>
                  <a:pt x="11364" y="10926"/>
                </a:lnTo>
                <a:lnTo>
                  <a:pt x="11072" y="10853"/>
                </a:lnTo>
                <a:lnTo>
                  <a:pt x="10950" y="10853"/>
                </a:lnTo>
                <a:lnTo>
                  <a:pt x="10804" y="10902"/>
                </a:lnTo>
                <a:lnTo>
                  <a:pt x="10780" y="10926"/>
                </a:lnTo>
                <a:lnTo>
                  <a:pt x="10756" y="10951"/>
                </a:lnTo>
                <a:lnTo>
                  <a:pt x="10756" y="10999"/>
                </a:lnTo>
                <a:lnTo>
                  <a:pt x="10780" y="11048"/>
                </a:lnTo>
                <a:lnTo>
                  <a:pt x="10902" y="11121"/>
                </a:lnTo>
                <a:lnTo>
                  <a:pt x="11023" y="11170"/>
                </a:lnTo>
                <a:lnTo>
                  <a:pt x="11267" y="11243"/>
                </a:lnTo>
                <a:lnTo>
                  <a:pt x="11461" y="11291"/>
                </a:lnTo>
                <a:lnTo>
                  <a:pt x="11242" y="11583"/>
                </a:lnTo>
                <a:lnTo>
                  <a:pt x="11072" y="11535"/>
                </a:lnTo>
                <a:lnTo>
                  <a:pt x="10877" y="11535"/>
                </a:lnTo>
                <a:lnTo>
                  <a:pt x="10683" y="11583"/>
                </a:lnTo>
                <a:lnTo>
                  <a:pt x="10658" y="11608"/>
                </a:lnTo>
                <a:lnTo>
                  <a:pt x="10683" y="11632"/>
                </a:lnTo>
                <a:lnTo>
                  <a:pt x="10829" y="11681"/>
                </a:lnTo>
                <a:lnTo>
                  <a:pt x="10975" y="11729"/>
                </a:lnTo>
                <a:lnTo>
                  <a:pt x="11096" y="11778"/>
                </a:lnTo>
                <a:lnTo>
                  <a:pt x="10877" y="12143"/>
                </a:lnTo>
                <a:lnTo>
                  <a:pt x="10829" y="12118"/>
                </a:lnTo>
                <a:lnTo>
                  <a:pt x="10658" y="12045"/>
                </a:lnTo>
                <a:lnTo>
                  <a:pt x="10561" y="11997"/>
                </a:lnTo>
                <a:lnTo>
                  <a:pt x="10464" y="11972"/>
                </a:lnTo>
                <a:lnTo>
                  <a:pt x="10439" y="11997"/>
                </a:lnTo>
                <a:lnTo>
                  <a:pt x="10439" y="12045"/>
                </a:lnTo>
                <a:lnTo>
                  <a:pt x="10488" y="12118"/>
                </a:lnTo>
                <a:lnTo>
                  <a:pt x="10585" y="12191"/>
                </a:lnTo>
                <a:lnTo>
                  <a:pt x="10756" y="12313"/>
                </a:lnTo>
                <a:lnTo>
                  <a:pt x="10561" y="12654"/>
                </a:lnTo>
                <a:lnTo>
                  <a:pt x="10415" y="12629"/>
                </a:lnTo>
                <a:lnTo>
                  <a:pt x="10172" y="12629"/>
                </a:lnTo>
                <a:lnTo>
                  <a:pt x="10026" y="12654"/>
                </a:lnTo>
                <a:lnTo>
                  <a:pt x="10026" y="12678"/>
                </a:lnTo>
                <a:lnTo>
                  <a:pt x="10026" y="12702"/>
                </a:lnTo>
                <a:lnTo>
                  <a:pt x="10245" y="12800"/>
                </a:lnTo>
                <a:lnTo>
                  <a:pt x="10439" y="12897"/>
                </a:lnTo>
                <a:lnTo>
                  <a:pt x="10196" y="13384"/>
                </a:lnTo>
                <a:lnTo>
                  <a:pt x="9880" y="13384"/>
                </a:lnTo>
                <a:lnTo>
                  <a:pt x="9904" y="13432"/>
                </a:lnTo>
                <a:lnTo>
                  <a:pt x="10147" y="13505"/>
                </a:lnTo>
                <a:lnTo>
                  <a:pt x="10074" y="13700"/>
                </a:lnTo>
                <a:lnTo>
                  <a:pt x="10026" y="13895"/>
                </a:lnTo>
                <a:lnTo>
                  <a:pt x="9953" y="14284"/>
                </a:lnTo>
                <a:lnTo>
                  <a:pt x="9880" y="14673"/>
                </a:lnTo>
                <a:lnTo>
                  <a:pt x="9807" y="15087"/>
                </a:lnTo>
                <a:lnTo>
                  <a:pt x="9101" y="15111"/>
                </a:lnTo>
                <a:lnTo>
                  <a:pt x="9247" y="14673"/>
                </a:lnTo>
                <a:lnTo>
                  <a:pt x="9344" y="14235"/>
                </a:lnTo>
                <a:lnTo>
                  <a:pt x="9539" y="13359"/>
                </a:lnTo>
                <a:lnTo>
                  <a:pt x="9734" y="12459"/>
                </a:lnTo>
                <a:lnTo>
                  <a:pt x="9855" y="12021"/>
                </a:lnTo>
                <a:lnTo>
                  <a:pt x="9977" y="11583"/>
                </a:lnTo>
                <a:lnTo>
                  <a:pt x="10269" y="10659"/>
                </a:lnTo>
                <a:lnTo>
                  <a:pt x="10537" y="9734"/>
                </a:lnTo>
                <a:lnTo>
                  <a:pt x="10658" y="9320"/>
                </a:lnTo>
                <a:lnTo>
                  <a:pt x="10756" y="8858"/>
                </a:lnTo>
                <a:lnTo>
                  <a:pt x="10780" y="8639"/>
                </a:lnTo>
                <a:lnTo>
                  <a:pt x="10780" y="8396"/>
                </a:lnTo>
                <a:lnTo>
                  <a:pt x="10756" y="8177"/>
                </a:lnTo>
                <a:lnTo>
                  <a:pt x="10707" y="7958"/>
                </a:lnTo>
                <a:lnTo>
                  <a:pt x="10683" y="7933"/>
                </a:lnTo>
                <a:lnTo>
                  <a:pt x="10634" y="7933"/>
                </a:lnTo>
                <a:lnTo>
                  <a:pt x="10610" y="7958"/>
                </a:lnTo>
                <a:lnTo>
                  <a:pt x="10537" y="8177"/>
                </a:lnTo>
                <a:lnTo>
                  <a:pt x="10464" y="8420"/>
                </a:lnTo>
                <a:lnTo>
                  <a:pt x="10366" y="8882"/>
                </a:lnTo>
                <a:lnTo>
                  <a:pt x="10293" y="9369"/>
                </a:lnTo>
                <a:lnTo>
                  <a:pt x="10172" y="9831"/>
                </a:lnTo>
                <a:lnTo>
                  <a:pt x="9904" y="10756"/>
                </a:lnTo>
                <a:lnTo>
                  <a:pt x="9588" y="11656"/>
                </a:lnTo>
                <a:lnTo>
                  <a:pt x="9466" y="12094"/>
                </a:lnTo>
                <a:lnTo>
                  <a:pt x="9369" y="12532"/>
                </a:lnTo>
                <a:lnTo>
                  <a:pt x="9174" y="13384"/>
                </a:lnTo>
                <a:lnTo>
                  <a:pt x="8979" y="14260"/>
                </a:lnTo>
                <a:lnTo>
                  <a:pt x="8858" y="14698"/>
                </a:lnTo>
                <a:lnTo>
                  <a:pt x="8736" y="15111"/>
                </a:lnTo>
                <a:lnTo>
                  <a:pt x="8128" y="15136"/>
                </a:lnTo>
                <a:lnTo>
                  <a:pt x="7519" y="15087"/>
                </a:lnTo>
                <a:lnTo>
                  <a:pt x="7179" y="15063"/>
                </a:lnTo>
                <a:lnTo>
                  <a:pt x="7154" y="15038"/>
                </a:lnTo>
                <a:lnTo>
                  <a:pt x="7081" y="14698"/>
                </a:lnTo>
                <a:lnTo>
                  <a:pt x="7033" y="14357"/>
                </a:lnTo>
                <a:lnTo>
                  <a:pt x="6935" y="13651"/>
                </a:lnTo>
                <a:lnTo>
                  <a:pt x="6765" y="12605"/>
                </a:lnTo>
                <a:lnTo>
                  <a:pt x="6570" y="11583"/>
                </a:lnTo>
                <a:lnTo>
                  <a:pt x="6230" y="9880"/>
                </a:lnTo>
                <a:lnTo>
                  <a:pt x="6060" y="9028"/>
                </a:lnTo>
                <a:lnTo>
                  <a:pt x="5841" y="8177"/>
                </a:lnTo>
                <a:lnTo>
                  <a:pt x="5816" y="8152"/>
                </a:lnTo>
                <a:lnTo>
                  <a:pt x="5768" y="8128"/>
                </a:lnTo>
                <a:lnTo>
                  <a:pt x="5743" y="8128"/>
                </a:lnTo>
                <a:lnTo>
                  <a:pt x="5695" y="8152"/>
                </a:lnTo>
                <a:lnTo>
                  <a:pt x="5646" y="8298"/>
                </a:lnTo>
                <a:lnTo>
                  <a:pt x="5646" y="8420"/>
                </a:lnTo>
                <a:lnTo>
                  <a:pt x="5646" y="8542"/>
                </a:lnTo>
                <a:lnTo>
                  <a:pt x="5646" y="8663"/>
                </a:lnTo>
                <a:lnTo>
                  <a:pt x="5719" y="8931"/>
                </a:lnTo>
                <a:lnTo>
                  <a:pt x="5768" y="9199"/>
                </a:lnTo>
                <a:lnTo>
                  <a:pt x="5865" y="9734"/>
                </a:lnTo>
                <a:lnTo>
                  <a:pt x="5962" y="10245"/>
                </a:lnTo>
                <a:lnTo>
                  <a:pt x="6035" y="10780"/>
                </a:lnTo>
                <a:lnTo>
                  <a:pt x="6133" y="11316"/>
                </a:lnTo>
                <a:lnTo>
                  <a:pt x="6327" y="12337"/>
                </a:lnTo>
                <a:lnTo>
                  <a:pt x="6522" y="13384"/>
                </a:lnTo>
                <a:lnTo>
                  <a:pt x="6570" y="13773"/>
                </a:lnTo>
                <a:lnTo>
                  <a:pt x="6619" y="14211"/>
                </a:lnTo>
                <a:lnTo>
                  <a:pt x="6668" y="14625"/>
                </a:lnTo>
                <a:lnTo>
                  <a:pt x="6716" y="14819"/>
                </a:lnTo>
                <a:lnTo>
                  <a:pt x="6765" y="15014"/>
                </a:lnTo>
                <a:lnTo>
                  <a:pt x="6497" y="15038"/>
                </a:lnTo>
                <a:lnTo>
                  <a:pt x="6473" y="14625"/>
                </a:lnTo>
                <a:lnTo>
                  <a:pt x="6400" y="14235"/>
                </a:lnTo>
                <a:lnTo>
                  <a:pt x="6279" y="13846"/>
                </a:lnTo>
                <a:lnTo>
                  <a:pt x="6133" y="13481"/>
                </a:lnTo>
                <a:lnTo>
                  <a:pt x="5938" y="13116"/>
                </a:lnTo>
                <a:lnTo>
                  <a:pt x="5743" y="12775"/>
                </a:lnTo>
                <a:lnTo>
                  <a:pt x="5281" y="12070"/>
                </a:lnTo>
                <a:lnTo>
                  <a:pt x="4746" y="11267"/>
                </a:lnTo>
                <a:lnTo>
                  <a:pt x="4210" y="10415"/>
                </a:lnTo>
                <a:lnTo>
                  <a:pt x="3967" y="9977"/>
                </a:lnTo>
                <a:lnTo>
                  <a:pt x="3724" y="9539"/>
                </a:lnTo>
                <a:lnTo>
                  <a:pt x="3529" y="9077"/>
                </a:lnTo>
                <a:lnTo>
                  <a:pt x="3359" y="8615"/>
                </a:lnTo>
                <a:lnTo>
                  <a:pt x="3286" y="8396"/>
                </a:lnTo>
                <a:lnTo>
                  <a:pt x="3261" y="8152"/>
                </a:lnTo>
                <a:lnTo>
                  <a:pt x="3237" y="7909"/>
                </a:lnTo>
                <a:lnTo>
                  <a:pt x="3237" y="7666"/>
                </a:lnTo>
                <a:lnTo>
                  <a:pt x="3261" y="7155"/>
                </a:lnTo>
                <a:lnTo>
                  <a:pt x="3310" y="6668"/>
                </a:lnTo>
                <a:lnTo>
                  <a:pt x="3334" y="6376"/>
                </a:lnTo>
                <a:lnTo>
                  <a:pt x="3407" y="6108"/>
                </a:lnTo>
                <a:lnTo>
                  <a:pt x="3480" y="5841"/>
                </a:lnTo>
                <a:lnTo>
                  <a:pt x="3578" y="5597"/>
                </a:lnTo>
                <a:lnTo>
                  <a:pt x="3699" y="5354"/>
                </a:lnTo>
                <a:lnTo>
                  <a:pt x="3845" y="5111"/>
                </a:lnTo>
                <a:lnTo>
                  <a:pt x="4016" y="4892"/>
                </a:lnTo>
                <a:lnTo>
                  <a:pt x="4186" y="4673"/>
                </a:lnTo>
                <a:lnTo>
                  <a:pt x="4648" y="4162"/>
                </a:lnTo>
                <a:lnTo>
                  <a:pt x="5062" y="3748"/>
                </a:lnTo>
                <a:lnTo>
                  <a:pt x="5403" y="3432"/>
                </a:lnTo>
                <a:lnTo>
                  <a:pt x="5743" y="3189"/>
                </a:lnTo>
                <a:lnTo>
                  <a:pt x="6060" y="3018"/>
                </a:lnTo>
                <a:lnTo>
                  <a:pt x="6352" y="2872"/>
                </a:lnTo>
                <a:lnTo>
                  <a:pt x="6668" y="2775"/>
                </a:lnTo>
                <a:lnTo>
                  <a:pt x="6984" y="2702"/>
                </a:lnTo>
                <a:lnTo>
                  <a:pt x="7276" y="2653"/>
                </a:lnTo>
                <a:lnTo>
                  <a:pt x="7568" y="2629"/>
                </a:lnTo>
                <a:lnTo>
                  <a:pt x="7860" y="2605"/>
                </a:lnTo>
                <a:close/>
                <a:moveTo>
                  <a:pt x="6716" y="15525"/>
                </a:moveTo>
                <a:lnTo>
                  <a:pt x="6619" y="15720"/>
                </a:lnTo>
                <a:lnTo>
                  <a:pt x="6352" y="16158"/>
                </a:lnTo>
                <a:lnTo>
                  <a:pt x="6279" y="16109"/>
                </a:lnTo>
                <a:lnTo>
                  <a:pt x="6230" y="16060"/>
                </a:lnTo>
                <a:lnTo>
                  <a:pt x="6206" y="15963"/>
                </a:lnTo>
                <a:lnTo>
                  <a:pt x="6206" y="15866"/>
                </a:lnTo>
                <a:lnTo>
                  <a:pt x="6206" y="15768"/>
                </a:lnTo>
                <a:lnTo>
                  <a:pt x="6230" y="15695"/>
                </a:lnTo>
                <a:lnTo>
                  <a:pt x="6279" y="15598"/>
                </a:lnTo>
                <a:lnTo>
                  <a:pt x="6327" y="15549"/>
                </a:lnTo>
                <a:lnTo>
                  <a:pt x="6595" y="15525"/>
                </a:lnTo>
                <a:close/>
                <a:moveTo>
                  <a:pt x="6887" y="15525"/>
                </a:moveTo>
                <a:lnTo>
                  <a:pt x="7276" y="15549"/>
                </a:lnTo>
                <a:lnTo>
                  <a:pt x="7641" y="15598"/>
                </a:lnTo>
                <a:lnTo>
                  <a:pt x="8225" y="15647"/>
                </a:lnTo>
                <a:lnTo>
                  <a:pt x="8809" y="15671"/>
                </a:lnTo>
                <a:lnTo>
                  <a:pt x="8541" y="15963"/>
                </a:lnTo>
                <a:lnTo>
                  <a:pt x="8298" y="16255"/>
                </a:lnTo>
                <a:lnTo>
                  <a:pt x="7909" y="16231"/>
                </a:lnTo>
                <a:lnTo>
                  <a:pt x="8249" y="15744"/>
                </a:lnTo>
                <a:lnTo>
                  <a:pt x="8249" y="15720"/>
                </a:lnTo>
                <a:lnTo>
                  <a:pt x="8225" y="15695"/>
                </a:lnTo>
                <a:lnTo>
                  <a:pt x="8201" y="15671"/>
                </a:lnTo>
                <a:lnTo>
                  <a:pt x="8176" y="15695"/>
                </a:lnTo>
                <a:lnTo>
                  <a:pt x="7690" y="16231"/>
                </a:lnTo>
                <a:lnTo>
                  <a:pt x="7179" y="16182"/>
                </a:lnTo>
                <a:lnTo>
                  <a:pt x="7325" y="15939"/>
                </a:lnTo>
                <a:lnTo>
                  <a:pt x="7471" y="15671"/>
                </a:lnTo>
                <a:lnTo>
                  <a:pt x="7471" y="15647"/>
                </a:lnTo>
                <a:lnTo>
                  <a:pt x="7446" y="15622"/>
                </a:lnTo>
                <a:lnTo>
                  <a:pt x="7422" y="15647"/>
                </a:lnTo>
                <a:lnTo>
                  <a:pt x="7203" y="15890"/>
                </a:lnTo>
                <a:lnTo>
                  <a:pt x="6935" y="16182"/>
                </a:lnTo>
                <a:lnTo>
                  <a:pt x="6741" y="16206"/>
                </a:lnTo>
                <a:lnTo>
                  <a:pt x="6570" y="16255"/>
                </a:lnTo>
                <a:lnTo>
                  <a:pt x="6668" y="16060"/>
                </a:lnTo>
                <a:lnTo>
                  <a:pt x="6814" y="15817"/>
                </a:lnTo>
                <a:lnTo>
                  <a:pt x="6862" y="15671"/>
                </a:lnTo>
                <a:lnTo>
                  <a:pt x="6887" y="15525"/>
                </a:lnTo>
                <a:close/>
                <a:moveTo>
                  <a:pt x="9661" y="15622"/>
                </a:moveTo>
                <a:lnTo>
                  <a:pt x="9734" y="15671"/>
                </a:lnTo>
                <a:lnTo>
                  <a:pt x="9807" y="15695"/>
                </a:lnTo>
                <a:lnTo>
                  <a:pt x="9953" y="15695"/>
                </a:lnTo>
                <a:lnTo>
                  <a:pt x="9782" y="15793"/>
                </a:lnTo>
                <a:lnTo>
                  <a:pt x="9661" y="15939"/>
                </a:lnTo>
                <a:lnTo>
                  <a:pt x="9539" y="16085"/>
                </a:lnTo>
                <a:lnTo>
                  <a:pt x="9417" y="16279"/>
                </a:lnTo>
                <a:lnTo>
                  <a:pt x="9271" y="16279"/>
                </a:lnTo>
                <a:lnTo>
                  <a:pt x="9612" y="15817"/>
                </a:lnTo>
                <a:lnTo>
                  <a:pt x="9612" y="15793"/>
                </a:lnTo>
                <a:lnTo>
                  <a:pt x="9612" y="15768"/>
                </a:lnTo>
                <a:lnTo>
                  <a:pt x="9563" y="15768"/>
                </a:lnTo>
                <a:lnTo>
                  <a:pt x="9320" y="16012"/>
                </a:lnTo>
                <a:lnTo>
                  <a:pt x="9077" y="16255"/>
                </a:lnTo>
                <a:lnTo>
                  <a:pt x="8517" y="16255"/>
                </a:lnTo>
                <a:lnTo>
                  <a:pt x="8882" y="15720"/>
                </a:lnTo>
                <a:lnTo>
                  <a:pt x="8906" y="15695"/>
                </a:lnTo>
                <a:lnTo>
                  <a:pt x="8882" y="15671"/>
                </a:lnTo>
                <a:lnTo>
                  <a:pt x="9271" y="15671"/>
                </a:lnTo>
                <a:lnTo>
                  <a:pt x="9661" y="15622"/>
                </a:lnTo>
                <a:close/>
                <a:moveTo>
                  <a:pt x="10074" y="15768"/>
                </a:moveTo>
                <a:lnTo>
                  <a:pt x="10074" y="15841"/>
                </a:lnTo>
                <a:lnTo>
                  <a:pt x="10099" y="15939"/>
                </a:lnTo>
                <a:lnTo>
                  <a:pt x="10074" y="16060"/>
                </a:lnTo>
                <a:lnTo>
                  <a:pt x="10050" y="16182"/>
                </a:lnTo>
                <a:lnTo>
                  <a:pt x="9977" y="16304"/>
                </a:lnTo>
                <a:lnTo>
                  <a:pt x="9758" y="16279"/>
                </a:lnTo>
                <a:lnTo>
                  <a:pt x="9880" y="16012"/>
                </a:lnTo>
                <a:lnTo>
                  <a:pt x="9977" y="15890"/>
                </a:lnTo>
                <a:lnTo>
                  <a:pt x="10074" y="15768"/>
                </a:lnTo>
                <a:close/>
                <a:moveTo>
                  <a:pt x="6522" y="16571"/>
                </a:moveTo>
                <a:lnTo>
                  <a:pt x="6595" y="16620"/>
                </a:lnTo>
                <a:lnTo>
                  <a:pt x="6424" y="16888"/>
                </a:lnTo>
                <a:lnTo>
                  <a:pt x="6376" y="17034"/>
                </a:lnTo>
                <a:lnTo>
                  <a:pt x="6327" y="17180"/>
                </a:lnTo>
                <a:lnTo>
                  <a:pt x="6254" y="17082"/>
                </a:lnTo>
                <a:lnTo>
                  <a:pt x="6230" y="16985"/>
                </a:lnTo>
                <a:lnTo>
                  <a:pt x="6206" y="16912"/>
                </a:lnTo>
                <a:lnTo>
                  <a:pt x="6230" y="16815"/>
                </a:lnTo>
                <a:lnTo>
                  <a:pt x="6254" y="16839"/>
                </a:lnTo>
                <a:lnTo>
                  <a:pt x="6303" y="16839"/>
                </a:lnTo>
                <a:lnTo>
                  <a:pt x="6352" y="16815"/>
                </a:lnTo>
                <a:lnTo>
                  <a:pt x="6376" y="16766"/>
                </a:lnTo>
                <a:lnTo>
                  <a:pt x="6424" y="16596"/>
                </a:lnTo>
                <a:lnTo>
                  <a:pt x="6449" y="16596"/>
                </a:lnTo>
                <a:lnTo>
                  <a:pt x="6522" y="16571"/>
                </a:lnTo>
                <a:close/>
                <a:moveTo>
                  <a:pt x="7884" y="16693"/>
                </a:moveTo>
                <a:lnTo>
                  <a:pt x="7957" y="16717"/>
                </a:lnTo>
                <a:lnTo>
                  <a:pt x="7787" y="16985"/>
                </a:lnTo>
                <a:lnTo>
                  <a:pt x="7617" y="17253"/>
                </a:lnTo>
                <a:lnTo>
                  <a:pt x="7592" y="17326"/>
                </a:lnTo>
                <a:lnTo>
                  <a:pt x="7300" y="17326"/>
                </a:lnTo>
                <a:lnTo>
                  <a:pt x="7398" y="17107"/>
                </a:lnTo>
                <a:lnTo>
                  <a:pt x="7519" y="16888"/>
                </a:lnTo>
                <a:lnTo>
                  <a:pt x="7617" y="16717"/>
                </a:lnTo>
                <a:lnTo>
                  <a:pt x="7884" y="16693"/>
                </a:lnTo>
                <a:close/>
                <a:moveTo>
                  <a:pt x="8225" y="16717"/>
                </a:moveTo>
                <a:lnTo>
                  <a:pt x="8736" y="16742"/>
                </a:lnTo>
                <a:lnTo>
                  <a:pt x="8541" y="17034"/>
                </a:lnTo>
                <a:lnTo>
                  <a:pt x="8371" y="17326"/>
                </a:lnTo>
                <a:lnTo>
                  <a:pt x="7909" y="17326"/>
                </a:lnTo>
                <a:lnTo>
                  <a:pt x="7933" y="17277"/>
                </a:lnTo>
                <a:lnTo>
                  <a:pt x="8225" y="16717"/>
                </a:lnTo>
                <a:close/>
                <a:moveTo>
                  <a:pt x="9223" y="16742"/>
                </a:moveTo>
                <a:lnTo>
                  <a:pt x="8979" y="17350"/>
                </a:lnTo>
                <a:lnTo>
                  <a:pt x="8663" y="17350"/>
                </a:lnTo>
                <a:lnTo>
                  <a:pt x="8979" y="16742"/>
                </a:lnTo>
                <a:close/>
                <a:moveTo>
                  <a:pt x="9928" y="16742"/>
                </a:moveTo>
                <a:lnTo>
                  <a:pt x="9661" y="17253"/>
                </a:lnTo>
                <a:lnTo>
                  <a:pt x="9612" y="17350"/>
                </a:lnTo>
                <a:lnTo>
                  <a:pt x="9320" y="17350"/>
                </a:lnTo>
                <a:lnTo>
                  <a:pt x="9563" y="16742"/>
                </a:lnTo>
                <a:close/>
                <a:moveTo>
                  <a:pt x="10147" y="16839"/>
                </a:moveTo>
                <a:lnTo>
                  <a:pt x="10220" y="16961"/>
                </a:lnTo>
                <a:lnTo>
                  <a:pt x="10245" y="17107"/>
                </a:lnTo>
                <a:lnTo>
                  <a:pt x="10220" y="17228"/>
                </a:lnTo>
                <a:lnTo>
                  <a:pt x="10147" y="17350"/>
                </a:lnTo>
                <a:lnTo>
                  <a:pt x="9928" y="17350"/>
                </a:lnTo>
                <a:lnTo>
                  <a:pt x="9953" y="17277"/>
                </a:lnTo>
                <a:lnTo>
                  <a:pt x="10050" y="17082"/>
                </a:lnTo>
                <a:lnTo>
                  <a:pt x="10147" y="16839"/>
                </a:lnTo>
                <a:close/>
                <a:moveTo>
                  <a:pt x="6862" y="16693"/>
                </a:moveTo>
                <a:lnTo>
                  <a:pt x="7081" y="16717"/>
                </a:lnTo>
                <a:lnTo>
                  <a:pt x="7300" y="16717"/>
                </a:lnTo>
                <a:lnTo>
                  <a:pt x="7106" y="17009"/>
                </a:lnTo>
                <a:lnTo>
                  <a:pt x="6935" y="17326"/>
                </a:lnTo>
                <a:lnTo>
                  <a:pt x="6741" y="17350"/>
                </a:lnTo>
                <a:lnTo>
                  <a:pt x="6570" y="17399"/>
                </a:lnTo>
                <a:lnTo>
                  <a:pt x="6619" y="17204"/>
                </a:lnTo>
                <a:lnTo>
                  <a:pt x="6692" y="17034"/>
                </a:lnTo>
                <a:lnTo>
                  <a:pt x="6862" y="16693"/>
                </a:lnTo>
                <a:close/>
                <a:moveTo>
                  <a:pt x="6473" y="17618"/>
                </a:moveTo>
                <a:lnTo>
                  <a:pt x="6643" y="17691"/>
                </a:lnTo>
                <a:lnTo>
                  <a:pt x="6814" y="17715"/>
                </a:lnTo>
                <a:lnTo>
                  <a:pt x="6789" y="17910"/>
                </a:lnTo>
                <a:lnTo>
                  <a:pt x="6765" y="18080"/>
                </a:lnTo>
                <a:lnTo>
                  <a:pt x="6643" y="17983"/>
                </a:lnTo>
                <a:lnTo>
                  <a:pt x="6546" y="17861"/>
                </a:lnTo>
                <a:lnTo>
                  <a:pt x="6352" y="17642"/>
                </a:lnTo>
                <a:lnTo>
                  <a:pt x="6376" y="17618"/>
                </a:lnTo>
                <a:lnTo>
                  <a:pt x="6424" y="17642"/>
                </a:lnTo>
                <a:lnTo>
                  <a:pt x="6473" y="17618"/>
                </a:lnTo>
                <a:close/>
                <a:moveTo>
                  <a:pt x="7398" y="17739"/>
                </a:moveTo>
                <a:lnTo>
                  <a:pt x="7300" y="18031"/>
                </a:lnTo>
                <a:lnTo>
                  <a:pt x="7252" y="18177"/>
                </a:lnTo>
                <a:lnTo>
                  <a:pt x="7252" y="18299"/>
                </a:lnTo>
                <a:lnTo>
                  <a:pt x="7008" y="18202"/>
                </a:lnTo>
                <a:lnTo>
                  <a:pt x="7154" y="17739"/>
                </a:lnTo>
                <a:close/>
                <a:moveTo>
                  <a:pt x="8833" y="17715"/>
                </a:moveTo>
                <a:lnTo>
                  <a:pt x="8785" y="17837"/>
                </a:lnTo>
                <a:lnTo>
                  <a:pt x="8736" y="17983"/>
                </a:lnTo>
                <a:lnTo>
                  <a:pt x="8712" y="18104"/>
                </a:lnTo>
                <a:lnTo>
                  <a:pt x="8736" y="18153"/>
                </a:lnTo>
                <a:lnTo>
                  <a:pt x="8736" y="18202"/>
                </a:lnTo>
                <a:lnTo>
                  <a:pt x="8809" y="18250"/>
                </a:lnTo>
                <a:lnTo>
                  <a:pt x="8882" y="18250"/>
                </a:lnTo>
                <a:lnTo>
                  <a:pt x="8931" y="18226"/>
                </a:lnTo>
                <a:lnTo>
                  <a:pt x="9004" y="18153"/>
                </a:lnTo>
                <a:lnTo>
                  <a:pt x="9125" y="17958"/>
                </a:lnTo>
                <a:lnTo>
                  <a:pt x="9198" y="17739"/>
                </a:lnTo>
                <a:lnTo>
                  <a:pt x="9393" y="17739"/>
                </a:lnTo>
                <a:lnTo>
                  <a:pt x="9369" y="17861"/>
                </a:lnTo>
                <a:lnTo>
                  <a:pt x="9369" y="18007"/>
                </a:lnTo>
                <a:lnTo>
                  <a:pt x="9125" y="18153"/>
                </a:lnTo>
                <a:lnTo>
                  <a:pt x="8833" y="18275"/>
                </a:lnTo>
                <a:lnTo>
                  <a:pt x="8566" y="18372"/>
                </a:lnTo>
                <a:lnTo>
                  <a:pt x="8249" y="18421"/>
                </a:lnTo>
                <a:lnTo>
                  <a:pt x="8274" y="18275"/>
                </a:lnTo>
                <a:lnTo>
                  <a:pt x="8371" y="17983"/>
                </a:lnTo>
                <a:lnTo>
                  <a:pt x="8468" y="17715"/>
                </a:lnTo>
                <a:close/>
                <a:moveTo>
                  <a:pt x="8176" y="17715"/>
                </a:moveTo>
                <a:lnTo>
                  <a:pt x="8030" y="18056"/>
                </a:lnTo>
                <a:lnTo>
                  <a:pt x="7957" y="18250"/>
                </a:lnTo>
                <a:lnTo>
                  <a:pt x="7933" y="18445"/>
                </a:lnTo>
                <a:lnTo>
                  <a:pt x="7738" y="18421"/>
                </a:lnTo>
                <a:lnTo>
                  <a:pt x="7568" y="18396"/>
                </a:lnTo>
                <a:lnTo>
                  <a:pt x="7568" y="18226"/>
                </a:lnTo>
                <a:lnTo>
                  <a:pt x="7641" y="17983"/>
                </a:lnTo>
                <a:lnTo>
                  <a:pt x="7738" y="17715"/>
                </a:lnTo>
                <a:close/>
                <a:moveTo>
                  <a:pt x="8128" y="2094"/>
                </a:moveTo>
                <a:lnTo>
                  <a:pt x="7714" y="2142"/>
                </a:lnTo>
                <a:lnTo>
                  <a:pt x="7325" y="2191"/>
                </a:lnTo>
                <a:lnTo>
                  <a:pt x="6935" y="2264"/>
                </a:lnTo>
                <a:lnTo>
                  <a:pt x="6546" y="2386"/>
                </a:lnTo>
                <a:lnTo>
                  <a:pt x="6181" y="2507"/>
                </a:lnTo>
                <a:lnTo>
                  <a:pt x="5841" y="2653"/>
                </a:lnTo>
                <a:lnTo>
                  <a:pt x="5500" y="2824"/>
                </a:lnTo>
                <a:lnTo>
                  <a:pt x="5184" y="3018"/>
                </a:lnTo>
                <a:lnTo>
                  <a:pt x="4892" y="3237"/>
                </a:lnTo>
                <a:lnTo>
                  <a:pt x="4551" y="3554"/>
                </a:lnTo>
                <a:lnTo>
                  <a:pt x="4210" y="3918"/>
                </a:lnTo>
                <a:lnTo>
                  <a:pt x="3918" y="4332"/>
                </a:lnTo>
                <a:lnTo>
                  <a:pt x="3626" y="4746"/>
                </a:lnTo>
                <a:lnTo>
                  <a:pt x="3383" y="5159"/>
                </a:lnTo>
                <a:lnTo>
                  <a:pt x="3164" y="5549"/>
                </a:lnTo>
                <a:lnTo>
                  <a:pt x="3018" y="5889"/>
                </a:lnTo>
                <a:lnTo>
                  <a:pt x="2921" y="6157"/>
                </a:lnTo>
                <a:lnTo>
                  <a:pt x="2823" y="6595"/>
                </a:lnTo>
                <a:lnTo>
                  <a:pt x="2775" y="7057"/>
                </a:lnTo>
                <a:lnTo>
                  <a:pt x="2750" y="7495"/>
                </a:lnTo>
                <a:lnTo>
                  <a:pt x="2775" y="7958"/>
                </a:lnTo>
                <a:lnTo>
                  <a:pt x="2823" y="8396"/>
                </a:lnTo>
                <a:lnTo>
                  <a:pt x="2921" y="8834"/>
                </a:lnTo>
                <a:lnTo>
                  <a:pt x="3067" y="9272"/>
                </a:lnTo>
                <a:lnTo>
                  <a:pt x="3237" y="9685"/>
                </a:lnTo>
                <a:lnTo>
                  <a:pt x="3602" y="10367"/>
                </a:lnTo>
                <a:lnTo>
                  <a:pt x="3991" y="11024"/>
                </a:lnTo>
                <a:lnTo>
                  <a:pt x="4843" y="12337"/>
                </a:lnTo>
                <a:lnTo>
                  <a:pt x="5281" y="13019"/>
                </a:lnTo>
                <a:lnTo>
                  <a:pt x="5476" y="13384"/>
                </a:lnTo>
                <a:lnTo>
                  <a:pt x="5646" y="13724"/>
                </a:lnTo>
                <a:lnTo>
                  <a:pt x="5792" y="14089"/>
                </a:lnTo>
                <a:lnTo>
                  <a:pt x="5914" y="14454"/>
                </a:lnTo>
                <a:lnTo>
                  <a:pt x="5987" y="14844"/>
                </a:lnTo>
                <a:lnTo>
                  <a:pt x="5987" y="15282"/>
                </a:lnTo>
                <a:lnTo>
                  <a:pt x="5962" y="15379"/>
                </a:lnTo>
                <a:lnTo>
                  <a:pt x="5962" y="15428"/>
                </a:lnTo>
                <a:lnTo>
                  <a:pt x="5889" y="15525"/>
                </a:lnTo>
                <a:lnTo>
                  <a:pt x="5841" y="15647"/>
                </a:lnTo>
                <a:lnTo>
                  <a:pt x="5816" y="15768"/>
                </a:lnTo>
                <a:lnTo>
                  <a:pt x="5792" y="15914"/>
                </a:lnTo>
                <a:lnTo>
                  <a:pt x="5816" y="16036"/>
                </a:lnTo>
                <a:lnTo>
                  <a:pt x="5841" y="16158"/>
                </a:lnTo>
                <a:lnTo>
                  <a:pt x="5889" y="16279"/>
                </a:lnTo>
                <a:lnTo>
                  <a:pt x="5962" y="16377"/>
                </a:lnTo>
                <a:lnTo>
                  <a:pt x="5865" y="16474"/>
                </a:lnTo>
                <a:lnTo>
                  <a:pt x="5792" y="16620"/>
                </a:lnTo>
                <a:lnTo>
                  <a:pt x="5768" y="16766"/>
                </a:lnTo>
                <a:lnTo>
                  <a:pt x="5768" y="16912"/>
                </a:lnTo>
                <a:lnTo>
                  <a:pt x="5768" y="17058"/>
                </a:lnTo>
                <a:lnTo>
                  <a:pt x="5816" y="17204"/>
                </a:lnTo>
                <a:lnTo>
                  <a:pt x="5889" y="17350"/>
                </a:lnTo>
                <a:lnTo>
                  <a:pt x="5987" y="17472"/>
                </a:lnTo>
                <a:lnTo>
                  <a:pt x="5962" y="17496"/>
                </a:lnTo>
                <a:lnTo>
                  <a:pt x="5914" y="17618"/>
                </a:lnTo>
                <a:lnTo>
                  <a:pt x="5914" y="17715"/>
                </a:lnTo>
                <a:lnTo>
                  <a:pt x="5938" y="17837"/>
                </a:lnTo>
                <a:lnTo>
                  <a:pt x="5987" y="17934"/>
                </a:lnTo>
                <a:lnTo>
                  <a:pt x="6133" y="18129"/>
                </a:lnTo>
                <a:lnTo>
                  <a:pt x="6303" y="18299"/>
                </a:lnTo>
                <a:lnTo>
                  <a:pt x="6424" y="18421"/>
                </a:lnTo>
                <a:lnTo>
                  <a:pt x="6570" y="18518"/>
                </a:lnTo>
                <a:lnTo>
                  <a:pt x="6862" y="18688"/>
                </a:lnTo>
                <a:lnTo>
                  <a:pt x="7179" y="18810"/>
                </a:lnTo>
                <a:lnTo>
                  <a:pt x="7495" y="18859"/>
                </a:lnTo>
                <a:lnTo>
                  <a:pt x="7738" y="18883"/>
                </a:lnTo>
                <a:lnTo>
                  <a:pt x="7982" y="18883"/>
                </a:lnTo>
                <a:lnTo>
                  <a:pt x="8030" y="18956"/>
                </a:lnTo>
                <a:lnTo>
                  <a:pt x="8079" y="18980"/>
                </a:lnTo>
                <a:lnTo>
                  <a:pt x="8128" y="18980"/>
                </a:lnTo>
                <a:lnTo>
                  <a:pt x="8176" y="18956"/>
                </a:lnTo>
                <a:lnTo>
                  <a:pt x="8201" y="18907"/>
                </a:lnTo>
                <a:lnTo>
                  <a:pt x="8201" y="18883"/>
                </a:lnTo>
                <a:lnTo>
                  <a:pt x="8493" y="18834"/>
                </a:lnTo>
                <a:lnTo>
                  <a:pt x="8785" y="18761"/>
                </a:lnTo>
                <a:lnTo>
                  <a:pt x="9052" y="18664"/>
                </a:lnTo>
                <a:lnTo>
                  <a:pt x="9320" y="18542"/>
                </a:lnTo>
                <a:lnTo>
                  <a:pt x="9563" y="18396"/>
                </a:lnTo>
                <a:lnTo>
                  <a:pt x="9807" y="18226"/>
                </a:lnTo>
                <a:lnTo>
                  <a:pt x="10050" y="18056"/>
                </a:lnTo>
                <a:lnTo>
                  <a:pt x="10269" y="17837"/>
                </a:lnTo>
                <a:lnTo>
                  <a:pt x="10318" y="17764"/>
                </a:lnTo>
                <a:lnTo>
                  <a:pt x="10342" y="17691"/>
                </a:lnTo>
                <a:lnTo>
                  <a:pt x="10464" y="17593"/>
                </a:lnTo>
                <a:lnTo>
                  <a:pt x="10537" y="17447"/>
                </a:lnTo>
                <a:lnTo>
                  <a:pt x="10585" y="17301"/>
                </a:lnTo>
                <a:lnTo>
                  <a:pt x="10634" y="17107"/>
                </a:lnTo>
                <a:lnTo>
                  <a:pt x="10634" y="16936"/>
                </a:lnTo>
                <a:lnTo>
                  <a:pt x="10585" y="16742"/>
                </a:lnTo>
                <a:lnTo>
                  <a:pt x="10512" y="16596"/>
                </a:lnTo>
                <a:lnTo>
                  <a:pt x="10391" y="16474"/>
                </a:lnTo>
                <a:lnTo>
                  <a:pt x="10488" y="16255"/>
                </a:lnTo>
                <a:lnTo>
                  <a:pt x="10537" y="16036"/>
                </a:lnTo>
                <a:lnTo>
                  <a:pt x="10537" y="15817"/>
                </a:lnTo>
                <a:lnTo>
                  <a:pt x="10488" y="15574"/>
                </a:lnTo>
                <a:lnTo>
                  <a:pt x="10415" y="15476"/>
                </a:lnTo>
                <a:lnTo>
                  <a:pt x="10342" y="15379"/>
                </a:lnTo>
                <a:lnTo>
                  <a:pt x="10342" y="15306"/>
                </a:lnTo>
                <a:lnTo>
                  <a:pt x="10415" y="14965"/>
                </a:lnTo>
                <a:lnTo>
                  <a:pt x="10464" y="14625"/>
                </a:lnTo>
                <a:lnTo>
                  <a:pt x="10512" y="14284"/>
                </a:lnTo>
                <a:lnTo>
                  <a:pt x="10585" y="13943"/>
                </a:lnTo>
                <a:lnTo>
                  <a:pt x="10658" y="13700"/>
                </a:lnTo>
                <a:lnTo>
                  <a:pt x="10756" y="13457"/>
                </a:lnTo>
                <a:lnTo>
                  <a:pt x="10999" y="12994"/>
                </a:lnTo>
                <a:lnTo>
                  <a:pt x="11023" y="12970"/>
                </a:lnTo>
                <a:lnTo>
                  <a:pt x="11023" y="12946"/>
                </a:lnTo>
                <a:lnTo>
                  <a:pt x="11340" y="12459"/>
                </a:lnTo>
                <a:lnTo>
                  <a:pt x="11632" y="11972"/>
                </a:lnTo>
                <a:lnTo>
                  <a:pt x="12191" y="11194"/>
                </a:lnTo>
                <a:lnTo>
                  <a:pt x="12483" y="10780"/>
                </a:lnTo>
                <a:lnTo>
                  <a:pt x="12751" y="10367"/>
                </a:lnTo>
                <a:lnTo>
                  <a:pt x="12994" y="9953"/>
                </a:lnTo>
                <a:lnTo>
                  <a:pt x="13213" y="9515"/>
                </a:lnTo>
                <a:lnTo>
                  <a:pt x="13384" y="9053"/>
                </a:lnTo>
                <a:lnTo>
                  <a:pt x="13457" y="8809"/>
                </a:lnTo>
                <a:lnTo>
                  <a:pt x="13505" y="8590"/>
                </a:lnTo>
                <a:lnTo>
                  <a:pt x="13554" y="8152"/>
                </a:lnTo>
                <a:lnTo>
                  <a:pt x="13554" y="7714"/>
                </a:lnTo>
                <a:lnTo>
                  <a:pt x="13505" y="7276"/>
                </a:lnTo>
                <a:lnTo>
                  <a:pt x="13432" y="6838"/>
                </a:lnTo>
                <a:lnTo>
                  <a:pt x="13335" y="6400"/>
                </a:lnTo>
                <a:lnTo>
                  <a:pt x="13213" y="5962"/>
                </a:lnTo>
                <a:lnTo>
                  <a:pt x="12946" y="5135"/>
                </a:lnTo>
                <a:lnTo>
                  <a:pt x="12800" y="4770"/>
                </a:lnTo>
                <a:lnTo>
                  <a:pt x="12605" y="4429"/>
                </a:lnTo>
                <a:lnTo>
                  <a:pt x="12386" y="4113"/>
                </a:lnTo>
                <a:lnTo>
                  <a:pt x="12143" y="3797"/>
                </a:lnTo>
                <a:lnTo>
                  <a:pt x="12143" y="3773"/>
                </a:lnTo>
                <a:lnTo>
                  <a:pt x="12094" y="3675"/>
                </a:lnTo>
                <a:lnTo>
                  <a:pt x="12021" y="3602"/>
                </a:lnTo>
                <a:lnTo>
                  <a:pt x="11948" y="3554"/>
                </a:lnTo>
                <a:lnTo>
                  <a:pt x="11851" y="3505"/>
                </a:lnTo>
                <a:lnTo>
                  <a:pt x="11607" y="3286"/>
                </a:lnTo>
                <a:lnTo>
                  <a:pt x="11340" y="3091"/>
                </a:lnTo>
                <a:lnTo>
                  <a:pt x="11072" y="2897"/>
                </a:lnTo>
                <a:lnTo>
                  <a:pt x="10804" y="2726"/>
                </a:lnTo>
                <a:lnTo>
                  <a:pt x="10464" y="2556"/>
                </a:lnTo>
                <a:lnTo>
                  <a:pt x="10099" y="2386"/>
                </a:lnTo>
                <a:lnTo>
                  <a:pt x="9709" y="2264"/>
                </a:lnTo>
                <a:lnTo>
                  <a:pt x="9320" y="2191"/>
                </a:lnTo>
                <a:lnTo>
                  <a:pt x="8931" y="2142"/>
                </a:lnTo>
                <a:lnTo>
                  <a:pt x="8517" y="2094"/>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bantio template">
  <a:themeElements>
    <a:clrScheme name="Custom 347">
      <a:dk1>
        <a:srgbClr val="FFFFFF"/>
      </a:dk1>
      <a:lt1>
        <a:srgbClr val="000000"/>
      </a:lt1>
      <a:dk2>
        <a:srgbClr val="D3D9DF"/>
      </a:dk2>
      <a:lt2>
        <a:srgbClr val="496175"/>
      </a:lt2>
      <a:accent1>
        <a:srgbClr val="1456BB"/>
      </a:accent1>
      <a:accent2>
        <a:srgbClr val="971D4D"/>
      </a:accent2>
      <a:accent3>
        <a:srgbClr val="C92126"/>
      </a:accent3>
      <a:accent4>
        <a:srgbClr val="E4682F"/>
      </a:accent4>
      <a:accent5>
        <a:srgbClr val="EEAD12"/>
      </a:accent5>
      <a:accent6>
        <a:srgbClr val="328EFF"/>
      </a:accent6>
      <a:hlink>
        <a:srgbClr val="7CAEF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2023-10-14T17:29:25Z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2d5e1975-ab36-484d-8c13-33bddcce1615</vt:lpwstr>
  </property>
  <property fmtid="{D5CDD505-2E9C-101B-9397-08002B2CF9AE}" pid="7" name="MSIP_Label_defa4170-0d19-0005-0004-bc88714345d2_ActionId">
    <vt:lpwstr>0d8383c0-d6c5-435d-932d-f900c905b579</vt:lpwstr>
  </property>
  <property fmtid="{D5CDD505-2E9C-101B-9397-08002B2CF9AE}" pid="8" name="MSIP_Label_defa4170-0d19-0005-0004-bc88714345d2_ContentBits">
    <vt:lpwstr>0</vt:lpwstr>
  </property>
</Properties>
</file>