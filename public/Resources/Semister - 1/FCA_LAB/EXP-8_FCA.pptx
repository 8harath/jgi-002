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3"/>
  </p:notesMasterIdLst>
  <p:sldIdLst>
    <p:sldId id="256" r:id="rId2"/>
    <p:sldId id="257" r:id="rId3"/>
    <p:sldId id="258" r:id="rId4"/>
    <p:sldId id="259" r:id="rId5"/>
    <p:sldId id="262" r:id="rId6"/>
    <p:sldId id="260" r:id="rId7"/>
    <p:sldId id="267" r:id="rId8"/>
    <p:sldId id="278" r:id="rId9"/>
    <p:sldId id="274" r:id="rId10"/>
    <p:sldId id="304" r:id="rId11"/>
    <p:sldId id="303" r:id="rId12"/>
    <p:sldId id="302" r:id="rId13"/>
    <p:sldId id="263" r:id="rId14"/>
    <p:sldId id="261" r:id="rId15"/>
    <p:sldId id="264" r:id="rId16"/>
    <p:sldId id="265" r:id="rId17"/>
    <p:sldId id="266" r:id="rId18"/>
    <p:sldId id="268" r:id="rId19"/>
    <p:sldId id="270" r:id="rId20"/>
    <p:sldId id="279" r:id="rId21"/>
    <p:sldId id="281" r:id="rId22"/>
  </p:sldIdLst>
  <p:sldSz cx="9144000" cy="5143500" type="screen16x9"/>
  <p:notesSz cx="6858000" cy="9144000"/>
  <p:embeddedFontLst>
    <p:embeddedFont>
      <p:font typeface="Bebas Neue" panose="020B0606020202050201" pitchFamily="34" charset="0"/>
      <p:regular r:id="rId24"/>
    </p:embeddedFont>
    <p:embeddedFont>
      <p:font typeface="Karla" pitchFamily="2" charset="0"/>
      <p:regular r:id="rId25"/>
      <p:bold r:id="rId26"/>
      <p:italic r:id="rId27"/>
      <p:boldItalic r:id="rId28"/>
    </p:embeddedFont>
    <p:embeddedFont>
      <p:font typeface="Rubik Black" panose="020B0604020202020204" charset="-79"/>
      <p:bold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12622A-3716-431B-A4EB-773927E54839}">
  <a:tblStyle styleId="{F712622A-3716-431B-A4EB-773927E548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4FB213F-889C-48DF-AB6D-3E2472A6AAB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4d2792e9d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4d2792e9d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0fb8bc67f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0fb8bc67f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125d80b419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125d80b419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14e1613f9b3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14e1613f9b3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14e1613f9b3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14e1613f9b3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125d80b419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1125d80b419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522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3063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1288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125d80b419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1125d80b41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1125d80b4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1125d80b41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1125d80b419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125d80b419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1125d80b4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1125d80b4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1125d80b41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1125d80b41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4e084505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4e084505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g1125d80b41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3" name="Google Shape;1233;g1125d80b419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4e1613f9b3_1_3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4e1613f9b3_1_3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 name="Google Shape;19;p2"/>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2"/>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27;p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 name="Google Shape;28;p2"/>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2"/>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0" name="Google Shape;30;p2"/>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1" name="Google Shape;31;p2"/>
          <p:cNvSpPr txBox="1">
            <a:spLocks noGrp="1"/>
          </p:cNvSpPr>
          <p:nvPr>
            <p:ph type="ctrTitle"/>
          </p:nvPr>
        </p:nvSpPr>
        <p:spPr>
          <a:xfrm>
            <a:off x="1828800" y="1174903"/>
            <a:ext cx="5486400" cy="2469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32" name="Google Shape;32;p2"/>
          <p:cNvSpPr txBox="1">
            <a:spLocks noGrp="1"/>
          </p:cNvSpPr>
          <p:nvPr>
            <p:ph type="subTitle" idx="1"/>
          </p:nvPr>
        </p:nvSpPr>
        <p:spPr>
          <a:xfrm>
            <a:off x="182880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3"/>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42" name="Google Shape;42;p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43" name="Google Shape;43;p3"/>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3"/>
              <p:cNvCxnSpPr/>
              <p:nvPr/>
            </p:nvCxnSpPr>
            <p:spPr>
              <a:xfrm>
                <a:off x="6827699" y="1017288"/>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45" name="Google Shape;45;p3"/>
          <p:cNvSpPr txBox="1">
            <a:spLocks noGrp="1"/>
          </p:cNvSpPr>
          <p:nvPr>
            <p:ph type="title"/>
          </p:nvPr>
        </p:nvSpPr>
        <p:spPr>
          <a:xfrm>
            <a:off x="1828800" y="2114550"/>
            <a:ext cx="54864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46" name="Google Shape;46;p3"/>
          <p:cNvSpPr txBox="1">
            <a:spLocks noGrp="1"/>
          </p:cNvSpPr>
          <p:nvPr>
            <p:ph type="title" idx="2" hasCustomPrompt="1"/>
          </p:nvPr>
        </p:nvSpPr>
        <p:spPr>
          <a:xfrm>
            <a:off x="947550" y="679350"/>
            <a:ext cx="1368300" cy="137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2286000" y="3952891"/>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8"/>
        <p:cNvGrpSpPr/>
        <p:nvPr/>
      </p:nvGrpSpPr>
      <p:grpSpPr>
        <a:xfrm>
          <a:off x="0" y="0"/>
          <a:ext cx="0" cy="0"/>
          <a:chOff x="0" y="0"/>
          <a:chExt cx="0" cy="0"/>
        </a:xfrm>
      </p:grpSpPr>
      <p:pic>
        <p:nvPicPr>
          <p:cNvPr id="49" name="Google Shape;49;p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50" name="Google Shape;50;p4"/>
          <p:cNvGrpSpPr/>
          <p:nvPr/>
        </p:nvGrpSpPr>
        <p:grpSpPr>
          <a:xfrm>
            <a:off x="274200" y="274200"/>
            <a:ext cx="8687100" cy="4686600"/>
            <a:chOff x="274200" y="274200"/>
            <a:chExt cx="8687100" cy="4686600"/>
          </a:xfrm>
        </p:grpSpPr>
        <p:sp>
          <p:nvSpPr>
            <p:cNvPr id="51" name="Google Shape;51;p4"/>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oogle Shape;52;p4"/>
            <p:cNvGrpSpPr/>
            <p:nvPr/>
          </p:nvGrpSpPr>
          <p:grpSpPr>
            <a:xfrm>
              <a:off x="274200" y="274200"/>
              <a:ext cx="8595900" cy="4595100"/>
              <a:chOff x="274200" y="274200"/>
              <a:chExt cx="8595900" cy="4595100"/>
            </a:xfrm>
          </p:grpSpPr>
          <p:grpSp>
            <p:nvGrpSpPr>
              <p:cNvPr id="53" name="Google Shape;53;p4"/>
              <p:cNvGrpSpPr/>
              <p:nvPr/>
            </p:nvGrpSpPr>
            <p:grpSpPr>
              <a:xfrm>
                <a:off x="274200" y="274200"/>
                <a:ext cx="8595900" cy="4595100"/>
                <a:chOff x="274200" y="274200"/>
                <a:chExt cx="8595900" cy="4595100"/>
              </a:xfrm>
            </p:grpSpPr>
            <p:sp>
              <p:nvSpPr>
                <p:cNvPr id="54" name="Google Shape;54;p4"/>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 name="Google Shape;55;p4"/>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56" name="Google Shape;56;p4"/>
              <p:cNvGrpSpPr/>
              <p:nvPr/>
            </p:nvGrpSpPr>
            <p:grpSpPr>
              <a:xfrm>
                <a:off x="8595300" y="365550"/>
                <a:ext cx="183000" cy="183000"/>
                <a:chOff x="8225400" y="367488"/>
                <a:chExt cx="183000" cy="183000"/>
              </a:xfrm>
            </p:grpSpPr>
            <p:cxnSp>
              <p:nvCxnSpPr>
                <p:cNvPr id="57" name="Google Shape;57;p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9" name="Google Shape;59;p4"/>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4"/>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61" name="Google Shape;61;p4"/>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62" name="Google Shape;62;p4"/>
          <p:cNvSpPr txBox="1">
            <a:spLocks noGrp="1"/>
          </p:cNvSpPr>
          <p:nvPr>
            <p:ph type="body" idx="1"/>
          </p:nvPr>
        </p:nvSpPr>
        <p:spPr>
          <a:xfrm>
            <a:off x="715100" y="1417200"/>
            <a:ext cx="7713900" cy="365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1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pic>
        <p:nvPicPr>
          <p:cNvPr id="82" name="Google Shape;82;p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83" name="Google Shape;83;p6"/>
          <p:cNvGrpSpPr/>
          <p:nvPr/>
        </p:nvGrpSpPr>
        <p:grpSpPr>
          <a:xfrm>
            <a:off x="274200" y="274200"/>
            <a:ext cx="8687100" cy="4686600"/>
            <a:chOff x="274200" y="274200"/>
            <a:chExt cx="8687100" cy="4686600"/>
          </a:xfrm>
        </p:grpSpPr>
        <p:sp>
          <p:nvSpPr>
            <p:cNvPr id="84" name="Google Shape;84;p6"/>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6"/>
            <p:cNvGrpSpPr/>
            <p:nvPr/>
          </p:nvGrpSpPr>
          <p:grpSpPr>
            <a:xfrm>
              <a:off x="274200" y="274200"/>
              <a:ext cx="8595900" cy="4595100"/>
              <a:chOff x="274200" y="274200"/>
              <a:chExt cx="8595900" cy="4595100"/>
            </a:xfrm>
          </p:grpSpPr>
          <p:grpSp>
            <p:nvGrpSpPr>
              <p:cNvPr id="86" name="Google Shape;86;p6"/>
              <p:cNvGrpSpPr/>
              <p:nvPr/>
            </p:nvGrpSpPr>
            <p:grpSpPr>
              <a:xfrm>
                <a:off x="274200" y="274200"/>
                <a:ext cx="8595900" cy="4595100"/>
                <a:chOff x="274200" y="274200"/>
                <a:chExt cx="8595900" cy="4595100"/>
              </a:xfrm>
            </p:grpSpPr>
            <p:sp>
              <p:nvSpPr>
                <p:cNvPr id="87" name="Google Shape;87;p6"/>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6"/>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89" name="Google Shape;89;p6"/>
              <p:cNvGrpSpPr/>
              <p:nvPr/>
            </p:nvGrpSpPr>
            <p:grpSpPr>
              <a:xfrm>
                <a:off x="8595300" y="365550"/>
                <a:ext cx="183000" cy="183000"/>
                <a:chOff x="8225400" y="367488"/>
                <a:chExt cx="183000" cy="183000"/>
              </a:xfrm>
            </p:grpSpPr>
            <p:cxnSp>
              <p:nvCxnSpPr>
                <p:cNvPr id="90" name="Google Shape;90;p6"/>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91" name="Google Shape;91;p6"/>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92" name="Google Shape;92;p6"/>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3" name="Google Shape;93;p6"/>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94" name="Google Shape;94;p6"/>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5"/>
        <p:cNvGrpSpPr/>
        <p:nvPr/>
      </p:nvGrpSpPr>
      <p:grpSpPr>
        <a:xfrm>
          <a:off x="0" y="0"/>
          <a:ext cx="0" cy="0"/>
          <a:chOff x="0" y="0"/>
          <a:chExt cx="0" cy="0"/>
        </a:xfrm>
      </p:grpSpPr>
      <p:pic>
        <p:nvPicPr>
          <p:cNvPr id="96" name="Google Shape;96;p7"/>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97" name="Google Shape;97;p7"/>
          <p:cNvGrpSpPr/>
          <p:nvPr/>
        </p:nvGrpSpPr>
        <p:grpSpPr>
          <a:xfrm>
            <a:off x="1438985" y="535000"/>
            <a:ext cx="5919000" cy="4425900"/>
            <a:chOff x="274200" y="274200"/>
            <a:chExt cx="5919000" cy="4425900"/>
          </a:xfrm>
        </p:grpSpPr>
        <p:sp>
          <p:nvSpPr>
            <p:cNvPr id="98" name="Google Shape;98;p7"/>
            <p:cNvSpPr/>
            <p:nvPr/>
          </p:nvSpPr>
          <p:spPr>
            <a:xfrm>
              <a:off x="365700" y="365700"/>
              <a:ext cx="5827500" cy="4334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7"/>
            <p:cNvGrpSpPr/>
            <p:nvPr/>
          </p:nvGrpSpPr>
          <p:grpSpPr>
            <a:xfrm>
              <a:off x="274200" y="274200"/>
              <a:ext cx="5827500" cy="4334400"/>
              <a:chOff x="274200" y="274200"/>
              <a:chExt cx="5827500" cy="4334400"/>
            </a:xfrm>
          </p:grpSpPr>
          <p:sp>
            <p:nvSpPr>
              <p:cNvPr id="100" name="Google Shape;100;p7"/>
              <p:cNvSpPr/>
              <p:nvPr/>
            </p:nvSpPr>
            <p:spPr>
              <a:xfrm>
                <a:off x="274200" y="274200"/>
                <a:ext cx="5827500" cy="4334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 name="Google Shape;101;p7"/>
              <p:cNvGrpSpPr/>
              <p:nvPr/>
            </p:nvGrpSpPr>
            <p:grpSpPr>
              <a:xfrm>
                <a:off x="5827100" y="365450"/>
                <a:ext cx="183000" cy="183000"/>
                <a:chOff x="8225400" y="367488"/>
                <a:chExt cx="183000" cy="183000"/>
              </a:xfrm>
            </p:grpSpPr>
            <p:cxnSp>
              <p:nvCxnSpPr>
                <p:cNvPr id="102" name="Google Shape;102;p7"/>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7"/>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04" name="Google Shape;104;p7"/>
              <p:cNvSpPr/>
              <p:nvPr/>
            </p:nvSpPr>
            <p:spPr>
              <a:xfrm>
                <a:off x="5507000" y="3654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 name="Google Shape;105;p7"/>
              <p:cNvCxnSpPr/>
              <p:nvPr/>
            </p:nvCxnSpPr>
            <p:spPr>
              <a:xfrm>
                <a:off x="5156899" y="5484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06" name="Google Shape;106;p7"/>
              <p:cNvCxnSpPr/>
              <p:nvPr/>
            </p:nvCxnSpPr>
            <p:spPr>
              <a:xfrm>
                <a:off x="283500" y="639800"/>
                <a:ext cx="58152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07" name="Google Shape;107;p7"/>
          <p:cNvGrpSpPr/>
          <p:nvPr/>
        </p:nvGrpSpPr>
        <p:grpSpPr>
          <a:xfrm>
            <a:off x="274200" y="274200"/>
            <a:ext cx="5919000" cy="4425900"/>
            <a:chOff x="274200" y="274200"/>
            <a:chExt cx="5919000" cy="4425900"/>
          </a:xfrm>
        </p:grpSpPr>
        <p:sp>
          <p:nvSpPr>
            <p:cNvPr id="108" name="Google Shape;108;p7"/>
            <p:cNvSpPr/>
            <p:nvPr/>
          </p:nvSpPr>
          <p:spPr>
            <a:xfrm>
              <a:off x="365700" y="365700"/>
              <a:ext cx="5827500" cy="4334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7"/>
            <p:cNvGrpSpPr/>
            <p:nvPr/>
          </p:nvGrpSpPr>
          <p:grpSpPr>
            <a:xfrm>
              <a:off x="274200" y="274200"/>
              <a:ext cx="5827500" cy="4334400"/>
              <a:chOff x="274200" y="274200"/>
              <a:chExt cx="5827500" cy="4334400"/>
            </a:xfrm>
          </p:grpSpPr>
          <p:sp>
            <p:nvSpPr>
              <p:cNvPr id="110" name="Google Shape;110;p7"/>
              <p:cNvSpPr/>
              <p:nvPr/>
            </p:nvSpPr>
            <p:spPr>
              <a:xfrm>
                <a:off x="274200" y="274200"/>
                <a:ext cx="5827500" cy="4334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7"/>
              <p:cNvGrpSpPr/>
              <p:nvPr/>
            </p:nvGrpSpPr>
            <p:grpSpPr>
              <a:xfrm>
                <a:off x="5827100" y="365450"/>
                <a:ext cx="183000" cy="183000"/>
                <a:chOff x="8225400" y="367488"/>
                <a:chExt cx="183000" cy="183000"/>
              </a:xfrm>
            </p:grpSpPr>
            <p:cxnSp>
              <p:nvCxnSpPr>
                <p:cNvPr id="112" name="Google Shape;112;p7"/>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13" name="Google Shape;113;p7"/>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14" name="Google Shape;114;p7"/>
              <p:cNvSpPr/>
              <p:nvPr/>
            </p:nvSpPr>
            <p:spPr>
              <a:xfrm>
                <a:off x="5507000" y="3654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5" name="Google Shape;115;p7"/>
              <p:cNvCxnSpPr/>
              <p:nvPr/>
            </p:nvCxnSpPr>
            <p:spPr>
              <a:xfrm>
                <a:off x="5156899" y="5484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16" name="Google Shape;116;p7"/>
              <p:cNvCxnSpPr/>
              <p:nvPr/>
            </p:nvCxnSpPr>
            <p:spPr>
              <a:xfrm>
                <a:off x="283500" y="639800"/>
                <a:ext cx="5815200" cy="0"/>
              </a:xfrm>
              <a:prstGeom prst="straightConnector1">
                <a:avLst/>
              </a:prstGeom>
              <a:noFill/>
              <a:ln w="28575" cap="flat" cmpd="sng">
                <a:solidFill>
                  <a:schemeClr val="dk1"/>
                </a:solidFill>
                <a:prstDash val="solid"/>
                <a:round/>
                <a:headEnd type="none" w="med" len="med"/>
                <a:tailEnd type="none" w="med" len="med"/>
              </a:ln>
            </p:spPr>
          </p:cxnSp>
        </p:grpSp>
      </p:grpSp>
      <p:sp>
        <p:nvSpPr>
          <p:cNvPr id="117" name="Google Shape;117;p7"/>
          <p:cNvSpPr txBox="1">
            <a:spLocks noGrp="1"/>
          </p:cNvSpPr>
          <p:nvPr>
            <p:ph type="title"/>
          </p:nvPr>
        </p:nvSpPr>
        <p:spPr>
          <a:xfrm>
            <a:off x="714250" y="731525"/>
            <a:ext cx="5015700" cy="68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a:endParaRPr/>
          </a:p>
        </p:txBody>
      </p:sp>
      <p:sp>
        <p:nvSpPr>
          <p:cNvPr id="118" name="Google Shape;118;p7"/>
          <p:cNvSpPr txBox="1">
            <a:spLocks noGrp="1"/>
          </p:cNvSpPr>
          <p:nvPr>
            <p:ph type="body" idx="1"/>
          </p:nvPr>
        </p:nvSpPr>
        <p:spPr>
          <a:xfrm>
            <a:off x="715850" y="1600325"/>
            <a:ext cx="5019900" cy="256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2"/>
        <p:cNvGrpSpPr/>
        <p:nvPr/>
      </p:nvGrpSpPr>
      <p:grpSpPr>
        <a:xfrm>
          <a:off x="0" y="0"/>
          <a:ext cx="0" cy="0"/>
          <a:chOff x="0" y="0"/>
          <a:chExt cx="0" cy="0"/>
        </a:xfrm>
      </p:grpSpPr>
      <p:pic>
        <p:nvPicPr>
          <p:cNvPr id="143" name="Google Shape;143;p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44" name="Google Shape;144;p9"/>
          <p:cNvGrpSpPr/>
          <p:nvPr/>
        </p:nvGrpSpPr>
        <p:grpSpPr>
          <a:xfrm>
            <a:off x="2025281" y="535000"/>
            <a:ext cx="6492300" cy="3749100"/>
            <a:chOff x="1371300" y="742950"/>
            <a:chExt cx="6492300" cy="3749100"/>
          </a:xfrm>
        </p:grpSpPr>
        <p:sp>
          <p:nvSpPr>
            <p:cNvPr id="145" name="Google Shape;145;p9"/>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9"/>
            <p:cNvGrpSpPr/>
            <p:nvPr/>
          </p:nvGrpSpPr>
          <p:grpSpPr>
            <a:xfrm>
              <a:off x="1371300" y="742950"/>
              <a:ext cx="6401400" cy="3657600"/>
              <a:chOff x="1371300" y="742950"/>
              <a:chExt cx="6401400" cy="3657600"/>
            </a:xfrm>
          </p:grpSpPr>
          <p:sp>
            <p:nvSpPr>
              <p:cNvPr id="147" name="Google Shape;147;p9"/>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8" name="Google Shape;148;p9"/>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49" name="Google Shape;149;p9"/>
              <p:cNvGrpSpPr/>
              <p:nvPr/>
            </p:nvGrpSpPr>
            <p:grpSpPr>
              <a:xfrm>
                <a:off x="7498200" y="834288"/>
                <a:ext cx="183000" cy="183000"/>
                <a:chOff x="8225400" y="367488"/>
                <a:chExt cx="183000" cy="183000"/>
              </a:xfrm>
            </p:grpSpPr>
            <p:cxnSp>
              <p:nvCxnSpPr>
                <p:cNvPr id="150" name="Google Shape;150;p9"/>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51" name="Google Shape;151;p9"/>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52" name="Google Shape;152;p9"/>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9"/>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54" name="Google Shape;154;p9"/>
          <p:cNvGrpSpPr/>
          <p:nvPr/>
        </p:nvGrpSpPr>
        <p:grpSpPr>
          <a:xfrm>
            <a:off x="1371300" y="742950"/>
            <a:ext cx="6492300" cy="3749100"/>
            <a:chOff x="1371300" y="742950"/>
            <a:chExt cx="6492300" cy="3749100"/>
          </a:xfrm>
        </p:grpSpPr>
        <p:sp>
          <p:nvSpPr>
            <p:cNvPr id="155" name="Google Shape;155;p9"/>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9"/>
            <p:cNvGrpSpPr/>
            <p:nvPr/>
          </p:nvGrpSpPr>
          <p:grpSpPr>
            <a:xfrm>
              <a:off x="1371300" y="742950"/>
              <a:ext cx="6401400" cy="3657600"/>
              <a:chOff x="1371300" y="742950"/>
              <a:chExt cx="6401400" cy="3657600"/>
            </a:xfrm>
          </p:grpSpPr>
          <p:sp>
            <p:nvSpPr>
              <p:cNvPr id="157" name="Google Shape;157;p9"/>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8" name="Google Shape;158;p9"/>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159" name="Google Shape;159;p9"/>
              <p:cNvGrpSpPr/>
              <p:nvPr/>
            </p:nvGrpSpPr>
            <p:grpSpPr>
              <a:xfrm>
                <a:off x="7498200" y="834288"/>
                <a:ext cx="183000" cy="183000"/>
                <a:chOff x="8225400" y="367488"/>
                <a:chExt cx="183000" cy="183000"/>
              </a:xfrm>
            </p:grpSpPr>
            <p:cxnSp>
              <p:nvCxnSpPr>
                <p:cNvPr id="160" name="Google Shape;160;p9"/>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61" name="Google Shape;161;p9"/>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62" name="Google Shape;162;p9"/>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3" name="Google Shape;163;p9"/>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64" name="Google Shape;164;p9"/>
          <p:cNvSpPr txBox="1">
            <a:spLocks noGrp="1"/>
          </p:cNvSpPr>
          <p:nvPr>
            <p:ph type="title"/>
          </p:nvPr>
        </p:nvSpPr>
        <p:spPr>
          <a:xfrm>
            <a:off x="2057400" y="1680088"/>
            <a:ext cx="50292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5" name="Google Shape;165;p9"/>
          <p:cNvSpPr txBox="1">
            <a:spLocks noGrp="1"/>
          </p:cNvSpPr>
          <p:nvPr>
            <p:ph type="subTitle" idx="1"/>
          </p:nvPr>
        </p:nvSpPr>
        <p:spPr>
          <a:xfrm>
            <a:off x="2057400" y="2549013"/>
            <a:ext cx="50292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8"/>
        <p:cNvGrpSpPr/>
        <p:nvPr/>
      </p:nvGrpSpPr>
      <p:grpSpPr>
        <a:xfrm>
          <a:off x="0" y="0"/>
          <a:ext cx="0" cy="0"/>
          <a:chOff x="0" y="0"/>
          <a:chExt cx="0" cy="0"/>
        </a:xfrm>
      </p:grpSpPr>
      <p:pic>
        <p:nvPicPr>
          <p:cNvPr id="169" name="Google Shape;169;p11"/>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70" name="Google Shape;170;p11"/>
          <p:cNvGrpSpPr/>
          <p:nvPr/>
        </p:nvGrpSpPr>
        <p:grpSpPr>
          <a:xfrm>
            <a:off x="914400" y="535100"/>
            <a:ext cx="7406700" cy="4164575"/>
            <a:chOff x="914400" y="535100"/>
            <a:chExt cx="7406700" cy="4164575"/>
          </a:xfrm>
        </p:grpSpPr>
        <p:sp>
          <p:nvSpPr>
            <p:cNvPr id="171" name="Google Shape;171;p11"/>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11"/>
            <p:cNvGrpSpPr/>
            <p:nvPr/>
          </p:nvGrpSpPr>
          <p:grpSpPr>
            <a:xfrm>
              <a:off x="914400" y="535100"/>
              <a:ext cx="7315200" cy="4073400"/>
              <a:chOff x="914400" y="535100"/>
              <a:chExt cx="7315200" cy="4073400"/>
            </a:xfrm>
          </p:grpSpPr>
          <p:sp>
            <p:nvSpPr>
              <p:cNvPr id="173" name="Google Shape;173;p11"/>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 name="Google Shape;174;p11"/>
              <p:cNvGrpSpPr/>
              <p:nvPr/>
            </p:nvGrpSpPr>
            <p:grpSpPr>
              <a:xfrm>
                <a:off x="7955100" y="626350"/>
                <a:ext cx="183000" cy="183000"/>
                <a:chOff x="8225400" y="367488"/>
                <a:chExt cx="183000" cy="183000"/>
              </a:xfrm>
            </p:grpSpPr>
            <p:cxnSp>
              <p:nvCxnSpPr>
                <p:cNvPr id="175" name="Google Shape;175;p11"/>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76" name="Google Shape;176;p11"/>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77" name="Google Shape;177;p11"/>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8" name="Google Shape;178;p11"/>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179" name="Google Shape;179;p11"/>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180" name="Google Shape;180;p11"/>
          <p:cNvSpPr txBox="1">
            <a:spLocks noGrp="1"/>
          </p:cNvSpPr>
          <p:nvPr>
            <p:ph type="title" hasCustomPrompt="1"/>
          </p:nvPr>
        </p:nvSpPr>
        <p:spPr>
          <a:xfrm>
            <a:off x="1371600" y="1657350"/>
            <a:ext cx="6400800" cy="18288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1" name="Google Shape;181;p11"/>
          <p:cNvSpPr txBox="1">
            <a:spLocks noGrp="1"/>
          </p:cNvSpPr>
          <p:nvPr>
            <p:ph type="subTitle" idx="1"/>
          </p:nvPr>
        </p:nvSpPr>
        <p:spPr>
          <a:xfrm>
            <a:off x="1828850" y="3877100"/>
            <a:ext cx="5486400" cy="365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8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0" name="Google Shape;190;p13"/>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93" name="Google Shape;193;p1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194" name="Google Shape;194;p13"/>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5" name="Google Shape;195;p13"/>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196" name="Google Shape;196;p13"/>
          <p:cNvSpPr txBox="1">
            <a:spLocks noGrp="1"/>
          </p:cNvSpPr>
          <p:nvPr>
            <p:ph type="subTitle" idx="1"/>
          </p:nvPr>
        </p:nvSpPr>
        <p:spPr>
          <a:xfrm>
            <a:off x="1957976" y="180287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7" name="Google Shape;197;p13"/>
          <p:cNvSpPr txBox="1">
            <a:spLocks noGrp="1"/>
          </p:cNvSpPr>
          <p:nvPr>
            <p:ph type="subTitle" idx="2"/>
          </p:nvPr>
        </p:nvSpPr>
        <p:spPr>
          <a:xfrm>
            <a:off x="1957956" y="33991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8" name="Google Shape;198;p13"/>
          <p:cNvSpPr txBox="1">
            <a:spLocks noGrp="1"/>
          </p:cNvSpPr>
          <p:nvPr>
            <p:ph type="subTitle" idx="3"/>
          </p:nvPr>
        </p:nvSpPr>
        <p:spPr>
          <a:xfrm>
            <a:off x="5997466" y="1803588"/>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9" name="Google Shape;199;p13"/>
          <p:cNvSpPr txBox="1">
            <a:spLocks noGrp="1"/>
          </p:cNvSpPr>
          <p:nvPr>
            <p:ph type="subTitle" idx="4"/>
          </p:nvPr>
        </p:nvSpPr>
        <p:spPr>
          <a:xfrm>
            <a:off x="6043506" y="3399143"/>
            <a:ext cx="22860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0" name="Google Shape;200;p13"/>
          <p:cNvSpPr txBox="1">
            <a:spLocks noGrp="1"/>
          </p:cNvSpPr>
          <p:nvPr>
            <p:ph type="title" hasCustomPrompt="1"/>
          </p:nvPr>
        </p:nvSpPr>
        <p:spPr>
          <a:xfrm>
            <a:off x="769317" y="1802875"/>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a:spLocks noGrp="1"/>
          </p:cNvSpPr>
          <p:nvPr>
            <p:ph type="subTitle" idx="5"/>
          </p:nvPr>
        </p:nvSpPr>
        <p:spPr>
          <a:xfrm>
            <a:off x="1957976" y="2261521"/>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2" name="Google Shape;202;p13"/>
          <p:cNvSpPr txBox="1">
            <a:spLocks noGrp="1"/>
          </p:cNvSpPr>
          <p:nvPr>
            <p:ph type="title" idx="6" hasCustomPrompt="1"/>
          </p:nvPr>
        </p:nvSpPr>
        <p:spPr>
          <a:xfrm>
            <a:off x="4808859" y="180360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a:spLocks noGrp="1"/>
          </p:cNvSpPr>
          <p:nvPr>
            <p:ph type="subTitle" idx="7"/>
          </p:nvPr>
        </p:nvSpPr>
        <p:spPr>
          <a:xfrm>
            <a:off x="5997466" y="2260800"/>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title" idx="8" hasCustomPrompt="1"/>
          </p:nvPr>
        </p:nvSpPr>
        <p:spPr>
          <a:xfrm>
            <a:off x="769347" y="3399150"/>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a:spLocks noGrp="1"/>
          </p:cNvSpPr>
          <p:nvPr>
            <p:ph type="subTitle" idx="9"/>
          </p:nvPr>
        </p:nvSpPr>
        <p:spPr>
          <a:xfrm>
            <a:off x="1957956" y="3856343"/>
            <a:ext cx="23775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title" idx="13" hasCustomPrompt="1"/>
          </p:nvPr>
        </p:nvSpPr>
        <p:spPr>
          <a:xfrm>
            <a:off x="4854897" y="3399143"/>
            <a:ext cx="1188600" cy="1097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a:spLocks noGrp="1"/>
          </p:cNvSpPr>
          <p:nvPr>
            <p:ph type="subTitle" idx="14"/>
          </p:nvPr>
        </p:nvSpPr>
        <p:spPr>
          <a:xfrm>
            <a:off x="6043506" y="3856343"/>
            <a:ext cx="2286000" cy="64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09"/>
        <p:cNvGrpSpPr/>
        <p:nvPr/>
      </p:nvGrpSpPr>
      <p:grpSpPr>
        <a:xfrm>
          <a:off x="0" y="0"/>
          <a:ext cx="0" cy="0"/>
          <a:chOff x="0" y="0"/>
          <a:chExt cx="0" cy="0"/>
        </a:xfrm>
      </p:grpSpPr>
      <p:pic>
        <p:nvPicPr>
          <p:cNvPr id="210" name="Google Shape;210;p1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11" name="Google Shape;211;p14"/>
          <p:cNvGrpSpPr/>
          <p:nvPr/>
        </p:nvGrpSpPr>
        <p:grpSpPr>
          <a:xfrm>
            <a:off x="2025281" y="535000"/>
            <a:ext cx="6492300" cy="3749100"/>
            <a:chOff x="1371300" y="742950"/>
            <a:chExt cx="6492300" cy="3749100"/>
          </a:xfrm>
        </p:grpSpPr>
        <p:sp>
          <p:nvSpPr>
            <p:cNvPr id="212" name="Google Shape;212;p14"/>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14"/>
            <p:cNvGrpSpPr/>
            <p:nvPr/>
          </p:nvGrpSpPr>
          <p:grpSpPr>
            <a:xfrm>
              <a:off x="1371300" y="742950"/>
              <a:ext cx="6401400" cy="3657600"/>
              <a:chOff x="1371300" y="742950"/>
              <a:chExt cx="6401400" cy="3657600"/>
            </a:xfrm>
          </p:grpSpPr>
          <p:sp>
            <p:nvSpPr>
              <p:cNvPr id="214" name="Google Shape;214;p14"/>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5" name="Google Shape;215;p14"/>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216" name="Google Shape;216;p14"/>
              <p:cNvGrpSpPr/>
              <p:nvPr/>
            </p:nvGrpSpPr>
            <p:grpSpPr>
              <a:xfrm>
                <a:off x="7498200" y="834288"/>
                <a:ext cx="183000" cy="183000"/>
                <a:chOff x="8225400" y="367488"/>
                <a:chExt cx="183000" cy="183000"/>
              </a:xfrm>
            </p:grpSpPr>
            <p:cxnSp>
              <p:nvCxnSpPr>
                <p:cNvPr id="217" name="Google Shape;217;p1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18" name="Google Shape;218;p1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19" name="Google Shape;219;p14"/>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 name="Google Shape;220;p14"/>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221" name="Google Shape;221;p14"/>
          <p:cNvGrpSpPr/>
          <p:nvPr/>
        </p:nvGrpSpPr>
        <p:grpSpPr>
          <a:xfrm>
            <a:off x="1371300" y="742950"/>
            <a:ext cx="6492300" cy="3749100"/>
            <a:chOff x="1371300" y="742950"/>
            <a:chExt cx="6492300" cy="3749100"/>
          </a:xfrm>
        </p:grpSpPr>
        <p:sp>
          <p:nvSpPr>
            <p:cNvPr id="222" name="Google Shape;222;p14"/>
            <p:cNvSpPr/>
            <p:nvPr/>
          </p:nvSpPr>
          <p:spPr>
            <a:xfrm>
              <a:off x="1462800" y="834450"/>
              <a:ext cx="6400800" cy="3657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 name="Google Shape;223;p14"/>
            <p:cNvGrpSpPr/>
            <p:nvPr/>
          </p:nvGrpSpPr>
          <p:grpSpPr>
            <a:xfrm>
              <a:off x="1371300" y="742950"/>
              <a:ext cx="6401400" cy="3657600"/>
              <a:chOff x="1371300" y="742950"/>
              <a:chExt cx="6401400" cy="3657600"/>
            </a:xfrm>
          </p:grpSpPr>
          <p:sp>
            <p:nvSpPr>
              <p:cNvPr id="224" name="Google Shape;224;p14"/>
              <p:cNvSpPr/>
              <p:nvPr/>
            </p:nvSpPr>
            <p:spPr>
              <a:xfrm>
                <a:off x="1371300" y="742950"/>
                <a:ext cx="6400800" cy="3657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5" name="Google Shape;225;p14"/>
              <p:cNvCxnSpPr/>
              <p:nvPr/>
            </p:nvCxnSpPr>
            <p:spPr>
              <a:xfrm>
                <a:off x="1371300" y="1108650"/>
                <a:ext cx="6401400" cy="0"/>
              </a:xfrm>
              <a:prstGeom prst="straightConnector1">
                <a:avLst/>
              </a:prstGeom>
              <a:noFill/>
              <a:ln w="28575" cap="flat" cmpd="sng">
                <a:solidFill>
                  <a:schemeClr val="dk1"/>
                </a:solidFill>
                <a:prstDash val="solid"/>
                <a:round/>
                <a:headEnd type="none" w="med" len="med"/>
                <a:tailEnd type="none" w="med" len="med"/>
              </a:ln>
            </p:spPr>
          </p:cxnSp>
          <p:grpSp>
            <p:nvGrpSpPr>
              <p:cNvPr id="226" name="Google Shape;226;p14"/>
              <p:cNvGrpSpPr/>
              <p:nvPr/>
            </p:nvGrpSpPr>
            <p:grpSpPr>
              <a:xfrm>
                <a:off x="7498200" y="834288"/>
                <a:ext cx="183000" cy="183000"/>
                <a:chOff x="8225400" y="367488"/>
                <a:chExt cx="183000" cy="183000"/>
              </a:xfrm>
            </p:grpSpPr>
            <p:cxnSp>
              <p:nvCxnSpPr>
                <p:cNvPr id="227" name="Google Shape;227;p14"/>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28" name="Google Shape;228;p14"/>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29" name="Google Shape;229;p14"/>
              <p:cNvSpPr/>
              <p:nvPr/>
            </p:nvSpPr>
            <p:spPr>
              <a:xfrm>
                <a:off x="7177950" y="834288"/>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0" name="Google Shape;230;p14"/>
              <p:cNvCxnSpPr/>
              <p:nvPr/>
            </p:nvCxnSpPr>
            <p:spPr>
              <a:xfrm>
                <a:off x="6827699" y="1017288"/>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31" name="Google Shape;231;p14"/>
          <p:cNvSpPr txBox="1">
            <a:spLocks noGrp="1"/>
          </p:cNvSpPr>
          <p:nvPr>
            <p:ph type="title"/>
          </p:nvPr>
        </p:nvSpPr>
        <p:spPr>
          <a:xfrm>
            <a:off x="2286000" y="3293217"/>
            <a:ext cx="4572000" cy="5028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32" name="Google Shape;232;p14"/>
          <p:cNvSpPr txBox="1">
            <a:spLocks noGrp="1"/>
          </p:cNvSpPr>
          <p:nvPr>
            <p:ph type="subTitle" idx="1"/>
          </p:nvPr>
        </p:nvSpPr>
        <p:spPr>
          <a:xfrm>
            <a:off x="1828800" y="1600317"/>
            <a:ext cx="5486400" cy="137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500"/>
              <a:buNone/>
              <a:defRPr sz="24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233"/>
        <p:cNvGrpSpPr/>
        <p:nvPr/>
      </p:nvGrpSpPr>
      <p:grpSpPr>
        <a:xfrm>
          <a:off x="0" y="0"/>
          <a:ext cx="0" cy="0"/>
          <a:chOff x="0" y="0"/>
          <a:chExt cx="0" cy="0"/>
        </a:xfrm>
      </p:grpSpPr>
      <p:pic>
        <p:nvPicPr>
          <p:cNvPr id="234" name="Google Shape;234;p15"/>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35" name="Google Shape;235;p15"/>
          <p:cNvGrpSpPr/>
          <p:nvPr/>
        </p:nvGrpSpPr>
        <p:grpSpPr>
          <a:xfrm>
            <a:off x="274200" y="274200"/>
            <a:ext cx="8687100" cy="4686600"/>
            <a:chOff x="274200" y="274200"/>
            <a:chExt cx="8687100" cy="4686600"/>
          </a:xfrm>
        </p:grpSpPr>
        <p:sp>
          <p:nvSpPr>
            <p:cNvPr id="236" name="Google Shape;236;p15"/>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 name="Google Shape;237;p15"/>
            <p:cNvGrpSpPr/>
            <p:nvPr/>
          </p:nvGrpSpPr>
          <p:grpSpPr>
            <a:xfrm>
              <a:off x="274200" y="274200"/>
              <a:ext cx="8595900" cy="4595100"/>
              <a:chOff x="274200" y="274200"/>
              <a:chExt cx="8595900" cy="4595100"/>
            </a:xfrm>
          </p:grpSpPr>
          <p:grpSp>
            <p:nvGrpSpPr>
              <p:cNvPr id="238" name="Google Shape;238;p15"/>
              <p:cNvGrpSpPr/>
              <p:nvPr/>
            </p:nvGrpSpPr>
            <p:grpSpPr>
              <a:xfrm>
                <a:off x="274200" y="274200"/>
                <a:ext cx="8595900" cy="4595100"/>
                <a:chOff x="274200" y="274200"/>
                <a:chExt cx="8595900" cy="4595100"/>
              </a:xfrm>
            </p:grpSpPr>
            <p:sp>
              <p:nvSpPr>
                <p:cNvPr id="239" name="Google Shape;239;p15"/>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0" name="Google Shape;240;p15"/>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241" name="Google Shape;241;p15"/>
              <p:cNvGrpSpPr/>
              <p:nvPr/>
            </p:nvGrpSpPr>
            <p:grpSpPr>
              <a:xfrm>
                <a:off x="8595300" y="365550"/>
                <a:ext cx="183000" cy="183000"/>
                <a:chOff x="8225400" y="367488"/>
                <a:chExt cx="183000" cy="183000"/>
              </a:xfrm>
            </p:grpSpPr>
            <p:cxnSp>
              <p:nvCxnSpPr>
                <p:cNvPr id="242" name="Google Shape;242;p15"/>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43" name="Google Shape;243;p15"/>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44" name="Google Shape;244;p15"/>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5" name="Google Shape;245;p15"/>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46" name="Google Shape;246;p15"/>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77"/>
        <p:cNvGrpSpPr/>
        <p:nvPr/>
      </p:nvGrpSpPr>
      <p:grpSpPr>
        <a:xfrm>
          <a:off x="0" y="0"/>
          <a:ext cx="0" cy="0"/>
          <a:chOff x="0" y="0"/>
          <a:chExt cx="0" cy="0"/>
        </a:xfrm>
      </p:grpSpPr>
      <p:pic>
        <p:nvPicPr>
          <p:cNvPr id="278" name="Google Shape;278;p1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79" name="Google Shape;279;p18"/>
          <p:cNvGrpSpPr/>
          <p:nvPr/>
        </p:nvGrpSpPr>
        <p:grpSpPr>
          <a:xfrm>
            <a:off x="274200" y="274200"/>
            <a:ext cx="8687100" cy="4686600"/>
            <a:chOff x="274200" y="274200"/>
            <a:chExt cx="8687100" cy="4686600"/>
          </a:xfrm>
        </p:grpSpPr>
        <p:sp>
          <p:nvSpPr>
            <p:cNvPr id="280" name="Google Shape;280;p18"/>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1" name="Google Shape;281;p18"/>
            <p:cNvGrpSpPr/>
            <p:nvPr/>
          </p:nvGrpSpPr>
          <p:grpSpPr>
            <a:xfrm>
              <a:off x="274200" y="274200"/>
              <a:ext cx="8595900" cy="4595100"/>
              <a:chOff x="274200" y="274200"/>
              <a:chExt cx="8595900" cy="4595100"/>
            </a:xfrm>
          </p:grpSpPr>
          <p:grpSp>
            <p:nvGrpSpPr>
              <p:cNvPr id="282" name="Google Shape;282;p18"/>
              <p:cNvGrpSpPr/>
              <p:nvPr/>
            </p:nvGrpSpPr>
            <p:grpSpPr>
              <a:xfrm>
                <a:off x="274200" y="274200"/>
                <a:ext cx="8595900" cy="4595100"/>
                <a:chOff x="274200" y="274200"/>
                <a:chExt cx="8595900" cy="4595100"/>
              </a:xfrm>
            </p:grpSpPr>
            <p:sp>
              <p:nvSpPr>
                <p:cNvPr id="283" name="Google Shape;283;p18"/>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18"/>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285" name="Google Shape;285;p18"/>
              <p:cNvGrpSpPr/>
              <p:nvPr/>
            </p:nvGrpSpPr>
            <p:grpSpPr>
              <a:xfrm>
                <a:off x="8595300" y="365550"/>
                <a:ext cx="183000" cy="183000"/>
                <a:chOff x="8225400" y="367488"/>
                <a:chExt cx="183000" cy="183000"/>
              </a:xfrm>
            </p:grpSpPr>
            <p:cxnSp>
              <p:nvCxnSpPr>
                <p:cNvPr id="286" name="Google Shape;286;p18"/>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87" name="Google Shape;287;p18"/>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88" name="Google Shape;288;p18"/>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9" name="Google Shape;289;p18"/>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290" name="Google Shape;290;p18"/>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1" name="Google Shape;291;p18"/>
          <p:cNvSpPr txBox="1">
            <a:spLocks noGrp="1"/>
          </p:cNvSpPr>
          <p:nvPr>
            <p:ph type="subTitle" idx="1"/>
          </p:nvPr>
        </p:nvSpPr>
        <p:spPr>
          <a:xfrm>
            <a:off x="780350" y="2571436"/>
            <a:ext cx="21972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2" name="Google Shape;292;p18"/>
          <p:cNvSpPr txBox="1">
            <a:spLocks noGrp="1"/>
          </p:cNvSpPr>
          <p:nvPr>
            <p:ph type="subTitle" idx="2"/>
          </p:nvPr>
        </p:nvSpPr>
        <p:spPr>
          <a:xfrm>
            <a:off x="7817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18"/>
          <p:cNvSpPr txBox="1">
            <a:spLocks noGrp="1"/>
          </p:cNvSpPr>
          <p:nvPr>
            <p:ph type="subTitle" idx="3"/>
          </p:nvPr>
        </p:nvSpPr>
        <p:spPr>
          <a:xfrm>
            <a:off x="3474800" y="3053825"/>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4" name="Google Shape;294;p18"/>
          <p:cNvSpPr txBox="1">
            <a:spLocks noGrp="1"/>
          </p:cNvSpPr>
          <p:nvPr>
            <p:ph type="subTitle" idx="4"/>
          </p:nvPr>
        </p:nvSpPr>
        <p:spPr>
          <a:xfrm>
            <a:off x="6167776" y="3053833"/>
            <a:ext cx="21945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5" name="Google Shape;295;p18"/>
          <p:cNvSpPr txBox="1">
            <a:spLocks noGrp="1"/>
          </p:cNvSpPr>
          <p:nvPr>
            <p:ph type="subTitle" idx="5"/>
          </p:nvPr>
        </p:nvSpPr>
        <p:spPr>
          <a:xfrm>
            <a:off x="3474800" y="2571425"/>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6" name="Google Shape;296;p18"/>
          <p:cNvSpPr txBox="1">
            <a:spLocks noGrp="1"/>
          </p:cNvSpPr>
          <p:nvPr>
            <p:ph type="subTitle" idx="6"/>
          </p:nvPr>
        </p:nvSpPr>
        <p:spPr>
          <a:xfrm>
            <a:off x="6167776" y="2571426"/>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297"/>
        <p:cNvGrpSpPr/>
        <p:nvPr/>
      </p:nvGrpSpPr>
      <p:grpSpPr>
        <a:xfrm>
          <a:off x="0" y="0"/>
          <a:ext cx="0" cy="0"/>
          <a:chOff x="0" y="0"/>
          <a:chExt cx="0" cy="0"/>
        </a:xfrm>
      </p:grpSpPr>
      <p:pic>
        <p:nvPicPr>
          <p:cNvPr id="298" name="Google Shape;298;p1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99" name="Google Shape;299;p19"/>
          <p:cNvGrpSpPr/>
          <p:nvPr/>
        </p:nvGrpSpPr>
        <p:grpSpPr>
          <a:xfrm>
            <a:off x="274200" y="274200"/>
            <a:ext cx="8687100" cy="4686600"/>
            <a:chOff x="274200" y="274200"/>
            <a:chExt cx="8687100" cy="4686600"/>
          </a:xfrm>
        </p:grpSpPr>
        <p:sp>
          <p:nvSpPr>
            <p:cNvPr id="300" name="Google Shape;300;p19"/>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 name="Google Shape;301;p19"/>
            <p:cNvGrpSpPr/>
            <p:nvPr/>
          </p:nvGrpSpPr>
          <p:grpSpPr>
            <a:xfrm>
              <a:off x="274200" y="274200"/>
              <a:ext cx="8595900" cy="4595100"/>
              <a:chOff x="274200" y="274200"/>
              <a:chExt cx="8595900" cy="4595100"/>
            </a:xfrm>
          </p:grpSpPr>
          <p:grpSp>
            <p:nvGrpSpPr>
              <p:cNvPr id="302" name="Google Shape;302;p19"/>
              <p:cNvGrpSpPr/>
              <p:nvPr/>
            </p:nvGrpSpPr>
            <p:grpSpPr>
              <a:xfrm>
                <a:off x="274200" y="274200"/>
                <a:ext cx="8595900" cy="4595100"/>
                <a:chOff x="274200" y="274200"/>
                <a:chExt cx="8595900" cy="4595100"/>
              </a:xfrm>
            </p:grpSpPr>
            <p:sp>
              <p:nvSpPr>
                <p:cNvPr id="303" name="Google Shape;303;p19"/>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4" name="Google Shape;304;p19"/>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305" name="Google Shape;305;p19"/>
              <p:cNvGrpSpPr/>
              <p:nvPr/>
            </p:nvGrpSpPr>
            <p:grpSpPr>
              <a:xfrm>
                <a:off x="8595300" y="365550"/>
                <a:ext cx="183000" cy="183000"/>
                <a:chOff x="8225400" y="367488"/>
                <a:chExt cx="183000" cy="183000"/>
              </a:xfrm>
            </p:grpSpPr>
            <p:cxnSp>
              <p:nvCxnSpPr>
                <p:cNvPr id="306" name="Google Shape;306;p19"/>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07" name="Google Shape;307;p19"/>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08" name="Google Shape;308;p19"/>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9" name="Google Shape;309;p19"/>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310" name="Google Shape;310;p19"/>
          <p:cNvSpPr txBox="1">
            <a:spLocks noGrp="1"/>
          </p:cNvSpPr>
          <p:nvPr>
            <p:ph type="title"/>
          </p:nvPr>
        </p:nvSpPr>
        <p:spPr>
          <a:xfrm>
            <a:off x="715100" y="731525"/>
            <a:ext cx="77157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1" name="Google Shape;311;p19"/>
          <p:cNvSpPr txBox="1">
            <a:spLocks noGrp="1"/>
          </p:cNvSpPr>
          <p:nvPr>
            <p:ph type="subTitle" idx="1"/>
          </p:nvPr>
        </p:nvSpPr>
        <p:spPr>
          <a:xfrm>
            <a:off x="3408500" y="2103624"/>
            <a:ext cx="5020200" cy="50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2" name="Google Shape;312;p19"/>
          <p:cNvSpPr txBox="1">
            <a:spLocks noGrp="1"/>
          </p:cNvSpPr>
          <p:nvPr>
            <p:ph type="subTitle" idx="2"/>
          </p:nvPr>
        </p:nvSpPr>
        <p:spPr>
          <a:xfrm>
            <a:off x="3408500" y="3104632"/>
            <a:ext cx="5020200" cy="50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3" name="Google Shape;313;p19"/>
          <p:cNvSpPr txBox="1">
            <a:spLocks noGrp="1"/>
          </p:cNvSpPr>
          <p:nvPr>
            <p:ph type="subTitle" idx="3"/>
          </p:nvPr>
        </p:nvSpPr>
        <p:spPr>
          <a:xfrm>
            <a:off x="3408200" y="4105448"/>
            <a:ext cx="5020800" cy="50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14" name="Google Shape;314;p19"/>
          <p:cNvSpPr txBox="1">
            <a:spLocks noGrp="1"/>
          </p:cNvSpPr>
          <p:nvPr>
            <p:ph type="subTitle" idx="4"/>
          </p:nvPr>
        </p:nvSpPr>
        <p:spPr>
          <a:xfrm>
            <a:off x="3408500" y="1600325"/>
            <a:ext cx="5020200" cy="5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5" name="Google Shape;315;p19"/>
          <p:cNvSpPr txBox="1">
            <a:spLocks noGrp="1"/>
          </p:cNvSpPr>
          <p:nvPr>
            <p:ph type="subTitle" idx="5"/>
          </p:nvPr>
        </p:nvSpPr>
        <p:spPr>
          <a:xfrm>
            <a:off x="3408500" y="2601333"/>
            <a:ext cx="5020200" cy="5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6" name="Google Shape;316;p19"/>
          <p:cNvSpPr txBox="1">
            <a:spLocks noGrp="1"/>
          </p:cNvSpPr>
          <p:nvPr>
            <p:ph type="subTitle" idx="6"/>
          </p:nvPr>
        </p:nvSpPr>
        <p:spPr>
          <a:xfrm>
            <a:off x="3408200" y="3602149"/>
            <a:ext cx="5020800" cy="5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17"/>
        <p:cNvGrpSpPr/>
        <p:nvPr/>
      </p:nvGrpSpPr>
      <p:grpSpPr>
        <a:xfrm>
          <a:off x="0" y="0"/>
          <a:ext cx="0" cy="0"/>
          <a:chOff x="0" y="0"/>
          <a:chExt cx="0" cy="0"/>
        </a:xfrm>
      </p:grpSpPr>
      <p:pic>
        <p:nvPicPr>
          <p:cNvPr id="318" name="Google Shape;318;p20"/>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19" name="Google Shape;319;p20"/>
          <p:cNvGrpSpPr/>
          <p:nvPr/>
        </p:nvGrpSpPr>
        <p:grpSpPr>
          <a:xfrm>
            <a:off x="274200" y="274200"/>
            <a:ext cx="8687100" cy="4686600"/>
            <a:chOff x="274200" y="274200"/>
            <a:chExt cx="8687100" cy="4686600"/>
          </a:xfrm>
        </p:grpSpPr>
        <p:sp>
          <p:nvSpPr>
            <p:cNvPr id="320" name="Google Shape;320;p20"/>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 name="Google Shape;321;p20"/>
            <p:cNvGrpSpPr/>
            <p:nvPr/>
          </p:nvGrpSpPr>
          <p:grpSpPr>
            <a:xfrm>
              <a:off x="274200" y="274200"/>
              <a:ext cx="8595900" cy="4595100"/>
              <a:chOff x="274200" y="274200"/>
              <a:chExt cx="8595900" cy="4595100"/>
            </a:xfrm>
          </p:grpSpPr>
          <p:grpSp>
            <p:nvGrpSpPr>
              <p:cNvPr id="322" name="Google Shape;322;p20"/>
              <p:cNvGrpSpPr/>
              <p:nvPr/>
            </p:nvGrpSpPr>
            <p:grpSpPr>
              <a:xfrm>
                <a:off x="274200" y="274200"/>
                <a:ext cx="8595900" cy="4595100"/>
                <a:chOff x="274200" y="274200"/>
                <a:chExt cx="8595900" cy="4595100"/>
              </a:xfrm>
            </p:grpSpPr>
            <p:sp>
              <p:nvSpPr>
                <p:cNvPr id="323" name="Google Shape;323;p20"/>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4" name="Google Shape;324;p20"/>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325" name="Google Shape;325;p20"/>
              <p:cNvGrpSpPr/>
              <p:nvPr/>
            </p:nvGrpSpPr>
            <p:grpSpPr>
              <a:xfrm>
                <a:off x="8595300" y="365550"/>
                <a:ext cx="183000" cy="183000"/>
                <a:chOff x="8225400" y="367488"/>
                <a:chExt cx="183000" cy="183000"/>
              </a:xfrm>
            </p:grpSpPr>
            <p:cxnSp>
              <p:nvCxnSpPr>
                <p:cNvPr id="326" name="Google Shape;326;p20"/>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27" name="Google Shape;327;p20"/>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28" name="Google Shape;328;p20"/>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 name="Google Shape;329;p20"/>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330" name="Google Shape;330;p20"/>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1" name="Google Shape;331;p20"/>
          <p:cNvSpPr txBox="1">
            <a:spLocks noGrp="1"/>
          </p:cNvSpPr>
          <p:nvPr>
            <p:ph type="subTitle" idx="1"/>
          </p:nvPr>
        </p:nvSpPr>
        <p:spPr>
          <a:xfrm>
            <a:off x="5918599" y="339662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2" name="Google Shape;332;p20"/>
          <p:cNvSpPr txBox="1">
            <a:spLocks noGrp="1"/>
          </p:cNvSpPr>
          <p:nvPr>
            <p:ph type="subTitle" idx="2"/>
          </p:nvPr>
        </p:nvSpPr>
        <p:spPr>
          <a:xfrm>
            <a:off x="5918599" y="3855625"/>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3" name="Google Shape;333;p20"/>
          <p:cNvSpPr txBox="1">
            <a:spLocks noGrp="1"/>
          </p:cNvSpPr>
          <p:nvPr>
            <p:ph type="subTitle" idx="3"/>
          </p:nvPr>
        </p:nvSpPr>
        <p:spPr>
          <a:xfrm>
            <a:off x="1878800" y="2263125"/>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4" name="Google Shape;334;p20"/>
          <p:cNvSpPr txBox="1">
            <a:spLocks noGrp="1"/>
          </p:cNvSpPr>
          <p:nvPr>
            <p:ph type="subTitle" idx="4"/>
          </p:nvPr>
        </p:nvSpPr>
        <p:spPr>
          <a:xfrm>
            <a:off x="1878800" y="3855634"/>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5" name="Google Shape;335;p20"/>
          <p:cNvSpPr txBox="1">
            <a:spLocks noGrp="1"/>
          </p:cNvSpPr>
          <p:nvPr>
            <p:ph type="subTitle" idx="5"/>
          </p:nvPr>
        </p:nvSpPr>
        <p:spPr>
          <a:xfrm>
            <a:off x="5918599" y="2260100"/>
            <a:ext cx="2377500" cy="640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6" name="Google Shape;336;p20"/>
          <p:cNvSpPr txBox="1">
            <a:spLocks noGrp="1"/>
          </p:cNvSpPr>
          <p:nvPr>
            <p:ph type="subTitle" idx="6"/>
          </p:nvPr>
        </p:nvSpPr>
        <p:spPr>
          <a:xfrm>
            <a:off x="1878800" y="3396625"/>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7" name="Google Shape;337;p20"/>
          <p:cNvSpPr txBox="1">
            <a:spLocks noGrp="1"/>
          </p:cNvSpPr>
          <p:nvPr>
            <p:ph type="subTitle" idx="7"/>
          </p:nvPr>
        </p:nvSpPr>
        <p:spPr>
          <a:xfrm>
            <a:off x="1878800" y="1801544"/>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38" name="Google Shape;338;p20"/>
          <p:cNvSpPr txBox="1">
            <a:spLocks noGrp="1"/>
          </p:cNvSpPr>
          <p:nvPr>
            <p:ph type="subTitle" idx="8"/>
          </p:nvPr>
        </p:nvSpPr>
        <p:spPr>
          <a:xfrm>
            <a:off x="5918599" y="1804550"/>
            <a:ext cx="2377500" cy="548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39"/>
        <p:cNvGrpSpPr/>
        <p:nvPr/>
      </p:nvGrpSpPr>
      <p:grpSpPr>
        <a:xfrm>
          <a:off x="0" y="0"/>
          <a:ext cx="0" cy="0"/>
          <a:chOff x="0" y="0"/>
          <a:chExt cx="0" cy="0"/>
        </a:xfrm>
      </p:grpSpPr>
      <p:pic>
        <p:nvPicPr>
          <p:cNvPr id="340" name="Google Shape;340;p21"/>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41" name="Google Shape;341;p21"/>
          <p:cNvGrpSpPr/>
          <p:nvPr/>
        </p:nvGrpSpPr>
        <p:grpSpPr>
          <a:xfrm>
            <a:off x="274200" y="274200"/>
            <a:ext cx="8687100" cy="4686600"/>
            <a:chOff x="274200" y="274200"/>
            <a:chExt cx="8687100" cy="4686600"/>
          </a:xfrm>
        </p:grpSpPr>
        <p:sp>
          <p:nvSpPr>
            <p:cNvPr id="342" name="Google Shape;342;p21"/>
            <p:cNvSpPr/>
            <p:nvPr/>
          </p:nvSpPr>
          <p:spPr>
            <a:xfrm>
              <a:off x="365700" y="365700"/>
              <a:ext cx="8595600" cy="459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 name="Google Shape;343;p21"/>
            <p:cNvGrpSpPr/>
            <p:nvPr/>
          </p:nvGrpSpPr>
          <p:grpSpPr>
            <a:xfrm>
              <a:off x="274200" y="274200"/>
              <a:ext cx="8595900" cy="4595100"/>
              <a:chOff x="274200" y="274200"/>
              <a:chExt cx="8595900" cy="4595100"/>
            </a:xfrm>
          </p:grpSpPr>
          <p:grpSp>
            <p:nvGrpSpPr>
              <p:cNvPr id="344" name="Google Shape;344;p21"/>
              <p:cNvGrpSpPr/>
              <p:nvPr/>
            </p:nvGrpSpPr>
            <p:grpSpPr>
              <a:xfrm>
                <a:off x="274200" y="274200"/>
                <a:ext cx="8595900" cy="4595100"/>
                <a:chOff x="274200" y="274200"/>
                <a:chExt cx="8595900" cy="4595100"/>
              </a:xfrm>
            </p:grpSpPr>
            <p:sp>
              <p:nvSpPr>
                <p:cNvPr id="345" name="Google Shape;345;p21"/>
                <p:cNvSpPr/>
                <p:nvPr/>
              </p:nvSpPr>
              <p:spPr>
                <a:xfrm>
                  <a:off x="274200" y="274200"/>
                  <a:ext cx="8595600" cy="459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6" name="Google Shape;346;p21"/>
                <p:cNvCxnSpPr/>
                <p:nvPr/>
              </p:nvCxnSpPr>
              <p:spPr>
                <a:xfrm>
                  <a:off x="274200" y="639909"/>
                  <a:ext cx="8595900" cy="0"/>
                </a:xfrm>
                <a:prstGeom prst="straightConnector1">
                  <a:avLst/>
                </a:prstGeom>
                <a:noFill/>
                <a:ln w="28575" cap="flat" cmpd="sng">
                  <a:solidFill>
                    <a:schemeClr val="dk1"/>
                  </a:solidFill>
                  <a:prstDash val="solid"/>
                  <a:round/>
                  <a:headEnd type="none" w="med" len="med"/>
                  <a:tailEnd type="none" w="med" len="med"/>
                </a:ln>
              </p:spPr>
            </p:cxnSp>
          </p:grpSp>
          <p:grpSp>
            <p:nvGrpSpPr>
              <p:cNvPr id="347" name="Google Shape;347;p21"/>
              <p:cNvGrpSpPr/>
              <p:nvPr/>
            </p:nvGrpSpPr>
            <p:grpSpPr>
              <a:xfrm>
                <a:off x="8595300" y="365550"/>
                <a:ext cx="183000" cy="183000"/>
                <a:chOff x="8225400" y="367488"/>
                <a:chExt cx="183000" cy="183000"/>
              </a:xfrm>
            </p:grpSpPr>
            <p:cxnSp>
              <p:nvCxnSpPr>
                <p:cNvPr id="348" name="Google Shape;348;p21"/>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49" name="Google Shape;349;p21"/>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50" name="Google Shape;350;p21"/>
              <p:cNvSpPr/>
              <p:nvPr/>
            </p:nvSpPr>
            <p:spPr>
              <a:xfrm>
                <a:off x="8275200" y="3655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51" name="Google Shape;351;p21"/>
              <p:cNvCxnSpPr/>
              <p:nvPr/>
            </p:nvCxnSpPr>
            <p:spPr>
              <a:xfrm>
                <a:off x="7925099" y="548550"/>
                <a:ext cx="213000" cy="0"/>
              </a:xfrm>
              <a:prstGeom prst="straightConnector1">
                <a:avLst/>
              </a:prstGeom>
              <a:noFill/>
              <a:ln w="28575" cap="flat" cmpd="sng">
                <a:solidFill>
                  <a:schemeClr val="dk1"/>
                </a:solidFill>
                <a:prstDash val="solid"/>
                <a:round/>
                <a:headEnd type="none" w="med" len="med"/>
                <a:tailEnd type="none" w="med" len="med"/>
              </a:ln>
            </p:spPr>
          </p:cxnSp>
        </p:grpSp>
      </p:grpSp>
      <p:sp>
        <p:nvSpPr>
          <p:cNvPr id="352" name="Google Shape;352;p21"/>
          <p:cNvSpPr txBox="1">
            <a:spLocks noGrp="1"/>
          </p:cNvSpPr>
          <p:nvPr>
            <p:ph type="title"/>
          </p:nvPr>
        </p:nvSpPr>
        <p:spPr>
          <a:xfrm>
            <a:off x="715100" y="731525"/>
            <a:ext cx="7713900" cy="68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3" name="Google Shape;353;p21"/>
          <p:cNvSpPr txBox="1">
            <a:spLocks noGrp="1"/>
          </p:cNvSpPr>
          <p:nvPr>
            <p:ph type="subTitle" idx="1"/>
          </p:nvPr>
        </p:nvSpPr>
        <p:spPr>
          <a:xfrm>
            <a:off x="3474800" y="2261076"/>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4" name="Google Shape;354;p21"/>
          <p:cNvSpPr txBox="1">
            <a:spLocks noGrp="1"/>
          </p:cNvSpPr>
          <p:nvPr>
            <p:ph type="subTitle" idx="2"/>
          </p:nvPr>
        </p:nvSpPr>
        <p:spPr>
          <a:xfrm>
            <a:off x="6166650" y="2261076"/>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5" name="Google Shape;355;p21"/>
          <p:cNvSpPr txBox="1">
            <a:spLocks noGrp="1"/>
          </p:cNvSpPr>
          <p:nvPr>
            <p:ph type="subTitle" idx="3"/>
          </p:nvPr>
        </p:nvSpPr>
        <p:spPr>
          <a:xfrm>
            <a:off x="3474308" y="3853932"/>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6" name="Google Shape;356;p21"/>
          <p:cNvSpPr txBox="1">
            <a:spLocks noGrp="1"/>
          </p:cNvSpPr>
          <p:nvPr>
            <p:ph type="subTitle" idx="4"/>
          </p:nvPr>
        </p:nvSpPr>
        <p:spPr>
          <a:xfrm>
            <a:off x="781538" y="2261076"/>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7" name="Google Shape;357;p21"/>
          <p:cNvSpPr txBox="1">
            <a:spLocks noGrp="1"/>
          </p:cNvSpPr>
          <p:nvPr>
            <p:ph type="subTitle" idx="5"/>
          </p:nvPr>
        </p:nvSpPr>
        <p:spPr>
          <a:xfrm>
            <a:off x="781548" y="3853932"/>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8" name="Google Shape;358;p21"/>
          <p:cNvSpPr txBox="1">
            <a:spLocks noGrp="1"/>
          </p:cNvSpPr>
          <p:nvPr>
            <p:ph type="subTitle" idx="6"/>
          </p:nvPr>
        </p:nvSpPr>
        <p:spPr>
          <a:xfrm>
            <a:off x="6168018" y="3853932"/>
            <a:ext cx="2194500" cy="640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9" name="Google Shape;359;p21"/>
          <p:cNvSpPr txBox="1">
            <a:spLocks noGrp="1"/>
          </p:cNvSpPr>
          <p:nvPr>
            <p:ph type="subTitle" idx="7"/>
          </p:nvPr>
        </p:nvSpPr>
        <p:spPr>
          <a:xfrm>
            <a:off x="3474750" y="1803550"/>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0" name="Google Shape;360;p21"/>
          <p:cNvSpPr txBox="1">
            <a:spLocks noGrp="1"/>
          </p:cNvSpPr>
          <p:nvPr>
            <p:ph type="subTitle" idx="8"/>
          </p:nvPr>
        </p:nvSpPr>
        <p:spPr>
          <a:xfrm>
            <a:off x="6166650" y="1803550"/>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1" name="Google Shape;361;p21"/>
          <p:cNvSpPr txBox="1">
            <a:spLocks noGrp="1"/>
          </p:cNvSpPr>
          <p:nvPr>
            <p:ph type="subTitle" idx="9"/>
          </p:nvPr>
        </p:nvSpPr>
        <p:spPr>
          <a:xfrm>
            <a:off x="3475767" y="3401300"/>
            <a:ext cx="21927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2" name="Google Shape;362;p21"/>
          <p:cNvSpPr txBox="1">
            <a:spLocks noGrp="1"/>
          </p:cNvSpPr>
          <p:nvPr>
            <p:ph type="subTitle" idx="13"/>
          </p:nvPr>
        </p:nvSpPr>
        <p:spPr>
          <a:xfrm>
            <a:off x="781538" y="1803550"/>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3" name="Google Shape;363;p21"/>
          <p:cNvSpPr txBox="1">
            <a:spLocks noGrp="1"/>
          </p:cNvSpPr>
          <p:nvPr>
            <p:ph type="subTitle" idx="14"/>
          </p:nvPr>
        </p:nvSpPr>
        <p:spPr>
          <a:xfrm>
            <a:off x="781552" y="3401312"/>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4" name="Google Shape;364;p21"/>
          <p:cNvSpPr txBox="1">
            <a:spLocks noGrp="1"/>
          </p:cNvSpPr>
          <p:nvPr>
            <p:ph type="subTitle" idx="15"/>
          </p:nvPr>
        </p:nvSpPr>
        <p:spPr>
          <a:xfrm>
            <a:off x="6168018" y="3401300"/>
            <a:ext cx="2194500" cy="548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384"/>
        <p:cNvGrpSpPr/>
        <p:nvPr/>
      </p:nvGrpSpPr>
      <p:grpSpPr>
        <a:xfrm>
          <a:off x="0" y="0"/>
          <a:ext cx="0" cy="0"/>
          <a:chOff x="0" y="0"/>
          <a:chExt cx="0" cy="0"/>
        </a:xfrm>
      </p:grpSpPr>
      <p:pic>
        <p:nvPicPr>
          <p:cNvPr id="385" name="Google Shape;385;p2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86" name="Google Shape;386;p23"/>
          <p:cNvGrpSpPr/>
          <p:nvPr/>
        </p:nvGrpSpPr>
        <p:grpSpPr>
          <a:xfrm>
            <a:off x="914400" y="535100"/>
            <a:ext cx="7406700" cy="4164575"/>
            <a:chOff x="914400" y="535100"/>
            <a:chExt cx="7406700" cy="4164575"/>
          </a:xfrm>
        </p:grpSpPr>
        <p:sp>
          <p:nvSpPr>
            <p:cNvPr id="387" name="Google Shape;387;p23"/>
            <p:cNvSpPr/>
            <p:nvPr/>
          </p:nvSpPr>
          <p:spPr>
            <a:xfrm>
              <a:off x="1005900" y="626275"/>
              <a:ext cx="7315200" cy="4073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3"/>
            <p:cNvGrpSpPr/>
            <p:nvPr/>
          </p:nvGrpSpPr>
          <p:grpSpPr>
            <a:xfrm>
              <a:off x="914400" y="535100"/>
              <a:ext cx="7315200" cy="4073400"/>
              <a:chOff x="914400" y="535100"/>
              <a:chExt cx="7315200" cy="4073400"/>
            </a:xfrm>
          </p:grpSpPr>
          <p:sp>
            <p:nvSpPr>
              <p:cNvPr id="389" name="Google Shape;389;p23"/>
              <p:cNvSpPr/>
              <p:nvPr/>
            </p:nvSpPr>
            <p:spPr>
              <a:xfrm>
                <a:off x="914400" y="535100"/>
                <a:ext cx="7315200" cy="4073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 name="Google Shape;390;p23"/>
              <p:cNvGrpSpPr/>
              <p:nvPr/>
            </p:nvGrpSpPr>
            <p:grpSpPr>
              <a:xfrm>
                <a:off x="7955100" y="626350"/>
                <a:ext cx="183000" cy="183000"/>
                <a:chOff x="8225400" y="367488"/>
                <a:chExt cx="183000" cy="183000"/>
              </a:xfrm>
            </p:grpSpPr>
            <p:cxnSp>
              <p:nvCxnSpPr>
                <p:cNvPr id="391" name="Google Shape;391;p23"/>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392" name="Google Shape;392;p23"/>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393" name="Google Shape;393;p23"/>
              <p:cNvSpPr/>
              <p:nvPr/>
            </p:nvSpPr>
            <p:spPr>
              <a:xfrm>
                <a:off x="7635000" y="626350"/>
                <a:ext cx="183000" cy="1830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4" name="Google Shape;394;p23"/>
              <p:cNvCxnSpPr/>
              <p:nvPr/>
            </p:nvCxnSpPr>
            <p:spPr>
              <a:xfrm>
                <a:off x="7284899" y="809350"/>
                <a:ext cx="213000" cy="0"/>
              </a:xfrm>
              <a:prstGeom prst="straightConnector1">
                <a:avLst/>
              </a:prstGeom>
              <a:noFill/>
              <a:ln w="28575" cap="flat" cmpd="sng">
                <a:solidFill>
                  <a:schemeClr val="dk1"/>
                </a:solidFill>
                <a:prstDash val="solid"/>
                <a:round/>
                <a:headEnd type="none" w="med" len="med"/>
                <a:tailEnd type="none" w="med" len="med"/>
              </a:ln>
            </p:spPr>
          </p:cxnSp>
          <p:cxnSp>
            <p:nvCxnSpPr>
              <p:cNvPr id="395" name="Google Shape;395;p23"/>
              <p:cNvCxnSpPr/>
              <p:nvPr/>
            </p:nvCxnSpPr>
            <p:spPr>
              <a:xfrm>
                <a:off x="916188" y="900697"/>
                <a:ext cx="7310400" cy="0"/>
              </a:xfrm>
              <a:prstGeom prst="straightConnector1">
                <a:avLst/>
              </a:prstGeom>
              <a:noFill/>
              <a:ln w="28575" cap="flat" cmpd="sng">
                <a:solidFill>
                  <a:schemeClr val="dk1"/>
                </a:solidFill>
                <a:prstDash val="solid"/>
                <a:round/>
                <a:headEnd type="none" w="med" len="med"/>
                <a:tailEnd type="none" w="med" len="med"/>
              </a:ln>
            </p:spPr>
          </p:cxnSp>
        </p:grpSp>
      </p:grpSp>
      <p:sp>
        <p:nvSpPr>
          <p:cNvPr id="396" name="Google Shape;396;p23"/>
          <p:cNvSpPr txBox="1">
            <a:spLocks noGrp="1"/>
          </p:cNvSpPr>
          <p:nvPr>
            <p:ph type="ctrTitle"/>
          </p:nvPr>
        </p:nvSpPr>
        <p:spPr>
          <a:xfrm>
            <a:off x="2285980" y="984428"/>
            <a:ext cx="45720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97" name="Google Shape;397;p23"/>
          <p:cNvSpPr txBox="1">
            <a:spLocks noGrp="1"/>
          </p:cNvSpPr>
          <p:nvPr>
            <p:ph type="subTitle" idx="1"/>
          </p:nvPr>
        </p:nvSpPr>
        <p:spPr>
          <a:xfrm>
            <a:off x="2285980" y="1898836"/>
            <a:ext cx="45720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98" name="Google Shape;398;p23"/>
          <p:cNvSpPr txBox="1"/>
          <p:nvPr/>
        </p:nvSpPr>
        <p:spPr>
          <a:xfrm>
            <a:off x="2286020" y="3535412"/>
            <a:ext cx="4572000" cy="548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000" b="1">
                <a:solidFill>
                  <a:schemeClr val="dk1"/>
                </a:solidFill>
                <a:latin typeface="Karla"/>
                <a:ea typeface="Karla"/>
                <a:cs typeface="Karla"/>
                <a:sym typeface="Karla"/>
              </a:rPr>
              <a:t>CREDITS</a:t>
            </a:r>
            <a:r>
              <a:rPr lang="en" sz="1000">
                <a:solidFill>
                  <a:schemeClr val="dk1"/>
                </a:solidFill>
                <a:latin typeface="Karla"/>
                <a:ea typeface="Karla"/>
                <a:cs typeface="Karla"/>
                <a:sym typeface="Karla"/>
              </a:rPr>
              <a:t>: This presentation template was created by </a:t>
            </a:r>
            <a:r>
              <a:rPr lang="en" sz="1000" b="1">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val="tx"/>
                    </a:ext>
                  </a:extLst>
                </a:hlinkClick>
              </a:rPr>
              <a:t>Slidesgo</a:t>
            </a:r>
            <a:r>
              <a:rPr lang="en" sz="1000">
                <a:solidFill>
                  <a:schemeClr val="dk1"/>
                </a:solidFill>
                <a:latin typeface="Karla"/>
                <a:ea typeface="Karla"/>
                <a:cs typeface="Karla"/>
                <a:sym typeface="Karla"/>
              </a:rPr>
              <a:t>, including icons by </a:t>
            </a:r>
            <a:r>
              <a:rPr lang="en" sz="1000" b="1">
                <a:solidFill>
                  <a:schemeClr val="dk1"/>
                </a:solidFill>
                <a:uFill>
                  <a:noFill/>
                </a:uFill>
                <a:latin typeface="Karla"/>
                <a:ea typeface="Karla"/>
                <a:cs typeface="Karla"/>
                <a:sym typeface="Karla"/>
                <a:hlinkClick r:id="rId4">
                  <a:extLst>
                    <a:ext uri="{A12FA001-AC4F-418D-AE19-62706E023703}">
                      <ahyp:hlinkClr xmlns:ahyp="http://schemas.microsoft.com/office/drawing/2018/hyperlinkcolor" val="tx"/>
                    </a:ext>
                  </a:extLst>
                </a:hlinkClick>
              </a:rPr>
              <a:t>Flaticon</a:t>
            </a:r>
            <a:r>
              <a:rPr lang="en" sz="1000">
                <a:solidFill>
                  <a:schemeClr val="dk1"/>
                </a:solidFill>
                <a:latin typeface="Karla"/>
                <a:ea typeface="Karla"/>
                <a:cs typeface="Karla"/>
                <a:sym typeface="Karla"/>
              </a:rPr>
              <a:t>, and infographics &amp; images by </a:t>
            </a:r>
            <a:r>
              <a:rPr lang="en" sz="1000" b="1">
                <a:solidFill>
                  <a:schemeClr val="dk1"/>
                </a:solidFill>
                <a:uFill>
                  <a:noFill/>
                </a:uFill>
                <a:latin typeface="Karla"/>
                <a:ea typeface="Karla"/>
                <a:cs typeface="Karla"/>
                <a:sym typeface="Karla"/>
                <a:hlinkClick r:id="rId5">
                  <a:extLst>
                    <a:ext uri="{A12FA001-AC4F-418D-AE19-62706E023703}">
                      <ahyp:hlinkClr xmlns:ahyp="http://schemas.microsoft.com/office/drawing/2018/hyperlinkcolor" val="tx"/>
                    </a:ext>
                  </a:extLst>
                </a:hlinkClick>
              </a:rPr>
              <a:t>Freepik</a:t>
            </a:r>
            <a:endParaRPr sz="1000" b="1">
              <a:solidFill>
                <a:schemeClr val="dk1"/>
              </a:solidFill>
              <a:latin typeface="Karla"/>
              <a:ea typeface="Karla"/>
              <a:cs typeface="Karla"/>
              <a:sym typeface="Karl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Rubik Black"/>
              <a:buNone/>
              <a:defRPr sz="3500">
                <a:solidFill>
                  <a:schemeClr val="dk1"/>
                </a:solidFill>
                <a:latin typeface="Rubik Black"/>
                <a:ea typeface="Rubik Black"/>
                <a:cs typeface="Rubik Black"/>
                <a:sym typeface="Rubik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7" r:id="rId7"/>
    <p:sldLayoutId id="2147483658" r:id="rId8"/>
    <p:sldLayoutId id="2147483659" r:id="rId9"/>
    <p:sldLayoutId id="2147483660" r:id="rId10"/>
    <p:sldLayoutId id="2147483661" r:id="rId11"/>
    <p:sldLayoutId id="2147483664" r:id="rId12"/>
    <p:sldLayoutId id="2147483665" r:id="rId13"/>
    <p:sldLayoutId id="2147483666" r:id="rId14"/>
    <p:sldLayoutId id="2147483667" r:id="rId15"/>
    <p:sldLayoutId id="2147483669" r:id="rId16"/>
    <p:sldLayoutId id="2147483670" r:id="rId17"/>
    <p:sldLayoutId id="2147483671"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guide id="5" pos="2880">
          <p15:clr>
            <a:srgbClr val="EA4335"/>
          </p15:clr>
        </p15:guide>
        <p15:guide id="6" orient="horz" pos="1620">
          <p15:clr>
            <a:srgbClr val="EA4335"/>
          </p15:clr>
        </p15:guide>
        <p15:guide id="7" pos="173">
          <p15:clr>
            <a:srgbClr val="EA4335"/>
          </p15:clr>
        </p15:guide>
        <p15:guide id="8" orient="horz" pos="173">
          <p15:clr>
            <a:srgbClr val="EA4335"/>
          </p15:clr>
        </p15:guide>
        <p15:guide id="9" pos="5587">
          <p15:clr>
            <a:srgbClr val="EA4335"/>
          </p15:clr>
        </p15:guide>
        <p15:guide id="10" orient="horz" pos="306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9"/>
          <p:cNvSpPr txBox="1">
            <a:spLocks noGrp="1"/>
          </p:cNvSpPr>
          <p:nvPr>
            <p:ph type="ctrTitle"/>
          </p:nvPr>
        </p:nvSpPr>
        <p:spPr>
          <a:xfrm>
            <a:off x="1737030" y="2166602"/>
            <a:ext cx="5759424" cy="31487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t>A Comprehensive Guide to Advanced Text and Object Formatting in Microsoft Word</a:t>
            </a:r>
          </a:p>
        </p:txBody>
      </p:sp>
      <p:sp>
        <p:nvSpPr>
          <p:cNvPr id="413" name="Google Shape;413;p29"/>
          <p:cNvSpPr txBox="1">
            <a:spLocks noGrp="1"/>
          </p:cNvSpPr>
          <p:nvPr>
            <p:ph type="subTitle" idx="1"/>
          </p:nvPr>
        </p:nvSpPr>
        <p:spPr>
          <a:xfrm>
            <a:off x="4950803" y="3732958"/>
            <a:ext cx="2521705" cy="6677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Presented by- Bharath K</a:t>
            </a:r>
          </a:p>
          <a:p>
            <a:pPr marL="0" lvl="0" indent="0" algn="ctr" rtl="0">
              <a:spcBef>
                <a:spcPts val="0"/>
              </a:spcBef>
              <a:spcAft>
                <a:spcPts val="0"/>
              </a:spcAft>
              <a:buNone/>
            </a:pPr>
            <a:r>
              <a:rPr lang="en-US" dirty="0"/>
              <a:t>JUUG23BCAS25059</a:t>
            </a:r>
          </a:p>
          <a:p>
            <a:pPr marL="0" lvl="0" indent="0" algn="ctr" rtl="0">
              <a:spcBef>
                <a:spcPts val="0"/>
              </a:spcBef>
              <a:spcAft>
                <a:spcPts val="0"/>
              </a:spcAft>
              <a:buNone/>
            </a:pPr>
            <a:r>
              <a:rPr lang="en-US" dirty="0"/>
              <a:t>BCA - D</a:t>
            </a:r>
            <a:endParaRPr dirty="0"/>
          </a:p>
        </p:txBody>
      </p:sp>
      <p:sp>
        <p:nvSpPr>
          <p:cNvPr id="414" name="Google Shape;414;p29"/>
          <p:cNvSpPr/>
          <p:nvPr/>
        </p:nvSpPr>
        <p:spPr>
          <a:xfrm rot="-2700000">
            <a:off x="7146357" y="4112477"/>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5" name="Google Shape;415;p29"/>
          <p:cNvGrpSpPr/>
          <p:nvPr/>
        </p:nvGrpSpPr>
        <p:grpSpPr>
          <a:xfrm>
            <a:off x="136938" y="2573743"/>
            <a:ext cx="1827475" cy="1049355"/>
            <a:chOff x="274188" y="1280043"/>
            <a:chExt cx="1827475" cy="1049355"/>
          </a:xfrm>
        </p:grpSpPr>
        <p:sp>
          <p:nvSpPr>
            <p:cNvPr id="416" name="Google Shape;416;p29"/>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29"/>
            <p:cNvGrpSpPr/>
            <p:nvPr/>
          </p:nvGrpSpPr>
          <p:grpSpPr>
            <a:xfrm>
              <a:off x="274188" y="1280043"/>
              <a:ext cx="1737300" cy="960000"/>
              <a:chOff x="7146475" y="2192656"/>
              <a:chExt cx="1737300" cy="960000"/>
            </a:xfrm>
          </p:grpSpPr>
          <p:sp>
            <p:nvSpPr>
              <p:cNvPr id="418" name="Google Shape;418;p29"/>
              <p:cNvSpPr/>
              <p:nvPr/>
            </p:nvSpPr>
            <p:spPr>
              <a:xfrm>
                <a:off x="7146475" y="2192656"/>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19" name="Google Shape;419;p29"/>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420" name="Google Shape;420;p29"/>
            <p:cNvGrpSpPr/>
            <p:nvPr/>
          </p:nvGrpSpPr>
          <p:grpSpPr>
            <a:xfrm>
              <a:off x="464272" y="1555937"/>
              <a:ext cx="1374220" cy="587432"/>
              <a:chOff x="834354" y="2952501"/>
              <a:chExt cx="1374220" cy="587432"/>
            </a:xfrm>
          </p:grpSpPr>
          <p:sp>
            <p:nvSpPr>
              <p:cNvPr id="421" name="Google Shape;421;p29"/>
              <p:cNvSpPr/>
              <p:nvPr/>
            </p:nvSpPr>
            <p:spPr>
              <a:xfrm>
                <a:off x="834354" y="3033062"/>
                <a:ext cx="328236" cy="324038"/>
              </a:xfrm>
              <a:custGeom>
                <a:avLst/>
                <a:gdLst/>
                <a:ahLst/>
                <a:cxnLst/>
                <a:rect l="l" t="t" r="r" b="b"/>
                <a:pathLst>
                  <a:path w="8732" h="8733" extrusionOk="0">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 name="Google Shape;422;p29"/>
              <p:cNvSpPr/>
              <p:nvPr/>
            </p:nvSpPr>
            <p:spPr>
              <a:xfrm>
                <a:off x="888022" y="3173113"/>
                <a:ext cx="735110" cy="366820"/>
              </a:xfrm>
              <a:custGeom>
                <a:avLst/>
                <a:gdLst/>
                <a:ahLst/>
                <a:cxnLst/>
                <a:rect l="l" t="t" r="r" b="b"/>
                <a:pathLst>
                  <a:path w="19556" h="9886" extrusionOk="0">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 name="Google Shape;423;p29"/>
              <p:cNvSpPr/>
              <p:nvPr/>
            </p:nvSpPr>
            <p:spPr>
              <a:xfrm>
                <a:off x="1739143" y="2952501"/>
                <a:ext cx="162314" cy="219958"/>
              </a:xfrm>
              <a:custGeom>
                <a:avLst/>
                <a:gdLst/>
                <a:ahLst/>
                <a:cxnLst/>
                <a:rect l="l" t="t" r="r" b="b"/>
                <a:pathLst>
                  <a:path w="4318" h="5928" extrusionOk="0">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9"/>
              <p:cNvSpPr/>
              <p:nvPr/>
            </p:nvSpPr>
            <p:spPr>
              <a:xfrm>
                <a:off x="1926175" y="2955247"/>
                <a:ext cx="129310" cy="217213"/>
              </a:xfrm>
              <a:custGeom>
                <a:avLst/>
                <a:gdLst/>
                <a:ahLst/>
                <a:cxnLst/>
                <a:rect l="l" t="t" r="r" b="b"/>
                <a:pathLst>
                  <a:path w="3440" h="5854" extrusionOk="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9"/>
              <p:cNvSpPr/>
              <p:nvPr/>
            </p:nvSpPr>
            <p:spPr>
              <a:xfrm>
                <a:off x="2096669" y="2952501"/>
                <a:ext cx="111905" cy="112354"/>
              </a:xfrm>
              <a:custGeom>
                <a:avLst/>
                <a:gdLst/>
                <a:ahLst/>
                <a:cxnLst/>
                <a:rect l="l" t="t" r="r" b="b"/>
                <a:pathLst>
                  <a:path w="2977" h="3028" extrusionOk="0">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6" name="Google Shape;426;p29"/>
          <p:cNvSpPr/>
          <p:nvPr/>
        </p:nvSpPr>
        <p:spPr>
          <a:xfrm>
            <a:off x="1099325" y="425927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7" name="Google Shape;427;p29"/>
          <p:cNvGrpSpPr/>
          <p:nvPr/>
        </p:nvGrpSpPr>
        <p:grpSpPr>
          <a:xfrm>
            <a:off x="6761147" y="3414805"/>
            <a:ext cx="689546" cy="208288"/>
            <a:chOff x="6761147" y="3414805"/>
            <a:chExt cx="689546" cy="208288"/>
          </a:xfrm>
        </p:grpSpPr>
        <p:sp>
          <p:nvSpPr>
            <p:cNvPr id="428" name="Google Shape;428;p29"/>
            <p:cNvSpPr/>
            <p:nvPr/>
          </p:nvSpPr>
          <p:spPr>
            <a:xfrm>
              <a:off x="6993487" y="356345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9"/>
            <p:cNvSpPr/>
            <p:nvPr/>
          </p:nvSpPr>
          <p:spPr>
            <a:xfrm>
              <a:off x="6761147" y="341480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29"/>
          <p:cNvGrpSpPr/>
          <p:nvPr/>
        </p:nvGrpSpPr>
        <p:grpSpPr>
          <a:xfrm>
            <a:off x="136938" y="1047512"/>
            <a:ext cx="1371600" cy="1375875"/>
            <a:chOff x="299013" y="1079125"/>
            <a:chExt cx="1371600" cy="1375875"/>
          </a:xfrm>
        </p:grpSpPr>
        <p:sp>
          <p:nvSpPr>
            <p:cNvPr id="431" name="Google Shape;431;p29"/>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9"/>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9"/>
            <p:cNvGrpSpPr/>
            <p:nvPr/>
          </p:nvGrpSpPr>
          <p:grpSpPr>
            <a:xfrm>
              <a:off x="396400" y="1384064"/>
              <a:ext cx="1085400" cy="635100"/>
              <a:chOff x="396400" y="1399225"/>
              <a:chExt cx="1085400" cy="635100"/>
            </a:xfrm>
          </p:grpSpPr>
          <p:sp>
            <p:nvSpPr>
              <p:cNvPr id="434" name="Google Shape;434;p29"/>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29"/>
              <p:cNvGrpSpPr/>
              <p:nvPr/>
            </p:nvGrpSpPr>
            <p:grpSpPr>
              <a:xfrm>
                <a:off x="712181" y="1506835"/>
                <a:ext cx="453838" cy="419880"/>
                <a:chOff x="733647" y="1423686"/>
                <a:chExt cx="453838" cy="419880"/>
              </a:xfrm>
            </p:grpSpPr>
            <p:sp>
              <p:nvSpPr>
                <p:cNvPr id="436" name="Google Shape;436;p29"/>
                <p:cNvSpPr/>
                <p:nvPr/>
              </p:nvSpPr>
              <p:spPr>
                <a:xfrm>
                  <a:off x="733647" y="1423686"/>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9"/>
                <p:cNvSpPr/>
                <p:nvPr/>
              </p:nvSpPr>
              <p:spPr>
                <a:xfrm>
                  <a:off x="898875" y="1539755"/>
                  <a:ext cx="163003" cy="188911"/>
                </a:xfrm>
                <a:custGeom>
                  <a:avLst/>
                  <a:gdLst/>
                  <a:ahLst/>
                  <a:cxnLst/>
                  <a:rect l="l" t="t" r="r" b="b"/>
                  <a:pathLst>
                    <a:path w="3513" h="4074" extrusionOk="0">
                      <a:moveTo>
                        <a:pt x="1" y="0"/>
                      </a:moveTo>
                      <a:lnTo>
                        <a:pt x="1" y="4073"/>
                      </a:lnTo>
                      <a:lnTo>
                        <a:pt x="3513" y="2024"/>
                      </a:lnTo>
                      <a:lnTo>
                        <a:pt x="1" y="0"/>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 name="Google Shape;438;p29"/>
            <p:cNvGrpSpPr/>
            <p:nvPr/>
          </p:nvGrpSpPr>
          <p:grpSpPr>
            <a:xfrm>
              <a:off x="396391" y="2141102"/>
              <a:ext cx="1085342" cy="96171"/>
              <a:chOff x="417899" y="2116530"/>
              <a:chExt cx="1085342" cy="96171"/>
            </a:xfrm>
          </p:grpSpPr>
          <p:sp>
            <p:nvSpPr>
              <p:cNvPr id="439" name="Google Shape;439;p29"/>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9"/>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1" name="Google Shape;441;p29"/>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grpSp>
        <p:nvGrpSpPr>
          <p:cNvPr id="442" name="Google Shape;442;p29"/>
          <p:cNvGrpSpPr/>
          <p:nvPr/>
        </p:nvGrpSpPr>
        <p:grpSpPr>
          <a:xfrm>
            <a:off x="7450704" y="1174899"/>
            <a:ext cx="1646100" cy="1188900"/>
            <a:chOff x="7403363" y="1047512"/>
            <a:chExt cx="1646100" cy="1188900"/>
          </a:xfrm>
        </p:grpSpPr>
        <p:sp>
          <p:nvSpPr>
            <p:cNvPr id="443" name="Google Shape;443;p29"/>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9"/>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5" name="Google Shape;445;p29"/>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446" name="Google Shape;446;p29"/>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29"/>
            <p:cNvGrpSpPr/>
            <p:nvPr/>
          </p:nvGrpSpPr>
          <p:grpSpPr>
            <a:xfrm>
              <a:off x="7770652" y="1367610"/>
              <a:ext cx="820034" cy="187756"/>
              <a:chOff x="4005100" y="3437025"/>
              <a:chExt cx="535375" cy="122580"/>
            </a:xfrm>
          </p:grpSpPr>
          <p:sp>
            <p:nvSpPr>
              <p:cNvPr id="450" name="Google Shape;450;p29"/>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452" name="Google Shape;452;p29"/>
          <p:cNvGrpSpPr/>
          <p:nvPr/>
        </p:nvGrpSpPr>
        <p:grpSpPr>
          <a:xfrm>
            <a:off x="7855413" y="2571747"/>
            <a:ext cx="836668" cy="1371596"/>
            <a:chOff x="2771692" y="3497697"/>
            <a:chExt cx="836668" cy="1371596"/>
          </a:xfrm>
        </p:grpSpPr>
        <p:sp>
          <p:nvSpPr>
            <p:cNvPr id="453" name="Google Shape;453;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9"/>
            <p:cNvSpPr/>
            <p:nvPr/>
          </p:nvSpPr>
          <p:spPr>
            <a:xfrm>
              <a:off x="2771692" y="3497697"/>
              <a:ext cx="836668" cy="1371596"/>
            </a:xfrm>
            <a:custGeom>
              <a:avLst/>
              <a:gdLst/>
              <a:ahLst/>
              <a:cxnLst/>
              <a:rect l="l" t="t" r="r" b="b"/>
              <a:pathLst>
                <a:path w="9513" h="15683" extrusionOk="0">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9"/>
            <p:cNvSpPr/>
            <p:nvPr/>
          </p:nvSpPr>
          <p:spPr>
            <a:xfrm>
              <a:off x="3202911" y="3533904"/>
              <a:ext cx="371149" cy="686979"/>
            </a:xfrm>
            <a:custGeom>
              <a:avLst/>
              <a:gdLst/>
              <a:ahLst/>
              <a:cxnLst/>
              <a:rect l="l" t="t" r="r" b="b"/>
              <a:pathLst>
                <a:path w="4220" h="7855" extrusionOk="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9"/>
            <p:cNvSpPr/>
            <p:nvPr/>
          </p:nvSpPr>
          <p:spPr>
            <a:xfrm>
              <a:off x="3129912" y="3708819"/>
              <a:ext cx="120228" cy="373356"/>
            </a:xfrm>
            <a:custGeom>
              <a:avLst/>
              <a:gdLst/>
              <a:ahLst/>
              <a:cxnLst/>
              <a:rect l="l" t="t" r="r" b="b"/>
              <a:pathLst>
                <a:path w="1367" h="4269" extrusionOk="0">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2806080" y="3533904"/>
              <a:ext cx="371149" cy="686979"/>
            </a:xfrm>
            <a:custGeom>
              <a:avLst/>
              <a:gdLst/>
              <a:ahLst/>
              <a:cxnLst/>
              <a:rect l="l" t="t" r="r" b="b"/>
              <a:pathLst>
                <a:path w="4220" h="7855" extrusionOk="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9"/>
            <p:cNvSpPr/>
            <p:nvPr/>
          </p:nvSpPr>
          <p:spPr>
            <a:xfrm>
              <a:off x="2806080" y="4150392"/>
              <a:ext cx="767979" cy="684792"/>
            </a:xfrm>
            <a:custGeom>
              <a:avLst/>
              <a:gdLst/>
              <a:ahLst/>
              <a:cxnLst/>
              <a:rect l="l" t="t" r="r" b="b"/>
              <a:pathLst>
                <a:path w="8732" h="7830" extrusionOk="0">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9"/>
            <p:cNvSpPr/>
            <p:nvPr/>
          </p:nvSpPr>
          <p:spPr>
            <a:xfrm>
              <a:off x="3505371" y="4248519"/>
              <a:ext cx="34388" cy="266658"/>
            </a:xfrm>
            <a:custGeom>
              <a:avLst/>
              <a:gdLst/>
              <a:ahLst/>
              <a:cxnLst/>
              <a:rect l="l" t="t" r="r" b="b"/>
              <a:pathLst>
                <a:path w="391" h="3049" extrusionOk="0">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3202911" y="3533904"/>
              <a:ext cx="371149" cy="633630"/>
            </a:xfrm>
            <a:custGeom>
              <a:avLst/>
              <a:gdLst/>
              <a:ahLst/>
              <a:cxnLst/>
              <a:rect l="l" t="t" r="r" b="b"/>
              <a:pathLst>
                <a:path w="4220" h="7245" extrusionOk="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3329471" y="4150392"/>
              <a:ext cx="246788" cy="667738"/>
            </a:xfrm>
            <a:custGeom>
              <a:avLst/>
              <a:gdLst/>
              <a:ahLst/>
              <a:cxnLst/>
              <a:rect l="l" t="t" r="r" b="b"/>
              <a:pathLst>
                <a:path w="2806" h="7635" extrusionOk="0">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3138531" y="3728060"/>
              <a:ext cx="111609" cy="373356"/>
            </a:xfrm>
            <a:custGeom>
              <a:avLst/>
              <a:gdLst/>
              <a:ahLst/>
              <a:cxnLst/>
              <a:rect l="l" t="t" r="r" b="b"/>
              <a:pathLst>
                <a:path w="1269" h="4269" extrusionOk="0">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429F9212-0C6A-5592-3B01-99BEC5F4999E}"/>
              </a:ext>
            </a:extLst>
          </p:cNvPr>
          <p:cNvSpPr/>
          <p:nvPr/>
        </p:nvSpPr>
        <p:spPr>
          <a:xfrm>
            <a:off x="1204262" y="2823806"/>
            <a:ext cx="548608" cy="2798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BCA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0"/>
          <p:cNvSpPr txBox="1">
            <a:spLocks noGrp="1"/>
          </p:cNvSpPr>
          <p:nvPr>
            <p:ph type="title"/>
          </p:nvPr>
        </p:nvSpPr>
        <p:spPr>
          <a:xfrm>
            <a:off x="715050" y="605055"/>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INDEX</a:t>
            </a:r>
            <a:endParaRPr b="1" dirty="0"/>
          </a:p>
        </p:txBody>
      </p:sp>
      <p:graphicFrame>
        <p:nvGraphicFramePr>
          <p:cNvPr id="471" name="Google Shape;471;p30"/>
          <p:cNvGraphicFramePr/>
          <p:nvPr>
            <p:extLst>
              <p:ext uri="{D42A27DB-BD31-4B8C-83A1-F6EECF244321}">
                <p14:modId xmlns:p14="http://schemas.microsoft.com/office/powerpoint/2010/main" val="2054192263"/>
              </p:ext>
            </p:extLst>
          </p:nvPr>
        </p:nvGraphicFramePr>
        <p:xfrm>
          <a:off x="715050" y="1275144"/>
          <a:ext cx="7713900" cy="2103000"/>
        </p:xfrm>
        <a:graphic>
          <a:graphicData uri="http://schemas.openxmlformats.org/drawingml/2006/table">
            <a:tbl>
              <a:tblPr>
                <a:noFill/>
                <a:tableStyleId>{F712622A-3716-431B-A4EB-773927E54839}</a:tableStyleId>
              </a:tblPr>
              <a:tblGrid>
                <a:gridCol w="3193960">
                  <a:extLst>
                    <a:ext uri="{9D8B030D-6E8A-4147-A177-3AD203B41FA5}">
                      <a16:colId xmlns:a16="http://schemas.microsoft.com/office/drawing/2014/main" val="20000"/>
                    </a:ext>
                  </a:extLst>
                </a:gridCol>
                <a:gridCol w="4519940">
                  <a:extLst>
                    <a:ext uri="{9D8B030D-6E8A-4147-A177-3AD203B41FA5}">
                      <a16:colId xmlns:a16="http://schemas.microsoft.com/office/drawing/2014/main" val="20001"/>
                    </a:ext>
                  </a:extLst>
                </a:gridCol>
              </a:tblGrid>
              <a:tr h="350500">
                <a:tc>
                  <a:txBody>
                    <a:bodyPr/>
                    <a:lstStyle/>
                    <a:p>
                      <a:r>
                        <a:rPr lang="en-US" sz="1100" b="0" i="0" u="none" strike="noStrike" cap="none" dirty="0">
                          <a:solidFill>
                            <a:srgbClr val="000000"/>
                          </a:solidFill>
                          <a:effectLst/>
                          <a:latin typeface="Karla" pitchFamily="2" charset="0"/>
                          <a:ea typeface="Arial"/>
                          <a:cs typeface="Arial"/>
                          <a:sym typeface="Arial"/>
                        </a:rPr>
                        <a:t>Introduction</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Importance of Formatting.</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US" sz="1100" b="0" dirty="0">
                          <a:solidFill>
                            <a:schemeClr val="hlink"/>
                          </a:solidFill>
                          <a:uFill>
                            <a:noFill/>
                          </a:uFill>
                          <a:latin typeface="Karla"/>
                          <a:ea typeface="Karla"/>
                          <a:cs typeface="Karla"/>
                          <a:sym typeface="Karla"/>
                        </a:rPr>
                        <a:t>Adjusting Character Spacing and Line Spacing</a:t>
                      </a:r>
                      <a:endParaRPr sz="1100" b="0"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Character Spacing (Kerning); Line Spacing; Examples</a:t>
                      </a:r>
                      <a:endParaRPr sz="1100"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US" sz="1100" b="0" dirty="0">
                          <a:solidFill>
                            <a:schemeClr val="hlink"/>
                          </a:solidFill>
                          <a:uFill>
                            <a:noFill/>
                          </a:uFill>
                          <a:latin typeface="Karla"/>
                          <a:ea typeface="Karla"/>
                          <a:cs typeface="Karla"/>
                          <a:sym typeface="Karla"/>
                        </a:rPr>
                        <a:t>Formatting Text Boxes, Word Art, and Styles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Text Box Formatting; WordArt Styling; Using and Customizing Styles</a:t>
                      </a:r>
                      <a:endParaRPr sz="1100"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US" sz="1100" b="0" dirty="0">
                          <a:solidFill>
                            <a:schemeClr val="hlink"/>
                          </a:solidFill>
                          <a:uFill>
                            <a:noFill/>
                          </a:uFill>
                          <a:latin typeface="Karla"/>
                          <a:ea typeface="Karla"/>
                          <a:cs typeface="Karla"/>
                          <a:sym typeface="Karla"/>
                        </a:rPr>
                        <a:t>Formatting Bulleted and Numbered Lists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Creating Lists; List Styles; Indentation and Alignment</a:t>
                      </a:r>
                      <a:endParaRPr sz="1100"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US" sz="1100" b="0" dirty="0">
                          <a:solidFill>
                            <a:schemeClr val="hlink"/>
                          </a:solidFill>
                          <a:uFill>
                            <a:noFill/>
                          </a:uFill>
                          <a:latin typeface="Karla"/>
                          <a:ea typeface="Karla"/>
                          <a:cs typeface="Karla"/>
                          <a:sym typeface="Karla"/>
                        </a:rPr>
                        <a:t>Finding and Replacing Text</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Using "Find" and "Replace“; Time-saving Examples</a:t>
                      </a:r>
                      <a:endParaRPr sz="1100"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US" sz="1100" b="0" dirty="0">
                          <a:solidFill>
                            <a:schemeClr val="dk1"/>
                          </a:solidFill>
                          <a:latin typeface="Karla"/>
                          <a:ea typeface="Karla"/>
                          <a:cs typeface="Karla"/>
                          <a:sym typeface="Karla"/>
                        </a:rPr>
                        <a:t>Correcting Spelling and Grammar</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100" dirty="0">
                          <a:solidFill>
                            <a:schemeClr val="dk1"/>
                          </a:solidFill>
                          <a:latin typeface="Karla"/>
                          <a:ea typeface="Karla"/>
                          <a:cs typeface="Karla"/>
                          <a:sym typeface="Karla"/>
                        </a:rPr>
                        <a:t>Spell Check and Grammar Check; Customizing Proofing Settings</a:t>
                      </a:r>
                      <a:endParaRPr sz="1100" b="1" dirty="0">
                        <a:solidFill>
                          <a:schemeClr val="dk1"/>
                        </a:solidFill>
                        <a:latin typeface="Karla"/>
                        <a:ea typeface="Karla"/>
                        <a:cs typeface="Karla"/>
                        <a:sym typeface="Karla"/>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72" name="Google Shape;472;p30"/>
          <p:cNvSpPr/>
          <p:nvPr/>
        </p:nvSpPr>
        <p:spPr>
          <a:xfrm>
            <a:off x="947450" y="992454"/>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715110" y="830596"/>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a:off x="7971698" y="91744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79" name="Google Shape;479;p31"/>
          <p:cNvGrpSpPr/>
          <p:nvPr/>
        </p:nvGrpSpPr>
        <p:grpSpPr>
          <a:xfrm>
            <a:off x="4754850" y="3195863"/>
            <a:ext cx="3771900" cy="1412550"/>
            <a:chOff x="4754850" y="1600325"/>
            <a:chExt cx="3771900" cy="1412550"/>
          </a:xfrm>
        </p:grpSpPr>
        <p:sp>
          <p:nvSpPr>
            <p:cNvPr id="480" name="Google Shape;480;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82" name="Google Shape;482;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3" name="Google Shape;483;p31"/>
          <p:cNvGrpSpPr/>
          <p:nvPr/>
        </p:nvGrpSpPr>
        <p:grpSpPr>
          <a:xfrm>
            <a:off x="715100" y="3195863"/>
            <a:ext cx="3771900" cy="1412550"/>
            <a:chOff x="4754850" y="1600325"/>
            <a:chExt cx="3771900" cy="1412550"/>
          </a:xfrm>
        </p:grpSpPr>
        <p:sp>
          <p:nvSpPr>
            <p:cNvPr id="484" name="Google Shape;484;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6" name="Google Shape;486;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87" name="Google Shape;487;p31"/>
          <p:cNvGrpSpPr/>
          <p:nvPr/>
        </p:nvGrpSpPr>
        <p:grpSpPr>
          <a:xfrm>
            <a:off x="715100" y="1600313"/>
            <a:ext cx="3771900" cy="1412550"/>
            <a:chOff x="4754850" y="1600325"/>
            <a:chExt cx="3771900" cy="1412550"/>
          </a:xfrm>
        </p:grpSpPr>
        <p:sp>
          <p:nvSpPr>
            <p:cNvPr id="488" name="Google Shape;488;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0" name="Google Shape;490;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491" name="Google Shape;491;p31"/>
          <p:cNvGrpSpPr/>
          <p:nvPr/>
        </p:nvGrpSpPr>
        <p:grpSpPr>
          <a:xfrm>
            <a:off x="4754850" y="1600313"/>
            <a:ext cx="3771900" cy="1412550"/>
            <a:chOff x="4754850" y="1600325"/>
            <a:chExt cx="3771900" cy="1412550"/>
          </a:xfrm>
        </p:grpSpPr>
        <p:sp>
          <p:nvSpPr>
            <p:cNvPr id="492" name="Google Shape;492;p31"/>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4" name="Google Shape;494;p31"/>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495" name="Google Shape;495;p31"/>
          <p:cNvSpPr txBox="1">
            <a:spLocks noGrp="1"/>
          </p:cNvSpPr>
          <p:nvPr>
            <p:ph type="subTitle" idx="1"/>
          </p:nvPr>
        </p:nvSpPr>
        <p:spPr>
          <a:xfrm>
            <a:off x="1858951" y="1677320"/>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t>Document Creation</a:t>
            </a:r>
            <a:endParaRPr sz="1800" b="1" dirty="0"/>
          </a:p>
        </p:txBody>
      </p:sp>
      <p:sp>
        <p:nvSpPr>
          <p:cNvPr id="496" name="Google Shape;496;p31"/>
          <p:cNvSpPr txBox="1">
            <a:spLocks noGrp="1"/>
          </p:cNvSpPr>
          <p:nvPr>
            <p:ph type="subTitle" idx="2"/>
          </p:nvPr>
        </p:nvSpPr>
        <p:spPr>
          <a:xfrm>
            <a:off x="1957956" y="3231510"/>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t>Academic Papers</a:t>
            </a:r>
            <a:endParaRPr sz="1800" b="1" dirty="0"/>
          </a:p>
        </p:txBody>
      </p:sp>
      <p:sp>
        <p:nvSpPr>
          <p:cNvPr id="497" name="Google Shape;497;p31"/>
          <p:cNvSpPr txBox="1">
            <a:spLocks noGrp="1"/>
          </p:cNvSpPr>
          <p:nvPr>
            <p:ph type="subTitle" idx="3"/>
          </p:nvPr>
        </p:nvSpPr>
        <p:spPr>
          <a:xfrm>
            <a:off x="5997459" y="1650953"/>
            <a:ext cx="2377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t>Business Reports</a:t>
            </a:r>
            <a:endParaRPr sz="1800" b="1" dirty="0"/>
          </a:p>
        </p:txBody>
      </p:sp>
      <p:sp>
        <p:nvSpPr>
          <p:cNvPr id="498" name="Google Shape;498;p31"/>
          <p:cNvSpPr txBox="1">
            <a:spLocks noGrp="1"/>
          </p:cNvSpPr>
          <p:nvPr>
            <p:ph type="title"/>
          </p:nvPr>
        </p:nvSpPr>
        <p:spPr>
          <a:xfrm>
            <a:off x="769317" y="1802875"/>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499" name="Google Shape;499;p31"/>
          <p:cNvSpPr txBox="1">
            <a:spLocks noGrp="1"/>
          </p:cNvSpPr>
          <p:nvPr>
            <p:ph type="subTitle" idx="5"/>
          </p:nvPr>
        </p:nvSpPr>
        <p:spPr>
          <a:xfrm>
            <a:off x="1858651" y="2094928"/>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Adjusting Character spaceing and Line Spaceing.</a:t>
            </a:r>
            <a:endParaRPr dirty="0"/>
          </a:p>
        </p:txBody>
      </p:sp>
      <p:sp>
        <p:nvSpPr>
          <p:cNvPr id="500" name="Google Shape;500;p31"/>
          <p:cNvSpPr txBox="1">
            <a:spLocks noGrp="1"/>
          </p:cNvSpPr>
          <p:nvPr>
            <p:ph type="title" idx="6"/>
          </p:nvPr>
        </p:nvSpPr>
        <p:spPr>
          <a:xfrm>
            <a:off x="4808859" y="1803600"/>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01" name="Google Shape;501;p31"/>
          <p:cNvSpPr txBox="1">
            <a:spLocks noGrp="1"/>
          </p:cNvSpPr>
          <p:nvPr>
            <p:ph type="subTitle" idx="7"/>
          </p:nvPr>
        </p:nvSpPr>
        <p:spPr>
          <a:xfrm>
            <a:off x="5997183" y="2067687"/>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Formatting Text Boxes, Word Art, and Styles.</a:t>
            </a:r>
            <a:endParaRPr dirty="0"/>
          </a:p>
        </p:txBody>
      </p:sp>
      <p:sp>
        <p:nvSpPr>
          <p:cNvPr id="502" name="Google Shape;502;p31"/>
          <p:cNvSpPr txBox="1">
            <a:spLocks noGrp="1"/>
          </p:cNvSpPr>
          <p:nvPr>
            <p:ph type="title" idx="8"/>
          </p:nvPr>
        </p:nvSpPr>
        <p:spPr>
          <a:xfrm>
            <a:off x="769347" y="3399150"/>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03" name="Google Shape;503;p31"/>
          <p:cNvSpPr txBox="1">
            <a:spLocks noGrp="1"/>
          </p:cNvSpPr>
          <p:nvPr>
            <p:ph type="subTitle" idx="9"/>
          </p:nvPr>
        </p:nvSpPr>
        <p:spPr>
          <a:xfrm>
            <a:off x="1957956" y="3642983"/>
            <a:ext cx="237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Findeing and Replaceing Text; Correcting Spelling and Grammer ,</a:t>
            </a:r>
            <a:endParaRPr dirty="0"/>
          </a:p>
        </p:txBody>
      </p:sp>
      <p:sp>
        <p:nvSpPr>
          <p:cNvPr id="504" name="Google Shape;504;p31"/>
          <p:cNvSpPr txBox="1">
            <a:spLocks noGrp="1"/>
          </p:cNvSpPr>
          <p:nvPr>
            <p:ph type="title" idx="15"/>
          </p:nvPr>
        </p:nvSpPr>
        <p:spPr>
          <a:xfrm>
            <a:off x="715650" y="731525"/>
            <a:ext cx="77133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Importance Of Formatting </a:t>
            </a:r>
            <a:endParaRPr dirty="0"/>
          </a:p>
        </p:txBody>
      </p:sp>
      <p:sp>
        <p:nvSpPr>
          <p:cNvPr id="505" name="Google Shape;505;p31"/>
          <p:cNvSpPr txBox="1">
            <a:spLocks noGrp="1"/>
          </p:cNvSpPr>
          <p:nvPr>
            <p:ph type="subTitle" idx="4"/>
          </p:nvPr>
        </p:nvSpPr>
        <p:spPr>
          <a:xfrm>
            <a:off x="6043506" y="3246743"/>
            <a:ext cx="22860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t>Creative Projects </a:t>
            </a:r>
            <a:endParaRPr sz="1800" b="1" dirty="0"/>
          </a:p>
        </p:txBody>
      </p:sp>
      <p:sp>
        <p:nvSpPr>
          <p:cNvPr id="506" name="Google Shape;506;p31"/>
          <p:cNvSpPr txBox="1">
            <a:spLocks noGrp="1"/>
          </p:cNvSpPr>
          <p:nvPr>
            <p:ph type="title" idx="13"/>
          </p:nvPr>
        </p:nvSpPr>
        <p:spPr>
          <a:xfrm>
            <a:off x="4869018" y="3399113"/>
            <a:ext cx="1188600" cy="109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507" name="Google Shape;507;p31"/>
          <p:cNvSpPr txBox="1">
            <a:spLocks noGrp="1"/>
          </p:cNvSpPr>
          <p:nvPr>
            <p:ph type="subTitle" idx="14"/>
          </p:nvPr>
        </p:nvSpPr>
        <p:spPr>
          <a:xfrm>
            <a:off x="6058746" y="3664089"/>
            <a:ext cx="22860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Working with drawing tools; Applying styles and effects to objets.</a:t>
            </a:r>
            <a:endParaRPr dirty="0"/>
          </a:p>
        </p:txBody>
      </p:sp>
      <p:sp>
        <p:nvSpPr>
          <p:cNvPr id="508" name="Google Shape;508;p31"/>
          <p:cNvSpPr/>
          <p:nvPr/>
        </p:nvSpPr>
        <p:spPr>
          <a:xfrm>
            <a:off x="7739387" y="9060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8526750" y="148102"/>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715100" y="912725"/>
            <a:ext cx="457208" cy="164598"/>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535;p32">
            <a:extLst>
              <a:ext uri="{FF2B5EF4-FFF2-40B4-BE49-F238E27FC236}">
                <a16:creationId xmlns:a16="http://schemas.microsoft.com/office/drawing/2014/main" id="{4652A4E7-D512-D759-426C-4639AA611ECC}"/>
              </a:ext>
            </a:extLst>
          </p:cNvPr>
          <p:cNvGrpSpPr/>
          <p:nvPr/>
        </p:nvGrpSpPr>
        <p:grpSpPr>
          <a:xfrm>
            <a:off x="471260" y="321171"/>
            <a:ext cx="1143551" cy="1160962"/>
            <a:chOff x="715100" y="274199"/>
            <a:chExt cx="1920300" cy="1918875"/>
          </a:xfrm>
        </p:grpSpPr>
        <p:sp>
          <p:nvSpPr>
            <p:cNvPr id="3" name="Google Shape;536;p32">
              <a:extLst>
                <a:ext uri="{FF2B5EF4-FFF2-40B4-BE49-F238E27FC236}">
                  <a16:creationId xmlns:a16="http://schemas.microsoft.com/office/drawing/2014/main" id="{F1AD4D88-1952-C0B7-FFA5-B220666FE741}"/>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537;p32">
              <a:extLst>
                <a:ext uri="{FF2B5EF4-FFF2-40B4-BE49-F238E27FC236}">
                  <a16:creationId xmlns:a16="http://schemas.microsoft.com/office/drawing/2014/main" id="{C363AAC6-6729-25F5-FBDE-1E7952F83CE8}"/>
                </a:ext>
              </a:extLst>
            </p:cNvPr>
            <p:cNvGrpSpPr/>
            <p:nvPr/>
          </p:nvGrpSpPr>
          <p:grpSpPr>
            <a:xfrm>
              <a:off x="715100" y="274199"/>
              <a:ext cx="1828800" cy="1828800"/>
              <a:chOff x="715100" y="274199"/>
              <a:chExt cx="1828800" cy="1828800"/>
            </a:xfrm>
          </p:grpSpPr>
          <p:sp>
            <p:nvSpPr>
              <p:cNvPr id="5" name="Google Shape;538;p32">
                <a:extLst>
                  <a:ext uri="{FF2B5EF4-FFF2-40B4-BE49-F238E27FC236}">
                    <a16:creationId xmlns:a16="http://schemas.microsoft.com/office/drawing/2014/main" id="{930CD93E-3619-269D-9B4A-25E1E29A5F70}"/>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 name="Google Shape;539;p32">
                <a:extLst>
                  <a:ext uri="{FF2B5EF4-FFF2-40B4-BE49-F238E27FC236}">
                    <a16:creationId xmlns:a16="http://schemas.microsoft.com/office/drawing/2014/main" id="{F49AD204-6B1A-A03B-D5B9-3517D297FAC6}"/>
                  </a:ext>
                </a:extLst>
              </p:cNvPr>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7" name="Google Shape;540;p32">
                <a:extLst>
                  <a:ext uri="{FF2B5EF4-FFF2-40B4-BE49-F238E27FC236}">
                    <a16:creationId xmlns:a16="http://schemas.microsoft.com/office/drawing/2014/main" id="{8001267F-0337-8987-37AB-A3CDC33DD317}"/>
                  </a:ext>
                </a:extLst>
              </p:cNvPr>
              <p:cNvGrpSpPr/>
              <p:nvPr/>
            </p:nvGrpSpPr>
            <p:grpSpPr>
              <a:xfrm>
                <a:off x="2267950" y="363963"/>
                <a:ext cx="183000" cy="183000"/>
                <a:chOff x="8225400" y="367488"/>
                <a:chExt cx="183000" cy="183000"/>
              </a:xfrm>
            </p:grpSpPr>
            <p:cxnSp>
              <p:nvCxnSpPr>
                <p:cNvPr id="10" name="Google Shape;541;p32">
                  <a:extLst>
                    <a:ext uri="{FF2B5EF4-FFF2-40B4-BE49-F238E27FC236}">
                      <a16:creationId xmlns:a16="http://schemas.microsoft.com/office/drawing/2014/main" id="{F1D445E2-8E56-22B1-BFFD-DB06B5481A13}"/>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1" name="Google Shape;542;p32">
                  <a:extLst>
                    <a:ext uri="{FF2B5EF4-FFF2-40B4-BE49-F238E27FC236}">
                      <a16:creationId xmlns:a16="http://schemas.microsoft.com/office/drawing/2014/main" id="{804DEBE0-F753-96B1-F6D2-A3124EDC8424}"/>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8" name="Google Shape;543;p32">
                <a:extLst>
                  <a:ext uri="{FF2B5EF4-FFF2-40B4-BE49-F238E27FC236}">
                    <a16:creationId xmlns:a16="http://schemas.microsoft.com/office/drawing/2014/main" id="{7667778C-1909-A4B2-CF4F-ECCF658FBED7}"/>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 name="Google Shape;544;p32">
                <a:extLst>
                  <a:ext uri="{FF2B5EF4-FFF2-40B4-BE49-F238E27FC236}">
                    <a16:creationId xmlns:a16="http://schemas.microsoft.com/office/drawing/2014/main" id="{C854EBC4-0DAC-F977-6268-3B29B8BD9551}"/>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14" name="TextBox 13">
            <a:extLst>
              <a:ext uri="{FF2B5EF4-FFF2-40B4-BE49-F238E27FC236}">
                <a16:creationId xmlns:a16="http://schemas.microsoft.com/office/drawing/2014/main" id="{15EFECEC-F39B-A352-951A-70D44606F88F}"/>
              </a:ext>
            </a:extLst>
          </p:cNvPr>
          <p:cNvSpPr txBox="1"/>
          <p:nvPr/>
        </p:nvSpPr>
        <p:spPr>
          <a:xfrm>
            <a:off x="467956" y="418082"/>
            <a:ext cx="2074028" cy="1169551"/>
          </a:xfrm>
          <a:prstGeom prst="rect">
            <a:avLst/>
          </a:prstGeom>
          <a:noFill/>
        </p:spPr>
        <p:txBody>
          <a:bodyPr wrap="square" rtlCol="0">
            <a:spAutoFit/>
          </a:bodyPr>
          <a:lstStyle/>
          <a:p>
            <a:r>
              <a:rPr lang="en-US" sz="7000" dirty="0">
                <a:latin typeface="Rubik Black" panose="020B0604020202020204" charset="-79"/>
                <a:cs typeface="Rubik Black" panose="020B0604020202020204" charset="-79"/>
              </a:rPr>
              <a:t>01</a:t>
            </a:r>
          </a:p>
        </p:txBody>
      </p:sp>
      <p:pic>
        <p:nvPicPr>
          <p:cNvPr id="37" name="Graphic 36" descr="Blog with solid fill">
            <a:extLst>
              <a:ext uri="{FF2B5EF4-FFF2-40B4-BE49-F238E27FC236}">
                <a16:creationId xmlns:a16="http://schemas.microsoft.com/office/drawing/2014/main" id="{C894DDE4-BB0A-297A-579F-F4540CE26A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83548" y="475172"/>
            <a:ext cx="1280050" cy="1280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4207832" y="289458"/>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a:off x="8014353" y="455468"/>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202429" y="289458"/>
            <a:ext cx="1593344" cy="1537606"/>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308268" y="488055"/>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546" name="Google Shape;546;p32"/>
          <p:cNvSpPr txBox="1">
            <a:spLocks noGrp="1"/>
          </p:cNvSpPr>
          <p:nvPr>
            <p:ph type="title"/>
          </p:nvPr>
        </p:nvSpPr>
        <p:spPr>
          <a:xfrm>
            <a:off x="1728193" y="1049394"/>
            <a:ext cx="6070749"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b="1" i="0" dirty="0">
                <a:effectLst/>
                <a:latin typeface="Söhne"/>
              </a:rPr>
              <a:t>Adjusting Character Spacing and Line Spacing</a:t>
            </a:r>
            <a:endParaRPr lang="en-US" sz="2400" dirty="0"/>
          </a:p>
        </p:txBody>
      </p:sp>
      <p:grpSp>
        <p:nvGrpSpPr>
          <p:cNvPr id="547" name="Google Shape;547;p32"/>
          <p:cNvGrpSpPr/>
          <p:nvPr/>
        </p:nvGrpSpPr>
        <p:grpSpPr>
          <a:xfrm>
            <a:off x="1948369" y="3344238"/>
            <a:ext cx="6522725" cy="1453843"/>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075630" y="3465400"/>
            <a:ext cx="6159506"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Character Spacing (Kerning)</a:t>
            </a:r>
          </a:p>
          <a:p>
            <a:pPr marL="0" lvl="0" indent="0" algn="ctr" rtl="0">
              <a:spcBef>
                <a:spcPts val="0"/>
              </a:spcBef>
              <a:spcAft>
                <a:spcPts val="0"/>
              </a:spcAft>
              <a:buNone/>
            </a:pPr>
            <a:endParaRPr lang="en-US" sz="1200" dirty="0"/>
          </a:p>
          <a:p>
            <a:pPr marL="0" lvl="0" indent="0" algn="ctr" rtl="0">
              <a:spcBef>
                <a:spcPts val="0"/>
              </a:spcBef>
              <a:spcAft>
                <a:spcPts val="0"/>
              </a:spcAft>
              <a:buNone/>
            </a:pPr>
            <a:r>
              <a:rPr lang="en-US" sz="1200" dirty="0"/>
              <a:t>Character spacing, often referred to as "kerning," involves the adjustment of the space between individual characters or letters in a text. This level of fine-tuning can significantly impact the overall appearance of your text. Here's how you can adjust character spacing in Microsoft Word:</a:t>
            </a:r>
          </a:p>
        </p:txBody>
      </p:sp>
      <p:sp>
        <p:nvSpPr>
          <p:cNvPr id="556" name="Google Shape;556;p32"/>
          <p:cNvSpPr/>
          <p:nvPr/>
        </p:nvSpPr>
        <p:spPr>
          <a:xfrm>
            <a:off x="5991485" y="925297"/>
            <a:ext cx="457196" cy="4571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627632" y="448676"/>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5205184D-9623-D44D-58F3-2B829EED2517}"/>
              </a:ext>
            </a:extLst>
          </p:cNvPr>
          <p:cNvSpPr txBox="1"/>
          <p:nvPr/>
        </p:nvSpPr>
        <p:spPr>
          <a:xfrm>
            <a:off x="1847397" y="1535097"/>
            <a:ext cx="5969932" cy="1785104"/>
          </a:xfrm>
          <a:prstGeom prst="rect">
            <a:avLst/>
          </a:prstGeom>
          <a:noFill/>
        </p:spPr>
        <p:txBody>
          <a:bodyPr wrap="square" rtlCol="0">
            <a:spAutoFit/>
          </a:bodyPr>
          <a:lstStyle/>
          <a:p>
            <a:r>
              <a:rPr lang="en-US" b="1" dirty="0">
                <a:latin typeface="Karla" pitchFamily="2" charset="0"/>
              </a:rPr>
              <a:t>Line Spacing</a:t>
            </a:r>
          </a:p>
          <a:p>
            <a:endParaRPr lang="en-US" sz="1200" dirty="0">
              <a:latin typeface="Karla" pitchFamily="2" charset="0"/>
            </a:endParaRPr>
          </a:p>
          <a:p>
            <a:r>
              <a:rPr lang="en-US" sz="1200" dirty="0">
                <a:latin typeface="Karla" pitchFamily="2" charset="0"/>
              </a:rPr>
              <a:t>Line spacing is the vertical space between lines of text within a paragraph. Proper line spacing enhances readability and the overall structure of your document. Microsoft Word offers various options for adjusting line spacing:</a:t>
            </a:r>
          </a:p>
          <a:p>
            <a:endParaRPr lang="en-US" sz="1200" dirty="0">
              <a:latin typeface="Karla" pitchFamily="2" charset="0"/>
            </a:endParaRPr>
          </a:p>
          <a:p>
            <a:r>
              <a:rPr lang="en-US" sz="1200" dirty="0">
                <a:latin typeface="Karla" pitchFamily="2" charset="0"/>
              </a:rPr>
              <a:t>Select the text you want to format.</a:t>
            </a:r>
          </a:p>
          <a:p>
            <a:r>
              <a:rPr lang="en-US" sz="1200" dirty="0">
                <a:latin typeface="Karla" pitchFamily="2" charset="0"/>
              </a:rPr>
              <a:t>Go to the "Line and Paragraph Spacing" options in the "Home" tab.</a:t>
            </a:r>
          </a:p>
          <a:p>
            <a:r>
              <a:rPr lang="en-US" sz="1200" dirty="0">
                <a:latin typeface="Karla" pitchFamily="2" charset="0"/>
              </a:rPr>
              <a:t>Choose from options like "Single," "1.5 lines," or "Double" to adjust line spacing.</a:t>
            </a:r>
          </a:p>
        </p:txBody>
      </p:sp>
      <p:pic>
        <p:nvPicPr>
          <p:cNvPr id="4" name="Graphic 3" descr="Cmd Terminal with solid fill">
            <a:extLst>
              <a:ext uri="{FF2B5EF4-FFF2-40B4-BE49-F238E27FC236}">
                <a16:creationId xmlns:a16="http://schemas.microsoft.com/office/drawing/2014/main" id="{99190A49-CBB0-EF32-A54D-AEAC2AD6A4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8246" y="2232661"/>
            <a:ext cx="914400" cy="914400"/>
          </a:xfrm>
          <a:prstGeom prst="rect">
            <a:avLst/>
          </a:prstGeom>
        </p:spPr>
      </p:pic>
      <p:cxnSp>
        <p:nvCxnSpPr>
          <p:cNvPr id="5" name="Straight Connector 4">
            <a:extLst>
              <a:ext uri="{FF2B5EF4-FFF2-40B4-BE49-F238E27FC236}">
                <a16:creationId xmlns:a16="http://schemas.microsoft.com/office/drawing/2014/main" id="{3D6F7A6E-116B-C5D9-C728-F86FDD64BB43}"/>
              </a:ext>
            </a:extLst>
          </p:cNvPr>
          <p:cNvCxnSpPr>
            <a:cxnSpLocks/>
          </p:cNvCxnSpPr>
          <p:nvPr/>
        </p:nvCxnSpPr>
        <p:spPr>
          <a:xfrm>
            <a:off x="1914977" y="1553594"/>
            <a:ext cx="5707669" cy="400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grpSp>
        <p:nvGrpSpPr>
          <p:cNvPr id="645" name="Google Shape;645;p35"/>
          <p:cNvGrpSpPr/>
          <p:nvPr/>
        </p:nvGrpSpPr>
        <p:grpSpPr>
          <a:xfrm>
            <a:off x="6102151" y="1600325"/>
            <a:ext cx="2418050" cy="2916600"/>
            <a:chOff x="6102151" y="1600325"/>
            <a:chExt cx="2418050" cy="2916600"/>
          </a:xfrm>
        </p:grpSpPr>
        <p:sp>
          <p:nvSpPr>
            <p:cNvPr id="646" name="Google Shape;646;p35"/>
            <p:cNvSpPr/>
            <p:nvPr/>
          </p:nvSpPr>
          <p:spPr>
            <a:xfrm>
              <a:off x="6193101"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35"/>
            <p:cNvGrpSpPr/>
            <p:nvPr/>
          </p:nvGrpSpPr>
          <p:grpSpPr>
            <a:xfrm>
              <a:off x="6102151" y="1600325"/>
              <a:ext cx="2327100" cy="2825100"/>
              <a:chOff x="715400" y="1600325"/>
              <a:chExt cx="2327100" cy="2825100"/>
            </a:xfrm>
          </p:grpSpPr>
          <p:sp>
            <p:nvSpPr>
              <p:cNvPr id="648" name="Google Shape;64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9" name="Google Shape;64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0" name="Google Shape;650;p35"/>
          <p:cNvGrpSpPr/>
          <p:nvPr/>
        </p:nvGrpSpPr>
        <p:grpSpPr>
          <a:xfrm>
            <a:off x="3454750" y="1600325"/>
            <a:ext cx="2418600" cy="2916600"/>
            <a:chOff x="3408500" y="1600325"/>
            <a:chExt cx="2418600" cy="2916600"/>
          </a:xfrm>
        </p:grpSpPr>
        <p:sp>
          <p:nvSpPr>
            <p:cNvPr id="651" name="Google Shape;651;p35"/>
            <p:cNvSpPr/>
            <p:nvPr/>
          </p:nvSpPr>
          <p:spPr>
            <a:xfrm>
              <a:off x="35000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35"/>
            <p:cNvGrpSpPr/>
            <p:nvPr/>
          </p:nvGrpSpPr>
          <p:grpSpPr>
            <a:xfrm>
              <a:off x="3408500" y="1600325"/>
              <a:ext cx="2327100" cy="2825100"/>
              <a:chOff x="715400" y="1600325"/>
              <a:chExt cx="2327100" cy="2825100"/>
            </a:xfrm>
          </p:grpSpPr>
          <p:sp>
            <p:nvSpPr>
              <p:cNvPr id="653" name="Google Shape;653;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4" name="Google Shape;654;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5" name="Google Shape;655;p35"/>
          <p:cNvGrpSpPr/>
          <p:nvPr/>
        </p:nvGrpSpPr>
        <p:grpSpPr>
          <a:xfrm>
            <a:off x="715400" y="1600325"/>
            <a:ext cx="2418600" cy="2916600"/>
            <a:chOff x="715400" y="1600325"/>
            <a:chExt cx="2418600" cy="2916600"/>
          </a:xfrm>
        </p:grpSpPr>
        <p:sp>
          <p:nvSpPr>
            <p:cNvPr id="656" name="Google Shape;656;p35"/>
            <p:cNvSpPr/>
            <p:nvPr/>
          </p:nvSpPr>
          <p:spPr>
            <a:xfrm>
              <a:off x="8069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5"/>
            <p:cNvGrpSpPr/>
            <p:nvPr/>
          </p:nvGrpSpPr>
          <p:grpSpPr>
            <a:xfrm>
              <a:off x="715400" y="1600325"/>
              <a:ext cx="2327100" cy="2825100"/>
              <a:chOff x="715400" y="1600325"/>
              <a:chExt cx="2327100" cy="2825100"/>
            </a:xfrm>
          </p:grpSpPr>
          <p:sp>
            <p:nvSpPr>
              <p:cNvPr id="658" name="Google Shape;65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 name="Google Shape;65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sp>
        <p:nvSpPr>
          <p:cNvPr id="660" name="Google Shape;660;p35"/>
          <p:cNvSpPr txBox="1">
            <a:spLocks noGrp="1"/>
          </p:cNvSpPr>
          <p:nvPr>
            <p:ph type="subTitle" idx="1"/>
          </p:nvPr>
        </p:nvSpPr>
        <p:spPr>
          <a:xfrm>
            <a:off x="780350" y="2327596"/>
            <a:ext cx="21972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Kerning</a:t>
            </a:r>
            <a:endParaRPr dirty="0"/>
          </a:p>
        </p:txBody>
      </p:sp>
      <p:sp>
        <p:nvSpPr>
          <p:cNvPr id="661" name="Google Shape;661;p35"/>
          <p:cNvSpPr txBox="1">
            <a:spLocks noGrp="1"/>
          </p:cNvSpPr>
          <p:nvPr>
            <p:ph type="subTitle" idx="5"/>
          </p:nvPr>
        </p:nvSpPr>
        <p:spPr>
          <a:xfrm>
            <a:off x="3472400" y="2322125"/>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Line Spaceing</a:t>
            </a:r>
            <a:endParaRPr dirty="0"/>
          </a:p>
        </p:txBody>
      </p:sp>
      <p:sp>
        <p:nvSpPr>
          <p:cNvPr id="662" name="Google Shape;662;p35"/>
          <p:cNvSpPr txBox="1">
            <a:spLocks noGrp="1"/>
          </p:cNvSpPr>
          <p:nvPr>
            <p:ph type="subTitle" idx="6"/>
          </p:nvPr>
        </p:nvSpPr>
        <p:spPr>
          <a:xfrm>
            <a:off x="6167776" y="2330282"/>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Resume</a:t>
            </a:r>
            <a:endParaRPr dirty="0"/>
          </a:p>
        </p:txBody>
      </p:sp>
      <p:sp>
        <p:nvSpPr>
          <p:cNvPr id="663" name="Google Shape;663;p35"/>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t>Examples</a:t>
            </a:r>
            <a:endParaRPr sz="4000" dirty="0"/>
          </a:p>
        </p:txBody>
      </p:sp>
      <p:sp>
        <p:nvSpPr>
          <p:cNvPr id="664" name="Google Shape;664;p35"/>
          <p:cNvSpPr txBox="1">
            <a:spLocks noGrp="1"/>
          </p:cNvSpPr>
          <p:nvPr>
            <p:ph type="subTitle" idx="2"/>
          </p:nvPr>
        </p:nvSpPr>
        <p:spPr>
          <a:xfrm>
            <a:off x="655250" y="2701478"/>
            <a:ext cx="2322300"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Consider a document with a heading that uses cursive font. By reducing the character spacing (kerning) between letters, you can create an elegant and stylish appearance that's consistent with the font's design.</a:t>
            </a:r>
          </a:p>
        </p:txBody>
      </p:sp>
      <p:sp>
        <p:nvSpPr>
          <p:cNvPr id="665" name="Google Shape;665;p35"/>
          <p:cNvSpPr txBox="1">
            <a:spLocks noGrp="1"/>
          </p:cNvSpPr>
          <p:nvPr>
            <p:ph type="subTitle" idx="3"/>
          </p:nvPr>
        </p:nvSpPr>
        <p:spPr>
          <a:xfrm>
            <a:off x="3475075" y="2764265"/>
            <a:ext cx="2194500"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In a research paper, setting the line spacing to "1.5 lines" can make the content more readable by providing enough space for annotations or comments in the margins.</a:t>
            </a:r>
          </a:p>
        </p:txBody>
      </p:sp>
      <p:sp>
        <p:nvSpPr>
          <p:cNvPr id="666" name="Google Shape;666;p35"/>
          <p:cNvSpPr txBox="1">
            <a:spLocks noGrp="1"/>
          </p:cNvSpPr>
          <p:nvPr>
            <p:ph type="subTitle" idx="4"/>
          </p:nvPr>
        </p:nvSpPr>
        <p:spPr>
          <a:xfrm>
            <a:off x="6101601" y="2701478"/>
            <a:ext cx="2391824"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When creating a professional résumé, using a consistent and slightly increased line spacing can make your document more accessible and visually appealing. It also allows you to highlight key skills and qualifications effectively.</a:t>
            </a:r>
          </a:p>
        </p:txBody>
      </p:sp>
      <p:sp>
        <p:nvSpPr>
          <p:cNvPr id="673" name="Google Shape;673;p35"/>
          <p:cNvSpPr/>
          <p:nvPr/>
        </p:nvSpPr>
        <p:spPr>
          <a:xfrm>
            <a:off x="7971700" y="10816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7739360" y="932973"/>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715160" y="12527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70BD88A8-7224-FBAA-221D-2F76BDA579D4}"/>
              </a:ext>
            </a:extLst>
          </p:cNvPr>
          <p:cNvPicPr>
            <a:picLocks noChangeAspect="1"/>
          </p:cNvPicPr>
          <p:nvPr/>
        </p:nvPicPr>
        <p:blipFill>
          <a:blip r:embed="rId3"/>
          <a:stretch>
            <a:fillRect/>
          </a:stretch>
        </p:blipFill>
        <p:spPr>
          <a:xfrm>
            <a:off x="1535005" y="1783325"/>
            <a:ext cx="683090" cy="683090"/>
          </a:xfrm>
          <a:prstGeom prst="rect">
            <a:avLst/>
          </a:prstGeom>
        </p:spPr>
      </p:pic>
      <p:pic>
        <p:nvPicPr>
          <p:cNvPr id="4" name="Graphic 3" descr="Blog outline">
            <a:extLst>
              <a:ext uri="{FF2B5EF4-FFF2-40B4-BE49-F238E27FC236}">
                <a16:creationId xmlns:a16="http://schemas.microsoft.com/office/drawing/2014/main" id="{FE906376-DDF1-D40D-3D13-93401E0044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58700" y="1667670"/>
            <a:ext cx="914400" cy="914400"/>
          </a:xfrm>
          <a:prstGeom prst="rect">
            <a:avLst/>
          </a:prstGeom>
        </p:spPr>
      </p:pic>
      <p:pic>
        <p:nvPicPr>
          <p:cNvPr id="6" name="Graphic 5" descr="Address Book with solid fill">
            <a:extLst>
              <a:ext uri="{FF2B5EF4-FFF2-40B4-BE49-F238E27FC236}">
                <a16:creationId xmlns:a16="http://schemas.microsoft.com/office/drawing/2014/main" id="{ABECB1BF-2018-E5C1-EF53-A9690C3F52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71283" y="1774113"/>
            <a:ext cx="784035" cy="784035"/>
          </a:xfrm>
          <a:prstGeom prst="rect">
            <a:avLst/>
          </a:prstGeom>
        </p:spPr>
      </p:pic>
      <p:cxnSp>
        <p:nvCxnSpPr>
          <p:cNvPr id="7" name="Straight Connector 6">
            <a:extLst>
              <a:ext uri="{FF2B5EF4-FFF2-40B4-BE49-F238E27FC236}">
                <a16:creationId xmlns:a16="http://schemas.microsoft.com/office/drawing/2014/main" id="{A1F3D90D-1488-D2D2-E257-9B626A8A80B9}"/>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grpSp>
        <p:nvGrpSpPr>
          <p:cNvPr id="565" name="Google Shape;565;p33"/>
          <p:cNvGrpSpPr/>
          <p:nvPr/>
        </p:nvGrpSpPr>
        <p:grpSpPr>
          <a:xfrm>
            <a:off x="7529501" y="2315808"/>
            <a:ext cx="1465589" cy="907264"/>
            <a:chOff x="7146475" y="2190661"/>
            <a:chExt cx="1827475" cy="1051350"/>
          </a:xfrm>
        </p:grpSpPr>
        <p:sp>
          <p:nvSpPr>
            <p:cNvPr id="566" name="Google Shape;566;p33"/>
            <p:cNvSpPr/>
            <p:nvPr/>
          </p:nvSpPr>
          <p:spPr>
            <a:xfrm>
              <a:off x="7236650" y="2282011"/>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 name="Google Shape;567;p33"/>
            <p:cNvGrpSpPr/>
            <p:nvPr/>
          </p:nvGrpSpPr>
          <p:grpSpPr>
            <a:xfrm>
              <a:off x="7146475" y="2190661"/>
              <a:ext cx="1737300" cy="960000"/>
              <a:chOff x="7146475" y="2190661"/>
              <a:chExt cx="1737300" cy="960000"/>
            </a:xfrm>
          </p:grpSpPr>
          <p:sp>
            <p:nvSpPr>
              <p:cNvPr id="568" name="Google Shape;568;p33"/>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 name="Google Shape;569;p33"/>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nvGrpSpPr>
            <p:cNvPr id="570" name="Google Shape;570;p33"/>
            <p:cNvGrpSpPr/>
            <p:nvPr/>
          </p:nvGrpSpPr>
          <p:grpSpPr>
            <a:xfrm>
              <a:off x="7300659" y="2505003"/>
              <a:ext cx="1428933" cy="514595"/>
              <a:chOff x="7235888" y="1483625"/>
              <a:chExt cx="1428933" cy="514595"/>
            </a:xfrm>
          </p:grpSpPr>
          <p:sp>
            <p:nvSpPr>
              <p:cNvPr id="571" name="Google Shape;571;p33"/>
              <p:cNvSpPr/>
              <p:nvPr/>
            </p:nvSpPr>
            <p:spPr>
              <a:xfrm>
                <a:off x="7235888" y="1871400"/>
                <a:ext cx="1428933" cy="126821"/>
              </a:xfrm>
              <a:custGeom>
                <a:avLst/>
                <a:gdLst/>
                <a:ahLst/>
                <a:cxnLst/>
                <a:rect l="l" t="t" r="r" b="b"/>
                <a:pathLst>
                  <a:path w="37658" h="3342" extrusionOk="0">
                    <a:moveTo>
                      <a:pt x="1615" y="0"/>
                    </a:moveTo>
                    <a:cubicBezTo>
                      <a:pt x="709" y="0"/>
                      <a:pt x="0" y="747"/>
                      <a:pt x="0" y="1659"/>
                    </a:cubicBezTo>
                    <a:cubicBezTo>
                      <a:pt x="0" y="2586"/>
                      <a:pt x="732" y="3342"/>
                      <a:pt x="1659" y="3342"/>
                    </a:cubicBezTo>
                    <a:lnTo>
                      <a:pt x="35999" y="3342"/>
                    </a:lnTo>
                    <a:cubicBezTo>
                      <a:pt x="36902" y="3342"/>
                      <a:pt x="37658" y="2586"/>
                      <a:pt x="37658" y="1659"/>
                    </a:cubicBezTo>
                    <a:cubicBezTo>
                      <a:pt x="37658" y="732"/>
                      <a:pt x="36902" y="1"/>
                      <a:pt x="35999" y="1"/>
                    </a:cubicBezTo>
                    <a:lnTo>
                      <a:pt x="1659" y="1"/>
                    </a:lnTo>
                    <a:cubicBezTo>
                      <a:pt x="1644" y="0"/>
                      <a:pt x="1629" y="0"/>
                      <a:pt x="1615"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7235888" y="1871400"/>
                <a:ext cx="878275" cy="126821"/>
              </a:xfrm>
              <a:custGeom>
                <a:avLst/>
                <a:gdLst/>
                <a:ahLst/>
                <a:cxnLst/>
                <a:rect l="l" t="t" r="r" b="b"/>
                <a:pathLst>
                  <a:path w="23146" h="3342" extrusionOk="0">
                    <a:moveTo>
                      <a:pt x="1615" y="0"/>
                    </a:moveTo>
                    <a:cubicBezTo>
                      <a:pt x="709" y="0"/>
                      <a:pt x="0" y="747"/>
                      <a:pt x="0" y="1659"/>
                    </a:cubicBezTo>
                    <a:cubicBezTo>
                      <a:pt x="0" y="2586"/>
                      <a:pt x="732" y="3342"/>
                      <a:pt x="1659" y="3342"/>
                    </a:cubicBezTo>
                    <a:lnTo>
                      <a:pt x="23146" y="3342"/>
                    </a:lnTo>
                    <a:lnTo>
                      <a:pt x="23146" y="1"/>
                    </a:lnTo>
                    <a:lnTo>
                      <a:pt x="1659" y="1"/>
                    </a:lnTo>
                    <a:cubicBezTo>
                      <a:pt x="1644" y="0"/>
                      <a:pt x="1629" y="0"/>
                      <a:pt x="1615" y="0"/>
                    </a:cubicBezTo>
                    <a:close/>
                  </a:path>
                </a:pathLst>
              </a:cu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7813392" y="1483625"/>
                <a:ext cx="601580" cy="327677"/>
              </a:xfrm>
              <a:custGeom>
                <a:avLst/>
                <a:gdLst/>
                <a:ahLst/>
                <a:cxnLst/>
                <a:rect l="l" t="t" r="r" b="b"/>
                <a:pathLst>
                  <a:path w="15854" h="8635" extrusionOk="0">
                    <a:moveTo>
                      <a:pt x="0" y="0"/>
                    </a:moveTo>
                    <a:lnTo>
                      <a:pt x="0" y="6927"/>
                    </a:lnTo>
                    <a:lnTo>
                      <a:pt x="6415" y="6927"/>
                    </a:lnTo>
                    <a:cubicBezTo>
                      <a:pt x="6707" y="6927"/>
                      <a:pt x="7000" y="7098"/>
                      <a:pt x="7171" y="7366"/>
                    </a:cubicBezTo>
                    <a:lnTo>
                      <a:pt x="7927" y="8634"/>
                    </a:lnTo>
                    <a:lnTo>
                      <a:pt x="8683" y="7366"/>
                    </a:lnTo>
                    <a:cubicBezTo>
                      <a:pt x="8829" y="7098"/>
                      <a:pt x="9122" y="6927"/>
                      <a:pt x="9415" y="6927"/>
                    </a:cubicBezTo>
                    <a:lnTo>
                      <a:pt x="15854" y="6927"/>
                    </a:lnTo>
                    <a:lnTo>
                      <a:pt x="15854" y="0"/>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7913912" y="1585322"/>
                <a:ext cx="396487" cy="56656"/>
              </a:xfrm>
              <a:custGeom>
                <a:avLst/>
                <a:gdLst/>
                <a:ahLst/>
                <a:cxnLst/>
                <a:rect l="l" t="t" r="r" b="b"/>
                <a:pathLst>
                  <a:path w="10449" h="1493" extrusionOk="0">
                    <a:moveTo>
                      <a:pt x="966" y="1"/>
                    </a:moveTo>
                    <a:cubicBezTo>
                      <a:pt x="1" y="1"/>
                      <a:pt x="8" y="1492"/>
                      <a:pt x="988" y="1492"/>
                    </a:cubicBezTo>
                    <a:cubicBezTo>
                      <a:pt x="1003" y="1492"/>
                      <a:pt x="1018" y="1492"/>
                      <a:pt x="1034" y="1491"/>
                    </a:cubicBezTo>
                    <a:lnTo>
                      <a:pt x="9522" y="1491"/>
                    </a:lnTo>
                    <a:cubicBezTo>
                      <a:pt x="10448" y="1418"/>
                      <a:pt x="10448" y="52"/>
                      <a:pt x="9522" y="3"/>
                    </a:cubicBezTo>
                    <a:lnTo>
                      <a:pt x="1034" y="3"/>
                    </a:lnTo>
                    <a:cubicBezTo>
                      <a:pt x="1011" y="2"/>
                      <a:pt x="988" y="1"/>
                      <a:pt x="966"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5" name="Google Shape;575;p33"/>
          <p:cNvSpPr txBox="1">
            <a:spLocks noGrp="1"/>
          </p:cNvSpPr>
          <p:nvPr>
            <p:ph type="title"/>
          </p:nvPr>
        </p:nvSpPr>
        <p:spPr>
          <a:xfrm>
            <a:off x="1327488" y="1045125"/>
            <a:ext cx="50292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u="sng" dirty="0"/>
              <a:t>Formatting Text Boxes, Word Art, and Styles</a:t>
            </a:r>
          </a:p>
        </p:txBody>
      </p:sp>
      <p:sp>
        <p:nvSpPr>
          <p:cNvPr id="576" name="Google Shape;576;p33"/>
          <p:cNvSpPr txBox="1">
            <a:spLocks noGrp="1"/>
          </p:cNvSpPr>
          <p:nvPr>
            <p:ph type="subTitle" idx="1"/>
          </p:nvPr>
        </p:nvSpPr>
        <p:spPr>
          <a:xfrm>
            <a:off x="1327488" y="1938920"/>
            <a:ext cx="6193886" cy="9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Text Box Formatting</a:t>
            </a:r>
          </a:p>
          <a:p>
            <a:pPr marL="0" lvl="0" indent="0" algn="ctr" rtl="0">
              <a:spcBef>
                <a:spcPts val="0"/>
              </a:spcBef>
              <a:spcAft>
                <a:spcPts val="0"/>
              </a:spcAft>
              <a:buNone/>
            </a:pPr>
            <a:endParaRPr lang="en-US" dirty="0"/>
          </a:p>
          <a:p>
            <a:pPr marL="0" lvl="0" indent="0" algn="just" rtl="0">
              <a:spcBef>
                <a:spcPts val="0"/>
              </a:spcBef>
              <a:spcAft>
                <a:spcPts val="0"/>
              </a:spcAft>
              <a:buNone/>
            </a:pPr>
            <a:r>
              <a:rPr lang="en-US" dirty="0"/>
              <a:t>Text boxes in Microsoft Word are versatile tools for placing text in specific areas of your document. Proper formatting of text boxes enhances their appearance and ensures they blend seamlessly with your content. Here's how to format text boxes:</a:t>
            </a:r>
          </a:p>
        </p:txBody>
      </p:sp>
      <p:sp>
        <p:nvSpPr>
          <p:cNvPr id="590" name="Google Shape;590;p33"/>
          <p:cNvSpPr txBox="1"/>
          <p:nvPr/>
        </p:nvSpPr>
        <p:spPr>
          <a:xfrm>
            <a:off x="1459168" y="3377316"/>
            <a:ext cx="3112831" cy="907264"/>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dirty="0">
                <a:solidFill>
                  <a:schemeClr val="dk1"/>
                </a:solidFill>
                <a:latin typeface="Karla"/>
                <a:ea typeface="Karla"/>
                <a:cs typeface="Karla"/>
                <a:sym typeface="Karla"/>
              </a:rPr>
              <a:t>Insert a Text Box:</a:t>
            </a:r>
          </a:p>
          <a:p>
            <a:pPr marL="0" lvl="0" indent="0" algn="ctr" rtl="0">
              <a:spcBef>
                <a:spcPts val="0"/>
              </a:spcBef>
              <a:spcAft>
                <a:spcPts val="0"/>
              </a:spcAft>
              <a:buNone/>
            </a:pPr>
            <a:endParaRPr lang="en-US" sz="1100" b="1" dirty="0">
              <a:solidFill>
                <a:schemeClr val="dk1"/>
              </a:solidFill>
              <a:latin typeface="Karla"/>
              <a:ea typeface="Karla"/>
              <a:cs typeface="Karla"/>
              <a:sym typeface="Karla"/>
            </a:endParaRPr>
          </a:p>
          <a:p>
            <a:pPr marL="0" lvl="0" indent="0" algn="just" rtl="0">
              <a:spcBef>
                <a:spcPts val="0"/>
              </a:spcBef>
              <a:spcAft>
                <a:spcPts val="0"/>
              </a:spcAft>
              <a:buNone/>
            </a:pPr>
            <a:r>
              <a:rPr lang="en-US" sz="1100" dirty="0">
                <a:sym typeface="Karla"/>
              </a:rPr>
              <a:t>Go to the "Insert" tab.</a:t>
            </a:r>
          </a:p>
          <a:p>
            <a:pPr marL="0" lvl="0" indent="0" algn="just" rtl="0">
              <a:spcBef>
                <a:spcPts val="0"/>
              </a:spcBef>
              <a:spcAft>
                <a:spcPts val="0"/>
              </a:spcAft>
              <a:buNone/>
            </a:pPr>
            <a:r>
              <a:rPr lang="en-US" sz="1100" dirty="0">
                <a:sym typeface="Karla"/>
              </a:rPr>
              <a:t>Select "Text Box" and choose the type of text box you want.</a:t>
            </a:r>
          </a:p>
        </p:txBody>
      </p:sp>
      <p:sp>
        <p:nvSpPr>
          <p:cNvPr id="591" name="Google Shape;591;p33"/>
          <p:cNvSpPr/>
          <p:nvPr/>
        </p:nvSpPr>
        <p:spPr>
          <a:xfrm rot="-2700000">
            <a:off x="5176241" y="1643999"/>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p:nvPr/>
        </p:nvSpPr>
        <p:spPr>
          <a:xfrm>
            <a:off x="1459169" y="85892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3"/>
          <p:cNvSpPr/>
          <p:nvPr/>
        </p:nvSpPr>
        <p:spPr>
          <a:xfrm>
            <a:off x="7914628" y="4075768"/>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a:off x="7031624" y="1303322"/>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90;p33">
            <a:extLst>
              <a:ext uri="{FF2B5EF4-FFF2-40B4-BE49-F238E27FC236}">
                <a16:creationId xmlns:a16="http://schemas.microsoft.com/office/drawing/2014/main" id="{1665FFA4-EAFB-2ACC-681B-D9C3F12960D1}"/>
              </a:ext>
            </a:extLst>
          </p:cNvPr>
          <p:cNvSpPr txBox="1"/>
          <p:nvPr/>
        </p:nvSpPr>
        <p:spPr>
          <a:xfrm>
            <a:off x="4572000" y="3377316"/>
            <a:ext cx="3112831" cy="907264"/>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dirty="0">
                <a:solidFill>
                  <a:schemeClr val="dk1"/>
                </a:solidFill>
                <a:latin typeface="Karla"/>
                <a:ea typeface="Karla"/>
                <a:cs typeface="Karla"/>
                <a:sym typeface="Karla"/>
              </a:rPr>
              <a:t>Formatting Options:</a:t>
            </a:r>
          </a:p>
          <a:p>
            <a:pPr marL="0" lvl="0" indent="0" algn="just" rtl="0">
              <a:spcBef>
                <a:spcPts val="0"/>
              </a:spcBef>
              <a:spcAft>
                <a:spcPts val="0"/>
              </a:spcAft>
              <a:buNone/>
            </a:pPr>
            <a:r>
              <a:rPr lang="en-US" sz="1100" dirty="0">
                <a:solidFill>
                  <a:schemeClr val="dk1"/>
                </a:solidFill>
                <a:latin typeface="Karla"/>
                <a:ea typeface="Karla"/>
                <a:cs typeface="Karla"/>
                <a:sym typeface="Karla"/>
              </a:rPr>
              <a:t>Right-click the text box and choose "Format Shape" or "Format Text Box."</a:t>
            </a:r>
          </a:p>
          <a:p>
            <a:pPr marL="0" lvl="0" indent="0" algn="just" rtl="0">
              <a:spcBef>
                <a:spcPts val="0"/>
              </a:spcBef>
              <a:spcAft>
                <a:spcPts val="0"/>
              </a:spcAft>
              <a:buNone/>
            </a:pPr>
            <a:r>
              <a:rPr lang="en-US" sz="1100" dirty="0">
                <a:solidFill>
                  <a:schemeClr val="dk1"/>
                </a:solidFill>
                <a:latin typeface="Karla"/>
                <a:ea typeface="Karla"/>
                <a:cs typeface="Karla"/>
                <a:sym typeface="Karla"/>
              </a:rPr>
              <a:t>Adjust properties like fill color, outline, and size under the "Format" tab.</a:t>
            </a:r>
            <a:endParaRPr lang="en-US" sz="1100" dirty="0">
              <a:sym typeface="Karla"/>
            </a:endParaRPr>
          </a:p>
        </p:txBody>
      </p:sp>
      <p:grpSp>
        <p:nvGrpSpPr>
          <p:cNvPr id="5" name="Google Shape;864;p40">
            <a:extLst>
              <a:ext uri="{FF2B5EF4-FFF2-40B4-BE49-F238E27FC236}">
                <a16:creationId xmlns:a16="http://schemas.microsoft.com/office/drawing/2014/main" id="{306B16EE-7C3C-21B9-D926-697DC6D770AF}"/>
              </a:ext>
            </a:extLst>
          </p:cNvPr>
          <p:cNvGrpSpPr/>
          <p:nvPr/>
        </p:nvGrpSpPr>
        <p:grpSpPr>
          <a:xfrm>
            <a:off x="6434821" y="1217015"/>
            <a:ext cx="1827475" cy="1051350"/>
            <a:chOff x="136938" y="1799258"/>
            <a:chExt cx="1827475" cy="1051350"/>
          </a:xfrm>
        </p:grpSpPr>
        <p:grpSp>
          <p:nvGrpSpPr>
            <p:cNvPr id="6" name="Google Shape;865;p40">
              <a:extLst>
                <a:ext uri="{FF2B5EF4-FFF2-40B4-BE49-F238E27FC236}">
                  <a16:creationId xmlns:a16="http://schemas.microsoft.com/office/drawing/2014/main" id="{0FBCE439-64DB-EFCE-BD38-5DD4790EEA48}"/>
                </a:ext>
              </a:extLst>
            </p:cNvPr>
            <p:cNvGrpSpPr/>
            <p:nvPr/>
          </p:nvGrpSpPr>
          <p:grpSpPr>
            <a:xfrm>
              <a:off x="136938" y="1799258"/>
              <a:ext cx="1827475" cy="1051350"/>
              <a:chOff x="274188" y="1278048"/>
              <a:chExt cx="1827475" cy="1051350"/>
            </a:xfrm>
          </p:grpSpPr>
          <p:sp>
            <p:nvSpPr>
              <p:cNvPr id="13" name="Google Shape;866;p40">
                <a:extLst>
                  <a:ext uri="{FF2B5EF4-FFF2-40B4-BE49-F238E27FC236}">
                    <a16:creationId xmlns:a16="http://schemas.microsoft.com/office/drawing/2014/main" id="{48D79037-7A79-8A1B-854F-E76025E5E591}"/>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867;p40">
                <a:extLst>
                  <a:ext uri="{FF2B5EF4-FFF2-40B4-BE49-F238E27FC236}">
                    <a16:creationId xmlns:a16="http://schemas.microsoft.com/office/drawing/2014/main" id="{5A1D593D-AC28-4FF7-CA2D-984A3AAA18B0}"/>
                  </a:ext>
                </a:extLst>
              </p:cNvPr>
              <p:cNvGrpSpPr/>
              <p:nvPr/>
            </p:nvGrpSpPr>
            <p:grpSpPr>
              <a:xfrm>
                <a:off x="274188" y="1278048"/>
                <a:ext cx="1737300" cy="960000"/>
                <a:chOff x="7146475" y="2190661"/>
                <a:chExt cx="1737300" cy="960000"/>
              </a:xfrm>
            </p:grpSpPr>
            <p:sp>
              <p:nvSpPr>
                <p:cNvPr id="15" name="Google Shape;868;p40">
                  <a:extLst>
                    <a:ext uri="{FF2B5EF4-FFF2-40B4-BE49-F238E27FC236}">
                      <a16:creationId xmlns:a16="http://schemas.microsoft.com/office/drawing/2014/main" id="{6684DFB2-D171-0ACE-E57C-57FEFE827225}"/>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869;p40">
                  <a:extLst>
                    <a:ext uri="{FF2B5EF4-FFF2-40B4-BE49-F238E27FC236}">
                      <a16:creationId xmlns:a16="http://schemas.microsoft.com/office/drawing/2014/main" id="{E6C3C04C-2CAD-3BAE-A68C-0D114014007D}"/>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7" name="Google Shape;870;p40">
              <a:extLst>
                <a:ext uri="{FF2B5EF4-FFF2-40B4-BE49-F238E27FC236}">
                  <a16:creationId xmlns:a16="http://schemas.microsoft.com/office/drawing/2014/main" id="{AA467807-B872-71A9-9D3D-567B3243E1F6}"/>
                </a:ext>
              </a:extLst>
            </p:cNvPr>
            <p:cNvGrpSpPr/>
            <p:nvPr/>
          </p:nvGrpSpPr>
          <p:grpSpPr>
            <a:xfrm>
              <a:off x="516820" y="2120752"/>
              <a:ext cx="984259" cy="497716"/>
              <a:chOff x="516820" y="2059368"/>
              <a:chExt cx="984259" cy="497716"/>
            </a:xfrm>
          </p:grpSpPr>
          <p:sp>
            <p:nvSpPr>
              <p:cNvPr id="8" name="Google Shape;871;p40">
                <a:extLst>
                  <a:ext uri="{FF2B5EF4-FFF2-40B4-BE49-F238E27FC236}">
                    <a16:creationId xmlns:a16="http://schemas.microsoft.com/office/drawing/2014/main" id="{A2114F37-982C-5FDC-7356-3224F056661E}"/>
                  </a:ext>
                </a:extLst>
              </p:cNvPr>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872;p40">
                <a:extLst>
                  <a:ext uri="{FF2B5EF4-FFF2-40B4-BE49-F238E27FC236}">
                    <a16:creationId xmlns:a16="http://schemas.microsoft.com/office/drawing/2014/main" id="{BD07242B-8B61-5A16-3DEE-C82A9284C5B1}"/>
                  </a:ext>
                </a:extLst>
              </p:cNvPr>
              <p:cNvGrpSpPr/>
              <p:nvPr/>
            </p:nvGrpSpPr>
            <p:grpSpPr>
              <a:xfrm>
                <a:off x="704319" y="2347322"/>
                <a:ext cx="609261" cy="209762"/>
                <a:chOff x="704319" y="2343647"/>
                <a:chExt cx="609261" cy="209762"/>
              </a:xfrm>
            </p:grpSpPr>
            <p:sp>
              <p:nvSpPr>
                <p:cNvPr id="11" name="Google Shape;873;p40">
                  <a:extLst>
                    <a:ext uri="{FF2B5EF4-FFF2-40B4-BE49-F238E27FC236}">
                      <a16:creationId xmlns:a16="http://schemas.microsoft.com/office/drawing/2014/main" id="{C2D8DC93-B8E1-11D5-DCE9-F5913769A902}"/>
                    </a:ext>
                  </a:extLst>
                </p:cNvPr>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74;p40">
                  <a:extLst>
                    <a:ext uri="{FF2B5EF4-FFF2-40B4-BE49-F238E27FC236}">
                      <a16:creationId xmlns:a16="http://schemas.microsoft.com/office/drawing/2014/main" id="{0D94E608-365B-5A8C-E79F-01665F6C8836}"/>
                    </a:ext>
                  </a:extLst>
                </p:cNvPr>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875;p40">
                <a:extLst>
                  <a:ext uri="{FF2B5EF4-FFF2-40B4-BE49-F238E27FC236}">
                    <a16:creationId xmlns:a16="http://schemas.microsoft.com/office/drawing/2014/main" id="{406388EF-8651-34B3-4EBC-CBFF9DC2DBDE}"/>
                  </a:ext>
                </a:extLst>
              </p:cNvPr>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 name="Google Shape;535;p32">
            <a:extLst>
              <a:ext uri="{FF2B5EF4-FFF2-40B4-BE49-F238E27FC236}">
                <a16:creationId xmlns:a16="http://schemas.microsoft.com/office/drawing/2014/main" id="{6241B56C-0BB0-A45B-77AD-165C51A208BF}"/>
              </a:ext>
            </a:extLst>
          </p:cNvPr>
          <p:cNvGrpSpPr/>
          <p:nvPr/>
        </p:nvGrpSpPr>
        <p:grpSpPr>
          <a:xfrm>
            <a:off x="111728" y="232951"/>
            <a:ext cx="1347440" cy="1126898"/>
            <a:chOff x="715100" y="274199"/>
            <a:chExt cx="1920300" cy="1918875"/>
          </a:xfrm>
        </p:grpSpPr>
        <p:sp>
          <p:nvSpPr>
            <p:cNvPr id="18" name="Google Shape;536;p32">
              <a:extLst>
                <a:ext uri="{FF2B5EF4-FFF2-40B4-BE49-F238E27FC236}">
                  <a16:creationId xmlns:a16="http://schemas.microsoft.com/office/drawing/2014/main" id="{508DB025-ACBD-9A4C-EDB3-D0BEFC2ECA9F}"/>
                </a:ext>
              </a:extLst>
            </p:cNvPr>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537;p32">
              <a:extLst>
                <a:ext uri="{FF2B5EF4-FFF2-40B4-BE49-F238E27FC236}">
                  <a16:creationId xmlns:a16="http://schemas.microsoft.com/office/drawing/2014/main" id="{DF438FD5-6CB1-990E-7BB8-C0A3EF1029FF}"/>
                </a:ext>
              </a:extLst>
            </p:cNvPr>
            <p:cNvGrpSpPr/>
            <p:nvPr/>
          </p:nvGrpSpPr>
          <p:grpSpPr>
            <a:xfrm>
              <a:off x="715100" y="274199"/>
              <a:ext cx="1828800" cy="1828800"/>
              <a:chOff x="715100" y="274199"/>
              <a:chExt cx="1828800" cy="1828800"/>
            </a:xfrm>
          </p:grpSpPr>
          <p:sp>
            <p:nvSpPr>
              <p:cNvPr id="20" name="Google Shape;538;p32">
                <a:extLst>
                  <a:ext uri="{FF2B5EF4-FFF2-40B4-BE49-F238E27FC236}">
                    <a16:creationId xmlns:a16="http://schemas.microsoft.com/office/drawing/2014/main" id="{9147D5B6-E5D5-95F2-51A0-775C2BFAA076}"/>
                  </a:ext>
                </a:extLst>
              </p:cNvPr>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1" name="Google Shape;539;p32">
                <a:extLst>
                  <a:ext uri="{FF2B5EF4-FFF2-40B4-BE49-F238E27FC236}">
                    <a16:creationId xmlns:a16="http://schemas.microsoft.com/office/drawing/2014/main" id="{DB2FB7CF-EFCA-DB1A-1BC9-9CFCBB574B34}"/>
                  </a:ext>
                </a:extLst>
              </p:cNvPr>
              <p:cNvCxnSpPr/>
              <p:nvPr/>
            </p:nvCxnSpPr>
            <p:spPr>
              <a:xfrm>
                <a:off x="717952" y="637801"/>
                <a:ext cx="1823099" cy="0"/>
              </a:xfrm>
              <a:prstGeom prst="straightConnector1">
                <a:avLst/>
              </a:prstGeom>
              <a:noFill/>
              <a:ln w="28575" cap="flat" cmpd="sng">
                <a:solidFill>
                  <a:schemeClr val="dk1"/>
                </a:solidFill>
                <a:prstDash val="solid"/>
                <a:round/>
                <a:headEnd type="none" w="med" len="med"/>
                <a:tailEnd type="none" w="med" len="med"/>
              </a:ln>
            </p:spPr>
          </p:cxnSp>
          <p:grpSp>
            <p:nvGrpSpPr>
              <p:cNvPr id="22" name="Google Shape;540;p32">
                <a:extLst>
                  <a:ext uri="{FF2B5EF4-FFF2-40B4-BE49-F238E27FC236}">
                    <a16:creationId xmlns:a16="http://schemas.microsoft.com/office/drawing/2014/main" id="{30C01FA9-8C46-5A53-2F3E-1B280DF51300}"/>
                  </a:ext>
                </a:extLst>
              </p:cNvPr>
              <p:cNvGrpSpPr/>
              <p:nvPr/>
            </p:nvGrpSpPr>
            <p:grpSpPr>
              <a:xfrm>
                <a:off x="2267950" y="363963"/>
                <a:ext cx="183000" cy="183000"/>
                <a:chOff x="8225400" y="367488"/>
                <a:chExt cx="183000" cy="183000"/>
              </a:xfrm>
            </p:grpSpPr>
            <p:cxnSp>
              <p:nvCxnSpPr>
                <p:cNvPr id="25" name="Google Shape;541;p32">
                  <a:extLst>
                    <a:ext uri="{FF2B5EF4-FFF2-40B4-BE49-F238E27FC236}">
                      <a16:creationId xmlns:a16="http://schemas.microsoft.com/office/drawing/2014/main" id="{2AFABEF5-509B-787D-7311-660F4DCF931F}"/>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26" name="Google Shape;542;p32">
                  <a:extLst>
                    <a:ext uri="{FF2B5EF4-FFF2-40B4-BE49-F238E27FC236}">
                      <a16:creationId xmlns:a16="http://schemas.microsoft.com/office/drawing/2014/main" id="{3D2DC9C5-1628-3614-F5F2-B09BC8116D86}"/>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23" name="Google Shape;543;p32">
                <a:extLst>
                  <a:ext uri="{FF2B5EF4-FFF2-40B4-BE49-F238E27FC236}">
                    <a16:creationId xmlns:a16="http://schemas.microsoft.com/office/drawing/2014/main" id="{D719225B-C4A0-9082-53EF-E13155089633}"/>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544;p32">
                <a:extLst>
                  <a:ext uri="{FF2B5EF4-FFF2-40B4-BE49-F238E27FC236}">
                    <a16:creationId xmlns:a16="http://schemas.microsoft.com/office/drawing/2014/main" id="{A8508D01-14BA-5997-6725-359CBDAFFE2D}"/>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27" name="Google Shape;545;p32">
            <a:extLst>
              <a:ext uri="{FF2B5EF4-FFF2-40B4-BE49-F238E27FC236}">
                <a16:creationId xmlns:a16="http://schemas.microsoft.com/office/drawing/2014/main" id="{079EE4D4-22E4-82EF-07E7-9B6DFD5003B7}"/>
              </a:ext>
            </a:extLst>
          </p:cNvPr>
          <p:cNvSpPr txBox="1">
            <a:spLocks/>
          </p:cNvSpPr>
          <p:nvPr/>
        </p:nvSpPr>
        <p:spPr>
          <a:xfrm>
            <a:off x="67560" y="190317"/>
            <a:ext cx="1368300" cy="1371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latin typeface="Rubik Black" panose="020B0604020202020204" charset="-79"/>
                <a:cs typeface="Rubik Black" panose="020B0604020202020204" charset="-79"/>
              </a:rPr>
              <a:t>03</a:t>
            </a:r>
          </a:p>
        </p:txBody>
      </p:sp>
      <p:pic>
        <p:nvPicPr>
          <p:cNvPr id="38" name="Graphic 37" descr="Cmd Terminal outline">
            <a:extLst>
              <a:ext uri="{FF2B5EF4-FFF2-40B4-BE49-F238E27FC236}">
                <a16:creationId xmlns:a16="http://schemas.microsoft.com/office/drawing/2014/main" id="{F7C82915-4F8A-793C-070E-C51B8B11E7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228" y="2519221"/>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40"/>
          <p:cNvSpPr txBox="1">
            <a:spLocks noGrp="1"/>
          </p:cNvSpPr>
          <p:nvPr>
            <p:ph type="subTitle" idx="1"/>
          </p:nvPr>
        </p:nvSpPr>
        <p:spPr>
          <a:xfrm>
            <a:off x="281623" y="1822032"/>
            <a:ext cx="5020200" cy="50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b="1" dirty="0"/>
              <a:t>Insert WordArt:</a:t>
            </a:r>
          </a:p>
        </p:txBody>
      </p:sp>
      <p:sp>
        <p:nvSpPr>
          <p:cNvPr id="833" name="Google Shape;833;p40"/>
          <p:cNvSpPr txBox="1">
            <a:spLocks noGrp="1"/>
          </p:cNvSpPr>
          <p:nvPr>
            <p:ph type="subTitle" idx="2"/>
          </p:nvPr>
        </p:nvSpPr>
        <p:spPr>
          <a:xfrm>
            <a:off x="269062" y="2659404"/>
            <a:ext cx="5020200" cy="50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b="1" dirty="0"/>
              <a:t>Edit WordArt Text:</a:t>
            </a:r>
          </a:p>
        </p:txBody>
      </p:sp>
      <p:sp>
        <p:nvSpPr>
          <p:cNvPr id="834" name="Google Shape;834;p40"/>
          <p:cNvSpPr txBox="1">
            <a:spLocks noGrp="1"/>
          </p:cNvSpPr>
          <p:nvPr>
            <p:ph type="subTitle" idx="3"/>
          </p:nvPr>
        </p:nvSpPr>
        <p:spPr>
          <a:xfrm>
            <a:off x="268462" y="3479679"/>
            <a:ext cx="5020800" cy="50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b="1" dirty="0"/>
              <a:t>WordArt Styles:</a:t>
            </a:r>
          </a:p>
        </p:txBody>
      </p:sp>
      <p:sp>
        <p:nvSpPr>
          <p:cNvPr id="835" name="Google Shape;835;p40"/>
          <p:cNvSpPr txBox="1">
            <a:spLocks noGrp="1"/>
          </p:cNvSpPr>
          <p:nvPr>
            <p:ph type="subTitle" idx="4"/>
          </p:nvPr>
        </p:nvSpPr>
        <p:spPr>
          <a:xfrm>
            <a:off x="281623" y="2166453"/>
            <a:ext cx="3814259"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 to the "Insert" tab.</a:t>
            </a:r>
          </a:p>
          <a:p>
            <a:pPr marL="0" lvl="0" indent="0" algn="l" rtl="0">
              <a:spcBef>
                <a:spcPts val="0"/>
              </a:spcBef>
              <a:spcAft>
                <a:spcPts val="0"/>
              </a:spcAft>
              <a:buNone/>
            </a:pPr>
            <a:r>
              <a:rPr lang="en-US" dirty="0"/>
              <a:t>Choose "WordArt" and select a style.</a:t>
            </a:r>
          </a:p>
        </p:txBody>
      </p:sp>
      <p:sp>
        <p:nvSpPr>
          <p:cNvPr id="836" name="Google Shape;836;p40"/>
          <p:cNvSpPr txBox="1">
            <a:spLocks noGrp="1"/>
          </p:cNvSpPr>
          <p:nvPr>
            <p:ph type="subTitle" idx="5"/>
          </p:nvPr>
        </p:nvSpPr>
        <p:spPr>
          <a:xfrm>
            <a:off x="284902" y="2976879"/>
            <a:ext cx="3814259"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Double-click the WordArt and replace the placeholder text</a:t>
            </a:r>
          </a:p>
        </p:txBody>
      </p:sp>
      <p:sp>
        <p:nvSpPr>
          <p:cNvPr id="837" name="Google Shape;837;p40"/>
          <p:cNvSpPr txBox="1">
            <a:spLocks noGrp="1"/>
          </p:cNvSpPr>
          <p:nvPr>
            <p:ph type="title"/>
          </p:nvPr>
        </p:nvSpPr>
        <p:spPr>
          <a:xfrm>
            <a:off x="714150" y="590074"/>
            <a:ext cx="77157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b="1" dirty="0"/>
              <a:t>WordArt Styling</a:t>
            </a:r>
            <a:br>
              <a:rPr lang="en-US" sz="1800" dirty="0"/>
            </a:br>
            <a:br>
              <a:rPr lang="en-US" sz="1800" dirty="0"/>
            </a:br>
            <a:r>
              <a:rPr lang="en-US" sz="1400" dirty="0"/>
              <a:t>WordArt is a creative way to add stylish text to your documents. You can customize WordArt to match your document's theme. Here's how to style WordArt:</a:t>
            </a:r>
            <a:endParaRPr lang="en-US" sz="1800" dirty="0"/>
          </a:p>
        </p:txBody>
      </p:sp>
      <p:sp>
        <p:nvSpPr>
          <p:cNvPr id="838" name="Google Shape;838;p40"/>
          <p:cNvSpPr txBox="1">
            <a:spLocks noGrp="1"/>
          </p:cNvSpPr>
          <p:nvPr>
            <p:ph type="subTitle" idx="6"/>
          </p:nvPr>
        </p:nvSpPr>
        <p:spPr>
          <a:xfrm>
            <a:off x="315781" y="3841083"/>
            <a:ext cx="3814259"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Right-click the WordArt and select "Format Shape."</a:t>
            </a:r>
          </a:p>
          <a:p>
            <a:pPr marL="0" lvl="0" indent="0" algn="l" rtl="0">
              <a:spcBef>
                <a:spcPts val="0"/>
              </a:spcBef>
              <a:spcAft>
                <a:spcPts val="0"/>
              </a:spcAft>
              <a:buNone/>
            </a:pPr>
            <a:r>
              <a:rPr lang="en-US" dirty="0"/>
              <a:t>Customize the fill, outline, effects, and more.</a:t>
            </a:r>
          </a:p>
        </p:txBody>
      </p:sp>
      <p:sp>
        <p:nvSpPr>
          <p:cNvPr id="861" name="Google Shape;861;p40"/>
          <p:cNvSpPr/>
          <p:nvPr/>
        </p:nvSpPr>
        <p:spPr>
          <a:xfrm>
            <a:off x="2077120" y="823973"/>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0"/>
          <p:cNvSpPr/>
          <p:nvPr/>
        </p:nvSpPr>
        <p:spPr>
          <a:xfrm>
            <a:off x="8056057" y="1629221"/>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0"/>
          <p:cNvSpPr/>
          <p:nvPr/>
        </p:nvSpPr>
        <p:spPr>
          <a:xfrm>
            <a:off x="405313" y="389151"/>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 name="Google Shape;864;p40"/>
          <p:cNvGrpSpPr/>
          <p:nvPr/>
        </p:nvGrpSpPr>
        <p:grpSpPr>
          <a:xfrm>
            <a:off x="91218" y="64399"/>
            <a:ext cx="1827475" cy="1051350"/>
            <a:chOff x="136938" y="1799258"/>
            <a:chExt cx="1827475" cy="1051350"/>
          </a:xfrm>
        </p:grpSpPr>
        <p:grpSp>
          <p:nvGrpSpPr>
            <p:cNvPr id="865" name="Google Shape;865;p40"/>
            <p:cNvGrpSpPr/>
            <p:nvPr/>
          </p:nvGrpSpPr>
          <p:grpSpPr>
            <a:xfrm>
              <a:off x="136938" y="1799258"/>
              <a:ext cx="1827475" cy="1051350"/>
              <a:chOff x="274188" y="1278048"/>
              <a:chExt cx="1827475" cy="1051350"/>
            </a:xfrm>
          </p:grpSpPr>
          <p:sp>
            <p:nvSpPr>
              <p:cNvPr id="866" name="Google Shape;866;p40"/>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7" name="Google Shape;867;p40"/>
              <p:cNvGrpSpPr/>
              <p:nvPr/>
            </p:nvGrpSpPr>
            <p:grpSpPr>
              <a:xfrm>
                <a:off x="274188" y="1278048"/>
                <a:ext cx="1737300" cy="960000"/>
                <a:chOff x="7146475" y="2190661"/>
                <a:chExt cx="1737300" cy="960000"/>
              </a:xfrm>
            </p:grpSpPr>
            <p:sp>
              <p:nvSpPr>
                <p:cNvPr id="868" name="Google Shape;868;p40"/>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9" name="Google Shape;869;p40"/>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870" name="Google Shape;870;p40"/>
            <p:cNvGrpSpPr/>
            <p:nvPr/>
          </p:nvGrpSpPr>
          <p:grpSpPr>
            <a:xfrm>
              <a:off x="516820" y="2120752"/>
              <a:ext cx="984259" cy="497716"/>
              <a:chOff x="516820" y="2059368"/>
              <a:chExt cx="984259" cy="497716"/>
            </a:xfrm>
          </p:grpSpPr>
          <p:sp>
            <p:nvSpPr>
              <p:cNvPr id="871" name="Google Shape;871;p40"/>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0"/>
              <p:cNvGrpSpPr/>
              <p:nvPr/>
            </p:nvGrpSpPr>
            <p:grpSpPr>
              <a:xfrm>
                <a:off x="704319" y="2347322"/>
                <a:ext cx="609261" cy="209762"/>
                <a:chOff x="704319" y="2343647"/>
                <a:chExt cx="609261" cy="209762"/>
              </a:xfrm>
            </p:grpSpPr>
            <p:sp>
              <p:nvSpPr>
                <p:cNvPr id="873" name="Google Shape;873;p40"/>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0"/>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 name="Google Shape;875;p40"/>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655;p35">
            <a:extLst>
              <a:ext uri="{FF2B5EF4-FFF2-40B4-BE49-F238E27FC236}">
                <a16:creationId xmlns:a16="http://schemas.microsoft.com/office/drawing/2014/main" id="{8845DCAD-5BC2-6CFF-87E8-274B858206DA}"/>
              </a:ext>
            </a:extLst>
          </p:cNvPr>
          <p:cNvGrpSpPr/>
          <p:nvPr/>
        </p:nvGrpSpPr>
        <p:grpSpPr>
          <a:xfrm>
            <a:off x="4002098" y="1816191"/>
            <a:ext cx="4760901" cy="2072925"/>
            <a:chOff x="715400" y="1600325"/>
            <a:chExt cx="2418600" cy="2916600"/>
          </a:xfrm>
        </p:grpSpPr>
        <p:sp>
          <p:nvSpPr>
            <p:cNvPr id="3" name="Google Shape;656;p35">
              <a:extLst>
                <a:ext uri="{FF2B5EF4-FFF2-40B4-BE49-F238E27FC236}">
                  <a16:creationId xmlns:a16="http://schemas.microsoft.com/office/drawing/2014/main" id="{EFC59797-FD0D-C010-83E3-1878CFC91856}"/>
                </a:ext>
              </a:extLst>
            </p:cNvPr>
            <p:cNvSpPr/>
            <p:nvPr/>
          </p:nvSpPr>
          <p:spPr>
            <a:xfrm>
              <a:off x="8069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657;p35">
              <a:extLst>
                <a:ext uri="{FF2B5EF4-FFF2-40B4-BE49-F238E27FC236}">
                  <a16:creationId xmlns:a16="http://schemas.microsoft.com/office/drawing/2014/main" id="{2CB17536-B0EB-116A-87D0-60463D1A81DD}"/>
                </a:ext>
              </a:extLst>
            </p:cNvPr>
            <p:cNvGrpSpPr/>
            <p:nvPr/>
          </p:nvGrpSpPr>
          <p:grpSpPr>
            <a:xfrm>
              <a:off x="715400" y="1600325"/>
              <a:ext cx="2327100" cy="2825100"/>
              <a:chOff x="715400" y="1600325"/>
              <a:chExt cx="2327100" cy="2825100"/>
            </a:xfrm>
          </p:grpSpPr>
          <p:sp>
            <p:nvSpPr>
              <p:cNvPr id="5" name="Google Shape;658;p35">
                <a:extLst>
                  <a:ext uri="{FF2B5EF4-FFF2-40B4-BE49-F238E27FC236}">
                    <a16:creationId xmlns:a16="http://schemas.microsoft.com/office/drawing/2014/main" id="{993404E4-B0DE-42F3-885B-09A329C5809D}"/>
                  </a:ext>
                </a:extLst>
              </p:cNvPr>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latin typeface="Karla" pitchFamily="2" charset="0"/>
                  </a:rPr>
                  <a:t>Using and Customizing Styles</a:t>
                </a:r>
              </a:p>
              <a:p>
                <a:pPr marL="0" lvl="0" indent="0" algn="l" rtl="0">
                  <a:spcBef>
                    <a:spcPts val="0"/>
                  </a:spcBef>
                  <a:spcAft>
                    <a:spcPts val="0"/>
                  </a:spcAft>
                  <a:buNone/>
                </a:pPr>
                <a:endParaRPr lang="en-US" dirty="0">
                  <a:latin typeface="Karla" pitchFamily="2" charset="0"/>
                </a:endParaRPr>
              </a:p>
              <a:p>
                <a:pPr marL="0" lvl="0" indent="0" algn="l" rtl="0">
                  <a:spcBef>
                    <a:spcPts val="0"/>
                  </a:spcBef>
                  <a:spcAft>
                    <a:spcPts val="0"/>
                  </a:spcAft>
                  <a:buNone/>
                </a:pPr>
                <a:r>
                  <a:rPr lang="en-US" dirty="0">
                    <a:latin typeface="Karla" pitchFamily="2" charset="0"/>
                  </a:rPr>
                  <a:t>Styles in Microsoft Word are pre-defined formatting sets that you can apply to text, paragraphs, and objects. Utilizing and customizing styles ensures a consistent and professional appearance throughout your document. Here's how to use and customize styles:</a:t>
                </a:r>
              </a:p>
            </p:txBody>
          </p:sp>
          <p:cxnSp>
            <p:nvCxnSpPr>
              <p:cNvPr id="6" name="Google Shape;659;p35">
                <a:extLst>
                  <a:ext uri="{FF2B5EF4-FFF2-40B4-BE49-F238E27FC236}">
                    <a16:creationId xmlns:a16="http://schemas.microsoft.com/office/drawing/2014/main" id="{EFE04994-A23E-AFEF-5787-C4F1C7DD6155}"/>
                  </a:ext>
                </a:extLst>
              </p:cNvPr>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7" name="Google Shape;1033;p47">
            <a:extLst>
              <a:ext uri="{FF2B5EF4-FFF2-40B4-BE49-F238E27FC236}">
                <a16:creationId xmlns:a16="http://schemas.microsoft.com/office/drawing/2014/main" id="{A14F2FFC-BE4A-3E15-370C-1982F598D6CE}"/>
              </a:ext>
            </a:extLst>
          </p:cNvPr>
          <p:cNvGrpSpPr/>
          <p:nvPr/>
        </p:nvGrpSpPr>
        <p:grpSpPr>
          <a:xfrm>
            <a:off x="4445821" y="4099730"/>
            <a:ext cx="3886188" cy="529342"/>
            <a:chOff x="4572050" y="100025"/>
            <a:chExt cx="3657590" cy="348347"/>
          </a:xfrm>
        </p:grpSpPr>
        <p:sp>
          <p:nvSpPr>
            <p:cNvPr id="8" name="Google Shape;1034;p47">
              <a:extLst>
                <a:ext uri="{FF2B5EF4-FFF2-40B4-BE49-F238E27FC236}">
                  <a16:creationId xmlns:a16="http://schemas.microsoft.com/office/drawing/2014/main" id="{4190C52E-C70D-EE54-3553-BC19B2E49CB7}"/>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35;p47">
              <a:extLst>
                <a:ext uri="{FF2B5EF4-FFF2-40B4-BE49-F238E27FC236}">
                  <a16:creationId xmlns:a16="http://schemas.microsoft.com/office/drawing/2014/main" id="{2845431C-6C04-32FD-463C-0A830A5200EF}"/>
                </a:ext>
              </a:extLst>
            </p:cNvPr>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36;p47">
              <a:extLst>
                <a:ext uri="{FF2B5EF4-FFF2-40B4-BE49-F238E27FC236}">
                  <a16:creationId xmlns:a16="http://schemas.microsoft.com/office/drawing/2014/main" id="{285E6E85-C798-021D-622B-8DB1661B24A5}"/>
                </a:ext>
              </a:extLst>
            </p:cNvPr>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37;p47">
              <a:extLst>
                <a:ext uri="{FF2B5EF4-FFF2-40B4-BE49-F238E27FC236}">
                  <a16:creationId xmlns:a16="http://schemas.microsoft.com/office/drawing/2014/main" id="{9908F79A-31BE-1873-5CD4-D1FA93CD9530}"/>
                </a:ext>
              </a:extLst>
            </p:cNvPr>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38;p47">
              <a:extLst>
                <a:ext uri="{FF2B5EF4-FFF2-40B4-BE49-F238E27FC236}">
                  <a16:creationId xmlns:a16="http://schemas.microsoft.com/office/drawing/2014/main" id="{DC18BEB2-7C1E-3281-FA79-4A0423DC1172}"/>
                </a:ext>
              </a:extLst>
            </p:cNvPr>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39;p47">
              <a:extLst>
                <a:ext uri="{FF2B5EF4-FFF2-40B4-BE49-F238E27FC236}">
                  <a16:creationId xmlns:a16="http://schemas.microsoft.com/office/drawing/2014/main" id="{37E9790C-F2AE-B044-6D88-4FC05673CFC1}"/>
                </a:ext>
              </a:extLst>
            </p:cNvPr>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40;p47">
              <a:extLst>
                <a:ext uri="{FF2B5EF4-FFF2-40B4-BE49-F238E27FC236}">
                  <a16:creationId xmlns:a16="http://schemas.microsoft.com/office/drawing/2014/main" id="{BCA12A6C-D482-12D2-B765-217584401C39}"/>
                </a:ext>
              </a:extLst>
            </p:cNvPr>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41;p47">
              <a:extLst>
                <a:ext uri="{FF2B5EF4-FFF2-40B4-BE49-F238E27FC236}">
                  <a16:creationId xmlns:a16="http://schemas.microsoft.com/office/drawing/2014/main" id="{52D2222F-1C1B-CBE5-1255-F26B78C4AC9E}"/>
                </a:ext>
              </a:extLst>
            </p:cNvPr>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42;p47">
              <a:extLst>
                <a:ext uri="{FF2B5EF4-FFF2-40B4-BE49-F238E27FC236}">
                  <a16:creationId xmlns:a16="http://schemas.microsoft.com/office/drawing/2014/main" id="{3871B7AC-CB5D-E846-CC16-12718E43BF73}"/>
                </a:ext>
              </a:extLst>
            </p:cNvPr>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43;p47">
              <a:extLst>
                <a:ext uri="{FF2B5EF4-FFF2-40B4-BE49-F238E27FC236}">
                  <a16:creationId xmlns:a16="http://schemas.microsoft.com/office/drawing/2014/main" id="{995E5F1F-58FC-488D-8796-B705A933F66F}"/>
                </a:ext>
              </a:extLst>
            </p:cNvPr>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44;p47">
              <a:extLst>
                <a:ext uri="{FF2B5EF4-FFF2-40B4-BE49-F238E27FC236}">
                  <a16:creationId xmlns:a16="http://schemas.microsoft.com/office/drawing/2014/main" id="{F994581E-8D0A-C9B3-2307-906E3263C8C3}"/>
                </a:ext>
              </a:extLst>
            </p:cNvPr>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45;p47">
              <a:extLst>
                <a:ext uri="{FF2B5EF4-FFF2-40B4-BE49-F238E27FC236}">
                  <a16:creationId xmlns:a16="http://schemas.microsoft.com/office/drawing/2014/main" id="{6253D09B-419E-2126-47A0-637E43ED91DB}"/>
                </a:ext>
              </a:extLst>
            </p:cNvPr>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 name="Straight Connector 19">
            <a:extLst>
              <a:ext uri="{FF2B5EF4-FFF2-40B4-BE49-F238E27FC236}">
                <a16:creationId xmlns:a16="http://schemas.microsoft.com/office/drawing/2014/main" id="{6C784350-5AD5-359C-E4F2-8F4407580B41}"/>
              </a:ext>
            </a:extLst>
          </p:cNvPr>
          <p:cNvCxnSpPr/>
          <p:nvPr/>
        </p:nvCxnSpPr>
        <p:spPr>
          <a:xfrm>
            <a:off x="633917" y="1151201"/>
            <a:ext cx="8048296" cy="788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51"/>
          <p:cNvSpPr txBox="1">
            <a:spLocks noGrp="1"/>
          </p:cNvSpPr>
          <p:nvPr>
            <p:ph type="title"/>
          </p:nvPr>
        </p:nvSpPr>
        <p:spPr>
          <a:xfrm>
            <a:off x="1497672" y="1155059"/>
            <a:ext cx="6148656" cy="50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b="1" dirty="0"/>
              <a:t>Formatting Bulleted and Numbered Lists</a:t>
            </a:r>
          </a:p>
        </p:txBody>
      </p:sp>
      <p:sp>
        <p:nvSpPr>
          <p:cNvPr id="1210" name="Google Shape;1210;p51"/>
          <p:cNvSpPr txBox="1">
            <a:spLocks noGrp="1"/>
          </p:cNvSpPr>
          <p:nvPr>
            <p:ph type="subTitle" idx="1"/>
          </p:nvPr>
        </p:nvSpPr>
        <p:spPr>
          <a:xfrm>
            <a:off x="1391490" y="1703642"/>
            <a:ext cx="6361020" cy="13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t>Creating Lists:</a:t>
            </a:r>
          </a:p>
          <a:p>
            <a:pPr marL="0" lvl="0" indent="0" algn="l" rtl="0">
              <a:spcBef>
                <a:spcPts val="0"/>
              </a:spcBef>
              <a:spcAft>
                <a:spcPts val="0"/>
              </a:spcAft>
              <a:buNone/>
            </a:pPr>
            <a:r>
              <a:rPr lang="en-US" sz="1400" dirty="0"/>
              <a:t>Bulleted and numbered lists are essential for organizing and presenting information clearly in your documents. Creating lists in Microsoft Word is straightforward:</a:t>
            </a:r>
          </a:p>
        </p:txBody>
      </p:sp>
      <p:sp>
        <p:nvSpPr>
          <p:cNvPr id="1211" name="Google Shape;1211;p51"/>
          <p:cNvSpPr/>
          <p:nvPr/>
        </p:nvSpPr>
        <p:spPr>
          <a:xfrm rot="-2700000">
            <a:off x="7311051" y="1540643"/>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12" name="Google Shape;1212;p51"/>
          <p:cNvGrpSpPr/>
          <p:nvPr/>
        </p:nvGrpSpPr>
        <p:grpSpPr>
          <a:xfrm>
            <a:off x="463651" y="1220603"/>
            <a:ext cx="502899" cy="502899"/>
            <a:chOff x="858700" y="1967475"/>
            <a:chExt cx="605100" cy="605100"/>
          </a:xfrm>
        </p:grpSpPr>
        <p:sp>
          <p:nvSpPr>
            <p:cNvPr id="1213" name="Google Shape;1213;p51"/>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51"/>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51"/>
          <p:cNvGrpSpPr/>
          <p:nvPr/>
        </p:nvGrpSpPr>
        <p:grpSpPr>
          <a:xfrm>
            <a:off x="463651" y="1906497"/>
            <a:ext cx="502800" cy="502800"/>
            <a:chOff x="7014301" y="2017350"/>
            <a:chExt cx="502800" cy="502800"/>
          </a:xfrm>
        </p:grpSpPr>
        <p:sp>
          <p:nvSpPr>
            <p:cNvPr id="1216" name="Google Shape;1216;p51"/>
            <p:cNvSpPr/>
            <p:nvPr/>
          </p:nvSpPr>
          <p:spPr>
            <a:xfrm>
              <a:off x="7014301" y="2017350"/>
              <a:ext cx="502800" cy="502800"/>
            </a:xfrm>
            <a:prstGeom prst="roundRect">
              <a:avLst>
                <a:gd name="adj" fmla="val 15109"/>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51"/>
            <p:cNvSpPr/>
            <p:nvPr/>
          </p:nvSpPr>
          <p:spPr>
            <a:xfrm>
              <a:off x="7095012" y="2108734"/>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51"/>
          <p:cNvGrpSpPr/>
          <p:nvPr/>
        </p:nvGrpSpPr>
        <p:grpSpPr>
          <a:xfrm>
            <a:off x="463651" y="445094"/>
            <a:ext cx="629846" cy="592514"/>
            <a:chOff x="463701" y="2217961"/>
            <a:chExt cx="629846" cy="592514"/>
          </a:xfrm>
        </p:grpSpPr>
        <p:sp>
          <p:nvSpPr>
            <p:cNvPr id="1219" name="Google Shape;1219;p51"/>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51"/>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51"/>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2" name="Google Shape;1222;p51"/>
            <p:cNvGrpSpPr/>
            <p:nvPr/>
          </p:nvGrpSpPr>
          <p:grpSpPr>
            <a:xfrm>
              <a:off x="773496" y="2217961"/>
              <a:ext cx="320051" cy="298703"/>
              <a:chOff x="1023863" y="2896525"/>
              <a:chExt cx="240875" cy="219425"/>
            </a:xfrm>
          </p:grpSpPr>
          <p:sp>
            <p:nvSpPr>
              <p:cNvPr id="1223" name="Google Shape;1223;p51"/>
              <p:cNvSpPr/>
              <p:nvPr/>
            </p:nvSpPr>
            <p:spPr>
              <a:xfrm>
                <a:off x="1023863" y="2896525"/>
                <a:ext cx="240875" cy="219425"/>
              </a:xfrm>
              <a:custGeom>
                <a:avLst/>
                <a:gdLst/>
                <a:ahLst/>
                <a:cxnLst/>
                <a:rect l="l" t="t" r="r" b="b"/>
                <a:pathLst>
                  <a:path w="9635" h="8777" extrusionOk="0">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1"/>
              <p:cNvSpPr/>
              <p:nvPr/>
            </p:nvSpPr>
            <p:spPr>
              <a:xfrm>
                <a:off x="1111105" y="2959275"/>
                <a:ext cx="54900" cy="93925"/>
              </a:xfrm>
              <a:custGeom>
                <a:avLst/>
                <a:gdLst/>
                <a:ahLst/>
                <a:cxnLst/>
                <a:rect l="l" t="t" r="r" b="b"/>
                <a:pathLst>
                  <a:path w="2196" h="3757" extrusionOk="0">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5" name="Google Shape;1225;p51"/>
          <p:cNvGrpSpPr/>
          <p:nvPr/>
        </p:nvGrpSpPr>
        <p:grpSpPr>
          <a:xfrm>
            <a:off x="7826480" y="3574046"/>
            <a:ext cx="621000" cy="621000"/>
            <a:chOff x="416300" y="4058211"/>
            <a:chExt cx="621000" cy="621000"/>
          </a:xfrm>
        </p:grpSpPr>
        <p:sp>
          <p:nvSpPr>
            <p:cNvPr id="1226" name="Google Shape;1226;p51"/>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1"/>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8" name="Google Shape;1228;p51"/>
          <p:cNvSpPr/>
          <p:nvPr/>
        </p:nvSpPr>
        <p:spPr>
          <a:xfrm>
            <a:off x="2057391" y="576081"/>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1"/>
          <p:cNvSpPr/>
          <p:nvPr/>
        </p:nvSpPr>
        <p:spPr>
          <a:xfrm>
            <a:off x="6164568" y="2640856"/>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51"/>
          <p:cNvSpPr/>
          <p:nvPr/>
        </p:nvSpPr>
        <p:spPr>
          <a:xfrm>
            <a:off x="5124508" y="1877922"/>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210;p51">
            <a:extLst>
              <a:ext uri="{FF2B5EF4-FFF2-40B4-BE49-F238E27FC236}">
                <a16:creationId xmlns:a16="http://schemas.microsoft.com/office/drawing/2014/main" id="{B8A09882-0BE4-13CE-6414-8F7E2FE15BD0}"/>
              </a:ext>
            </a:extLst>
          </p:cNvPr>
          <p:cNvSpPr txBox="1">
            <a:spLocks/>
          </p:cNvSpPr>
          <p:nvPr/>
        </p:nvSpPr>
        <p:spPr>
          <a:xfrm>
            <a:off x="1391490" y="2587516"/>
            <a:ext cx="6361020" cy="11310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500"/>
              <a:buFont typeface="Karla"/>
              <a:buNone/>
              <a:defRPr sz="2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9pPr>
          </a:lstStyle>
          <a:p>
            <a:pPr marL="0" indent="0" algn="l"/>
            <a:r>
              <a:rPr lang="en-US" sz="1400" b="1" dirty="0"/>
              <a:t>List Styles:</a:t>
            </a:r>
          </a:p>
          <a:p>
            <a:pPr marL="0" indent="0" algn="l"/>
            <a:r>
              <a:rPr lang="en-US" sz="1400" dirty="0"/>
              <a:t>Microsoft Word offers various list styles that can enhance the appearance of your lists and make them more visually engaging. Here's how to apply list styles:</a:t>
            </a:r>
          </a:p>
        </p:txBody>
      </p:sp>
      <p:sp>
        <p:nvSpPr>
          <p:cNvPr id="4" name="Google Shape;1210;p51">
            <a:extLst>
              <a:ext uri="{FF2B5EF4-FFF2-40B4-BE49-F238E27FC236}">
                <a16:creationId xmlns:a16="http://schemas.microsoft.com/office/drawing/2014/main" id="{6526A502-A3D1-A567-FBFB-C7B0CA90A6AA}"/>
              </a:ext>
            </a:extLst>
          </p:cNvPr>
          <p:cNvSpPr txBox="1">
            <a:spLocks/>
          </p:cNvSpPr>
          <p:nvPr/>
        </p:nvSpPr>
        <p:spPr>
          <a:xfrm>
            <a:off x="1391490" y="3462102"/>
            <a:ext cx="6361020" cy="11310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2500"/>
              <a:buFont typeface="Karla"/>
              <a:buNone/>
              <a:defRPr sz="2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2500"/>
              <a:buFont typeface="Karla"/>
              <a:buNone/>
              <a:defRPr sz="2500" b="0" i="0" u="none" strike="noStrike" cap="none">
                <a:solidFill>
                  <a:schemeClr val="dk1"/>
                </a:solidFill>
                <a:latin typeface="Karla"/>
                <a:ea typeface="Karla"/>
                <a:cs typeface="Karla"/>
                <a:sym typeface="Karla"/>
              </a:defRPr>
            </a:lvl9pPr>
          </a:lstStyle>
          <a:p>
            <a:pPr marL="0" indent="0" algn="l"/>
            <a:r>
              <a:rPr lang="en-US" sz="1400" b="1" dirty="0"/>
              <a:t>Indentation and Alignment:</a:t>
            </a:r>
          </a:p>
          <a:p>
            <a:pPr marL="0" indent="0" algn="l"/>
            <a:r>
              <a:rPr lang="en-US" sz="1400" dirty="0"/>
              <a:t>Proper indentation and alignment are crucial for the readability and structure of your lists. Here's how to adjust indentation and alignment in lists: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grpSp>
        <p:nvGrpSpPr>
          <p:cNvPr id="1033" name="Google Shape;1033;p47"/>
          <p:cNvGrpSpPr/>
          <p:nvPr/>
        </p:nvGrpSpPr>
        <p:grpSpPr>
          <a:xfrm rot="16844910">
            <a:off x="6688275" y="2120874"/>
            <a:ext cx="3657590" cy="348347"/>
            <a:chOff x="4572050" y="100025"/>
            <a:chExt cx="3657590" cy="348347"/>
          </a:xfrm>
        </p:grpSpPr>
        <p:sp>
          <p:nvSpPr>
            <p:cNvPr id="1034" name="Google Shape;1034;p47"/>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7"/>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7"/>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7"/>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7"/>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7"/>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7"/>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7"/>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7"/>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7"/>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7"/>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7"/>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6" name="Google Shape;1046;p47"/>
          <p:cNvSpPr txBox="1">
            <a:spLocks noGrp="1"/>
          </p:cNvSpPr>
          <p:nvPr>
            <p:ph type="title"/>
          </p:nvPr>
        </p:nvSpPr>
        <p:spPr>
          <a:xfrm>
            <a:off x="1375599" y="929454"/>
            <a:ext cx="6400800" cy="72857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600" dirty="0"/>
              <a:t>Finding and Replacing Text</a:t>
            </a:r>
            <a:endParaRPr lang="en" sz="3600" dirty="0"/>
          </a:p>
        </p:txBody>
      </p:sp>
      <p:sp>
        <p:nvSpPr>
          <p:cNvPr id="1047" name="Google Shape;1047;p47"/>
          <p:cNvSpPr txBox="1">
            <a:spLocks noGrp="1"/>
          </p:cNvSpPr>
          <p:nvPr>
            <p:ph type="subTitle" idx="1"/>
          </p:nvPr>
        </p:nvSpPr>
        <p:spPr>
          <a:xfrm>
            <a:off x="986927" y="1658027"/>
            <a:ext cx="2380947" cy="182744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i="0" dirty="0">
                <a:effectLst/>
                <a:latin typeface="Söhne"/>
              </a:rPr>
              <a:t>Using "Find" and "Replace"</a:t>
            </a:r>
          </a:p>
          <a:p>
            <a:pPr marL="0" lvl="0" indent="0" algn="ctr" rtl="0">
              <a:spcBef>
                <a:spcPts val="0"/>
              </a:spcBef>
              <a:spcAft>
                <a:spcPts val="0"/>
              </a:spcAft>
              <a:buNone/>
            </a:pPr>
            <a:endParaRPr lang="en-US" b="1" i="0" dirty="0">
              <a:effectLst/>
              <a:latin typeface="Söhne"/>
            </a:endParaRPr>
          </a:p>
          <a:p>
            <a:pPr marL="0" lvl="0" indent="0" algn="ctr" rtl="0">
              <a:spcBef>
                <a:spcPts val="0"/>
              </a:spcBef>
              <a:spcAft>
                <a:spcPts val="0"/>
              </a:spcAft>
              <a:buNone/>
            </a:pPr>
            <a:r>
              <a:rPr lang="en-US" i="0" dirty="0">
                <a:effectLst/>
                <a:latin typeface="Söhne"/>
              </a:rPr>
              <a:t>In Microsoft Word, the "Find" and "Replace" functions are invaluable tools for efficiently navigating and modifying text within your documents.</a:t>
            </a:r>
            <a:endParaRPr lang="en-US" dirty="0"/>
          </a:p>
        </p:txBody>
      </p:sp>
      <p:sp>
        <p:nvSpPr>
          <p:cNvPr id="1048" name="Google Shape;1048;p47"/>
          <p:cNvSpPr/>
          <p:nvPr/>
        </p:nvSpPr>
        <p:spPr>
          <a:xfrm rot="-2700000">
            <a:off x="7952117" y="4297824"/>
            <a:ext cx="365716" cy="365716"/>
          </a:xfrm>
          <a:prstGeom prst="upArrow">
            <a:avLst>
              <a:gd name="adj1" fmla="val 50000"/>
              <a:gd name="adj2" fmla="val 5000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7"/>
          <p:cNvSpPr/>
          <p:nvPr/>
        </p:nvSpPr>
        <p:spPr>
          <a:xfrm>
            <a:off x="951219" y="276468"/>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7"/>
          <p:cNvSpPr/>
          <p:nvPr/>
        </p:nvSpPr>
        <p:spPr>
          <a:xfrm>
            <a:off x="7639010" y="105199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7"/>
          <p:cNvSpPr/>
          <p:nvPr/>
        </p:nvSpPr>
        <p:spPr>
          <a:xfrm>
            <a:off x="7649737" y="118564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047;p47">
            <a:extLst>
              <a:ext uri="{FF2B5EF4-FFF2-40B4-BE49-F238E27FC236}">
                <a16:creationId xmlns:a16="http://schemas.microsoft.com/office/drawing/2014/main" id="{593FF4D7-DBBD-D12E-7781-6705D5884AE7}"/>
              </a:ext>
            </a:extLst>
          </p:cNvPr>
          <p:cNvSpPr txBox="1">
            <a:spLocks/>
          </p:cNvSpPr>
          <p:nvPr/>
        </p:nvSpPr>
        <p:spPr>
          <a:xfrm>
            <a:off x="3420716" y="1658028"/>
            <a:ext cx="2380947" cy="1827444"/>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6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9pPr>
          </a:lstStyle>
          <a:p>
            <a:pPr marL="0" indent="0"/>
            <a:r>
              <a:rPr lang="en-US" sz="1100" b="1" dirty="0">
                <a:latin typeface="Söhne"/>
              </a:rPr>
              <a:t>Using "Find":</a:t>
            </a:r>
          </a:p>
          <a:p>
            <a:pPr marL="0" indent="0"/>
            <a:endParaRPr lang="en-US" sz="1100" b="1" dirty="0">
              <a:latin typeface="Söhne"/>
            </a:endParaRPr>
          </a:p>
          <a:p>
            <a:pPr marL="0" indent="0"/>
            <a:r>
              <a:rPr lang="en-US" sz="1100" dirty="0" err="1">
                <a:latin typeface="Söhne"/>
              </a:rPr>
              <a:t>Acce</a:t>
            </a:r>
            <a:r>
              <a:rPr lang="en-US" sz="1100" dirty="0">
                <a:latin typeface="Söhne"/>
              </a:rPr>
              <a:t>-ss "Find" in the "Editing" group under the "Home" tab.</a:t>
            </a:r>
          </a:p>
          <a:p>
            <a:pPr marL="0" indent="0"/>
            <a:r>
              <a:rPr lang="en-US" sz="1100" dirty="0">
                <a:latin typeface="Söhne"/>
              </a:rPr>
              <a:t>Enter the word or phrase you want to locate.</a:t>
            </a:r>
          </a:p>
          <a:p>
            <a:pPr marL="0" indent="0"/>
            <a:r>
              <a:rPr lang="en-US" sz="1100" dirty="0">
                <a:latin typeface="Söhne"/>
              </a:rPr>
              <a:t>Word will highlight each occurrence, allowing you to navigate through the document with ease.</a:t>
            </a:r>
            <a:endParaRPr lang="en-US" sz="1100" dirty="0"/>
          </a:p>
        </p:txBody>
      </p:sp>
      <p:sp>
        <p:nvSpPr>
          <p:cNvPr id="3" name="Google Shape;1047;p47">
            <a:extLst>
              <a:ext uri="{FF2B5EF4-FFF2-40B4-BE49-F238E27FC236}">
                <a16:creationId xmlns:a16="http://schemas.microsoft.com/office/drawing/2014/main" id="{7A46278F-80DF-3A69-E686-37CEA4A7E368}"/>
              </a:ext>
            </a:extLst>
          </p:cNvPr>
          <p:cNvSpPr txBox="1">
            <a:spLocks/>
          </p:cNvSpPr>
          <p:nvPr/>
        </p:nvSpPr>
        <p:spPr>
          <a:xfrm>
            <a:off x="5846910" y="1661885"/>
            <a:ext cx="2310164" cy="180386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6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0"/>
              </a:spcBef>
              <a:spcAft>
                <a:spcPts val="0"/>
              </a:spcAft>
              <a:buClr>
                <a:schemeClr val="dk1"/>
              </a:buClr>
              <a:buSzPts val="1600"/>
              <a:buFont typeface="Karla"/>
              <a:buNone/>
              <a:defRPr sz="1600" b="0" i="0" u="none" strike="noStrike" cap="none">
                <a:solidFill>
                  <a:schemeClr val="dk1"/>
                </a:solidFill>
                <a:latin typeface="Karla"/>
                <a:ea typeface="Karla"/>
                <a:cs typeface="Karla"/>
                <a:sym typeface="Karla"/>
              </a:defRPr>
            </a:lvl9pPr>
          </a:lstStyle>
          <a:p>
            <a:pPr marL="0" indent="0"/>
            <a:r>
              <a:rPr lang="en-US" sz="1000" b="1" dirty="0">
                <a:latin typeface="Söhne"/>
              </a:rPr>
              <a:t>Using "Replace":</a:t>
            </a:r>
          </a:p>
          <a:p>
            <a:pPr marL="0" indent="0" algn="just"/>
            <a:r>
              <a:rPr lang="en-US" sz="1000" dirty="0">
                <a:latin typeface="Söhne"/>
              </a:rPr>
              <a:t>To replace found text, click on "Replace" within the "Editing" group.</a:t>
            </a:r>
          </a:p>
          <a:p>
            <a:pPr marL="0" indent="0" algn="just"/>
            <a:r>
              <a:rPr lang="en-US" sz="1000" dirty="0">
                <a:latin typeface="Söhne"/>
              </a:rPr>
              <a:t>Enter the word or phrase you want to find in the "Find what" field.</a:t>
            </a:r>
          </a:p>
          <a:p>
            <a:pPr marL="0" indent="0" algn="just"/>
            <a:r>
              <a:rPr lang="en-US" sz="1000" dirty="0">
                <a:latin typeface="Söhne"/>
              </a:rPr>
              <a:t>In the "Replace with" field, input the new word or phrase.</a:t>
            </a:r>
          </a:p>
          <a:p>
            <a:pPr marL="0" indent="0" algn="just"/>
            <a:r>
              <a:rPr lang="en-US" sz="1000" dirty="0">
                <a:latin typeface="Söhne"/>
              </a:rPr>
              <a:t>You can choose to replace one occurrence at a time or all occurrences with a single click.</a:t>
            </a:r>
            <a:endParaRPr lang="en-US" sz="1000" dirty="0"/>
          </a:p>
        </p:txBody>
      </p:sp>
      <p:grpSp>
        <p:nvGrpSpPr>
          <p:cNvPr id="4" name="Google Shape;954;p44">
            <a:extLst>
              <a:ext uri="{FF2B5EF4-FFF2-40B4-BE49-F238E27FC236}">
                <a16:creationId xmlns:a16="http://schemas.microsoft.com/office/drawing/2014/main" id="{8D5DCCEF-A49C-C387-59DA-A0626A8C1FD6}"/>
              </a:ext>
            </a:extLst>
          </p:cNvPr>
          <p:cNvGrpSpPr/>
          <p:nvPr/>
        </p:nvGrpSpPr>
        <p:grpSpPr>
          <a:xfrm>
            <a:off x="472440" y="3596908"/>
            <a:ext cx="7384414" cy="1493252"/>
            <a:chOff x="715067" y="1600275"/>
            <a:chExt cx="3763405" cy="2916165"/>
          </a:xfrm>
        </p:grpSpPr>
        <p:sp>
          <p:nvSpPr>
            <p:cNvPr id="5" name="Google Shape;955;p44">
              <a:extLst>
                <a:ext uri="{FF2B5EF4-FFF2-40B4-BE49-F238E27FC236}">
                  <a16:creationId xmlns:a16="http://schemas.microsoft.com/office/drawing/2014/main" id="{005B3117-27F9-4465-68C9-A7EABD15015F}"/>
                </a:ext>
              </a:extLst>
            </p:cNvPr>
            <p:cNvSpPr/>
            <p:nvPr/>
          </p:nvSpPr>
          <p:spPr>
            <a:xfrm>
              <a:off x="804672" y="1691640"/>
              <a:ext cx="3673800" cy="2824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956;p44">
              <a:extLst>
                <a:ext uri="{FF2B5EF4-FFF2-40B4-BE49-F238E27FC236}">
                  <a16:creationId xmlns:a16="http://schemas.microsoft.com/office/drawing/2014/main" id="{CDC7AD4D-508A-0169-EDFE-70B1526F5ECF}"/>
                </a:ext>
              </a:extLst>
            </p:cNvPr>
            <p:cNvGrpSpPr/>
            <p:nvPr/>
          </p:nvGrpSpPr>
          <p:grpSpPr>
            <a:xfrm>
              <a:off x="715067" y="1600275"/>
              <a:ext cx="3674345" cy="2824800"/>
              <a:chOff x="715067" y="1600275"/>
              <a:chExt cx="3674345" cy="2824800"/>
            </a:xfrm>
          </p:grpSpPr>
          <p:grpSp>
            <p:nvGrpSpPr>
              <p:cNvPr id="7" name="Google Shape;957;p44">
                <a:extLst>
                  <a:ext uri="{FF2B5EF4-FFF2-40B4-BE49-F238E27FC236}">
                    <a16:creationId xmlns:a16="http://schemas.microsoft.com/office/drawing/2014/main" id="{F963186D-9AE1-D05F-DD09-AA5BD6F42D3C}"/>
                  </a:ext>
                </a:extLst>
              </p:cNvPr>
              <p:cNvGrpSpPr/>
              <p:nvPr/>
            </p:nvGrpSpPr>
            <p:grpSpPr>
              <a:xfrm>
                <a:off x="715067" y="1600275"/>
                <a:ext cx="3674345" cy="2824800"/>
                <a:chOff x="715100" y="1600339"/>
                <a:chExt cx="3674713" cy="2824800"/>
              </a:xfrm>
            </p:grpSpPr>
            <p:sp>
              <p:nvSpPr>
                <p:cNvPr id="14" name="Google Shape;958;p44">
                  <a:extLst>
                    <a:ext uri="{FF2B5EF4-FFF2-40B4-BE49-F238E27FC236}">
                      <a16:creationId xmlns:a16="http://schemas.microsoft.com/office/drawing/2014/main" id="{75AF7987-49EA-51B1-3D26-568BDC10AC57}"/>
                    </a:ext>
                  </a:extLst>
                </p:cNvPr>
                <p:cNvSpPr/>
                <p:nvPr/>
              </p:nvSpPr>
              <p:spPr>
                <a:xfrm>
                  <a:off x="715100" y="1600339"/>
                  <a:ext cx="3674100" cy="2824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n-US" sz="1050" dirty="0"/>
                </a:p>
                <a:p>
                  <a:pPr marL="0" lvl="0" indent="0" algn="l" rtl="0">
                    <a:spcBef>
                      <a:spcPts val="0"/>
                    </a:spcBef>
                    <a:spcAft>
                      <a:spcPts val="0"/>
                    </a:spcAft>
                    <a:buNone/>
                  </a:pPr>
                  <a:r>
                    <a:rPr lang="en-US" sz="1050" dirty="0"/>
                    <a:t>Time-saving Examples</a:t>
                  </a:r>
                </a:p>
                <a:p>
                  <a:pPr marL="0" lvl="0" indent="0" algn="l" rtl="0">
                    <a:spcBef>
                      <a:spcPts val="0"/>
                    </a:spcBef>
                    <a:spcAft>
                      <a:spcPts val="0"/>
                    </a:spcAft>
                    <a:buNone/>
                  </a:pPr>
                  <a:endParaRPr lang="en-US" sz="1050" dirty="0"/>
                </a:p>
                <a:p>
                  <a:pPr marL="0" lvl="0" indent="0" algn="l" rtl="0">
                    <a:spcBef>
                      <a:spcPts val="0"/>
                    </a:spcBef>
                    <a:spcAft>
                      <a:spcPts val="0"/>
                    </a:spcAft>
                    <a:buNone/>
                  </a:pPr>
                  <a:r>
                    <a:rPr lang="en-US" sz="1050" dirty="0"/>
                    <a:t>Consistent Corrections: "Find" and "Replace" help correct repeated errors, such as consistent misspellings or formatting inconsistencies, saving time during proofreading.</a:t>
                  </a:r>
                </a:p>
                <a:p>
                  <a:pPr marL="0" lvl="0" indent="0" algn="l" rtl="0">
                    <a:spcBef>
                      <a:spcPts val="0"/>
                    </a:spcBef>
                    <a:spcAft>
                      <a:spcPts val="0"/>
                    </a:spcAft>
                    <a:buNone/>
                  </a:pPr>
                  <a:r>
                    <a:rPr lang="en-US" sz="1050" dirty="0"/>
                    <a:t>Global Updates: Imagine you're working on a lengthy document with numerous instances of a product name or terminology that needs updating. "Replace All" can be a time-saver, ensuring consistency in your content.</a:t>
                  </a:r>
                </a:p>
              </p:txBody>
            </p:sp>
            <p:cxnSp>
              <p:nvCxnSpPr>
                <p:cNvPr id="15" name="Google Shape;959;p44">
                  <a:extLst>
                    <a:ext uri="{FF2B5EF4-FFF2-40B4-BE49-F238E27FC236}">
                      <a16:creationId xmlns:a16="http://schemas.microsoft.com/office/drawing/2014/main" id="{51F4870F-86AF-6379-E681-6D96674ECD15}"/>
                    </a:ext>
                  </a:extLst>
                </p:cNvPr>
                <p:cNvCxnSpPr/>
                <p:nvPr/>
              </p:nvCxnSpPr>
              <p:spPr>
                <a:xfrm>
                  <a:off x="715413" y="196609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8" name="Google Shape;960;p44">
                <a:extLst>
                  <a:ext uri="{FF2B5EF4-FFF2-40B4-BE49-F238E27FC236}">
                    <a16:creationId xmlns:a16="http://schemas.microsoft.com/office/drawing/2014/main" id="{AA5C618E-A02A-38A2-E107-E4FC276DB6B4}"/>
                  </a:ext>
                </a:extLst>
              </p:cNvPr>
              <p:cNvGrpSpPr/>
              <p:nvPr/>
            </p:nvGrpSpPr>
            <p:grpSpPr>
              <a:xfrm>
                <a:off x="3452549" y="1691675"/>
                <a:ext cx="845101" cy="183000"/>
                <a:chOff x="1605849" y="363963"/>
                <a:chExt cx="845101" cy="183000"/>
              </a:xfrm>
            </p:grpSpPr>
            <p:sp>
              <p:nvSpPr>
                <p:cNvPr id="9" name="Google Shape;961;p44">
                  <a:extLst>
                    <a:ext uri="{FF2B5EF4-FFF2-40B4-BE49-F238E27FC236}">
                      <a16:creationId xmlns:a16="http://schemas.microsoft.com/office/drawing/2014/main" id="{7AFED852-B230-DA7D-D810-BD588693FD6D}"/>
                    </a:ext>
                  </a:extLst>
                </p:cNvPr>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962;p44">
                  <a:extLst>
                    <a:ext uri="{FF2B5EF4-FFF2-40B4-BE49-F238E27FC236}">
                      <a16:creationId xmlns:a16="http://schemas.microsoft.com/office/drawing/2014/main" id="{45ACF461-2AF2-69E6-07EA-0CB027ED1E99}"/>
                    </a:ext>
                  </a:extLst>
                </p:cNvPr>
                <p:cNvGrpSpPr/>
                <p:nvPr/>
              </p:nvGrpSpPr>
              <p:grpSpPr>
                <a:xfrm>
                  <a:off x="2267950" y="363963"/>
                  <a:ext cx="183000" cy="183000"/>
                  <a:chOff x="8225400" y="367488"/>
                  <a:chExt cx="183000" cy="183000"/>
                </a:xfrm>
              </p:grpSpPr>
              <p:cxnSp>
                <p:nvCxnSpPr>
                  <p:cNvPr id="12" name="Google Shape;963;p44">
                    <a:extLst>
                      <a:ext uri="{FF2B5EF4-FFF2-40B4-BE49-F238E27FC236}">
                        <a16:creationId xmlns:a16="http://schemas.microsoft.com/office/drawing/2014/main" id="{67A45868-8508-1F79-9D07-9A3835AA9375}"/>
                      </a:ext>
                    </a:extLst>
                  </p:cNvPr>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13" name="Google Shape;964;p44">
                    <a:extLst>
                      <a:ext uri="{FF2B5EF4-FFF2-40B4-BE49-F238E27FC236}">
                        <a16:creationId xmlns:a16="http://schemas.microsoft.com/office/drawing/2014/main" id="{9C0F45E0-DDAD-7005-CECE-5F85D7587181}"/>
                      </a:ext>
                    </a:extLst>
                  </p:cNvPr>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cxnSp>
              <p:nvCxnSpPr>
                <p:cNvPr id="11" name="Google Shape;965;p44">
                  <a:extLst>
                    <a:ext uri="{FF2B5EF4-FFF2-40B4-BE49-F238E27FC236}">
                      <a16:creationId xmlns:a16="http://schemas.microsoft.com/office/drawing/2014/main" id="{43C6A402-9150-C034-FA52-9F2F17013AB7}"/>
                    </a:ext>
                  </a:extLst>
                </p:cNvPr>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40"/>
          <p:cNvSpPr txBox="1">
            <a:spLocks noGrp="1"/>
          </p:cNvSpPr>
          <p:nvPr>
            <p:ph type="subTitle" idx="1"/>
          </p:nvPr>
        </p:nvSpPr>
        <p:spPr>
          <a:xfrm>
            <a:off x="406319" y="1921982"/>
            <a:ext cx="5020200" cy="46233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Spell Check and Grammar Check</a:t>
            </a:r>
          </a:p>
          <a:p>
            <a:pPr marL="0" lvl="0" indent="0" algn="l" rtl="0">
              <a:spcBef>
                <a:spcPts val="0"/>
              </a:spcBef>
              <a:spcAft>
                <a:spcPts val="0"/>
              </a:spcAft>
              <a:buNone/>
            </a:pPr>
            <a:endParaRPr lang="en-US" dirty="0"/>
          </a:p>
        </p:txBody>
      </p:sp>
      <p:sp>
        <p:nvSpPr>
          <p:cNvPr id="833" name="Google Shape;833;p40"/>
          <p:cNvSpPr txBox="1">
            <a:spLocks noGrp="1"/>
          </p:cNvSpPr>
          <p:nvPr>
            <p:ph type="subTitle" idx="2"/>
          </p:nvPr>
        </p:nvSpPr>
        <p:spPr>
          <a:xfrm>
            <a:off x="396078" y="2820154"/>
            <a:ext cx="5020200" cy="50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Spell Check:</a:t>
            </a:r>
          </a:p>
          <a:p>
            <a:pPr marL="0" lvl="0" indent="0" algn="l" rtl="0">
              <a:spcBef>
                <a:spcPts val="0"/>
              </a:spcBef>
              <a:spcAft>
                <a:spcPts val="0"/>
              </a:spcAft>
              <a:buNone/>
            </a:pPr>
            <a:endParaRPr lang="en-US" dirty="0"/>
          </a:p>
        </p:txBody>
      </p:sp>
      <p:sp>
        <p:nvSpPr>
          <p:cNvPr id="834" name="Google Shape;834;p40"/>
          <p:cNvSpPr txBox="1">
            <a:spLocks noGrp="1"/>
          </p:cNvSpPr>
          <p:nvPr>
            <p:ph type="subTitle" idx="3"/>
          </p:nvPr>
        </p:nvSpPr>
        <p:spPr>
          <a:xfrm>
            <a:off x="405719" y="3924435"/>
            <a:ext cx="5020800" cy="50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Grammar Check:</a:t>
            </a:r>
          </a:p>
          <a:p>
            <a:pPr marL="0" lvl="0" indent="0" algn="l" rtl="0">
              <a:spcBef>
                <a:spcPts val="0"/>
              </a:spcBef>
              <a:spcAft>
                <a:spcPts val="0"/>
              </a:spcAft>
              <a:buNone/>
            </a:pPr>
            <a:endParaRPr lang="en-US" dirty="0"/>
          </a:p>
        </p:txBody>
      </p:sp>
      <p:sp>
        <p:nvSpPr>
          <p:cNvPr id="835" name="Google Shape;835;p40"/>
          <p:cNvSpPr txBox="1">
            <a:spLocks noGrp="1"/>
          </p:cNvSpPr>
          <p:nvPr>
            <p:ph type="subTitle" idx="4"/>
          </p:nvPr>
        </p:nvSpPr>
        <p:spPr>
          <a:xfrm>
            <a:off x="502993" y="1910042"/>
            <a:ext cx="8138013"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Microsoft Word, the built-in "Spell Check" and "Grammar Check" tools are indispensable for ensuring the accuracy and professionalism of your documents.</a:t>
            </a:r>
          </a:p>
          <a:p>
            <a:pPr marL="0" lvl="0" indent="0" algn="l" rtl="0">
              <a:spcBef>
                <a:spcPts val="0"/>
              </a:spcBef>
              <a:spcAft>
                <a:spcPts val="0"/>
              </a:spcAft>
              <a:buNone/>
            </a:pPr>
            <a:endParaRPr lang="en-US" dirty="0"/>
          </a:p>
        </p:txBody>
      </p:sp>
      <p:sp>
        <p:nvSpPr>
          <p:cNvPr id="836" name="Google Shape;836;p40"/>
          <p:cNvSpPr txBox="1">
            <a:spLocks noGrp="1"/>
          </p:cNvSpPr>
          <p:nvPr>
            <p:ph type="subTitle" idx="5"/>
          </p:nvPr>
        </p:nvSpPr>
        <p:spPr>
          <a:xfrm>
            <a:off x="485784" y="2795583"/>
            <a:ext cx="6769277" cy="5943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US" dirty="0"/>
              <a:t>Click on "Review" in the ribbon.</a:t>
            </a:r>
          </a:p>
          <a:p>
            <a:pPr marL="285750" lvl="0" indent="-285750" algn="l" rtl="0">
              <a:spcBef>
                <a:spcPts val="0"/>
              </a:spcBef>
              <a:spcAft>
                <a:spcPts val="0"/>
              </a:spcAft>
              <a:buFont typeface="Wingdings" panose="05000000000000000000" pitchFamily="2" charset="2"/>
              <a:buChar char="§"/>
            </a:pPr>
            <a:r>
              <a:rPr lang="en-US" dirty="0"/>
              <a:t>Select "Spelling &amp; Grammar" to initiate a scan.</a:t>
            </a:r>
          </a:p>
          <a:p>
            <a:pPr marL="285750" lvl="0" indent="-285750" algn="l" rtl="0">
              <a:spcBef>
                <a:spcPts val="0"/>
              </a:spcBef>
              <a:spcAft>
                <a:spcPts val="0"/>
              </a:spcAft>
              <a:buFont typeface="Wingdings" panose="05000000000000000000" pitchFamily="2" charset="2"/>
              <a:buChar char="§"/>
            </a:pPr>
            <a:r>
              <a:rPr lang="en-US" dirty="0"/>
              <a:t>Word will highlight and offer suggestions for any misspelled words.</a:t>
            </a:r>
          </a:p>
        </p:txBody>
      </p:sp>
      <p:sp>
        <p:nvSpPr>
          <p:cNvPr id="837" name="Google Shape;837;p40"/>
          <p:cNvSpPr txBox="1">
            <a:spLocks noGrp="1"/>
          </p:cNvSpPr>
          <p:nvPr>
            <p:ph type="title"/>
          </p:nvPr>
        </p:nvSpPr>
        <p:spPr>
          <a:xfrm>
            <a:off x="1024057" y="584674"/>
            <a:ext cx="77157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t>Correcting Spelling and Grammar</a:t>
            </a:r>
            <a:br>
              <a:rPr lang="en-US" sz="3600" dirty="0"/>
            </a:br>
            <a:endParaRPr lang="en-US" sz="3600" dirty="0"/>
          </a:p>
        </p:txBody>
      </p:sp>
      <p:sp>
        <p:nvSpPr>
          <p:cNvPr id="838" name="Google Shape;838;p40"/>
          <p:cNvSpPr txBox="1">
            <a:spLocks noGrp="1"/>
          </p:cNvSpPr>
          <p:nvPr>
            <p:ph type="subTitle" idx="6"/>
          </p:nvPr>
        </p:nvSpPr>
        <p:spPr>
          <a:xfrm>
            <a:off x="485784" y="3999317"/>
            <a:ext cx="6907939" cy="5943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
            </a:pPr>
            <a:r>
              <a:rPr lang="en-US" dirty="0"/>
              <a:t>In the same "Spelling &amp; Grammar" dialog, Word also checks for grammatical issues.</a:t>
            </a:r>
          </a:p>
          <a:p>
            <a:pPr marL="285750" lvl="0" indent="-285750" algn="l" rtl="0">
              <a:spcBef>
                <a:spcPts val="0"/>
              </a:spcBef>
              <a:spcAft>
                <a:spcPts val="0"/>
              </a:spcAft>
              <a:buFont typeface="Wingdings" panose="05000000000000000000" pitchFamily="2" charset="2"/>
              <a:buChar char="§"/>
            </a:pPr>
            <a:r>
              <a:rPr lang="en-US" dirty="0"/>
              <a:t>Suggestions for improving sentence structure and grammar are provided.</a:t>
            </a:r>
          </a:p>
        </p:txBody>
      </p:sp>
      <p:grpSp>
        <p:nvGrpSpPr>
          <p:cNvPr id="849" name="Google Shape;849;p40"/>
          <p:cNvGrpSpPr/>
          <p:nvPr/>
        </p:nvGrpSpPr>
        <p:grpSpPr>
          <a:xfrm>
            <a:off x="-335472" y="-94312"/>
            <a:ext cx="1371600" cy="1375875"/>
            <a:chOff x="299013" y="1079125"/>
            <a:chExt cx="1371600" cy="1375875"/>
          </a:xfrm>
        </p:grpSpPr>
        <p:sp>
          <p:nvSpPr>
            <p:cNvPr id="850" name="Google Shape;850;p40"/>
            <p:cNvSpPr/>
            <p:nvPr/>
          </p:nvSpPr>
          <p:spPr>
            <a:xfrm>
              <a:off x="390513" y="1174900"/>
              <a:ext cx="1280100" cy="1280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0"/>
            <p:cNvSpPr/>
            <p:nvPr/>
          </p:nvSpPr>
          <p:spPr>
            <a:xfrm>
              <a:off x="299013" y="1079125"/>
              <a:ext cx="1280100" cy="1280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2" name="Google Shape;852;p40"/>
            <p:cNvGrpSpPr/>
            <p:nvPr/>
          </p:nvGrpSpPr>
          <p:grpSpPr>
            <a:xfrm>
              <a:off x="396400" y="1384064"/>
              <a:ext cx="1085400" cy="635100"/>
              <a:chOff x="396400" y="1399225"/>
              <a:chExt cx="1085400" cy="635100"/>
            </a:xfrm>
          </p:grpSpPr>
          <p:sp>
            <p:nvSpPr>
              <p:cNvPr id="853" name="Google Shape;853;p40"/>
              <p:cNvSpPr/>
              <p:nvPr/>
            </p:nvSpPr>
            <p:spPr>
              <a:xfrm>
                <a:off x="396400" y="1399225"/>
                <a:ext cx="1085400" cy="635100"/>
              </a:xfrm>
              <a:prstGeom prst="roundRect">
                <a:avLst>
                  <a:gd name="adj" fmla="val 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5" name="Google Shape;855;p40"/>
              <p:cNvSpPr/>
              <p:nvPr/>
            </p:nvSpPr>
            <p:spPr>
              <a:xfrm>
                <a:off x="712181" y="1506835"/>
                <a:ext cx="453838" cy="419880"/>
              </a:xfrm>
              <a:custGeom>
                <a:avLst/>
                <a:gdLst/>
                <a:ahLst/>
                <a:cxnLst/>
                <a:rect l="l" t="t" r="r" b="b"/>
                <a:pathLst>
                  <a:path w="9781" h="9055" extrusionOk="0">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 name="Google Shape;857;p40"/>
            <p:cNvGrpSpPr/>
            <p:nvPr/>
          </p:nvGrpSpPr>
          <p:grpSpPr>
            <a:xfrm>
              <a:off x="396391" y="2141102"/>
              <a:ext cx="1085342" cy="96171"/>
              <a:chOff x="417899" y="2116530"/>
              <a:chExt cx="1085342" cy="96171"/>
            </a:xfrm>
          </p:grpSpPr>
          <p:sp>
            <p:nvSpPr>
              <p:cNvPr id="858" name="Google Shape;858;p40"/>
              <p:cNvSpPr/>
              <p:nvPr/>
            </p:nvSpPr>
            <p:spPr>
              <a:xfrm>
                <a:off x="417899" y="2116530"/>
                <a:ext cx="1085342" cy="96171"/>
              </a:xfrm>
              <a:custGeom>
                <a:avLst/>
                <a:gdLst/>
                <a:ahLst/>
                <a:cxnLst/>
                <a:rect l="l" t="t" r="r" b="b"/>
                <a:pathLst>
                  <a:path w="23391" h="2074" extrusionOk="0">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0"/>
              <p:cNvSpPr/>
              <p:nvPr/>
            </p:nvSpPr>
            <p:spPr>
              <a:xfrm>
                <a:off x="417899" y="2116530"/>
                <a:ext cx="555733" cy="96171"/>
              </a:xfrm>
              <a:custGeom>
                <a:avLst/>
                <a:gdLst/>
                <a:ahLst/>
                <a:cxnLst/>
                <a:rect l="l" t="t" r="r" b="b"/>
                <a:pathLst>
                  <a:path w="11977" h="2074" extrusionOk="0">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0" name="Google Shape;860;p40"/>
            <p:cNvCxnSpPr/>
            <p:nvPr/>
          </p:nvCxnSpPr>
          <p:spPr>
            <a:xfrm>
              <a:off x="308975" y="1262125"/>
              <a:ext cx="1263300" cy="0"/>
            </a:xfrm>
            <a:prstGeom prst="straightConnector1">
              <a:avLst/>
            </a:prstGeom>
            <a:noFill/>
            <a:ln w="28575" cap="flat" cmpd="sng">
              <a:solidFill>
                <a:schemeClr val="dk1"/>
              </a:solidFill>
              <a:prstDash val="solid"/>
              <a:round/>
              <a:headEnd type="none" w="med" len="med"/>
              <a:tailEnd type="none" w="med" len="med"/>
            </a:ln>
          </p:spPr>
        </p:cxnSp>
      </p:grpSp>
      <p:sp>
        <p:nvSpPr>
          <p:cNvPr id="861" name="Google Shape;861;p40"/>
          <p:cNvSpPr/>
          <p:nvPr/>
        </p:nvSpPr>
        <p:spPr>
          <a:xfrm>
            <a:off x="7857928" y="144062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0"/>
          <p:cNvSpPr/>
          <p:nvPr/>
        </p:nvSpPr>
        <p:spPr>
          <a:xfrm>
            <a:off x="8086537" y="133987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0"/>
          <p:cNvSpPr/>
          <p:nvPr/>
        </p:nvSpPr>
        <p:spPr>
          <a:xfrm>
            <a:off x="59192" y="445148"/>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 name="Google Shape;864;p40"/>
          <p:cNvGrpSpPr/>
          <p:nvPr/>
        </p:nvGrpSpPr>
        <p:grpSpPr>
          <a:xfrm>
            <a:off x="7255061" y="4059733"/>
            <a:ext cx="1827475" cy="1051350"/>
            <a:chOff x="136938" y="1799258"/>
            <a:chExt cx="1827475" cy="1051350"/>
          </a:xfrm>
        </p:grpSpPr>
        <p:grpSp>
          <p:nvGrpSpPr>
            <p:cNvPr id="865" name="Google Shape;865;p40"/>
            <p:cNvGrpSpPr/>
            <p:nvPr/>
          </p:nvGrpSpPr>
          <p:grpSpPr>
            <a:xfrm>
              <a:off x="136938" y="1799258"/>
              <a:ext cx="1827475" cy="1051350"/>
              <a:chOff x="274188" y="1278048"/>
              <a:chExt cx="1827475" cy="1051350"/>
            </a:xfrm>
          </p:grpSpPr>
          <p:sp>
            <p:nvSpPr>
              <p:cNvPr id="866" name="Google Shape;866;p40"/>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7" name="Google Shape;867;p40"/>
              <p:cNvGrpSpPr/>
              <p:nvPr/>
            </p:nvGrpSpPr>
            <p:grpSpPr>
              <a:xfrm>
                <a:off x="274188" y="1278048"/>
                <a:ext cx="1737300" cy="960000"/>
                <a:chOff x="7146475" y="2190661"/>
                <a:chExt cx="1737300" cy="960000"/>
              </a:xfrm>
            </p:grpSpPr>
            <p:sp>
              <p:nvSpPr>
                <p:cNvPr id="868" name="Google Shape;868;p40"/>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9" name="Google Shape;869;p40"/>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870" name="Google Shape;870;p40"/>
            <p:cNvGrpSpPr/>
            <p:nvPr/>
          </p:nvGrpSpPr>
          <p:grpSpPr>
            <a:xfrm>
              <a:off x="516820" y="2120752"/>
              <a:ext cx="984259" cy="497716"/>
              <a:chOff x="516820" y="2059368"/>
              <a:chExt cx="984259" cy="497716"/>
            </a:xfrm>
          </p:grpSpPr>
          <p:sp>
            <p:nvSpPr>
              <p:cNvPr id="871" name="Google Shape;871;p40"/>
              <p:cNvSpPr/>
              <p:nvPr/>
            </p:nvSpPr>
            <p:spPr>
              <a:xfrm>
                <a:off x="516820" y="2208443"/>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2" name="Google Shape;872;p40"/>
              <p:cNvGrpSpPr/>
              <p:nvPr/>
            </p:nvGrpSpPr>
            <p:grpSpPr>
              <a:xfrm>
                <a:off x="704319" y="2347322"/>
                <a:ext cx="609261" cy="209762"/>
                <a:chOff x="704319" y="2343647"/>
                <a:chExt cx="609261" cy="209762"/>
              </a:xfrm>
            </p:grpSpPr>
            <p:sp>
              <p:nvSpPr>
                <p:cNvPr id="873" name="Google Shape;873;p40"/>
                <p:cNvSpPr/>
                <p:nvPr/>
              </p:nvSpPr>
              <p:spPr>
                <a:xfrm>
                  <a:off x="704319" y="2343647"/>
                  <a:ext cx="609261" cy="209762"/>
                </a:xfrm>
                <a:custGeom>
                  <a:avLst/>
                  <a:gdLst/>
                  <a:ahLst/>
                  <a:cxnLst/>
                  <a:rect l="l" t="t" r="r" b="b"/>
                  <a:pathLst>
                    <a:path w="15732" h="5416" extrusionOk="0">
                      <a:moveTo>
                        <a:pt x="2708" y="0"/>
                      </a:moveTo>
                      <a:cubicBezTo>
                        <a:pt x="1220" y="0"/>
                        <a:pt x="0" y="1220"/>
                        <a:pt x="0" y="2707"/>
                      </a:cubicBezTo>
                      <a:cubicBezTo>
                        <a:pt x="0" y="4220"/>
                        <a:pt x="1220" y="5415"/>
                        <a:pt x="2708" y="5415"/>
                      </a:cubicBezTo>
                      <a:lnTo>
                        <a:pt x="13024" y="5415"/>
                      </a:lnTo>
                      <a:cubicBezTo>
                        <a:pt x="13039" y="5415"/>
                        <a:pt x="13054" y="5415"/>
                        <a:pt x="13068" y="5415"/>
                      </a:cubicBezTo>
                      <a:cubicBezTo>
                        <a:pt x="14536" y="5415"/>
                        <a:pt x="15732" y="4205"/>
                        <a:pt x="15732" y="2707"/>
                      </a:cubicBezTo>
                      <a:cubicBezTo>
                        <a:pt x="15732" y="1220"/>
                        <a:pt x="14512" y="0"/>
                        <a:pt x="13024"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0"/>
                <p:cNvSpPr/>
                <p:nvPr/>
              </p:nvSpPr>
              <p:spPr>
                <a:xfrm>
                  <a:off x="862521" y="2424860"/>
                  <a:ext cx="292857" cy="47289"/>
                </a:xfrm>
                <a:custGeom>
                  <a:avLst/>
                  <a:gdLst/>
                  <a:ahLst/>
                  <a:cxnLst/>
                  <a:rect l="l" t="t" r="r" b="b"/>
                  <a:pathLst>
                    <a:path w="7562" h="1221" extrusionOk="0">
                      <a:moveTo>
                        <a:pt x="806" y="1"/>
                      </a:moveTo>
                      <a:cubicBezTo>
                        <a:pt x="1" y="1"/>
                        <a:pt x="1" y="1220"/>
                        <a:pt x="806" y="1220"/>
                      </a:cubicBezTo>
                      <a:lnTo>
                        <a:pt x="6757" y="1220"/>
                      </a:lnTo>
                      <a:cubicBezTo>
                        <a:pt x="7562" y="1220"/>
                        <a:pt x="7562" y="1"/>
                        <a:pt x="6757"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 name="Google Shape;875;p40"/>
              <p:cNvSpPr/>
              <p:nvPr/>
            </p:nvSpPr>
            <p:spPr>
              <a:xfrm>
                <a:off x="516820" y="2059368"/>
                <a:ext cx="984259" cy="62394"/>
              </a:xfrm>
              <a:custGeom>
                <a:avLst/>
                <a:gdLst/>
                <a:ahLst/>
                <a:cxnLst/>
                <a:rect l="l" t="t" r="r" b="b"/>
                <a:pathLst>
                  <a:path w="25415" h="1611" extrusionOk="0">
                    <a:moveTo>
                      <a:pt x="1001" y="1"/>
                    </a:moveTo>
                    <a:cubicBezTo>
                      <a:pt x="1" y="50"/>
                      <a:pt x="1" y="1537"/>
                      <a:pt x="1001" y="1611"/>
                    </a:cubicBezTo>
                    <a:lnTo>
                      <a:pt x="24415" y="1611"/>
                    </a:lnTo>
                    <a:cubicBezTo>
                      <a:pt x="25415" y="1537"/>
                      <a:pt x="25415" y="50"/>
                      <a:pt x="24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 name="Straight Connector 1">
            <a:extLst>
              <a:ext uri="{FF2B5EF4-FFF2-40B4-BE49-F238E27FC236}">
                <a16:creationId xmlns:a16="http://schemas.microsoft.com/office/drawing/2014/main" id="{A509A248-3EA7-51AE-84FB-5D9A76A31443}"/>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06998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grpSp>
        <p:nvGrpSpPr>
          <p:cNvPr id="645" name="Google Shape;645;p35"/>
          <p:cNvGrpSpPr/>
          <p:nvPr/>
        </p:nvGrpSpPr>
        <p:grpSpPr>
          <a:xfrm>
            <a:off x="6102151" y="1600325"/>
            <a:ext cx="2418050" cy="2916600"/>
            <a:chOff x="6102151" y="1600325"/>
            <a:chExt cx="2418050" cy="2916600"/>
          </a:xfrm>
        </p:grpSpPr>
        <p:sp>
          <p:nvSpPr>
            <p:cNvPr id="646" name="Google Shape;646;p35"/>
            <p:cNvSpPr/>
            <p:nvPr/>
          </p:nvSpPr>
          <p:spPr>
            <a:xfrm>
              <a:off x="6193101"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647;p35"/>
            <p:cNvGrpSpPr/>
            <p:nvPr/>
          </p:nvGrpSpPr>
          <p:grpSpPr>
            <a:xfrm>
              <a:off x="6102151" y="1600325"/>
              <a:ext cx="2327100" cy="2825100"/>
              <a:chOff x="715400" y="1600325"/>
              <a:chExt cx="2327100" cy="2825100"/>
            </a:xfrm>
          </p:grpSpPr>
          <p:sp>
            <p:nvSpPr>
              <p:cNvPr id="648" name="Google Shape;64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649" name="Google Shape;64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0" name="Google Shape;650;p35"/>
          <p:cNvGrpSpPr/>
          <p:nvPr/>
        </p:nvGrpSpPr>
        <p:grpSpPr>
          <a:xfrm>
            <a:off x="3408500" y="1600325"/>
            <a:ext cx="2418600" cy="2916600"/>
            <a:chOff x="3408500" y="1600325"/>
            <a:chExt cx="2418600" cy="2916600"/>
          </a:xfrm>
        </p:grpSpPr>
        <p:sp>
          <p:nvSpPr>
            <p:cNvPr id="651" name="Google Shape;651;p35"/>
            <p:cNvSpPr/>
            <p:nvPr/>
          </p:nvSpPr>
          <p:spPr>
            <a:xfrm>
              <a:off x="35000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2" name="Google Shape;652;p35"/>
            <p:cNvGrpSpPr/>
            <p:nvPr/>
          </p:nvGrpSpPr>
          <p:grpSpPr>
            <a:xfrm>
              <a:off x="3408500" y="1600325"/>
              <a:ext cx="2327100" cy="2825100"/>
              <a:chOff x="715400" y="1600325"/>
              <a:chExt cx="2327100" cy="2825100"/>
            </a:xfrm>
          </p:grpSpPr>
          <p:sp>
            <p:nvSpPr>
              <p:cNvPr id="653" name="Google Shape;653;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4" name="Google Shape;654;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55" name="Google Shape;655;p35"/>
          <p:cNvGrpSpPr/>
          <p:nvPr/>
        </p:nvGrpSpPr>
        <p:grpSpPr>
          <a:xfrm>
            <a:off x="715400" y="1600325"/>
            <a:ext cx="2418600" cy="2916600"/>
            <a:chOff x="715400" y="1600325"/>
            <a:chExt cx="2418600" cy="2916600"/>
          </a:xfrm>
        </p:grpSpPr>
        <p:sp>
          <p:nvSpPr>
            <p:cNvPr id="656" name="Google Shape;656;p35"/>
            <p:cNvSpPr/>
            <p:nvPr/>
          </p:nvSpPr>
          <p:spPr>
            <a:xfrm>
              <a:off x="806900" y="1691825"/>
              <a:ext cx="2327100" cy="28251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5"/>
            <p:cNvGrpSpPr/>
            <p:nvPr/>
          </p:nvGrpSpPr>
          <p:grpSpPr>
            <a:xfrm>
              <a:off x="715400" y="1600325"/>
              <a:ext cx="2327100" cy="2825100"/>
              <a:chOff x="715400" y="1600325"/>
              <a:chExt cx="2327100" cy="2825100"/>
            </a:xfrm>
          </p:grpSpPr>
          <p:sp>
            <p:nvSpPr>
              <p:cNvPr id="658" name="Google Shape;658;p35"/>
              <p:cNvSpPr/>
              <p:nvPr/>
            </p:nvSpPr>
            <p:spPr>
              <a:xfrm>
                <a:off x="715400" y="1600325"/>
                <a:ext cx="2327100" cy="28251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 name="Google Shape;659;p35"/>
              <p:cNvCxnSpPr/>
              <p:nvPr/>
            </p:nvCxnSpPr>
            <p:spPr>
              <a:xfrm>
                <a:off x="715400" y="1783325"/>
                <a:ext cx="2322300" cy="0"/>
              </a:xfrm>
              <a:prstGeom prst="straightConnector1">
                <a:avLst/>
              </a:prstGeom>
              <a:noFill/>
              <a:ln w="28575" cap="flat" cmpd="sng">
                <a:solidFill>
                  <a:schemeClr val="dk1"/>
                </a:solidFill>
                <a:prstDash val="solid"/>
                <a:round/>
                <a:headEnd type="none" w="med" len="med"/>
                <a:tailEnd type="none" w="med" len="med"/>
              </a:ln>
            </p:spPr>
          </p:cxnSp>
        </p:grpSp>
      </p:grpSp>
      <p:sp>
        <p:nvSpPr>
          <p:cNvPr id="660" name="Google Shape;660;p35"/>
          <p:cNvSpPr txBox="1">
            <a:spLocks noGrp="1"/>
          </p:cNvSpPr>
          <p:nvPr>
            <p:ph type="subTitle" idx="1"/>
          </p:nvPr>
        </p:nvSpPr>
        <p:spPr>
          <a:xfrm>
            <a:off x="653936" y="1783325"/>
            <a:ext cx="2353099"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Table Creation</a:t>
            </a:r>
          </a:p>
        </p:txBody>
      </p:sp>
      <p:sp>
        <p:nvSpPr>
          <p:cNvPr id="661" name="Google Shape;661;p35"/>
          <p:cNvSpPr txBox="1">
            <a:spLocks noGrp="1"/>
          </p:cNvSpPr>
          <p:nvPr>
            <p:ph type="subTitle" idx="5"/>
          </p:nvPr>
        </p:nvSpPr>
        <p:spPr>
          <a:xfrm>
            <a:off x="3256649" y="2068781"/>
            <a:ext cx="2626001"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Formatting Tables</a:t>
            </a:r>
          </a:p>
        </p:txBody>
      </p:sp>
      <p:sp>
        <p:nvSpPr>
          <p:cNvPr id="662" name="Google Shape;662;p35"/>
          <p:cNvSpPr txBox="1">
            <a:spLocks noGrp="1"/>
          </p:cNvSpPr>
          <p:nvPr>
            <p:ph type="subTitle" idx="6"/>
          </p:nvPr>
        </p:nvSpPr>
        <p:spPr>
          <a:xfrm>
            <a:off x="6157150" y="2464175"/>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Editing Table Structure</a:t>
            </a:r>
          </a:p>
          <a:p>
            <a:pPr marL="0" lvl="0" indent="0" algn="ctr" rtl="0">
              <a:spcBef>
                <a:spcPts val="0"/>
              </a:spcBef>
              <a:spcAft>
                <a:spcPts val="0"/>
              </a:spcAft>
              <a:buNone/>
            </a:pPr>
            <a:endParaRPr lang="en-US" dirty="0"/>
          </a:p>
        </p:txBody>
      </p:sp>
      <p:sp>
        <p:nvSpPr>
          <p:cNvPr id="663" name="Google Shape;663;p35"/>
          <p:cNvSpPr txBox="1">
            <a:spLocks noGrp="1"/>
          </p:cNvSpPr>
          <p:nvPr>
            <p:ph type="title"/>
          </p:nvPr>
        </p:nvSpPr>
        <p:spPr>
          <a:xfrm>
            <a:off x="713232" y="731520"/>
            <a:ext cx="77175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Creating and Editing Tables</a:t>
            </a:r>
            <a:br>
              <a:rPr lang="en-US" dirty="0"/>
            </a:br>
            <a:endParaRPr lang="en-US" dirty="0"/>
          </a:p>
        </p:txBody>
      </p:sp>
      <p:sp>
        <p:nvSpPr>
          <p:cNvPr id="664" name="Google Shape;664;p35"/>
          <p:cNvSpPr txBox="1">
            <a:spLocks noGrp="1"/>
          </p:cNvSpPr>
          <p:nvPr>
            <p:ph type="subTitle" idx="2"/>
          </p:nvPr>
        </p:nvSpPr>
        <p:spPr>
          <a:xfrm>
            <a:off x="776357" y="2418575"/>
            <a:ext cx="2194500"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In Microsoft Word, go to the "Insert" tab.</a:t>
            </a:r>
          </a:p>
          <a:p>
            <a:pPr marL="0" lvl="0" indent="0" algn="ctr" rtl="0">
              <a:spcBef>
                <a:spcPts val="0"/>
              </a:spcBef>
              <a:spcAft>
                <a:spcPts val="0"/>
              </a:spcAft>
              <a:buNone/>
            </a:pPr>
            <a:r>
              <a:rPr lang="en-US" dirty="0"/>
              <a:t>Click on "Table" and select the grid to create a table.</a:t>
            </a:r>
          </a:p>
          <a:p>
            <a:pPr marL="0" lvl="0" indent="0" algn="ctr" rtl="0">
              <a:spcBef>
                <a:spcPts val="0"/>
              </a:spcBef>
              <a:spcAft>
                <a:spcPts val="0"/>
              </a:spcAft>
              <a:buNone/>
            </a:pPr>
            <a:r>
              <a:rPr lang="en-US" dirty="0"/>
              <a:t>Customize the number of rows and columns as needed.</a:t>
            </a:r>
          </a:p>
        </p:txBody>
      </p:sp>
      <p:sp>
        <p:nvSpPr>
          <p:cNvPr id="665" name="Google Shape;665;p35"/>
          <p:cNvSpPr txBox="1">
            <a:spLocks noGrp="1"/>
          </p:cNvSpPr>
          <p:nvPr>
            <p:ph type="subTitle" idx="3"/>
          </p:nvPr>
        </p:nvSpPr>
        <p:spPr>
          <a:xfrm>
            <a:off x="3472399" y="2459533"/>
            <a:ext cx="2194500"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 format your table, select it.</a:t>
            </a:r>
          </a:p>
          <a:p>
            <a:pPr marL="0" lvl="0" indent="0" algn="ctr" rtl="0">
              <a:spcBef>
                <a:spcPts val="0"/>
              </a:spcBef>
              <a:spcAft>
                <a:spcPts val="0"/>
              </a:spcAft>
              <a:buNone/>
            </a:pPr>
            <a:r>
              <a:rPr lang="en-US" dirty="0"/>
              <a:t>Utilize the "Table Tools" tab to access various formatting options.</a:t>
            </a:r>
          </a:p>
          <a:p>
            <a:pPr marL="0" lvl="0" indent="0" algn="ctr" rtl="0">
              <a:spcBef>
                <a:spcPts val="0"/>
              </a:spcBef>
              <a:spcAft>
                <a:spcPts val="0"/>
              </a:spcAft>
              <a:buNone/>
            </a:pPr>
            <a:r>
              <a:rPr lang="en-US" dirty="0"/>
              <a:t>Modify properties such as borders, shading, and cell size.</a:t>
            </a:r>
          </a:p>
        </p:txBody>
      </p:sp>
      <p:sp>
        <p:nvSpPr>
          <p:cNvPr id="666" name="Google Shape;666;p35"/>
          <p:cNvSpPr txBox="1">
            <a:spLocks noGrp="1"/>
          </p:cNvSpPr>
          <p:nvPr>
            <p:ph type="subTitle" idx="4"/>
          </p:nvPr>
        </p:nvSpPr>
        <p:spPr>
          <a:xfrm>
            <a:off x="6195951" y="2518577"/>
            <a:ext cx="2194500" cy="118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Right-click within the table to access table-specific options.</a:t>
            </a:r>
          </a:p>
          <a:p>
            <a:pPr marL="0" lvl="0" indent="0" algn="ctr" rtl="0">
              <a:spcBef>
                <a:spcPts val="0"/>
              </a:spcBef>
              <a:spcAft>
                <a:spcPts val="0"/>
              </a:spcAft>
              <a:buNone/>
            </a:pPr>
            <a:r>
              <a:rPr lang="en-US" sz="1200" dirty="0"/>
              <a:t>You can insert or delete rows and columns as well as merge or split cells.</a:t>
            </a:r>
          </a:p>
          <a:p>
            <a:pPr marL="0" lvl="0" indent="0" algn="ctr" rtl="0">
              <a:spcBef>
                <a:spcPts val="0"/>
              </a:spcBef>
              <a:spcAft>
                <a:spcPts val="0"/>
              </a:spcAft>
              <a:buNone/>
            </a:pPr>
            <a:r>
              <a:rPr lang="en-US" sz="1200" dirty="0"/>
              <a:t>Use these functions to adjust the table's structure to your requirements</a:t>
            </a:r>
          </a:p>
        </p:txBody>
      </p:sp>
      <p:sp>
        <p:nvSpPr>
          <p:cNvPr id="673" name="Google Shape;673;p35"/>
          <p:cNvSpPr/>
          <p:nvPr/>
        </p:nvSpPr>
        <p:spPr>
          <a:xfrm>
            <a:off x="7971700" y="10816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a:off x="7739360" y="932973"/>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a:off x="715160" y="12527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 name="Straight Connector 1">
            <a:extLst>
              <a:ext uri="{FF2B5EF4-FFF2-40B4-BE49-F238E27FC236}">
                <a16:creationId xmlns:a16="http://schemas.microsoft.com/office/drawing/2014/main" id="{F9D4C06D-BC2B-4380-A850-E8B354150844}"/>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5959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grpSp>
        <p:nvGrpSpPr>
          <p:cNvPr id="515" name="Google Shape;515;p32"/>
          <p:cNvGrpSpPr/>
          <p:nvPr/>
        </p:nvGrpSpPr>
        <p:grpSpPr>
          <a:xfrm>
            <a:off x="5029205" y="266598"/>
            <a:ext cx="3657590" cy="348347"/>
            <a:chOff x="4572050" y="100025"/>
            <a:chExt cx="3657590" cy="348347"/>
          </a:xfrm>
        </p:grpSpPr>
        <p:sp>
          <p:nvSpPr>
            <p:cNvPr id="516" name="Google Shape;516;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42" y="610"/>
                    <a:pt x="4805" y="0"/>
                    <a:pt x="7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4572050" y="100025"/>
              <a:ext cx="3657590" cy="348347"/>
            </a:xfrm>
            <a:custGeom>
              <a:avLst/>
              <a:gdLst/>
              <a:ahLst/>
              <a:cxnLst/>
              <a:rect l="l" t="t" r="r" b="b"/>
              <a:pathLst>
                <a:path w="46122" h="4488" extrusionOk="0">
                  <a:moveTo>
                    <a:pt x="7122" y="0"/>
                  </a:moveTo>
                  <a:lnTo>
                    <a:pt x="43975" y="0"/>
                  </a:lnTo>
                  <a:cubicBezTo>
                    <a:pt x="44512" y="0"/>
                    <a:pt x="45024" y="244"/>
                    <a:pt x="45365" y="659"/>
                  </a:cubicBezTo>
                  <a:cubicBezTo>
                    <a:pt x="46121" y="1585"/>
                    <a:pt x="46121" y="2902"/>
                    <a:pt x="45365" y="3829"/>
                  </a:cubicBezTo>
                  <a:cubicBezTo>
                    <a:pt x="45024" y="4244"/>
                    <a:pt x="44512" y="4488"/>
                    <a:pt x="43975" y="4488"/>
                  </a:cubicBezTo>
                  <a:lnTo>
                    <a:pt x="7122" y="4488"/>
                  </a:lnTo>
                  <a:cubicBezTo>
                    <a:pt x="4805" y="4488"/>
                    <a:pt x="3342" y="3878"/>
                    <a:pt x="2025" y="3317"/>
                  </a:cubicBezTo>
                  <a:cubicBezTo>
                    <a:pt x="1610" y="3146"/>
                    <a:pt x="1220" y="3000"/>
                    <a:pt x="830" y="2854"/>
                  </a:cubicBezTo>
                  <a:cubicBezTo>
                    <a:pt x="659" y="2805"/>
                    <a:pt x="488" y="2732"/>
                    <a:pt x="342" y="2634"/>
                  </a:cubicBezTo>
                  <a:cubicBezTo>
                    <a:pt x="1" y="2488"/>
                    <a:pt x="1" y="2000"/>
                    <a:pt x="342" y="1829"/>
                  </a:cubicBezTo>
                  <a:cubicBezTo>
                    <a:pt x="488" y="1756"/>
                    <a:pt x="659" y="1659"/>
                    <a:pt x="830" y="1610"/>
                  </a:cubicBezTo>
                  <a:cubicBezTo>
                    <a:pt x="1220" y="1488"/>
                    <a:pt x="1610" y="1317"/>
                    <a:pt x="2025" y="1146"/>
                  </a:cubicBezTo>
                  <a:cubicBezTo>
                    <a:pt x="3318" y="610"/>
                    <a:pt x="4805" y="0"/>
                    <a:pt x="7122" y="0"/>
                  </a:cubicBezTo>
                  <a:close/>
                  <a:moveTo>
                    <a:pt x="28317" y="2780"/>
                  </a:moveTo>
                  <a:lnTo>
                    <a:pt x="8464" y="2780"/>
                  </a:lnTo>
                  <a:cubicBezTo>
                    <a:pt x="8269" y="2780"/>
                    <a:pt x="8269" y="3073"/>
                    <a:pt x="8464" y="3073"/>
                  </a:cubicBezTo>
                  <a:lnTo>
                    <a:pt x="28317" y="3073"/>
                  </a:lnTo>
                  <a:cubicBezTo>
                    <a:pt x="28512" y="3073"/>
                    <a:pt x="28512" y="2780"/>
                    <a:pt x="28317" y="2780"/>
                  </a:cubicBezTo>
                  <a:close/>
                  <a:moveTo>
                    <a:pt x="6293" y="2780"/>
                  </a:moveTo>
                  <a:lnTo>
                    <a:pt x="6805" y="2780"/>
                  </a:lnTo>
                  <a:cubicBezTo>
                    <a:pt x="7000" y="2780"/>
                    <a:pt x="7000" y="3073"/>
                    <a:pt x="6805" y="3073"/>
                  </a:cubicBezTo>
                  <a:lnTo>
                    <a:pt x="6244" y="3073"/>
                  </a:lnTo>
                  <a:cubicBezTo>
                    <a:pt x="6171" y="3415"/>
                    <a:pt x="6098" y="3732"/>
                    <a:pt x="5952" y="4049"/>
                  </a:cubicBezTo>
                  <a:cubicBezTo>
                    <a:pt x="6342" y="4073"/>
                    <a:pt x="6732" y="4097"/>
                    <a:pt x="7122" y="4097"/>
                  </a:cubicBezTo>
                  <a:lnTo>
                    <a:pt x="38000" y="4097"/>
                  </a:lnTo>
                  <a:lnTo>
                    <a:pt x="38000" y="3073"/>
                  </a:lnTo>
                  <a:lnTo>
                    <a:pt x="29951" y="3073"/>
                  </a:lnTo>
                  <a:cubicBezTo>
                    <a:pt x="29756" y="3073"/>
                    <a:pt x="29756" y="2780"/>
                    <a:pt x="29951" y="2780"/>
                  </a:cubicBezTo>
                  <a:lnTo>
                    <a:pt x="38000" y="2780"/>
                  </a:lnTo>
                  <a:lnTo>
                    <a:pt x="38000" y="1561"/>
                  </a:lnTo>
                  <a:lnTo>
                    <a:pt x="37390" y="1561"/>
                  </a:lnTo>
                  <a:cubicBezTo>
                    <a:pt x="37317" y="1561"/>
                    <a:pt x="37244" y="1488"/>
                    <a:pt x="37244" y="1415"/>
                  </a:cubicBezTo>
                  <a:cubicBezTo>
                    <a:pt x="37244" y="1317"/>
                    <a:pt x="37317" y="1268"/>
                    <a:pt x="37390" y="1268"/>
                  </a:cubicBezTo>
                  <a:lnTo>
                    <a:pt x="38000" y="1268"/>
                  </a:lnTo>
                  <a:lnTo>
                    <a:pt x="38000" y="366"/>
                  </a:lnTo>
                  <a:lnTo>
                    <a:pt x="7122" y="366"/>
                  </a:lnTo>
                  <a:cubicBezTo>
                    <a:pt x="6732" y="366"/>
                    <a:pt x="6366" y="390"/>
                    <a:pt x="5976" y="415"/>
                  </a:cubicBezTo>
                  <a:cubicBezTo>
                    <a:pt x="6074" y="707"/>
                    <a:pt x="6171" y="976"/>
                    <a:pt x="6220" y="1268"/>
                  </a:cubicBezTo>
                  <a:lnTo>
                    <a:pt x="14244" y="1268"/>
                  </a:lnTo>
                  <a:cubicBezTo>
                    <a:pt x="14342" y="1268"/>
                    <a:pt x="14390" y="1317"/>
                    <a:pt x="14390" y="1415"/>
                  </a:cubicBezTo>
                  <a:cubicBezTo>
                    <a:pt x="14390" y="1488"/>
                    <a:pt x="14342" y="1561"/>
                    <a:pt x="14244" y="1561"/>
                  </a:cubicBezTo>
                  <a:lnTo>
                    <a:pt x="6269" y="1561"/>
                  </a:lnTo>
                  <a:cubicBezTo>
                    <a:pt x="6317" y="1951"/>
                    <a:pt x="6317" y="2366"/>
                    <a:pt x="6269" y="2780"/>
                  </a:cubicBezTo>
                  <a:close/>
                  <a:moveTo>
                    <a:pt x="38292" y="2927"/>
                  </a:moveTo>
                  <a:lnTo>
                    <a:pt x="38292" y="2927"/>
                  </a:lnTo>
                  <a:lnTo>
                    <a:pt x="38292" y="4097"/>
                  </a:lnTo>
                  <a:lnTo>
                    <a:pt x="40268" y="4097"/>
                  </a:lnTo>
                  <a:lnTo>
                    <a:pt x="40268" y="390"/>
                  </a:lnTo>
                  <a:lnTo>
                    <a:pt x="38317" y="390"/>
                  </a:lnTo>
                  <a:lnTo>
                    <a:pt x="38317" y="2927"/>
                  </a:lnTo>
                  <a:close/>
                  <a:moveTo>
                    <a:pt x="28951" y="3073"/>
                  </a:moveTo>
                  <a:lnTo>
                    <a:pt x="29244" y="3073"/>
                  </a:lnTo>
                  <a:cubicBezTo>
                    <a:pt x="29439" y="3073"/>
                    <a:pt x="29439" y="2780"/>
                    <a:pt x="29244" y="2780"/>
                  </a:cubicBezTo>
                  <a:lnTo>
                    <a:pt x="28951" y="2780"/>
                  </a:lnTo>
                  <a:cubicBezTo>
                    <a:pt x="28732" y="2780"/>
                    <a:pt x="28732" y="3073"/>
                    <a:pt x="28951" y="3073"/>
                  </a:cubicBezTo>
                  <a:close/>
                  <a:moveTo>
                    <a:pt x="15878" y="1561"/>
                  </a:moveTo>
                  <a:lnTo>
                    <a:pt x="35731" y="1561"/>
                  </a:lnTo>
                  <a:cubicBezTo>
                    <a:pt x="35829" y="1561"/>
                    <a:pt x="35878" y="1512"/>
                    <a:pt x="35878" y="1415"/>
                  </a:cubicBezTo>
                  <a:cubicBezTo>
                    <a:pt x="35878" y="1341"/>
                    <a:pt x="35829" y="1268"/>
                    <a:pt x="35731" y="1268"/>
                  </a:cubicBezTo>
                  <a:lnTo>
                    <a:pt x="15878" y="1268"/>
                  </a:lnTo>
                  <a:cubicBezTo>
                    <a:pt x="15805" y="1268"/>
                    <a:pt x="15732" y="1341"/>
                    <a:pt x="15732" y="1415"/>
                  </a:cubicBezTo>
                  <a:cubicBezTo>
                    <a:pt x="15732" y="1512"/>
                    <a:pt x="15805" y="1585"/>
                    <a:pt x="15878" y="1561"/>
                  </a:cubicBezTo>
                  <a:close/>
                  <a:moveTo>
                    <a:pt x="15244" y="1268"/>
                  </a:moveTo>
                  <a:lnTo>
                    <a:pt x="14951" y="1268"/>
                  </a:lnTo>
                  <a:cubicBezTo>
                    <a:pt x="14854" y="1268"/>
                    <a:pt x="14781" y="1341"/>
                    <a:pt x="14805" y="1415"/>
                  </a:cubicBezTo>
                  <a:cubicBezTo>
                    <a:pt x="14781" y="1512"/>
                    <a:pt x="14854" y="1561"/>
                    <a:pt x="14951" y="1561"/>
                  </a:cubicBezTo>
                  <a:lnTo>
                    <a:pt x="15244" y="1561"/>
                  </a:lnTo>
                  <a:cubicBezTo>
                    <a:pt x="15342" y="1561"/>
                    <a:pt x="15390" y="1512"/>
                    <a:pt x="15390" y="1415"/>
                  </a:cubicBezTo>
                  <a:cubicBezTo>
                    <a:pt x="15390" y="1341"/>
                    <a:pt x="15342" y="1268"/>
                    <a:pt x="15244" y="1268"/>
                  </a:cubicBezTo>
                  <a:close/>
                  <a:moveTo>
                    <a:pt x="5561" y="3976"/>
                  </a:moveTo>
                  <a:cubicBezTo>
                    <a:pt x="6025" y="2854"/>
                    <a:pt x="6025" y="1610"/>
                    <a:pt x="5561" y="488"/>
                  </a:cubicBezTo>
                  <a:cubicBezTo>
                    <a:pt x="4391" y="683"/>
                    <a:pt x="3244" y="1024"/>
                    <a:pt x="2171" y="1512"/>
                  </a:cubicBezTo>
                  <a:lnTo>
                    <a:pt x="1903" y="1634"/>
                  </a:lnTo>
                  <a:cubicBezTo>
                    <a:pt x="2147" y="2000"/>
                    <a:pt x="2147" y="2463"/>
                    <a:pt x="1903" y="2854"/>
                  </a:cubicBezTo>
                  <a:lnTo>
                    <a:pt x="2171" y="2951"/>
                  </a:lnTo>
                  <a:cubicBezTo>
                    <a:pt x="3244" y="3463"/>
                    <a:pt x="4366" y="3805"/>
                    <a:pt x="5537" y="4000"/>
                  </a:cubicBezTo>
                  <a:close/>
                  <a:moveTo>
                    <a:pt x="1513" y="2683"/>
                  </a:moveTo>
                  <a:cubicBezTo>
                    <a:pt x="1732" y="2415"/>
                    <a:pt x="1732" y="2049"/>
                    <a:pt x="1537" y="1756"/>
                  </a:cubicBezTo>
                  <a:cubicBezTo>
                    <a:pt x="1342" y="1854"/>
                    <a:pt x="1147" y="1902"/>
                    <a:pt x="976" y="1976"/>
                  </a:cubicBezTo>
                  <a:cubicBezTo>
                    <a:pt x="830" y="2024"/>
                    <a:pt x="683" y="2073"/>
                    <a:pt x="561" y="2146"/>
                  </a:cubicBezTo>
                  <a:cubicBezTo>
                    <a:pt x="513" y="2195"/>
                    <a:pt x="488" y="2219"/>
                    <a:pt x="488" y="2219"/>
                  </a:cubicBezTo>
                  <a:cubicBezTo>
                    <a:pt x="488" y="2219"/>
                    <a:pt x="513" y="2244"/>
                    <a:pt x="561" y="2293"/>
                  </a:cubicBezTo>
                  <a:cubicBezTo>
                    <a:pt x="683" y="2366"/>
                    <a:pt x="830" y="2415"/>
                    <a:pt x="976" y="2463"/>
                  </a:cubicBezTo>
                  <a:cubicBezTo>
                    <a:pt x="1147" y="2537"/>
                    <a:pt x="1342" y="2585"/>
                    <a:pt x="1513" y="2658"/>
                  </a:cubicBezTo>
                  <a:close/>
                  <a:moveTo>
                    <a:pt x="40561" y="4097"/>
                  </a:moveTo>
                  <a:lnTo>
                    <a:pt x="43975" y="4097"/>
                  </a:lnTo>
                  <a:cubicBezTo>
                    <a:pt x="44414" y="4097"/>
                    <a:pt x="44804" y="3902"/>
                    <a:pt x="45073" y="3561"/>
                  </a:cubicBezTo>
                  <a:cubicBezTo>
                    <a:pt x="45707" y="2805"/>
                    <a:pt x="45707" y="1707"/>
                    <a:pt x="45073" y="927"/>
                  </a:cubicBezTo>
                  <a:cubicBezTo>
                    <a:pt x="44804" y="610"/>
                    <a:pt x="44414" y="415"/>
                    <a:pt x="43975" y="390"/>
                  </a:cubicBezTo>
                  <a:lnTo>
                    <a:pt x="40561" y="3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4720981" y="137824"/>
              <a:ext cx="328867" cy="270807"/>
            </a:xfrm>
            <a:custGeom>
              <a:avLst/>
              <a:gdLst/>
              <a:ahLst/>
              <a:cxnLst/>
              <a:rect l="l" t="t" r="r" b="b"/>
              <a:pathLst>
                <a:path w="4147" h="3489" extrusionOk="0">
                  <a:moveTo>
                    <a:pt x="293" y="2464"/>
                  </a:moveTo>
                  <a:cubicBezTo>
                    <a:pt x="1366" y="2976"/>
                    <a:pt x="2488" y="3318"/>
                    <a:pt x="3659" y="3489"/>
                  </a:cubicBezTo>
                  <a:cubicBezTo>
                    <a:pt x="4147" y="2391"/>
                    <a:pt x="4147" y="1123"/>
                    <a:pt x="3659" y="1"/>
                  </a:cubicBezTo>
                  <a:cubicBezTo>
                    <a:pt x="2488" y="196"/>
                    <a:pt x="1342" y="537"/>
                    <a:pt x="269" y="1025"/>
                  </a:cubicBezTo>
                  <a:lnTo>
                    <a:pt x="1" y="1147"/>
                  </a:lnTo>
                  <a:cubicBezTo>
                    <a:pt x="244" y="1513"/>
                    <a:pt x="244" y="2001"/>
                    <a:pt x="1" y="23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4722884" y="287391"/>
              <a:ext cx="307614" cy="121239"/>
            </a:xfrm>
            <a:custGeom>
              <a:avLst/>
              <a:gdLst/>
              <a:ahLst/>
              <a:cxnLst/>
              <a:rect l="l" t="t" r="r" b="b"/>
              <a:pathLst>
                <a:path w="3879" h="1562" extrusionOk="0">
                  <a:moveTo>
                    <a:pt x="269" y="537"/>
                  </a:moveTo>
                  <a:cubicBezTo>
                    <a:pt x="1342" y="1049"/>
                    <a:pt x="2464" y="1391"/>
                    <a:pt x="3635" y="1562"/>
                  </a:cubicBezTo>
                  <a:cubicBezTo>
                    <a:pt x="3733" y="1318"/>
                    <a:pt x="3830" y="1074"/>
                    <a:pt x="3879" y="805"/>
                  </a:cubicBezTo>
                  <a:cubicBezTo>
                    <a:pt x="2855" y="708"/>
                    <a:pt x="1830" y="488"/>
                    <a:pt x="830" y="171"/>
                  </a:cubicBezTo>
                  <a:cubicBezTo>
                    <a:pt x="611" y="98"/>
                    <a:pt x="367" y="49"/>
                    <a:pt x="172" y="1"/>
                  </a:cubicBezTo>
                  <a:cubicBezTo>
                    <a:pt x="123" y="147"/>
                    <a:pt x="74" y="293"/>
                    <a:pt x="1" y="415"/>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2"/>
            <p:cNvSpPr/>
            <p:nvPr/>
          </p:nvSpPr>
          <p:spPr>
            <a:xfrm>
              <a:off x="4610750" y="238182"/>
              <a:ext cx="98732" cy="70089"/>
            </a:xfrm>
            <a:custGeom>
              <a:avLst/>
              <a:gdLst/>
              <a:ahLst/>
              <a:cxnLst/>
              <a:rect l="l" t="t" r="r" b="b"/>
              <a:pathLst>
                <a:path w="1245" h="903" extrusionOk="0">
                  <a:moveTo>
                    <a:pt x="1025" y="903"/>
                  </a:moveTo>
                  <a:cubicBezTo>
                    <a:pt x="1244" y="635"/>
                    <a:pt x="1244" y="269"/>
                    <a:pt x="1049" y="0"/>
                  </a:cubicBezTo>
                  <a:cubicBezTo>
                    <a:pt x="854" y="74"/>
                    <a:pt x="659" y="147"/>
                    <a:pt x="488" y="196"/>
                  </a:cubicBezTo>
                  <a:cubicBezTo>
                    <a:pt x="342" y="244"/>
                    <a:pt x="195" y="293"/>
                    <a:pt x="73" y="391"/>
                  </a:cubicBezTo>
                  <a:cubicBezTo>
                    <a:pt x="25" y="415"/>
                    <a:pt x="0" y="439"/>
                    <a:pt x="0" y="439"/>
                  </a:cubicBezTo>
                  <a:cubicBezTo>
                    <a:pt x="0" y="464"/>
                    <a:pt x="25" y="488"/>
                    <a:pt x="73" y="513"/>
                  </a:cubicBezTo>
                  <a:cubicBezTo>
                    <a:pt x="195" y="586"/>
                    <a:pt x="342" y="659"/>
                    <a:pt x="488" y="683"/>
                  </a:cubicBezTo>
                  <a:cubicBezTo>
                    <a:pt x="659" y="757"/>
                    <a:pt x="854" y="830"/>
                    <a:pt x="1025" y="9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2"/>
            <p:cNvSpPr/>
            <p:nvPr/>
          </p:nvSpPr>
          <p:spPr>
            <a:xfrm>
              <a:off x="4610750" y="272256"/>
              <a:ext cx="92943" cy="36015"/>
            </a:xfrm>
            <a:custGeom>
              <a:avLst/>
              <a:gdLst/>
              <a:ahLst/>
              <a:cxnLst/>
              <a:rect l="l" t="t" r="r" b="b"/>
              <a:pathLst>
                <a:path w="1172" h="464" extrusionOk="0">
                  <a:moveTo>
                    <a:pt x="1025" y="464"/>
                  </a:moveTo>
                  <a:cubicBezTo>
                    <a:pt x="1098" y="366"/>
                    <a:pt x="1147" y="244"/>
                    <a:pt x="1171" y="147"/>
                  </a:cubicBezTo>
                  <a:cubicBezTo>
                    <a:pt x="756" y="74"/>
                    <a:pt x="366" y="25"/>
                    <a:pt x="25" y="0"/>
                  </a:cubicBezTo>
                  <a:lnTo>
                    <a:pt x="0" y="25"/>
                  </a:lnTo>
                  <a:cubicBezTo>
                    <a:pt x="0" y="25"/>
                    <a:pt x="25" y="49"/>
                    <a:pt x="73" y="98"/>
                  </a:cubicBezTo>
                  <a:cubicBezTo>
                    <a:pt x="195" y="171"/>
                    <a:pt x="342" y="220"/>
                    <a:pt x="488" y="269"/>
                  </a:cubicBezTo>
                  <a:cubicBezTo>
                    <a:pt x="659" y="318"/>
                    <a:pt x="854" y="391"/>
                    <a:pt x="1025" y="4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5043980" y="130295"/>
              <a:ext cx="2541566" cy="289669"/>
            </a:xfrm>
            <a:custGeom>
              <a:avLst/>
              <a:gdLst/>
              <a:ahLst/>
              <a:cxnLst/>
              <a:rect l="l" t="t" r="r" b="b"/>
              <a:pathLst>
                <a:path w="32049" h="3732" extrusionOk="0">
                  <a:moveTo>
                    <a:pt x="25" y="49"/>
                  </a:moveTo>
                  <a:cubicBezTo>
                    <a:pt x="123" y="317"/>
                    <a:pt x="220" y="610"/>
                    <a:pt x="269" y="878"/>
                  </a:cubicBezTo>
                  <a:lnTo>
                    <a:pt x="8293" y="878"/>
                  </a:lnTo>
                  <a:cubicBezTo>
                    <a:pt x="8391" y="878"/>
                    <a:pt x="8439" y="951"/>
                    <a:pt x="8439" y="1025"/>
                  </a:cubicBezTo>
                  <a:cubicBezTo>
                    <a:pt x="8439" y="1122"/>
                    <a:pt x="8391" y="1195"/>
                    <a:pt x="8293" y="1195"/>
                  </a:cubicBezTo>
                  <a:lnTo>
                    <a:pt x="318" y="1195"/>
                  </a:lnTo>
                  <a:cubicBezTo>
                    <a:pt x="366" y="1586"/>
                    <a:pt x="366" y="2000"/>
                    <a:pt x="318" y="2415"/>
                  </a:cubicBezTo>
                  <a:lnTo>
                    <a:pt x="830" y="2415"/>
                  </a:lnTo>
                  <a:cubicBezTo>
                    <a:pt x="1025" y="2415"/>
                    <a:pt x="1025" y="2708"/>
                    <a:pt x="830" y="2708"/>
                  </a:cubicBezTo>
                  <a:lnTo>
                    <a:pt x="293" y="2708"/>
                  </a:lnTo>
                  <a:cubicBezTo>
                    <a:pt x="220" y="3025"/>
                    <a:pt x="147" y="3366"/>
                    <a:pt x="1" y="3659"/>
                  </a:cubicBezTo>
                  <a:cubicBezTo>
                    <a:pt x="391" y="3707"/>
                    <a:pt x="781" y="3732"/>
                    <a:pt x="1171" y="3732"/>
                  </a:cubicBezTo>
                  <a:lnTo>
                    <a:pt x="32049" y="3732"/>
                  </a:lnTo>
                  <a:lnTo>
                    <a:pt x="32049" y="2708"/>
                  </a:lnTo>
                  <a:lnTo>
                    <a:pt x="24000" y="2708"/>
                  </a:lnTo>
                  <a:cubicBezTo>
                    <a:pt x="23805" y="2708"/>
                    <a:pt x="23805" y="2415"/>
                    <a:pt x="24000" y="2415"/>
                  </a:cubicBezTo>
                  <a:lnTo>
                    <a:pt x="32049" y="2415"/>
                  </a:lnTo>
                  <a:lnTo>
                    <a:pt x="32049" y="1195"/>
                  </a:lnTo>
                  <a:lnTo>
                    <a:pt x="31439" y="1195"/>
                  </a:lnTo>
                  <a:cubicBezTo>
                    <a:pt x="31366" y="1195"/>
                    <a:pt x="31293" y="1122"/>
                    <a:pt x="31293" y="1025"/>
                  </a:cubicBezTo>
                  <a:cubicBezTo>
                    <a:pt x="31293" y="951"/>
                    <a:pt x="31366" y="878"/>
                    <a:pt x="31439" y="878"/>
                  </a:cubicBezTo>
                  <a:lnTo>
                    <a:pt x="32049" y="878"/>
                  </a:lnTo>
                  <a:lnTo>
                    <a:pt x="32049" y="0"/>
                  </a:lnTo>
                  <a:lnTo>
                    <a:pt x="1171" y="0"/>
                  </a:lnTo>
                  <a:cubicBezTo>
                    <a:pt x="781" y="0"/>
                    <a:pt x="415" y="25"/>
                    <a:pt x="25" y="49"/>
                  </a:cubicBezTo>
                  <a:close/>
                  <a:moveTo>
                    <a:pt x="2513" y="2390"/>
                  </a:moveTo>
                  <a:lnTo>
                    <a:pt x="22366" y="2390"/>
                  </a:lnTo>
                  <a:cubicBezTo>
                    <a:pt x="22561" y="2390"/>
                    <a:pt x="22561" y="2683"/>
                    <a:pt x="22366" y="2683"/>
                  </a:cubicBezTo>
                  <a:lnTo>
                    <a:pt x="2513" y="2683"/>
                  </a:lnTo>
                  <a:cubicBezTo>
                    <a:pt x="2318" y="2683"/>
                    <a:pt x="2318" y="2390"/>
                    <a:pt x="2513" y="2390"/>
                  </a:cubicBezTo>
                  <a:close/>
                  <a:moveTo>
                    <a:pt x="23000" y="2683"/>
                  </a:moveTo>
                  <a:cubicBezTo>
                    <a:pt x="22805" y="2683"/>
                    <a:pt x="22805" y="2390"/>
                    <a:pt x="23000" y="2390"/>
                  </a:cubicBezTo>
                  <a:lnTo>
                    <a:pt x="23317" y="2390"/>
                  </a:lnTo>
                  <a:cubicBezTo>
                    <a:pt x="23512" y="2390"/>
                    <a:pt x="23512" y="2683"/>
                    <a:pt x="23317" y="2683"/>
                  </a:cubicBezTo>
                  <a:close/>
                  <a:moveTo>
                    <a:pt x="9000" y="1195"/>
                  </a:moveTo>
                  <a:cubicBezTo>
                    <a:pt x="8903" y="1195"/>
                    <a:pt x="8830" y="1122"/>
                    <a:pt x="8830" y="1049"/>
                  </a:cubicBezTo>
                  <a:cubicBezTo>
                    <a:pt x="8830" y="951"/>
                    <a:pt x="8903" y="878"/>
                    <a:pt x="9000" y="903"/>
                  </a:cubicBezTo>
                  <a:lnTo>
                    <a:pt x="9293" y="903"/>
                  </a:lnTo>
                  <a:cubicBezTo>
                    <a:pt x="9391" y="878"/>
                    <a:pt x="9439" y="951"/>
                    <a:pt x="9439" y="1049"/>
                  </a:cubicBezTo>
                  <a:cubicBezTo>
                    <a:pt x="9439" y="1122"/>
                    <a:pt x="9391" y="1195"/>
                    <a:pt x="9293" y="1195"/>
                  </a:cubicBezTo>
                  <a:close/>
                  <a:moveTo>
                    <a:pt x="9927" y="1195"/>
                  </a:moveTo>
                  <a:cubicBezTo>
                    <a:pt x="9854" y="1195"/>
                    <a:pt x="9781" y="1122"/>
                    <a:pt x="9781" y="1049"/>
                  </a:cubicBezTo>
                  <a:cubicBezTo>
                    <a:pt x="9781" y="951"/>
                    <a:pt x="9854" y="878"/>
                    <a:pt x="9927" y="903"/>
                  </a:cubicBezTo>
                  <a:lnTo>
                    <a:pt x="29780" y="903"/>
                  </a:lnTo>
                  <a:cubicBezTo>
                    <a:pt x="29878" y="878"/>
                    <a:pt x="29927" y="951"/>
                    <a:pt x="29927" y="1049"/>
                  </a:cubicBezTo>
                  <a:cubicBezTo>
                    <a:pt x="29927" y="1122"/>
                    <a:pt x="29878" y="1195"/>
                    <a:pt x="29780" y="119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5043980" y="353676"/>
              <a:ext cx="2541566" cy="64423"/>
            </a:xfrm>
            <a:custGeom>
              <a:avLst/>
              <a:gdLst/>
              <a:ahLst/>
              <a:cxnLst/>
              <a:rect l="l" t="t" r="r" b="b"/>
              <a:pathLst>
                <a:path w="32049" h="830" extrusionOk="0">
                  <a:moveTo>
                    <a:pt x="245" y="0"/>
                  </a:moveTo>
                  <a:cubicBezTo>
                    <a:pt x="196" y="244"/>
                    <a:pt x="123" y="512"/>
                    <a:pt x="1" y="756"/>
                  </a:cubicBezTo>
                  <a:cubicBezTo>
                    <a:pt x="391" y="805"/>
                    <a:pt x="781" y="829"/>
                    <a:pt x="1171" y="829"/>
                  </a:cubicBezTo>
                  <a:lnTo>
                    <a:pt x="32049" y="829"/>
                  </a:lnTo>
                  <a:lnTo>
                    <a:pt x="32049" y="98"/>
                  </a:lnTo>
                  <a:lnTo>
                    <a:pt x="4366" y="98"/>
                  </a:lnTo>
                  <a:cubicBezTo>
                    <a:pt x="2488" y="98"/>
                    <a:pt x="1220" y="73"/>
                    <a:pt x="245" y="0"/>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7610613" y="130295"/>
              <a:ext cx="152895" cy="287806"/>
            </a:xfrm>
            <a:custGeom>
              <a:avLst/>
              <a:gdLst/>
              <a:ahLst/>
              <a:cxnLst/>
              <a:rect l="l" t="t" r="r" b="b"/>
              <a:pathLst>
                <a:path w="1928" h="3708" extrusionOk="0">
                  <a:moveTo>
                    <a:pt x="1" y="1025"/>
                  </a:moveTo>
                  <a:lnTo>
                    <a:pt x="1" y="2537"/>
                  </a:lnTo>
                  <a:lnTo>
                    <a:pt x="1" y="2537"/>
                  </a:lnTo>
                  <a:lnTo>
                    <a:pt x="1" y="2537"/>
                  </a:lnTo>
                  <a:lnTo>
                    <a:pt x="1" y="3707"/>
                  </a:lnTo>
                  <a:lnTo>
                    <a:pt x="1928" y="3707"/>
                  </a:lnTo>
                  <a:lnTo>
                    <a:pt x="1928"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7610613" y="361205"/>
              <a:ext cx="154798" cy="56894"/>
            </a:xfrm>
            <a:custGeom>
              <a:avLst/>
              <a:gdLst/>
              <a:ahLst/>
              <a:cxnLst/>
              <a:rect l="l" t="t" r="r" b="b"/>
              <a:pathLst>
                <a:path w="1952" h="733" extrusionOk="0">
                  <a:moveTo>
                    <a:pt x="1" y="1"/>
                  </a:moveTo>
                  <a:lnTo>
                    <a:pt x="1" y="732"/>
                  </a:lnTo>
                  <a:lnTo>
                    <a:pt x="1952" y="732"/>
                  </a:lnTo>
                  <a:lnTo>
                    <a:pt x="1952" y="1"/>
                  </a:lnTo>
                  <a:lnTo>
                    <a:pt x="1" y="1"/>
                  </a:ln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7788568" y="130295"/>
              <a:ext cx="408170" cy="287806"/>
            </a:xfrm>
            <a:custGeom>
              <a:avLst/>
              <a:gdLst/>
              <a:ahLst/>
              <a:cxnLst/>
              <a:rect l="l" t="t" r="r" b="b"/>
              <a:pathLst>
                <a:path w="5147" h="3708" extrusionOk="0">
                  <a:moveTo>
                    <a:pt x="1" y="0"/>
                  </a:moveTo>
                  <a:lnTo>
                    <a:pt x="1" y="3707"/>
                  </a:lnTo>
                  <a:lnTo>
                    <a:pt x="3415" y="3707"/>
                  </a:lnTo>
                  <a:cubicBezTo>
                    <a:pt x="3854" y="3707"/>
                    <a:pt x="4244" y="3512"/>
                    <a:pt x="4513" y="3171"/>
                  </a:cubicBezTo>
                  <a:cubicBezTo>
                    <a:pt x="5147" y="2415"/>
                    <a:pt x="5147" y="1317"/>
                    <a:pt x="4513" y="537"/>
                  </a:cubicBezTo>
                  <a:cubicBezTo>
                    <a:pt x="4244" y="220"/>
                    <a:pt x="3854" y="25"/>
                    <a:pt x="34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7788568" y="224910"/>
              <a:ext cx="396592" cy="193190"/>
            </a:xfrm>
            <a:custGeom>
              <a:avLst/>
              <a:gdLst/>
              <a:ahLst/>
              <a:cxnLst/>
              <a:rect l="l" t="t" r="r" b="b"/>
              <a:pathLst>
                <a:path w="5001" h="2489" extrusionOk="0">
                  <a:moveTo>
                    <a:pt x="1" y="1757"/>
                  </a:moveTo>
                  <a:lnTo>
                    <a:pt x="1" y="2488"/>
                  </a:lnTo>
                  <a:lnTo>
                    <a:pt x="3415" y="2488"/>
                  </a:lnTo>
                  <a:cubicBezTo>
                    <a:pt x="3854" y="2488"/>
                    <a:pt x="4244" y="2293"/>
                    <a:pt x="4513" y="1952"/>
                  </a:cubicBezTo>
                  <a:cubicBezTo>
                    <a:pt x="4830" y="1586"/>
                    <a:pt x="5001" y="1123"/>
                    <a:pt x="4976" y="635"/>
                  </a:cubicBezTo>
                  <a:cubicBezTo>
                    <a:pt x="4976" y="415"/>
                    <a:pt x="4952" y="220"/>
                    <a:pt x="4879" y="1"/>
                  </a:cubicBezTo>
                  <a:cubicBezTo>
                    <a:pt x="4805" y="1464"/>
                    <a:pt x="2171" y="1708"/>
                    <a:pt x="1" y="175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 name="Google Shape;528;p32"/>
          <p:cNvGrpSpPr/>
          <p:nvPr/>
        </p:nvGrpSpPr>
        <p:grpSpPr>
          <a:xfrm rot="-5400000">
            <a:off x="7715372" y="2935054"/>
            <a:ext cx="603495" cy="1371596"/>
            <a:chOff x="3724575" y="3497700"/>
            <a:chExt cx="603495" cy="1371596"/>
          </a:xfrm>
        </p:grpSpPr>
        <p:sp>
          <p:nvSpPr>
            <p:cNvPr id="529" name="Google Shape;529;p32"/>
            <p:cNvSpPr/>
            <p:nvPr/>
          </p:nvSpPr>
          <p:spPr>
            <a:xfrm>
              <a:off x="3724575" y="3497700"/>
              <a:ext cx="603495" cy="1371596"/>
            </a:xfrm>
            <a:custGeom>
              <a:avLst/>
              <a:gdLst/>
              <a:ahLst/>
              <a:cxnLst/>
              <a:rect l="l" t="t" r="r" b="b"/>
              <a:pathLst>
                <a:path w="7221" h="16415" extrusionOk="0">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3757170" y="3848221"/>
              <a:ext cx="538223" cy="988485"/>
            </a:xfrm>
            <a:custGeom>
              <a:avLst/>
              <a:gdLst/>
              <a:ahLst/>
              <a:cxnLst/>
              <a:rect l="l" t="t" r="r" b="b"/>
              <a:pathLst>
                <a:path w="6440" h="11830" extrusionOk="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3816342" y="4047922"/>
              <a:ext cx="38779" cy="654255"/>
            </a:xfrm>
            <a:custGeom>
              <a:avLst/>
              <a:gdLst/>
              <a:ahLst/>
              <a:cxnLst/>
              <a:rect l="l" t="t" r="r" b="b"/>
              <a:pathLst>
                <a:path w="464" h="7830" extrusionOk="0">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3724575" y="3497700"/>
              <a:ext cx="603495" cy="1371596"/>
            </a:xfrm>
            <a:custGeom>
              <a:avLst/>
              <a:gdLst/>
              <a:ahLst/>
              <a:cxnLst/>
              <a:rect l="l" t="t" r="r" b="b"/>
              <a:pathLst>
                <a:path w="7221" h="16415" extrusionOk="0">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871336" y="3530287"/>
              <a:ext cx="309980" cy="285349"/>
            </a:xfrm>
            <a:custGeom>
              <a:avLst/>
              <a:gdLst/>
              <a:ahLst/>
              <a:cxnLst/>
              <a:rect l="l" t="t" r="r" b="b"/>
              <a:pathLst>
                <a:path w="3709" h="3415" extrusionOk="0">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75557" y="3848221"/>
              <a:ext cx="519836" cy="988485"/>
            </a:xfrm>
            <a:custGeom>
              <a:avLst/>
              <a:gdLst/>
              <a:ahLst/>
              <a:cxnLst/>
              <a:rect l="l" t="t" r="r" b="b"/>
              <a:pathLst>
                <a:path w="6220" h="11830" extrusionOk="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32"/>
          <p:cNvGrpSpPr/>
          <p:nvPr/>
        </p:nvGrpSpPr>
        <p:grpSpPr>
          <a:xfrm>
            <a:off x="220911" y="185002"/>
            <a:ext cx="1920300" cy="1918875"/>
            <a:chOff x="715100" y="274199"/>
            <a:chExt cx="1920300" cy="1918875"/>
          </a:xfrm>
        </p:grpSpPr>
        <p:sp>
          <p:nvSpPr>
            <p:cNvPr id="536" name="Google Shape;536;p32"/>
            <p:cNvSpPr/>
            <p:nvPr/>
          </p:nvSpPr>
          <p:spPr>
            <a:xfrm>
              <a:off x="806600" y="364274"/>
              <a:ext cx="1828800" cy="18288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2"/>
            <p:cNvGrpSpPr/>
            <p:nvPr/>
          </p:nvGrpSpPr>
          <p:grpSpPr>
            <a:xfrm>
              <a:off x="715100" y="274199"/>
              <a:ext cx="1828800" cy="1828800"/>
              <a:chOff x="715100" y="274199"/>
              <a:chExt cx="1828800" cy="1828800"/>
            </a:xfrm>
          </p:grpSpPr>
          <p:sp>
            <p:nvSpPr>
              <p:cNvPr id="538" name="Google Shape;538;p32"/>
              <p:cNvSpPr/>
              <p:nvPr/>
            </p:nvSpPr>
            <p:spPr>
              <a:xfrm>
                <a:off x="715100" y="274199"/>
                <a:ext cx="1828800" cy="18288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9" name="Google Shape;539;p32"/>
              <p:cNvCxnSpPr/>
              <p:nvPr/>
            </p:nvCxnSpPr>
            <p:spPr>
              <a:xfrm>
                <a:off x="717952" y="637800"/>
                <a:ext cx="1823100" cy="0"/>
              </a:xfrm>
              <a:prstGeom prst="straightConnector1">
                <a:avLst/>
              </a:prstGeom>
              <a:noFill/>
              <a:ln w="28575" cap="flat" cmpd="sng">
                <a:solidFill>
                  <a:schemeClr val="dk1"/>
                </a:solidFill>
                <a:prstDash val="solid"/>
                <a:round/>
                <a:headEnd type="none" w="med" len="med"/>
                <a:tailEnd type="none" w="med" len="med"/>
              </a:ln>
            </p:spPr>
          </p:cxnSp>
          <p:grpSp>
            <p:nvGrpSpPr>
              <p:cNvPr id="540" name="Google Shape;540;p32"/>
              <p:cNvGrpSpPr/>
              <p:nvPr/>
            </p:nvGrpSpPr>
            <p:grpSpPr>
              <a:xfrm>
                <a:off x="2267950" y="363963"/>
                <a:ext cx="183000" cy="183000"/>
                <a:chOff x="8225400" y="367488"/>
                <a:chExt cx="183000" cy="183000"/>
              </a:xfrm>
            </p:grpSpPr>
            <p:cxnSp>
              <p:nvCxnSpPr>
                <p:cNvPr id="541" name="Google Shape;541;p32"/>
                <p:cNvCxnSpPr/>
                <p:nvPr/>
              </p:nvCxnSpPr>
              <p:spPr>
                <a:xfrm>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cxnSp>
              <p:nvCxnSpPr>
                <p:cNvPr id="542" name="Google Shape;542;p32"/>
                <p:cNvCxnSpPr/>
                <p:nvPr/>
              </p:nvCxnSpPr>
              <p:spPr>
                <a:xfrm rot="5400000">
                  <a:off x="8225400" y="367488"/>
                  <a:ext cx="183000" cy="183000"/>
                </a:xfrm>
                <a:prstGeom prst="straightConnector1">
                  <a:avLst/>
                </a:prstGeom>
                <a:noFill/>
                <a:ln w="28575" cap="flat" cmpd="sng">
                  <a:solidFill>
                    <a:schemeClr val="dk1"/>
                  </a:solidFill>
                  <a:prstDash val="solid"/>
                  <a:round/>
                  <a:headEnd type="none" w="med" len="med"/>
                  <a:tailEnd type="none" w="med" len="med"/>
                </a:ln>
              </p:spPr>
            </p:cxnSp>
          </p:grpSp>
          <p:sp>
            <p:nvSpPr>
              <p:cNvPr id="543" name="Google Shape;543;p32"/>
              <p:cNvSpPr/>
              <p:nvPr/>
            </p:nvSpPr>
            <p:spPr>
              <a:xfrm>
                <a:off x="1951450" y="367563"/>
                <a:ext cx="179400" cy="1794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32"/>
              <p:cNvCxnSpPr/>
              <p:nvPr/>
            </p:nvCxnSpPr>
            <p:spPr>
              <a:xfrm>
                <a:off x="1605849" y="546963"/>
                <a:ext cx="208500" cy="0"/>
              </a:xfrm>
              <a:prstGeom prst="straightConnector1">
                <a:avLst/>
              </a:prstGeom>
              <a:noFill/>
              <a:ln w="28575" cap="flat" cmpd="sng">
                <a:solidFill>
                  <a:schemeClr val="dk1"/>
                </a:solidFill>
                <a:prstDash val="solid"/>
                <a:round/>
                <a:headEnd type="none" w="med" len="med"/>
                <a:tailEnd type="none" w="med" len="med"/>
              </a:ln>
            </p:spPr>
          </p:cxnSp>
        </p:grpSp>
      </p:grpSp>
      <p:sp>
        <p:nvSpPr>
          <p:cNvPr id="545" name="Google Shape;545;p32"/>
          <p:cNvSpPr txBox="1">
            <a:spLocks noGrp="1"/>
          </p:cNvSpPr>
          <p:nvPr>
            <p:ph type="title" idx="2"/>
          </p:nvPr>
        </p:nvSpPr>
        <p:spPr>
          <a:xfrm>
            <a:off x="430966" y="595403"/>
            <a:ext cx="1368300" cy="1371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546" name="Google Shape;546;p32"/>
          <p:cNvSpPr txBox="1">
            <a:spLocks noGrp="1"/>
          </p:cNvSpPr>
          <p:nvPr>
            <p:ph type="title"/>
          </p:nvPr>
        </p:nvSpPr>
        <p:spPr>
          <a:xfrm>
            <a:off x="2138359" y="1018507"/>
            <a:ext cx="54864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t>Working with Objects</a:t>
            </a:r>
            <a:br>
              <a:rPr lang="en-US" sz="4000" dirty="0"/>
            </a:br>
            <a:endParaRPr lang="en-US" sz="4000" dirty="0"/>
          </a:p>
        </p:txBody>
      </p:sp>
      <p:grpSp>
        <p:nvGrpSpPr>
          <p:cNvPr id="547" name="Google Shape;547;p32"/>
          <p:cNvGrpSpPr/>
          <p:nvPr/>
        </p:nvGrpSpPr>
        <p:grpSpPr>
          <a:xfrm>
            <a:off x="2229859" y="1701651"/>
            <a:ext cx="5577850" cy="1463100"/>
            <a:chOff x="1828840" y="3371688"/>
            <a:chExt cx="5577850" cy="1463100"/>
          </a:xfrm>
        </p:grpSpPr>
        <p:sp>
          <p:nvSpPr>
            <p:cNvPr id="548" name="Google Shape;548;p32"/>
            <p:cNvSpPr/>
            <p:nvPr/>
          </p:nvSpPr>
          <p:spPr>
            <a:xfrm>
              <a:off x="1920290" y="3463188"/>
              <a:ext cx="5486400" cy="13716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1828840" y="3371688"/>
              <a:ext cx="5486400" cy="13716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0" name="Google Shape;550;p32"/>
            <p:cNvCxnSpPr/>
            <p:nvPr/>
          </p:nvCxnSpPr>
          <p:spPr>
            <a:xfrm>
              <a:off x="1828840" y="3554706"/>
              <a:ext cx="5484900" cy="0"/>
            </a:xfrm>
            <a:prstGeom prst="straightConnector1">
              <a:avLst/>
            </a:prstGeom>
            <a:noFill/>
            <a:ln w="28575" cap="flat" cmpd="sng">
              <a:solidFill>
                <a:schemeClr val="dk1"/>
              </a:solidFill>
              <a:prstDash val="solid"/>
              <a:round/>
              <a:headEnd type="none" w="med" len="med"/>
              <a:tailEnd type="none" w="med" len="med"/>
            </a:ln>
          </p:spPr>
        </p:cxnSp>
      </p:grpSp>
      <p:sp>
        <p:nvSpPr>
          <p:cNvPr id="551" name="Google Shape;551;p32"/>
          <p:cNvSpPr txBox="1">
            <a:spLocks noGrp="1"/>
          </p:cNvSpPr>
          <p:nvPr>
            <p:ph type="subTitle" idx="1"/>
          </p:nvPr>
        </p:nvSpPr>
        <p:spPr>
          <a:xfrm>
            <a:off x="2210644" y="1817279"/>
            <a:ext cx="5325841"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t>Introduction to Objects</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In Microsoft Word, objects refer to elements like images, shapes, and charts. They can be used to enhance the visual appeal and information presentation in your documents.</a:t>
            </a:r>
          </a:p>
        </p:txBody>
      </p:sp>
      <p:grpSp>
        <p:nvGrpSpPr>
          <p:cNvPr id="552" name="Google Shape;552;p32"/>
          <p:cNvGrpSpPr/>
          <p:nvPr/>
        </p:nvGrpSpPr>
        <p:grpSpPr>
          <a:xfrm>
            <a:off x="463651" y="4105603"/>
            <a:ext cx="502899" cy="502899"/>
            <a:chOff x="858700" y="1967475"/>
            <a:chExt cx="605100" cy="605100"/>
          </a:xfrm>
        </p:grpSpPr>
        <p:sp>
          <p:nvSpPr>
            <p:cNvPr id="553" name="Google Shape;553;p32"/>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32"/>
          <p:cNvSpPr/>
          <p:nvPr/>
        </p:nvSpPr>
        <p:spPr>
          <a:xfrm>
            <a:off x="555050" y="2460589"/>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4146146" y="404755"/>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8374382" y="113380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32"/>
          <p:cNvGrpSpPr/>
          <p:nvPr/>
        </p:nvGrpSpPr>
        <p:grpSpPr>
          <a:xfrm>
            <a:off x="463700" y="3419800"/>
            <a:ext cx="502800" cy="502800"/>
            <a:chOff x="1627550" y="2017350"/>
            <a:chExt cx="502800" cy="502800"/>
          </a:xfrm>
        </p:grpSpPr>
        <p:sp>
          <p:nvSpPr>
            <p:cNvPr id="559" name="Google Shape;559;p32"/>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339;p53">
            <a:extLst>
              <a:ext uri="{FF2B5EF4-FFF2-40B4-BE49-F238E27FC236}">
                <a16:creationId xmlns:a16="http://schemas.microsoft.com/office/drawing/2014/main" id="{6DBD8A4B-4AB3-7AAC-20F1-D66B5DBBD49D}"/>
              </a:ext>
            </a:extLst>
          </p:cNvPr>
          <p:cNvGrpSpPr/>
          <p:nvPr/>
        </p:nvGrpSpPr>
        <p:grpSpPr>
          <a:xfrm rot="548412">
            <a:off x="8203858" y="1932907"/>
            <a:ext cx="627731" cy="2401299"/>
            <a:chOff x="6771213" y="1525500"/>
            <a:chExt cx="302145" cy="1828813"/>
          </a:xfrm>
        </p:grpSpPr>
        <p:sp>
          <p:nvSpPr>
            <p:cNvPr id="3" name="Google Shape;1340;p53">
              <a:extLst>
                <a:ext uri="{FF2B5EF4-FFF2-40B4-BE49-F238E27FC236}">
                  <a16:creationId xmlns:a16="http://schemas.microsoft.com/office/drawing/2014/main" id="{FA98BF2C-E5AC-4C7B-FBFC-0F115AFDF678}"/>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41;p53">
              <a:extLst>
                <a:ext uri="{FF2B5EF4-FFF2-40B4-BE49-F238E27FC236}">
                  <a16:creationId xmlns:a16="http://schemas.microsoft.com/office/drawing/2014/main" id="{79AA40B4-9D3A-3923-6806-4DBE2B9E7B76}"/>
                </a:ext>
              </a:extLst>
            </p:cNvPr>
            <p:cNvSpPr/>
            <p:nvPr/>
          </p:nvSpPr>
          <p:spPr>
            <a:xfrm>
              <a:off x="6836245" y="1543569"/>
              <a:ext cx="219308" cy="1793722"/>
            </a:xfrm>
            <a:custGeom>
              <a:avLst/>
              <a:gdLst/>
              <a:ahLst/>
              <a:cxnLst/>
              <a:rect l="l" t="t" r="r" b="b"/>
              <a:pathLst>
                <a:path w="5099" h="41098" extrusionOk="0">
                  <a:moveTo>
                    <a:pt x="586" y="26415"/>
                  </a:moveTo>
                  <a:lnTo>
                    <a:pt x="1" y="26415"/>
                  </a:lnTo>
                  <a:lnTo>
                    <a:pt x="1" y="27903"/>
                  </a:lnTo>
                  <a:lnTo>
                    <a:pt x="586" y="27903"/>
                  </a:lnTo>
                  <a:cubicBezTo>
                    <a:pt x="684" y="27878"/>
                    <a:pt x="781" y="27976"/>
                    <a:pt x="781" y="28098"/>
                  </a:cubicBezTo>
                  <a:cubicBezTo>
                    <a:pt x="781" y="28195"/>
                    <a:pt x="684" y="28293"/>
                    <a:pt x="586" y="28293"/>
                  </a:cubicBezTo>
                  <a:lnTo>
                    <a:pt x="1" y="28293"/>
                  </a:lnTo>
                  <a:lnTo>
                    <a:pt x="1" y="29781"/>
                  </a:lnTo>
                  <a:lnTo>
                    <a:pt x="586" y="29781"/>
                  </a:lnTo>
                  <a:cubicBezTo>
                    <a:pt x="684" y="29781"/>
                    <a:pt x="781" y="29854"/>
                    <a:pt x="781" y="29976"/>
                  </a:cubicBezTo>
                  <a:cubicBezTo>
                    <a:pt x="781" y="30073"/>
                    <a:pt x="684" y="30171"/>
                    <a:pt x="586" y="30171"/>
                  </a:cubicBezTo>
                  <a:lnTo>
                    <a:pt x="1" y="30171"/>
                  </a:lnTo>
                  <a:lnTo>
                    <a:pt x="1" y="31659"/>
                  </a:lnTo>
                  <a:lnTo>
                    <a:pt x="586" y="31659"/>
                  </a:lnTo>
                  <a:cubicBezTo>
                    <a:pt x="684" y="31659"/>
                    <a:pt x="781" y="31732"/>
                    <a:pt x="781" y="31854"/>
                  </a:cubicBezTo>
                  <a:cubicBezTo>
                    <a:pt x="781" y="31951"/>
                    <a:pt x="684" y="32049"/>
                    <a:pt x="586" y="32049"/>
                  </a:cubicBezTo>
                  <a:lnTo>
                    <a:pt x="1" y="32049"/>
                  </a:lnTo>
                  <a:lnTo>
                    <a:pt x="1" y="33537"/>
                  </a:lnTo>
                  <a:lnTo>
                    <a:pt x="586" y="33537"/>
                  </a:lnTo>
                  <a:cubicBezTo>
                    <a:pt x="830" y="33537"/>
                    <a:pt x="830" y="33927"/>
                    <a:pt x="586" y="33927"/>
                  </a:cubicBezTo>
                  <a:lnTo>
                    <a:pt x="1" y="33927"/>
                  </a:lnTo>
                  <a:lnTo>
                    <a:pt x="1" y="35415"/>
                  </a:lnTo>
                  <a:lnTo>
                    <a:pt x="586" y="35415"/>
                  </a:lnTo>
                  <a:cubicBezTo>
                    <a:pt x="684" y="35415"/>
                    <a:pt x="781" y="35512"/>
                    <a:pt x="781" y="35634"/>
                  </a:cubicBezTo>
                  <a:cubicBezTo>
                    <a:pt x="781" y="35732"/>
                    <a:pt x="684" y="35829"/>
                    <a:pt x="586" y="35829"/>
                  </a:cubicBezTo>
                  <a:lnTo>
                    <a:pt x="1" y="35829"/>
                  </a:lnTo>
                  <a:lnTo>
                    <a:pt x="1" y="37317"/>
                  </a:lnTo>
                  <a:lnTo>
                    <a:pt x="586" y="37317"/>
                  </a:lnTo>
                  <a:cubicBezTo>
                    <a:pt x="684" y="37317"/>
                    <a:pt x="781" y="37390"/>
                    <a:pt x="781" y="37512"/>
                  </a:cubicBezTo>
                  <a:cubicBezTo>
                    <a:pt x="781" y="37610"/>
                    <a:pt x="684" y="37707"/>
                    <a:pt x="586" y="37707"/>
                  </a:cubicBezTo>
                  <a:lnTo>
                    <a:pt x="1" y="37707"/>
                  </a:lnTo>
                  <a:lnTo>
                    <a:pt x="1" y="39195"/>
                  </a:lnTo>
                  <a:lnTo>
                    <a:pt x="586" y="39195"/>
                  </a:lnTo>
                  <a:cubicBezTo>
                    <a:pt x="684" y="39195"/>
                    <a:pt x="781" y="39293"/>
                    <a:pt x="781" y="39390"/>
                  </a:cubicBezTo>
                  <a:cubicBezTo>
                    <a:pt x="781" y="39512"/>
                    <a:pt x="684" y="39585"/>
                    <a:pt x="586" y="39585"/>
                  </a:cubicBezTo>
                  <a:lnTo>
                    <a:pt x="1" y="39585"/>
                  </a:lnTo>
                  <a:lnTo>
                    <a:pt x="1" y="41097"/>
                  </a:lnTo>
                  <a:lnTo>
                    <a:pt x="4635" y="41097"/>
                  </a:lnTo>
                  <a:cubicBezTo>
                    <a:pt x="4879" y="41097"/>
                    <a:pt x="5098" y="40902"/>
                    <a:pt x="5098" y="40634"/>
                  </a:cubicBezTo>
                  <a:lnTo>
                    <a:pt x="5098" y="464"/>
                  </a:lnTo>
                  <a:cubicBezTo>
                    <a:pt x="5098" y="342"/>
                    <a:pt x="5049" y="220"/>
                    <a:pt x="4952" y="123"/>
                  </a:cubicBezTo>
                  <a:cubicBezTo>
                    <a:pt x="4879" y="50"/>
                    <a:pt x="4757" y="1"/>
                    <a:pt x="4610" y="1"/>
                  </a:cubicBezTo>
                  <a:lnTo>
                    <a:pt x="25" y="1"/>
                  </a:lnTo>
                  <a:lnTo>
                    <a:pt x="25" y="1489"/>
                  </a:lnTo>
                  <a:lnTo>
                    <a:pt x="586" y="1489"/>
                  </a:lnTo>
                  <a:cubicBezTo>
                    <a:pt x="684" y="1489"/>
                    <a:pt x="781" y="1562"/>
                    <a:pt x="781" y="1684"/>
                  </a:cubicBezTo>
                  <a:cubicBezTo>
                    <a:pt x="781" y="1781"/>
                    <a:pt x="684" y="1879"/>
                    <a:pt x="586" y="1879"/>
                  </a:cubicBezTo>
                  <a:lnTo>
                    <a:pt x="1" y="1879"/>
                  </a:lnTo>
                  <a:lnTo>
                    <a:pt x="1" y="3367"/>
                  </a:lnTo>
                  <a:lnTo>
                    <a:pt x="586" y="3367"/>
                  </a:lnTo>
                  <a:cubicBezTo>
                    <a:pt x="830" y="3367"/>
                    <a:pt x="830" y="3757"/>
                    <a:pt x="586" y="3757"/>
                  </a:cubicBezTo>
                  <a:lnTo>
                    <a:pt x="1" y="3757"/>
                  </a:lnTo>
                  <a:lnTo>
                    <a:pt x="1" y="5245"/>
                  </a:lnTo>
                  <a:lnTo>
                    <a:pt x="586" y="5245"/>
                  </a:lnTo>
                  <a:cubicBezTo>
                    <a:pt x="806" y="5293"/>
                    <a:pt x="806" y="5635"/>
                    <a:pt x="586" y="5659"/>
                  </a:cubicBezTo>
                  <a:lnTo>
                    <a:pt x="1" y="5659"/>
                  </a:lnTo>
                  <a:lnTo>
                    <a:pt x="1" y="7147"/>
                  </a:lnTo>
                  <a:lnTo>
                    <a:pt x="586" y="7147"/>
                  </a:lnTo>
                  <a:cubicBezTo>
                    <a:pt x="806" y="7171"/>
                    <a:pt x="806" y="7513"/>
                    <a:pt x="586" y="7537"/>
                  </a:cubicBezTo>
                  <a:lnTo>
                    <a:pt x="1" y="7537"/>
                  </a:lnTo>
                  <a:lnTo>
                    <a:pt x="1" y="9025"/>
                  </a:lnTo>
                  <a:lnTo>
                    <a:pt x="586" y="9025"/>
                  </a:lnTo>
                  <a:cubicBezTo>
                    <a:pt x="830" y="9025"/>
                    <a:pt x="830" y="9415"/>
                    <a:pt x="586" y="9415"/>
                  </a:cubicBezTo>
                  <a:lnTo>
                    <a:pt x="1" y="9415"/>
                  </a:lnTo>
                  <a:lnTo>
                    <a:pt x="1" y="10927"/>
                  </a:lnTo>
                  <a:lnTo>
                    <a:pt x="586" y="10927"/>
                  </a:lnTo>
                  <a:cubicBezTo>
                    <a:pt x="684" y="10927"/>
                    <a:pt x="781" y="11001"/>
                    <a:pt x="781" y="11123"/>
                  </a:cubicBezTo>
                  <a:cubicBezTo>
                    <a:pt x="781" y="11220"/>
                    <a:pt x="684" y="11318"/>
                    <a:pt x="586" y="11318"/>
                  </a:cubicBezTo>
                  <a:lnTo>
                    <a:pt x="1" y="11318"/>
                  </a:lnTo>
                  <a:lnTo>
                    <a:pt x="1" y="12805"/>
                  </a:lnTo>
                  <a:lnTo>
                    <a:pt x="586" y="12805"/>
                  </a:lnTo>
                  <a:cubicBezTo>
                    <a:pt x="806" y="12830"/>
                    <a:pt x="806" y="13171"/>
                    <a:pt x="586" y="13196"/>
                  </a:cubicBezTo>
                  <a:lnTo>
                    <a:pt x="1" y="13196"/>
                  </a:lnTo>
                  <a:lnTo>
                    <a:pt x="1" y="14683"/>
                  </a:lnTo>
                  <a:lnTo>
                    <a:pt x="586" y="14683"/>
                  </a:lnTo>
                  <a:cubicBezTo>
                    <a:pt x="684" y="14683"/>
                    <a:pt x="781" y="14781"/>
                    <a:pt x="781" y="14903"/>
                  </a:cubicBezTo>
                  <a:cubicBezTo>
                    <a:pt x="781" y="15001"/>
                    <a:pt x="684" y="15098"/>
                    <a:pt x="586" y="15098"/>
                  </a:cubicBezTo>
                  <a:lnTo>
                    <a:pt x="1" y="15098"/>
                  </a:lnTo>
                  <a:lnTo>
                    <a:pt x="1" y="16586"/>
                  </a:lnTo>
                  <a:lnTo>
                    <a:pt x="586" y="16586"/>
                  </a:lnTo>
                  <a:cubicBezTo>
                    <a:pt x="684" y="16586"/>
                    <a:pt x="781" y="16659"/>
                    <a:pt x="781" y="16781"/>
                  </a:cubicBezTo>
                  <a:cubicBezTo>
                    <a:pt x="781" y="16879"/>
                    <a:pt x="684" y="16976"/>
                    <a:pt x="586" y="16976"/>
                  </a:cubicBezTo>
                  <a:lnTo>
                    <a:pt x="1" y="16976"/>
                  </a:lnTo>
                  <a:lnTo>
                    <a:pt x="1" y="18464"/>
                  </a:lnTo>
                  <a:lnTo>
                    <a:pt x="586" y="18464"/>
                  </a:lnTo>
                  <a:cubicBezTo>
                    <a:pt x="806" y="18488"/>
                    <a:pt x="806" y="18830"/>
                    <a:pt x="586" y="18854"/>
                  </a:cubicBezTo>
                  <a:lnTo>
                    <a:pt x="1" y="18854"/>
                  </a:lnTo>
                  <a:lnTo>
                    <a:pt x="1" y="20342"/>
                  </a:lnTo>
                  <a:lnTo>
                    <a:pt x="586" y="20342"/>
                  </a:lnTo>
                  <a:cubicBezTo>
                    <a:pt x="684" y="20342"/>
                    <a:pt x="781" y="20439"/>
                    <a:pt x="781" y="20561"/>
                  </a:cubicBezTo>
                  <a:cubicBezTo>
                    <a:pt x="781" y="20659"/>
                    <a:pt x="684" y="20756"/>
                    <a:pt x="586" y="20756"/>
                  </a:cubicBezTo>
                  <a:lnTo>
                    <a:pt x="1" y="20756"/>
                  </a:lnTo>
                  <a:lnTo>
                    <a:pt x="1" y="22244"/>
                  </a:lnTo>
                  <a:lnTo>
                    <a:pt x="586" y="22244"/>
                  </a:lnTo>
                  <a:cubicBezTo>
                    <a:pt x="684" y="22244"/>
                    <a:pt x="781" y="22317"/>
                    <a:pt x="781" y="22439"/>
                  </a:cubicBezTo>
                  <a:cubicBezTo>
                    <a:pt x="781" y="22537"/>
                    <a:pt x="684" y="22634"/>
                    <a:pt x="586" y="22634"/>
                  </a:cubicBezTo>
                  <a:lnTo>
                    <a:pt x="1" y="22634"/>
                  </a:lnTo>
                  <a:lnTo>
                    <a:pt x="1" y="24122"/>
                  </a:lnTo>
                  <a:lnTo>
                    <a:pt x="586" y="24122"/>
                  </a:lnTo>
                  <a:cubicBezTo>
                    <a:pt x="806" y="24147"/>
                    <a:pt x="806" y="24488"/>
                    <a:pt x="586" y="24512"/>
                  </a:cubicBezTo>
                  <a:lnTo>
                    <a:pt x="1" y="24512"/>
                  </a:lnTo>
                  <a:lnTo>
                    <a:pt x="1" y="26000"/>
                  </a:lnTo>
                  <a:lnTo>
                    <a:pt x="586" y="26000"/>
                  </a:lnTo>
                  <a:cubicBezTo>
                    <a:pt x="684" y="26000"/>
                    <a:pt x="781" y="26098"/>
                    <a:pt x="781" y="26220"/>
                  </a:cubicBezTo>
                  <a:cubicBezTo>
                    <a:pt x="781" y="26317"/>
                    <a:pt x="684" y="26390"/>
                    <a:pt x="586" y="2641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42;p53">
              <a:extLst>
                <a:ext uri="{FF2B5EF4-FFF2-40B4-BE49-F238E27FC236}">
                  <a16:creationId xmlns:a16="http://schemas.microsoft.com/office/drawing/2014/main" id="{CE848EAE-ECDC-4D47-0696-288FE3B62560}"/>
                </a:ext>
              </a:extLst>
            </p:cNvPr>
            <p:cNvSpPr/>
            <p:nvPr/>
          </p:nvSpPr>
          <p:spPr>
            <a:xfrm>
              <a:off x="6787987" y="1543569"/>
              <a:ext cx="32559" cy="1793722"/>
            </a:xfrm>
            <a:custGeom>
              <a:avLst/>
              <a:gdLst/>
              <a:ahLst/>
              <a:cxnLst/>
              <a:rect l="l" t="t" r="r" b="b"/>
              <a:pathLst>
                <a:path w="757" h="41098" extrusionOk="0">
                  <a:moveTo>
                    <a:pt x="733" y="29976"/>
                  </a:moveTo>
                  <a:lnTo>
                    <a:pt x="733" y="1"/>
                  </a:lnTo>
                  <a:lnTo>
                    <a:pt x="489" y="1"/>
                  </a:lnTo>
                  <a:cubicBezTo>
                    <a:pt x="367" y="1"/>
                    <a:pt x="245" y="50"/>
                    <a:pt x="147" y="123"/>
                  </a:cubicBezTo>
                  <a:cubicBezTo>
                    <a:pt x="50" y="220"/>
                    <a:pt x="1" y="342"/>
                    <a:pt x="1" y="464"/>
                  </a:cubicBezTo>
                  <a:lnTo>
                    <a:pt x="1" y="40634"/>
                  </a:lnTo>
                  <a:cubicBezTo>
                    <a:pt x="1" y="40756"/>
                    <a:pt x="50" y="40854"/>
                    <a:pt x="147" y="40951"/>
                  </a:cubicBezTo>
                  <a:cubicBezTo>
                    <a:pt x="245" y="41049"/>
                    <a:pt x="342" y="41097"/>
                    <a:pt x="489" y="41097"/>
                  </a:cubicBezTo>
                  <a:lnTo>
                    <a:pt x="757" y="41097"/>
                  </a:lnTo>
                  <a:lnTo>
                    <a:pt x="757" y="2997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43;p53">
              <a:extLst>
                <a:ext uri="{FF2B5EF4-FFF2-40B4-BE49-F238E27FC236}">
                  <a16:creationId xmlns:a16="http://schemas.microsoft.com/office/drawing/2014/main" id="{13E5CB74-15E7-0BCB-F5AE-B70A22668D12}"/>
                </a:ext>
              </a:extLst>
            </p:cNvPr>
            <p:cNvSpPr/>
            <p:nvPr/>
          </p:nvSpPr>
          <p:spPr>
            <a:xfrm>
              <a:off x="6771213" y="1525500"/>
              <a:ext cx="302145" cy="1828813"/>
            </a:xfrm>
            <a:custGeom>
              <a:avLst/>
              <a:gdLst/>
              <a:ahLst/>
              <a:cxnLst/>
              <a:rect l="l" t="t" r="r" b="b"/>
              <a:pathLst>
                <a:path w="7025" h="41902" extrusionOk="0">
                  <a:moveTo>
                    <a:pt x="879" y="0"/>
                  </a:moveTo>
                  <a:lnTo>
                    <a:pt x="6171" y="0"/>
                  </a:lnTo>
                  <a:cubicBezTo>
                    <a:pt x="6635" y="0"/>
                    <a:pt x="7025" y="390"/>
                    <a:pt x="7025" y="878"/>
                  </a:cubicBezTo>
                  <a:lnTo>
                    <a:pt x="7025" y="41048"/>
                  </a:lnTo>
                  <a:cubicBezTo>
                    <a:pt x="7025" y="41511"/>
                    <a:pt x="6635" y="41902"/>
                    <a:pt x="6171" y="41902"/>
                  </a:cubicBezTo>
                  <a:lnTo>
                    <a:pt x="879" y="41902"/>
                  </a:lnTo>
                  <a:cubicBezTo>
                    <a:pt x="391" y="41902"/>
                    <a:pt x="1" y="41511"/>
                    <a:pt x="1" y="41048"/>
                  </a:cubicBezTo>
                  <a:lnTo>
                    <a:pt x="1" y="878"/>
                  </a:lnTo>
                  <a:cubicBezTo>
                    <a:pt x="1" y="390"/>
                    <a:pt x="391" y="25"/>
                    <a:pt x="879" y="0"/>
                  </a:cubicBezTo>
                  <a:close/>
                  <a:moveTo>
                    <a:pt x="1537" y="39633"/>
                  </a:moveTo>
                  <a:lnTo>
                    <a:pt x="2098" y="39633"/>
                  </a:lnTo>
                  <a:cubicBezTo>
                    <a:pt x="2196" y="39609"/>
                    <a:pt x="2293" y="39707"/>
                    <a:pt x="2293" y="39829"/>
                  </a:cubicBezTo>
                  <a:cubicBezTo>
                    <a:pt x="2293" y="39926"/>
                    <a:pt x="2196" y="40024"/>
                    <a:pt x="2098" y="40024"/>
                  </a:cubicBezTo>
                  <a:lnTo>
                    <a:pt x="1513" y="40024"/>
                  </a:lnTo>
                  <a:lnTo>
                    <a:pt x="1513" y="41511"/>
                  </a:lnTo>
                  <a:lnTo>
                    <a:pt x="6147" y="41511"/>
                  </a:lnTo>
                  <a:cubicBezTo>
                    <a:pt x="6391" y="41511"/>
                    <a:pt x="6610" y="41316"/>
                    <a:pt x="6610" y="41048"/>
                  </a:cubicBezTo>
                  <a:lnTo>
                    <a:pt x="6610" y="878"/>
                  </a:lnTo>
                  <a:cubicBezTo>
                    <a:pt x="6610" y="756"/>
                    <a:pt x="6561" y="634"/>
                    <a:pt x="6464" y="537"/>
                  </a:cubicBezTo>
                  <a:cubicBezTo>
                    <a:pt x="6391" y="464"/>
                    <a:pt x="6269" y="415"/>
                    <a:pt x="6122" y="415"/>
                  </a:cubicBezTo>
                  <a:lnTo>
                    <a:pt x="1537" y="415"/>
                  </a:lnTo>
                  <a:lnTo>
                    <a:pt x="1537" y="1903"/>
                  </a:lnTo>
                  <a:lnTo>
                    <a:pt x="2098" y="1903"/>
                  </a:lnTo>
                  <a:cubicBezTo>
                    <a:pt x="2196" y="1903"/>
                    <a:pt x="2293" y="1976"/>
                    <a:pt x="2293" y="2098"/>
                  </a:cubicBezTo>
                  <a:cubicBezTo>
                    <a:pt x="2293" y="2195"/>
                    <a:pt x="2196" y="2293"/>
                    <a:pt x="2098" y="2293"/>
                  </a:cubicBezTo>
                  <a:lnTo>
                    <a:pt x="1513" y="2293"/>
                  </a:lnTo>
                  <a:lnTo>
                    <a:pt x="1513" y="3781"/>
                  </a:lnTo>
                  <a:lnTo>
                    <a:pt x="2098" y="3781"/>
                  </a:lnTo>
                  <a:cubicBezTo>
                    <a:pt x="2342" y="3781"/>
                    <a:pt x="2342" y="4171"/>
                    <a:pt x="2098" y="4171"/>
                  </a:cubicBezTo>
                  <a:lnTo>
                    <a:pt x="1513" y="4171"/>
                  </a:lnTo>
                  <a:lnTo>
                    <a:pt x="1513" y="5659"/>
                  </a:lnTo>
                  <a:lnTo>
                    <a:pt x="2098" y="5659"/>
                  </a:lnTo>
                  <a:cubicBezTo>
                    <a:pt x="2318" y="5707"/>
                    <a:pt x="2318" y="6049"/>
                    <a:pt x="2098" y="6073"/>
                  </a:cubicBezTo>
                  <a:lnTo>
                    <a:pt x="1513" y="6073"/>
                  </a:lnTo>
                  <a:lnTo>
                    <a:pt x="1513" y="7561"/>
                  </a:lnTo>
                  <a:lnTo>
                    <a:pt x="2098" y="7561"/>
                  </a:lnTo>
                  <a:cubicBezTo>
                    <a:pt x="2318" y="7585"/>
                    <a:pt x="2318" y="7927"/>
                    <a:pt x="2098" y="7951"/>
                  </a:cubicBezTo>
                  <a:lnTo>
                    <a:pt x="1513" y="7951"/>
                  </a:lnTo>
                  <a:lnTo>
                    <a:pt x="1513" y="9439"/>
                  </a:lnTo>
                  <a:lnTo>
                    <a:pt x="2098" y="9439"/>
                  </a:lnTo>
                  <a:cubicBezTo>
                    <a:pt x="2342" y="9439"/>
                    <a:pt x="2342" y="9829"/>
                    <a:pt x="2098" y="9829"/>
                  </a:cubicBezTo>
                  <a:lnTo>
                    <a:pt x="1513" y="9829"/>
                  </a:lnTo>
                  <a:lnTo>
                    <a:pt x="1513" y="11341"/>
                  </a:lnTo>
                  <a:lnTo>
                    <a:pt x="2098" y="11341"/>
                  </a:lnTo>
                  <a:cubicBezTo>
                    <a:pt x="2196" y="11341"/>
                    <a:pt x="2293" y="11415"/>
                    <a:pt x="2293" y="11537"/>
                  </a:cubicBezTo>
                  <a:cubicBezTo>
                    <a:pt x="2293" y="11634"/>
                    <a:pt x="2196" y="11732"/>
                    <a:pt x="2098" y="11732"/>
                  </a:cubicBezTo>
                  <a:lnTo>
                    <a:pt x="1513" y="11732"/>
                  </a:lnTo>
                  <a:lnTo>
                    <a:pt x="1513" y="13219"/>
                  </a:lnTo>
                  <a:lnTo>
                    <a:pt x="2098" y="13219"/>
                  </a:lnTo>
                  <a:cubicBezTo>
                    <a:pt x="2318" y="13244"/>
                    <a:pt x="2318" y="13585"/>
                    <a:pt x="2098" y="13610"/>
                  </a:cubicBezTo>
                  <a:lnTo>
                    <a:pt x="1513" y="13610"/>
                  </a:lnTo>
                  <a:lnTo>
                    <a:pt x="1513" y="15097"/>
                  </a:lnTo>
                  <a:lnTo>
                    <a:pt x="2098" y="15097"/>
                  </a:lnTo>
                  <a:cubicBezTo>
                    <a:pt x="2196" y="15097"/>
                    <a:pt x="2293" y="15195"/>
                    <a:pt x="2293" y="15317"/>
                  </a:cubicBezTo>
                  <a:cubicBezTo>
                    <a:pt x="2293" y="15415"/>
                    <a:pt x="2196" y="15512"/>
                    <a:pt x="2098" y="15512"/>
                  </a:cubicBezTo>
                  <a:lnTo>
                    <a:pt x="1513" y="15512"/>
                  </a:lnTo>
                  <a:lnTo>
                    <a:pt x="1513" y="17000"/>
                  </a:lnTo>
                  <a:lnTo>
                    <a:pt x="2098" y="17000"/>
                  </a:lnTo>
                  <a:cubicBezTo>
                    <a:pt x="2196" y="17000"/>
                    <a:pt x="2293" y="17073"/>
                    <a:pt x="2293" y="17195"/>
                  </a:cubicBezTo>
                  <a:cubicBezTo>
                    <a:pt x="2293" y="17293"/>
                    <a:pt x="2196" y="17390"/>
                    <a:pt x="2098" y="17390"/>
                  </a:cubicBezTo>
                  <a:lnTo>
                    <a:pt x="1513" y="17390"/>
                  </a:lnTo>
                  <a:lnTo>
                    <a:pt x="1513" y="18878"/>
                  </a:lnTo>
                  <a:lnTo>
                    <a:pt x="2098" y="18878"/>
                  </a:lnTo>
                  <a:cubicBezTo>
                    <a:pt x="2318" y="18902"/>
                    <a:pt x="2318" y="19244"/>
                    <a:pt x="2098" y="19268"/>
                  </a:cubicBezTo>
                  <a:lnTo>
                    <a:pt x="1513" y="19268"/>
                  </a:lnTo>
                  <a:lnTo>
                    <a:pt x="1513" y="20756"/>
                  </a:lnTo>
                  <a:lnTo>
                    <a:pt x="2098" y="20756"/>
                  </a:lnTo>
                  <a:cubicBezTo>
                    <a:pt x="2196" y="20756"/>
                    <a:pt x="2293" y="20853"/>
                    <a:pt x="2293" y="20975"/>
                  </a:cubicBezTo>
                  <a:cubicBezTo>
                    <a:pt x="2293" y="21073"/>
                    <a:pt x="2196" y="21170"/>
                    <a:pt x="2098" y="21170"/>
                  </a:cubicBezTo>
                  <a:lnTo>
                    <a:pt x="1513" y="21170"/>
                  </a:lnTo>
                  <a:lnTo>
                    <a:pt x="1513" y="22658"/>
                  </a:lnTo>
                  <a:lnTo>
                    <a:pt x="2098" y="22658"/>
                  </a:lnTo>
                  <a:cubicBezTo>
                    <a:pt x="2196" y="22658"/>
                    <a:pt x="2293" y="22731"/>
                    <a:pt x="2293" y="22853"/>
                  </a:cubicBezTo>
                  <a:cubicBezTo>
                    <a:pt x="2293" y="22951"/>
                    <a:pt x="2196" y="23048"/>
                    <a:pt x="2098" y="23048"/>
                  </a:cubicBezTo>
                  <a:lnTo>
                    <a:pt x="1513" y="23048"/>
                  </a:lnTo>
                  <a:lnTo>
                    <a:pt x="1513" y="24536"/>
                  </a:lnTo>
                  <a:lnTo>
                    <a:pt x="2098" y="24536"/>
                  </a:lnTo>
                  <a:cubicBezTo>
                    <a:pt x="2318" y="24561"/>
                    <a:pt x="2318" y="24902"/>
                    <a:pt x="2098" y="24926"/>
                  </a:cubicBezTo>
                  <a:lnTo>
                    <a:pt x="1513" y="24926"/>
                  </a:lnTo>
                  <a:lnTo>
                    <a:pt x="1513" y="26414"/>
                  </a:lnTo>
                  <a:lnTo>
                    <a:pt x="2098" y="26414"/>
                  </a:lnTo>
                  <a:cubicBezTo>
                    <a:pt x="2196" y="26414"/>
                    <a:pt x="2293" y="26512"/>
                    <a:pt x="2293" y="26634"/>
                  </a:cubicBezTo>
                  <a:cubicBezTo>
                    <a:pt x="2293" y="26731"/>
                    <a:pt x="2196" y="26829"/>
                    <a:pt x="2098" y="26829"/>
                  </a:cubicBezTo>
                  <a:lnTo>
                    <a:pt x="1513" y="26829"/>
                  </a:lnTo>
                  <a:lnTo>
                    <a:pt x="1513" y="28317"/>
                  </a:lnTo>
                  <a:lnTo>
                    <a:pt x="2098" y="28317"/>
                  </a:lnTo>
                  <a:cubicBezTo>
                    <a:pt x="2196" y="28317"/>
                    <a:pt x="2293" y="28390"/>
                    <a:pt x="2293" y="28512"/>
                  </a:cubicBezTo>
                  <a:cubicBezTo>
                    <a:pt x="2293" y="28609"/>
                    <a:pt x="2196" y="28707"/>
                    <a:pt x="2098" y="28707"/>
                  </a:cubicBezTo>
                  <a:lnTo>
                    <a:pt x="1513" y="28707"/>
                  </a:lnTo>
                  <a:lnTo>
                    <a:pt x="1513" y="30195"/>
                  </a:lnTo>
                  <a:lnTo>
                    <a:pt x="2098" y="30195"/>
                  </a:lnTo>
                  <a:cubicBezTo>
                    <a:pt x="2196" y="30195"/>
                    <a:pt x="2293" y="30292"/>
                    <a:pt x="2293" y="30390"/>
                  </a:cubicBezTo>
                  <a:cubicBezTo>
                    <a:pt x="2293" y="30512"/>
                    <a:pt x="2196" y="30585"/>
                    <a:pt x="2098" y="30585"/>
                  </a:cubicBezTo>
                  <a:lnTo>
                    <a:pt x="1513" y="30585"/>
                  </a:lnTo>
                  <a:lnTo>
                    <a:pt x="1513" y="32073"/>
                  </a:lnTo>
                  <a:lnTo>
                    <a:pt x="2098" y="32073"/>
                  </a:lnTo>
                  <a:cubicBezTo>
                    <a:pt x="2196" y="32073"/>
                    <a:pt x="2293" y="32146"/>
                    <a:pt x="2293" y="32268"/>
                  </a:cubicBezTo>
                  <a:cubicBezTo>
                    <a:pt x="2293" y="32365"/>
                    <a:pt x="2196" y="32463"/>
                    <a:pt x="2098" y="32463"/>
                  </a:cubicBezTo>
                  <a:lnTo>
                    <a:pt x="1513" y="32463"/>
                  </a:lnTo>
                  <a:lnTo>
                    <a:pt x="1513" y="33951"/>
                  </a:lnTo>
                  <a:lnTo>
                    <a:pt x="2098" y="33951"/>
                  </a:lnTo>
                  <a:cubicBezTo>
                    <a:pt x="2342" y="33951"/>
                    <a:pt x="2342" y="34341"/>
                    <a:pt x="2098" y="34341"/>
                  </a:cubicBezTo>
                  <a:lnTo>
                    <a:pt x="1513" y="34341"/>
                  </a:lnTo>
                  <a:lnTo>
                    <a:pt x="1513" y="35829"/>
                  </a:lnTo>
                  <a:lnTo>
                    <a:pt x="2098" y="35829"/>
                  </a:lnTo>
                  <a:cubicBezTo>
                    <a:pt x="2196" y="35829"/>
                    <a:pt x="2293" y="35926"/>
                    <a:pt x="2293" y="36048"/>
                  </a:cubicBezTo>
                  <a:cubicBezTo>
                    <a:pt x="2293" y="36146"/>
                    <a:pt x="2196" y="36243"/>
                    <a:pt x="2098" y="36243"/>
                  </a:cubicBezTo>
                  <a:lnTo>
                    <a:pt x="1513" y="36243"/>
                  </a:lnTo>
                  <a:lnTo>
                    <a:pt x="1513" y="37731"/>
                  </a:lnTo>
                  <a:lnTo>
                    <a:pt x="2098" y="37731"/>
                  </a:lnTo>
                  <a:cubicBezTo>
                    <a:pt x="2196" y="37731"/>
                    <a:pt x="2293" y="37804"/>
                    <a:pt x="2293" y="37926"/>
                  </a:cubicBezTo>
                  <a:cubicBezTo>
                    <a:pt x="2293" y="38024"/>
                    <a:pt x="2196" y="38121"/>
                    <a:pt x="2098" y="38121"/>
                  </a:cubicBezTo>
                  <a:lnTo>
                    <a:pt x="1513" y="38121"/>
                  </a:lnTo>
                  <a:lnTo>
                    <a:pt x="1513" y="39609"/>
                  </a:lnTo>
                  <a:close/>
                  <a:moveTo>
                    <a:pt x="1123" y="41511"/>
                  </a:moveTo>
                  <a:lnTo>
                    <a:pt x="1123" y="415"/>
                  </a:lnTo>
                  <a:lnTo>
                    <a:pt x="879" y="415"/>
                  </a:lnTo>
                  <a:cubicBezTo>
                    <a:pt x="757" y="415"/>
                    <a:pt x="635" y="464"/>
                    <a:pt x="537" y="537"/>
                  </a:cubicBezTo>
                  <a:cubicBezTo>
                    <a:pt x="440" y="634"/>
                    <a:pt x="391" y="756"/>
                    <a:pt x="391" y="878"/>
                  </a:cubicBezTo>
                  <a:lnTo>
                    <a:pt x="391" y="41048"/>
                  </a:lnTo>
                  <a:cubicBezTo>
                    <a:pt x="391" y="41170"/>
                    <a:pt x="440" y="41268"/>
                    <a:pt x="537" y="41365"/>
                  </a:cubicBezTo>
                  <a:cubicBezTo>
                    <a:pt x="635" y="41463"/>
                    <a:pt x="732" y="41511"/>
                    <a:pt x="879" y="415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44;p53">
              <a:extLst>
                <a:ext uri="{FF2B5EF4-FFF2-40B4-BE49-F238E27FC236}">
                  <a16:creationId xmlns:a16="http://schemas.microsoft.com/office/drawing/2014/main" id="{991B033E-9128-0DFB-7D74-A487FC1F02EC}"/>
                </a:ext>
              </a:extLst>
            </p:cNvPr>
            <p:cNvSpPr/>
            <p:nvPr/>
          </p:nvSpPr>
          <p:spPr>
            <a:xfrm>
              <a:off x="6892890" y="1573378"/>
              <a:ext cx="17892" cy="552546"/>
            </a:xfrm>
            <a:custGeom>
              <a:avLst/>
              <a:gdLst/>
              <a:ahLst/>
              <a:cxnLst/>
              <a:rect l="l" t="t" r="r" b="b"/>
              <a:pathLst>
                <a:path w="416" h="12660" extrusionOk="0">
                  <a:moveTo>
                    <a:pt x="1" y="196"/>
                  </a:moveTo>
                  <a:cubicBezTo>
                    <a:pt x="1" y="98"/>
                    <a:pt x="98" y="1"/>
                    <a:pt x="220" y="1"/>
                  </a:cubicBezTo>
                  <a:cubicBezTo>
                    <a:pt x="318" y="1"/>
                    <a:pt x="415" y="98"/>
                    <a:pt x="415" y="196"/>
                  </a:cubicBezTo>
                  <a:lnTo>
                    <a:pt x="415" y="732"/>
                  </a:lnTo>
                  <a:cubicBezTo>
                    <a:pt x="415" y="854"/>
                    <a:pt x="318" y="928"/>
                    <a:pt x="220" y="928"/>
                  </a:cubicBezTo>
                  <a:cubicBezTo>
                    <a:pt x="98" y="928"/>
                    <a:pt x="1" y="854"/>
                    <a:pt x="1" y="732"/>
                  </a:cubicBezTo>
                  <a:close/>
                  <a:moveTo>
                    <a:pt x="1" y="1854"/>
                  </a:moveTo>
                  <a:cubicBezTo>
                    <a:pt x="1" y="1757"/>
                    <a:pt x="98" y="1659"/>
                    <a:pt x="220" y="1659"/>
                  </a:cubicBezTo>
                  <a:cubicBezTo>
                    <a:pt x="318" y="1659"/>
                    <a:pt x="415" y="1757"/>
                    <a:pt x="415" y="1854"/>
                  </a:cubicBezTo>
                  <a:lnTo>
                    <a:pt x="415" y="12440"/>
                  </a:lnTo>
                  <a:cubicBezTo>
                    <a:pt x="415" y="12561"/>
                    <a:pt x="318" y="12659"/>
                    <a:pt x="220" y="12659"/>
                  </a:cubicBezTo>
                  <a:cubicBezTo>
                    <a:pt x="98" y="12659"/>
                    <a:pt x="1" y="12561"/>
                    <a:pt x="1" y="124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45;p53">
              <a:extLst>
                <a:ext uri="{FF2B5EF4-FFF2-40B4-BE49-F238E27FC236}">
                  <a16:creationId xmlns:a16="http://schemas.microsoft.com/office/drawing/2014/main" id="{E895CF0F-EC52-FFAF-0733-74381D4635B3}"/>
                </a:ext>
              </a:extLst>
            </p:cNvPr>
            <p:cNvSpPr/>
            <p:nvPr/>
          </p:nvSpPr>
          <p:spPr>
            <a:xfrm>
              <a:off x="6837320" y="1543569"/>
              <a:ext cx="218233" cy="1793722"/>
            </a:xfrm>
            <a:custGeom>
              <a:avLst/>
              <a:gdLst/>
              <a:ahLst/>
              <a:cxnLst/>
              <a:rect l="l" t="t" r="r" b="b"/>
              <a:pathLst>
                <a:path w="5074" h="41098" extrusionOk="0">
                  <a:moveTo>
                    <a:pt x="4073" y="40146"/>
                  </a:moveTo>
                  <a:cubicBezTo>
                    <a:pt x="4000" y="40244"/>
                    <a:pt x="3878" y="40293"/>
                    <a:pt x="3756" y="40293"/>
                  </a:cubicBezTo>
                  <a:lnTo>
                    <a:pt x="0" y="40293"/>
                  </a:lnTo>
                  <a:lnTo>
                    <a:pt x="0" y="41097"/>
                  </a:lnTo>
                  <a:lnTo>
                    <a:pt x="4610" y="41097"/>
                  </a:lnTo>
                  <a:cubicBezTo>
                    <a:pt x="4878" y="41097"/>
                    <a:pt x="5073" y="40902"/>
                    <a:pt x="5073" y="40634"/>
                  </a:cubicBezTo>
                  <a:lnTo>
                    <a:pt x="5073" y="464"/>
                  </a:lnTo>
                  <a:cubicBezTo>
                    <a:pt x="5073" y="342"/>
                    <a:pt x="5024" y="220"/>
                    <a:pt x="4951" y="123"/>
                  </a:cubicBezTo>
                  <a:cubicBezTo>
                    <a:pt x="4854" y="50"/>
                    <a:pt x="4732" y="1"/>
                    <a:pt x="4610" y="1"/>
                  </a:cubicBezTo>
                  <a:lnTo>
                    <a:pt x="4220" y="1"/>
                  </a:lnTo>
                  <a:lnTo>
                    <a:pt x="4220" y="39829"/>
                  </a:lnTo>
                  <a:cubicBezTo>
                    <a:pt x="4220" y="39951"/>
                    <a:pt x="4171" y="40073"/>
                    <a:pt x="4073" y="40146"/>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158D0289-06B8-818C-6BDF-DBB8BEA227A4}"/>
              </a:ext>
            </a:extLst>
          </p:cNvPr>
          <p:cNvSpPr txBox="1"/>
          <p:nvPr/>
        </p:nvSpPr>
        <p:spPr>
          <a:xfrm>
            <a:off x="1336813" y="3210594"/>
            <a:ext cx="6588906" cy="1169551"/>
          </a:xfrm>
          <a:prstGeom prst="rect">
            <a:avLst/>
          </a:prstGeom>
          <a:noFill/>
        </p:spPr>
        <p:txBody>
          <a:bodyPr wrap="square" rtlCol="0">
            <a:spAutoFit/>
          </a:bodyPr>
          <a:lstStyle/>
          <a:p>
            <a:r>
              <a:rPr lang="en-US" b="1" dirty="0">
                <a:latin typeface="Karla" pitchFamily="2" charset="0"/>
              </a:rPr>
              <a:t>Object Manipulation</a:t>
            </a:r>
          </a:p>
          <a:p>
            <a:endParaRPr lang="en-US" dirty="0">
              <a:latin typeface="Karla" pitchFamily="2" charset="0"/>
            </a:endParaRPr>
          </a:p>
          <a:p>
            <a:pPr marL="285750" indent="-285750">
              <a:buFont typeface="Wingdings" panose="05000000000000000000" pitchFamily="2" charset="2"/>
              <a:buChar char="q"/>
            </a:pPr>
            <a:r>
              <a:rPr lang="en-US" dirty="0">
                <a:latin typeface="Karla" pitchFamily="2" charset="0"/>
              </a:rPr>
              <a:t>To manipulate objects, select the object you want to modify.</a:t>
            </a:r>
          </a:p>
          <a:p>
            <a:pPr marL="285750" indent="-285750">
              <a:buFont typeface="Wingdings" panose="05000000000000000000" pitchFamily="2" charset="2"/>
              <a:buChar char="q"/>
            </a:pPr>
            <a:r>
              <a:rPr lang="en-US" dirty="0">
                <a:latin typeface="Karla" pitchFamily="2" charset="0"/>
              </a:rPr>
              <a:t>You can resize, move, copy, or delete objects using the toolbar.</a:t>
            </a:r>
          </a:p>
          <a:p>
            <a:pPr marL="285750" indent="-285750">
              <a:buFont typeface="Wingdings" panose="05000000000000000000" pitchFamily="2" charset="2"/>
              <a:buChar char="q"/>
            </a:pPr>
            <a:r>
              <a:rPr lang="en-US" dirty="0">
                <a:latin typeface="Karla" pitchFamily="2" charset="0"/>
              </a:rPr>
              <a:t>Use these functions to arrange and organize objects within your document.</a:t>
            </a:r>
          </a:p>
        </p:txBody>
      </p:sp>
    </p:spTree>
    <p:extLst>
      <p:ext uri="{BB962C8B-B14F-4D97-AF65-F5344CB8AC3E}">
        <p14:creationId xmlns:p14="http://schemas.microsoft.com/office/powerpoint/2010/main" val="2948041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94" name="Google Shape;694;p36"/>
          <p:cNvSpPr txBox="1">
            <a:spLocks noGrp="1"/>
          </p:cNvSpPr>
          <p:nvPr>
            <p:ph type="title"/>
          </p:nvPr>
        </p:nvSpPr>
        <p:spPr>
          <a:xfrm>
            <a:off x="714975" y="638341"/>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Working with Drawing Tools</a:t>
            </a:r>
            <a:br>
              <a:rPr lang="en-US" dirty="0"/>
            </a:br>
            <a:endParaRPr lang="en-US" dirty="0"/>
          </a:p>
        </p:txBody>
      </p:sp>
      <p:sp>
        <p:nvSpPr>
          <p:cNvPr id="697" name="Google Shape;697;p36"/>
          <p:cNvSpPr txBox="1"/>
          <p:nvPr/>
        </p:nvSpPr>
        <p:spPr>
          <a:xfrm>
            <a:off x="1369418" y="3593648"/>
            <a:ext cx="7488483" cy="548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2400" dirty="0">
                <a:solidFill>
                  <a:schemeClr val="dk1"/>
                </a:solidFill>
                <a:latin typeface="Rubik Black"/>
                <a:ea typeface="Rubik Black"/>
                <a:cs typeface="Rubik Black"/>
                <a:sym typeface="Rubik Black"/>
              </a:rPr>
              <a:t>Creating and Editing Graphics</a:t>
            </a:r>
          </a:p>
          <a:p>
            <a:pPr marL="0" lvl="0" indent="0" algn="r" rtl="0">
              <a:spcBef>
                <a:spcPts val="0"/>
              </a:spcBef>
              <a:spcAft>
                <a:spcPts val="0"/>
              </a:spcAft>
              <a:buNone/>
            </a:pPr>
            <a:endParaRPr lang="en-US" sz="2400" dirty="0">
              <a:solidFill>
                <a:schemeClr val="dk1"/>
              </a:solidFill>
              <a:latin typeface="Rubik Black"/>
              <a:ea typeface="Rubik Black"/>
              <a:cs typeface="Rubik Black"/>
              <a:sym typeface="Rubik Black"/>
            </a:endParaRPr>
          </a:p>
        </p:txBody>
      </p:sp>
      <p:sp>
        <p:nvSpPr>
          <p:cNvPr id="698" name="Google Shape;698;p36"/>
          <p:cNvSpPr txBox="1"/>
          <p:nvPr/>
        </p:nvSpPr>
        <p:spPr>
          <a:xfrm>
            <a:off x="357038" y="1885477"/>
            <a:ext cx="4076625" cy="822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lang="en-US" dirty="0">
              <a:solidFill>
                <a:schemeClr val="dk1"/>
              </a:solidFill>
              <a:latin typeface="Karla"/>
              <a:ea typeface="Karla"/>
              <a:cs typeface="Karla"/>
              <a:sym typeface="Karla"/>
            </a:endParaRPr>
          </a:p>
          <a:p>
            <a:pPr marL="0" lvl="0" indent="0" algn="r" rtl="0">
              <a:spcBef>
                <a:spcPts val="0"/>
              </a:spcBef>
              <a:spcAft>
                <a:spcPts val="0"/>
              </a:spcAft>
              <a:buNone/>
            </a:pPr>
            <a:r>
              <a:rPr lang="en-US" dirty="0">
                <a:solidFill>
                  <a:schemeClr val="dk1"/>
                </a:solidFill>
                <a:latin typeface="Karla"/>
                <a:ea typeface="Karla"/>
                <a:cs typeface="Karla"/>
                <a:sym typeface="Karla"/>
              </a:rPr>
              <a:t>Microsoft Word provides drawing tools that enable you to create and enhance graphical elements in your documents.</a:t>
            </a:r>
          </a:p>
          <a:p>
            <a:pPr marL="0" lvl="0" indent="0" algn="r" rtl="0">
              <a:spcBef>
                <a:spcPts val="0"/>
              </a:spcBef>
              <a:spcAft>
                <a:spcPts val="0"/>
              </a:spcAft>
              <a:buNone/>
            </a:pPr>
            <a:endParaRPr lang="en-US" dirty="0">
              <a:solidFill>
                <a:schemeClr val="dk1"/>
              </a:solidFill>
              <a:latin typeface="Karla"/>
              <a:ea typeface="Karla"/>
              <a:cs typeface="Karla"/>
              <a:sym typeface="Karla"/>
            </a:endParaRPr>
          </a:p>
        </p:txBody>
      </p:sp>
      <p:sp>
        <p:nvSpPr>
          <p:cNvPr id="699" name="Google Shape;699;p36"/>
          <p:cNvSpPr txBox="1"/>
          <p:nvPr/>
        </p:nvSpPr>
        <p:spPr>
          <a:xfrm>
            <a:off x="2139914" y="7298641"/>
            <a:ext cx="15165452" cy="45719"/>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lang="en-US" dirty="0">
              <a:solidFill>
                <a:schemeClr val="dk1"/>
              </a:solidFill>
              <a:latin typeface="Karla"/>
              <a:ea typeface="Karla"/>
              <a:cs typeface="Karla"/>
              <a:sym typeface="Karla"/>
            </a:endParaRPr>
          </a:p>
        </p:txBody>
      </p:sp>
      <p:sp>
        <p:nvSpPr>
          <p:cNvPr id="702" name="Google Shape;702;p36"/>
          <p:cNvSpPr txBox="1"/>
          <p:nvPr/>
        </p:nvSpPr>
        <p:spPr>
          <a:xfrm>
            <a:off x="943703" y="1537491"/>
            <a:ext cx="3489960" cy="5487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2400" dirty="0">
                <a:solidFill>
                  <a:schemeClr val="dk1"/>
                </a:solidFill>
                <a:latin typeface="Rubik Black"/>
                <a:ea typeface="Rubik Black"/>
                <a:cs typeface="Rubik Black"/>
                <a:sym typeface="Rubik Black"/>
              </a:rPr>
              <a:t>Word's Drawing Tools</a:t>
            </a:r>
          </a:p>
        </p:txBody>
      </p:sp>
      <p:sp>
        <p:nvSpPr>
          <p:cNvPr id="707" name="Google Shape;707;p36"/>
          <p:cNvSpPr/>
          <p:nvPr/>
        </p:nvSpPr>
        <p:spPr>
          <a:xfrm>
            <a:off x="7746400" y="10664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a:off x="7971832" y="91781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a:off x="715100" y="1357700"/>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a:extLst>
              <a:ext uri="{FF2B5EF4-FFF2-40B4-BE49-F238E27FC236}">
                <a16:creationId xmlns:a16="http://schemas.microsoft.com/office/drawing/2014/main" id="{CB4924B3-A1CE-9A1F-D7DB-FE89BAC2C93A}"/>
              </a:ext>
            </a:extLst>
          </p:cNvPr>
          <p:cNvSpPr>
            <a:spLocks noChangeArrowheads="1"/>
          </p:cNvSpPr>
          <p:nvPr/>
        </p:nvSpPr>
        <p:spPr bwMode="auto">
          <a:xfrm>
            <a:off x="189186" y="3330563"/>
            <a:ext cx="8627457" cy="1492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Karla" pitchFamily="2" charset="0"/>
            </a:endParaRPr>
          </a:p>
          <a:p>
            <a:pPr marL="0" marR="0" lvl="0" indent="0" algn="r"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Karla" pitchFamily="2" charset="0"/>
              </a:rPr>
              <a:t>Access the drawing tools under the "Insert" tab, usually found in the "Shapes" or "Illustrations" category.</a:t>
            </a:r>
          </a:p>
          <a:p>
            <a:pPr marL="0" marR="0" lvl="0" indent="0" algn="r"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Karla" pitchFamily="2" charset="0"/>
              </a:rPr>
              <a:t>Create graphics by drawing shapes, lines, or inserting images.</a:t>
            </a:r>
          </a:p>
          <a:p>
            <a:pPr marL="0" marR="0" lvl="0" indent="0" algn="r"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Karla" pitchFamily="2" charset="0"/>
              </a:rPr>
              <a:t>You can edit these graphics by resizing, modifying shapes, adding text, and adjusting styles as needed.</a:t>
            </a:r>
          </a:p>
          <a:p>
            <a:pPr marL="0" marR="0" lvl="0" indent="0" algn="r"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chemeClr val="tx1"/>
                </a:solidFill>
                <a:effectLst/>
                <a:latin typeface="Karla" pitchFamily="2" charset="0"/>
              </a:rPr>
            </a:br>
            <a:endParaRPr kumimoji="0" lang="en-US" altLang="en-US" b="0" i="0" u="none" strike="noStrike" cap="none" normalizeH="0" baseline="0" dirty="0">
              <a:ln>
                <a:noFill/>
              </a:ln>
              <a:solidFill>
                <a:schemeClr val="tx1"/>
              </a:solidFill>
              <a:effectLst/>
              <a:latin typeface="Karla" pitchFamily="2" charset="0"/>
            </a:endParaRPr>
          </a:p>
        </p:txBody>
      </p:sp>
      <p:grpSp>
        <p:nvGrpSpPr>
          <p:cNvPr id="4" name="Google Shape;920;p43">
            <a:extLst>
              <a:ext uri="{FF2B5EF4-FFF2-40B4-BE49-F238E27FC236}">
                <a16:creationId xmlns:a16="http://schemas.microsoft.com/office/drawing/2014/main" id="{62C7EFD7-2AC1-BAED-7E5C-B3A8E5EA75A5}"/>
              </a:ext>
            </a:extLst>
          </p:cNvPr>
          <p:cNvGrpSpPr/>
          <p:nvPr/>
        </p:nvGrpSpPr>
        <p:grpSpPr>
          <a:xfrm>
            <a:off x="5343514" y="1515878"/>
            <a:ext cx="2760329" cy="1393265"/>
            <a:chOff x="6161988" y="3104373"/>
            <a:chExt cx="1827475" cy="1051350"/>
          </a:xfrm>
        </p:grpSpPr>
        <p:grpSp>
          <p:nvGrpSpPr>
            <p:cNvPr id="5" name="Google Shape;921;p43">
              <a:extLst>
                <a:ext uri="{FF2B5EF4-FFF2-40B4-BE49-F238E27FC236}">
                  <a16:creationId xmlns:a16="http://schemas.microsoft.com/office/drawing/2014/main" id="{4A8C7FD7-BEA6-0496-CACE-E9CC7C412330}"/>
                </a:ext>
              </a:extLst>
            </p:cNvPr>
            <p:cNvGrpSpPr/>
            <p:nvPr/>
          </p:nvGrpSpPr>
          <p:grpSpPr>
            <a:xfrm>
              <a:off x="6161988" y="3104373"/>
              <a:ext cx="1827475" cy="1051350"/>
              <a:chOff x="274188" y="1278048"/>
              <a:chExt cx="1827475" cy="1051350"/>
            </a:xfrm>
          </p:grpSpPr>
          <p:sp>
            <p:nvSpPr>
              <p:cNvPr id="11" name="Google Shape;922;p43">
                <a:extLst>
                  <a:ext uri="{FF2B5EF4-FFF2-40B4-BE49-F238E27FC236}">
                    <a16:creationId xmlns:a16="http://schemas.microsoft.com/office/drawing/2014/main" id="{05927176-292D-B0FD-11F5-BE73660FDC66}"/>
                  </a:ext>
                </a:extLst>
              </p:cNvPr>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923;p43">
                <a:extLst>
                  <a:ext uri="{FF2B5EF4-FFF2-40B4-BE49-F238E27FC236}">
                    <a16:creationId xmlns:a16="http://schemas.microsoft.com/office/drawing/2014/main" id="{16CA0009-8668-864A-BF6D-1FFD849482D9}"/>
                  </a:ext>
                </a:extLst>
              </p:cNvPr>
              <p:cNvGrpSpPr/>
              <p:nvPr/>
            </p:nvGrpSpPr>
            <p:grpSpPr>
              <a:xfrm>
                <a:off x="274188" y="1278048"/>
                <a:ext cx="1737300" cy="960000"/>
                <a:chOff x="7146475" y="2190661"/>
                <a:chExt cx="1737300" cy="960000"/>
              </a:xfrm>
            </p:grpSpPr>
            <p:sp>
              <p:nvSpPr>
                <p:cNvPr id="13" name="Google Shape;924;p43">
                  <a:extLst>
                    <a:ext uri="{FF2B5EF4-FFF2-40B4-BE49-F238E27FC236}">
                      <a16:creationId xmlns:a16="http://schemas.microsoft.com/office/drawing/2014/main" id="{41E38C33-1A2D-B58A-C0E6-0D4165B3F4BE}"/>
                    </a:ext>
                  </a:extLst>
                </p:cNvPr>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925;p43">
                  <a:extLst>
                    <a:ext uri="{FF2B5EF4-FFF2-40B4-BE49-F238E27FC236}">
                      <a16:creationId xmlns:a16="http://schemas.microsoft.com/office/drawing/2014/main" id="{A2F7EA9F-1A81-A5F5-48D6-16E01F031F71}"/>
                    </a:ext>
                  </a:extLst>
                </p:cNvPr>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 name="Google Shape;926;p43">
              <a:extLst>
                <a:ext uri="{FF2B5EF4-FFF2-40B4-BE49-F238E27FC236}">
                  <a16:creationId xmlns:a16="http://schemas.microsoft.com/office/drawing/2014/main" id="{F9F31CE0-D7D4-C4FA-1086-FD04480391B6}"/>
                </a:ext>
              </a:extLst>
            </p:cNvPr>
            <p:cNvGrpSpPr/>
            <p:nvPr/>
          </p:nvGrpSpPr>
          <p:grpSpPr>
            <a:xfrm>
              <a:off x="6349239" y="3420925"/>
              <a:ext cx="1356472" cy="509050"/>
              <a:chOff x="6343699" y="3416675"/>
              <a:chExt cx="1356472" cy="509050"/>
            </a:xfrm>
          </p:grpSpPr>
          <p:sp>
            <p:nvSpPr>
              <p:cNvPr id="7" name="Google Shape;927;p43">
                <a:extLst>
                  <a:ext uri="{FF2B5EF4-FFF2-40B4-BE49-F238E27FC236}">
                    <a16:creationId xmlns:a16="http://schemas.microsoft.com/office/drawing/2014/main" id="{338FD8D9-DE10-FFBB-AF11-414B6543ADDF}"/>
                  </a:ext>
                </a:extLst>
              </p:cNvPr>
              <p:cNvSpPr/>
              <p:nvPr/>
            </p:nvSpPr>
            <p:spPr>
              <a:xfrm>
                <a:off x="6343699" y="3524445"/>
                <a:ext cx="776865" cy="54206"/>
              </a:xfrm>
              <a:custGeom>
                <a:avLst/>
                <a:gdLst/>
                <a:ahLst/>
                <a:cxnLst/>
                <a:rect l="l" t="t" r="r" b="b"/>
                <a:pathLst>
                  <a:path w="19319" h="1348" extrusionOk="0">
                    <a:moveTo>
                      <a:pt x="18435" y="1"/>
                    </a:moveTo>
                    <a:cubicBezTo>
                      <a:pt x="18412" y="1"/>
                      <a:pt x="18389" y="2"/>
                      <a:pt x="18366" y="3"/>
                    </a:cubicBezTo>
                    <a:lnTo>
                      <a:pt x="854" y="3"/>
                    </a:lnTo>
                    <a:cubicBezTo>
                      <a:pt x="0" y="52"/>
                      <a:pt x="0" y="1296"/>
                      <a:pt x="854" y="1345"/>
                    </a:cubicBezTo>
                    <a:lnTo>
                      <a:pt x="18366" y="1345"/>
                    </a:lnTo>
                    <a:cubicBezTo>
                      <a:pt x="18389" y="1347"/>
                      <a:pt x="18412" y="1347"/>
                      <a:pt x="18435" y="1347"/>
                    </a:cubicBezTo>
                    <a:cubicBezTo>
                      <a:pt x="19319" y="1347"/>
                      <a:pt x="19319" y="1"/>
                      <a:pt x="18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28;p43">
                <a:extLst>
                  <a:ext uri="{FF2B5EF4-FFF2-40B4-BE49-F238E27FC236}">
                    <a16:creationId xmlns:a16="http://schemas.microsoft.com/office/drawing/2014/main" id="{424CC290-BB14-3069-B94A-8D7FFB0F29EA}"/>
                  </a:ext>
                </a:extLst>
              </p:cNvPr>
              <p:cNvSpPr/>
              <p:nvPr/>
            </p:nvSpPr>
            <p:spPr>
              <a:xfrm>
                <a:off x="6343699" y="3651035"/>
                <a:ext cx="777147" cy="55131"/>
              </a:xfrm>
              <a:custGeom>
                <a:avLst/>
                <a:gdLst/>
                <a:ahLst/>
                <a:cxnLst/>
                <a:rect l="l" t="t" r="r" b="b"/>
                <a:pathLst>
                  <a:path w="19326" h="1371" extrusionOk="0">
                    <a:moveTo>
                      <a:pt x="18412" y="1"/>
                    </a:moveTo>
                    <a:cubicBezTo>
                      <a:pt x="18397" y="1"/>
                      <a:pt x="18382" y="1"/>
                      <a:pt x="18366" y="2"/>
                    </a:cubicBezTo>
                    <a:lnTo>
                      <a:pt x="854" y="2"/>
                    </a:lnTo>
                    <a:cubicBezTo>
                      <a:pt x="0" y="75"/>
                      <a:pt x="0" y="1319"/>
                      <a:pt x="854" y="1368"/>
                    </a:cubicBezTo>
                    <a:lnTo>
                      <a:pt x="18366" y="1368"/>
                    </a:lnTo>
                    <a:cubicBezTo>
                      <a:pt x="18389" y="1369"/>
                      <a:pt x="18412" y="1370"/>
                      <a:pt x="18434" y="1370"/>
                    </a:cubicBezTo>
                    <a:cubicBezTo>
                      <a:pt x="19326" y="1370"/>
                      <a:pt x="19319" y="1"/>
                      <a:pt x="184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29;p43">
                <a:extLst>
                  <a:ext uri="{FF2B5EF4-FFF2-40B4-BE49-F238E27FC236}">
                    <a16:creationId xmlns:a16="http://schemas.microsoft.com/office/drawing/2014/main" id="{F77FD9CE-1DC3-1673-D7AB-E2412485A94D}"/>
                  </a:ext>
                </a:extLst>
              </p:cNvPr>
              <p:cNvSpPr/>
              <p:nvPr/>
            </p:nvSpPr>
            <p:spPr>
              <a:xfrm>
                <a:off x="6343699" y="3778469"/>
                <a:ext cx="776865" cy="55172"/>
              </a:xfrm>
              <a:custGeom>
                <a:avLst/>
                <a:gdLst/>
                <a:ahLst/>
                <a:cxnLst/>
                <a:rect l="l" t="t" r="r" b="b"/>
                <a:pathLst>
                  <a:path w="19319" h="1372" extrusionOk="0">
                    <a:moveTo>
                      <a:pt x="18433" y="1"/>
                    </a:moveTo>
                    <a:cubicBezTo>
                      <a:pt x="18411" y="1"/>
                      <a:pt x="18389" y="2"/>
                      <a:pt x="18366" y="3"/>
                    </a:cubicBezTo>
                    <a:lnTo>
                      <a:pt x="854" y="3"/>
                    </a:lnTo>
                    <a:cubicBezTo>
                      <a:pt x="0" y="52"/>
                      <a:pt x="0" y="1320"/>
                      <a:pt x="854" y="1369"/>
                    </a:cubicBezTo>
                    <a:lnTo>
                      <a:pt x="18366" y="1369"/>
                    </a:lnTo>
                    <a:cubicBezTo>
                      <a:pt x="18389" y="1371"/>
                      <a:pt x="18411" y="1372"/>
                      <a:pt x="18433" y="1372"/>
                    </a:cubicBezTo>
                    <a:cubicBezTo>
                      <a:pt x="19319" y="1372"/>
                      <a:pt x="19319" y="1"/>
                      <a:pt x="18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30;p43">
                <a:extLst>
                  <a:ext uri="{FF2B5EF4-FFF2-40B4-BE49-F238E27FC236}">
                    <a16:creationId xmlns:a16="http://schemas.microsoft.com/office/drawing/2014/main" id="{D7BD2C84-273D-B8F7-13F2-FCFDBC1709C3}"/>
                  </a:ext>
                </a:extLst>
              </p:cNvPr>
              <p:cNvSpPr/>
              <p:nvPr/>
            </p:nvSpPr>
            <p:spPr>
              <a:xfrm>
                <a:off x="7286224" y="3416675"/>
                <a:ext cx="413947" cy="509050"/>
              </a:xfrm>
              <a:custGeom>
                <a:avLst/>
                <a:gdLst/>
                <a:ahLst/>
                <a:cxnLst/>
                <a:rect l="l" t="t" r="r" b="b"/>
                <a:pathLst>
                  <a:path w="10294" h="12659" extrusionOk="0">
                    <a:moveTo>
                      <a:pt x="1" y="1"/>
                    </a:moveTo>
                    <a:lnTo>
                      <a:pt x="1" y="12659"/>
                    </a:lnTo>
                    <a:lnTo>
                      <a:pt x="10293" y="12659"/>
                    </a:lnTo>
                    <a:lnTo>
                      <a:pt x="10293" y="1"/>
                    </a:ln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 name="Google Shape;9410;p66">
            <a:extLst>
              <a:ext uri="{FF2B5EF4-FFF2-40B4-BE49-F238E27FC236}">
                <a16:creationId xmlns:a16="http://schemas.microsoft.com/office/drawing/2014/main" id="{CFF716BD-7BA6-B047-EAD3-7955ED547C2A}"/>
              </a:ext>
            </a:extLst>
          </p:cNvPr>
          <p:cNvGrpSpPr/>
          <p:nvPr/>
        </p:nvGrpSpPr>
        <p:grpSpPr>
          <a:xfrm>
            <a:off x="567192" y="873571"/>
            <a:ext cx="374774" cy="346073"/>
            <a:chOff x="1989449" y="4282269"/>
            <a:chExt cx="374774" cy="346073"/>
          </a:xfrm>
        </p:grpSpPr>
        <p:sp>
          <p:nvSpPr>
            <p:cNvPr id="16" name="Google Shape;9411;p66">
              <a:extLst>
                <a:ext uri="{FF2B5EF4-FFF2-40B4-BE49-F238E27FC236}">
                  <a16:creationId xmlns:a16="http://schemas.microsoft.com/office/drawing/2014/main" id="{430E551D-994A-F51F-950A-BD9A5A111DFE}"/>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412;p66">
              <a:extLst>
                <a:ext uri="{FF2B5EF4-FFF2-40B4-BE49-F238E27FC236}">
                  <a16:creationId xmlns:a16="http://schemas.microsoft.com/office/drawing/2014/main" id="{58587EA3-2F2E-1331-B7EA-003CFCD94138}"/>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413;p66">
              <a:extLst>
                <a:ext uri="{FF2B5EF4-FFF2-40B4-BE49-F238E27FC236}">
                  <a16:creationId xmlns:a16="http://schemas.microsoft.com/office/drawing/2014/main" id="{F445F933-033B-599D-4BFF-6C18E14C69D0}"/>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414;p66">
              <a:extLst>
                <a:ext uri="{FF2B5EF4-FFF2-40B4-BE49-F238E27FC236}">
                  <a16:creationId xmlns:a16="http://schemas.microsoft.com/office/drawing/2014/main" id="{BB7C88A0-E296-2764-55BB-89D82C857891}"/>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415;p66">
              <a:extLst>
                <a:ext uri="{FF2B5EF4-FFF2-40B4-BE49-F238E27FC236}">
                  <a16:creationId xmlns:a16="http://schemas.microsoft.com/office/drawing/2014/main" id="{4F896383-CFF3-9BD1-8FAD-ABDBC6F7952D}"/>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9410;p66">
            <a:extLst>
              <a:ext uri="{FF2B5EF4-FFF2-40B4-BE49-F238E27FC236}">
                <a16:creationId xmlns:a16="http://schemas.microsoft.com/office/drawing/2014/main" id="{E9D8F734-851B-1311-BBDF-2D7736698C5F}"/>
              </a:ext>
            </a:extLst>
          </p:cNvPr>
          <p:cNvGrpSpPr/>
          <p:nvPr/>
        </p:nvGrpSpPr>
        <p:grpSpPr>
          <a:xfrm>
            <a:off x="4832941" y="1449170"/>
            <a:ext cx="374774" cy="346073"/>
            <a:chOff x="1989449" y="4282269"/>
            <a:chExt cx="374774" cy="346073"/>
          </a:xfrm>
        </p:grpSpPr>
        <p:sp>
          <p:nvSpPr>
            <p:cNvPr id="22" name="Google Shape;9411;p66">
              <a:extLst>
                <a:ext uri="{FF2B5EF4-FFF2-40B4-BE49-F238E27FC236}">
                  <a16:creationId xmlns:a16="http://schemas.microsoft.com/office/drawing/2014/main" id="{B35E3515-ADB5-CDCE-86FB-FEC6A1E12EEE}"/>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412;p66">
              <a:extLst>
                <a:ext uri="{FF2B5EF4-FFF2-40B4-BE49-F238E27FC236}">
                  <a16:creationId xmlns:a16="http://schemas.microsoft.com/office/drawing/2014/main" id="{42FA7349-2F02-2D6F-EFF5-7E9BC06F3109}"/>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413;p66">
              <a:extLst>
                <a:ext uri="{FF2B5EF4-FFF2-40B4-BE49-F238E27FC236}">
                  <a16:creationId xmlns:a16="http://schemas.microsoft.com/office/drawing/2014/main" id="{D4E1331A-58EA-8FFB-AD85-6383668DD44B}"/>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414;p66">
              <a:extLst>
                <a:ext uri="{FF2B5EF4-FFF2-40B4-BE49-F238E27FC236}">
                  <a16:creationId xmlns:a16="http://schemas.microsoft.com/office/drawing/2014/main" id="{55812059-0DAD-58F8-C06B-F179941B19BD}"/>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415;p66">
              <a:extLst>
                <a:ext uri="{FF2B5EF4-FFF2-40B4-BE49-F238E27FC236}">
                  <a16:creationId xmlns:a16="http://schemas.microsoft.com/office/drawing/2014/main" id="{4E581C2A-4BE0-E10E-4A04-09E15BD6993A}"/>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9410;p66">
            <a:extLst>
              <a:ext uri="{FF2B5EF4-FFF2-40B4-BE49-F238E27FC236}">
                <a16:creationId xmlns:a16="http://schemas.microsoft.com/office/drawing/2014/main" id="{780B8B8E-7280-8CB4-6B93-6FFA773FFE56}"/>
              </a:ext>
            </a:extLst>
          </p:cNvPr>
          <p:cNvGrpSpPr/>
          <p:nvPr/>
        </p:nvGrpSpPr>
        <p:grpSpPr>
          <a:xfrm>
            <a:off x="1114132" y="808204"/>
            <a:ext cx="374774" cy="346073"/>
            <a:chOff x="1989449" y="4282269"/>
            <a:chExt cx="374774" cy="346073"/>
          </a:xfrm>
        </p:grpSpPr>
        <p:sp>
          <p:nvSpPr>
            <p:cNvPr id="28" name="Google Shape;9411;p66">
              <a:extLst>
                <a:ext uri="{FF2B5EF4-FFF2-40B4-BE49-F238E27FC236}">
                  <a16:creationId xmlns:a16="http://schemas.microsoft.com/office/drawing/2014/main" id="{E3EABBC6-8135-1672-A982-141FA31C6FB7}"/>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412;p66">
              <a:extLst>
                <a:ext uri="{FF2B5EF4-FFF2-40B4-BE49-F238E27FC236}">
                  <a16:creationId xmlns:a16="http://schemas.microsoft.com/office/drawing/2014/main" id="{27A71F5E-901D-B696-9A61-44B6D90B925A}"/>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413;p66">
              <a:extLst>
                <a:ext uri="{FF2B5EF4-FFF2-40B4-BE49-F238E27FC236}">
                  <a16:creationId xmlns:a16="http://schemas.microsoft.com/office/drawing/2014/main" id="{FD55B566-7DC9-8225-7E37-5F10A8EDB342}"/>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414;p66">
              <a:extLst>
                <a:ext uri="{FF2B5EF4-FFF2-40B4-BE49-F238E27FC236}">
                  <a16:creationId xmlns:a16="http://schemas.microsoft.com/office/drawing/2014/main" id="{939F2F83-18DC-98EB-3801-86F7FCEBD7B3}"/>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415;p66">
              <a:extLst>
                <a:ext uri="{FF2B5EF4-FFF2-40B4-BE49-F238E27FC236}">
                  <a16:creationId xmlns:a16="http://schemas.microsoft.com/office/drawing/2014/main" id="{5AB0DB1B-4031-035A-97F0-9BD1DB257430}"/>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9410;p66">
            <a:extLst>
              <a:ext uri="{FF2B5EF4-FFF2-40B4-BE49-F238E27FC236}">
                <a16:creationId xmlns:a16="http://schemas.microsoft.com/office/drawing/2014/main" id="{D974D3D3-1F1C-DDE8-7C66-571122B2EB6C}"/>
              </a:ext>
            </a:extLst>
          </p:cNvPr>
          <p:cNvGrpSpPr/>
          <p:nvPr/>
        </p:nvGrpSpPr>
        <p:grpSpPr>
          <a:xfrm>
            <a:off x="8363182" y="4509584"/>
            <a:ext cx="374774" cy="346073"/>
            <a:chOff x="1989449" y="4282269"/>
            <a:chExt cx="374774" cy="346073"/>
          </a:xfrm>
        </p:grpSpPr>
        <p:sp>
          <p:nvSpPr>
            <p:cNvPr id="34" name="Google Shape;9411;p66">
              <a:extLst>
                <a:ext uri="{FF2B5EF4-FFF2-40B4-BE49-F238E27FC236}">
                  <a16:creationId xmlns:a16="http://schemas.microsoft.com/office/drawing/2014/main" id="{9F6162F3-FF42-6EB5-C21C-2545DC078501}"/>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412;p66">
              <a:extLst>
                <a:ext uri="{FF2B5EF4-FFF2-40B4-BE49-F238E27FC236}">
                  <a16:creationId xmlns:a16="http://schemas.microsoft.com/office/drawing/2014/main" id="{237CF47E-B610-70EC-900F-B49E6630E412}"/>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413;p66">
              <a:extLst>
                <a:ext uri="{FF2B5EF4-FFF2-40B4-BE49-F238E27FC236}">
                  <a16:creationId xmlns:a16="http://schemas.microsoft.com/office/drawing/2014/main" id="{1F3AE5FF-8A2E-A429-B0A4-92AC7477F6C1}"/>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414;p66">
              <a:extLst>
                <a:ext uri="{FF2B5EF4-FFF2-40B4-BE49-F238E27FC236}">
                  <a16:creationId xmlns:a16="http://schemas.microsoft.com/office/drawing/2014/main" id="{F43E9C03-3770-5B1D-0B96-9B0BBF723D40}"/>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415;p66">
              <a:extLst>
                <a:ext uri="{FF2B5EF4-FFF2-40B4-BE49-F238E27FC236}">
                  <a16:creationId xmlns:a16="http://schemas.microsoft.com/office/drawing/2014/main" id="{001EFC0D-DADB-84AB-A513-CC54ABC12E85}"/>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9410;p66">
            <a:extLst>
              <a:ext uri="{FF2B5EF4-FFF2-40B4-BE49-F238E27FC236}">
                <a16:creationId xmlns:a16="http://schemas.microsoft.com/office/drawing/2014/main" id="{39058EFD-F973-9C36-1AE3-5B4682D1BF64}"/>
              </a:ext>
            </a:extLst>
          </p:cNvPr>
          <p:cNvGrpSpPr/>
          <p:nvPr/>
        </p:nvGrpSpPr>
        <p:grpSpPr>
          <a:xfrm>
            <a:off x="8332108" y="1814619"/>
            <a:ext cx="374774" cy="346073"/>
            <a:chOff x="1989449" y="4282269"/>
            <a:chExt cx="374774" cy="346073"/>
          </a:xfrm>
        </p:grpSpPr>
        <p:sp>
          <p:nvSpPr>
            <p:cNvPr id="40" name="Google Shape;9411;p66">
              <a:extLst>
                <a:ext uri="{FF2B5EF4-FFF2-40B4-BE49-F238E27FC236}">
                  <a16:creationId xmlns:a16="http://schemas.microsoft.com/office/drawing/2014/main" id="{36A4CEC7-6CBF-0A76-7497-ADFDB887FBF6}"/>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412;p66">
              <a:extLst>
                <a:ext uri="{FF2B5EF4-FFF2-40B4-BE49-F238E27FC236}">
                  <a16:creationId xmlns:a16="http://schemas.microsoft.com/office/drawing/2014/main" id="{2DA062F1-D0FA-36FD-5F0B-91558937B7C1}"/>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413;p66">
              <a:extLst>
                <a:ext uri="{FF2B5EF4-FFF2-40B4-BE49-F238E27FC236}">
                  <a16:creationId xmlns:a16="http://schemas.microsoft.com/office/drawing/2014/main" id="{82EBF80C-B4BE-743B-619D-E4AB88F5EF40}"/>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414;p66">
              <a:extLst>
                <a:ext uri="{FF2B5EF4-FFF2-40B4-BE49-F238E27FC236}">
                  <a16:creationId xmlns:a16="http://schemas.microsoft.com/office/drawing/2014/main" id="{AEA3605C-2E77-DDDD-D77A-A435A759C159}"/>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415;p66">
              <a:extLst>
                <a:ext uri="{FF2B5EF4-FFF2-40B4-BE49-F238E27FC236}">
                  <a16:creationId xmlns:a16="http://schemas.microsoft.com/office/drawing/2014/main" id="{A14A4CB1-69B6-DA6E-1709-15764157550E}"/>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9410;p66">
            <a:extLst>
              <a:ext uri="{FF2B5EF4-FFF2-40B4-BE49-F238E27FC236}">
                <a16:creationId xmlns:a16="http://schemas.microsoft.com/office/drawing/2014/main" id="{6E81CCDC-8500-91CA-5344-33DF9A8DCF70}"/>
              </a:ext>
            </a:extLst>
          </p:cNvPr>
          <p:cNvGrpSpPr/>
          <p:nvPr/>
        </p:nvGrpSpPr>
        <p:grpSpPr>
          <a:xfrm>
            <a:off x="8057088" y="4374973"/>
            <a:ext cx="374774" cy="346073"/>
            <a:chOff x="1989449" y="4282269"/>
            <a:chExt cx="374774" cy="346073"/>
          </a:xfrm>
        </p:grpSpPr>
        <p:sp>
          <p:nvSpPr>
            <p:cNvPr id="46" name="Google Shape;9411;p66">
              <a:extLst>
                <a:ext uri="{FF2B5EF4-FFF2-40B4-BE49-F238E27FC236}">
                  <a16:creationId xmlns:a16="http://schemas.microsoft.com/office/drawing/2014/main" id="{FCFCB5E4-C5E1-C454-EF3C-01DDE4477699}"/>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412;p66">
              <a:extLst>
                <a:ext uri="{FF2B5EF4-FFF2-40B4-BE49-F238E27FC236}">
                  <a16:creationId xmlns:a16="http://schemas.microsoft.com/office/drawing/2014/main" id="{63BAF75A-DAAD-3E39-35FB-937B63AFF265}"/>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413;p66">
              <a:extLst>
                <a:ext uri="{FF2B5EF4-FFF2-40B4-BE49-F238E27FC236}">
                  <a16:creationId xmlns:a16="http://schemas.microsoft.com/office/drawing/2014/main" id="{FA291563-0CE5-9E2E-0538-E292F8788918}"/>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414;p66">
              <a:extLst>
                <a:ext uri="{FF2B5EF4-FFF2-40B4-BE49-F238E27FC236}">
                  <a16:creationId xmlns:a16="http://schemas.microsoft.com/office/drawing/2014/main" id="{F72FB686-ED49-264B-D609-F4563E63823E}"/>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415;p66">
              <a:extLst>
                <a:ext uri="{FF2B5EF4-FFF2-40B4-BE49-F238E27FC236}">
                  <a16:creationId xmlns:a16="http://schemas.microsoft.com/office/drawing/2014/main" id="{010055AE-B016-58CA-239C-F1FDA180F46D}"/>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9410;p66">
            <a:extLst>
              <a:ext uri="{FF2B5EF4-FFF2-40B4-BE49-F238E27FC236}">
                <a16:creationId xmlns:a16="http://schemas.microsoft.com/office/drawing/2014/main" id="{781DECF5-BD14-C115-A398-6EE9A64704B5}"/>
              </a:ext>
            </a:extLst>
          </p:cNvPr>
          <p:cNvGrpSpPr/>
          <p:nvPr/>
        </p:nvGrpSpPr>
        <p:grpSpPr>
          <a:xfrm>
            <a:off x="8235994" y="2253961"/>
            <a:ext cx="374774" cy="346073"/>
            <a:chOff x="1989449" y="4282269"/>
            <a:chExt cx="374774" cy="346073"/>
          </a:xfrm>
        </p:grpSpPr>
        <p:sp>
          <p:nvSpPr>
            <p:cNvPr id="52" name="Google Shape;9411;p66">
              <a:extLst>
                <a:ext uri="{FF2B5EF4-FFF2-40B4-BE49-F238E27FC236}">
                  <a16:creationId xmlns:a16="http://schemas.microsoft.com/office/drawing/2014/main" id="{49A72B96-4539-1CAE-61F3-52866C7BD997}"/>
                </a:ext>
              </a:extLst>
            </p:cNvPr>
            <p:cNvSpPr/>
            <p:nvPr/>
          </p:nvSpPr>
          <p:spPr>
            <a:xfrm>
              <a:off x="2067590" y="4506432"/>
              <a:ext cx="78172" cy="70941"/>
            </a:xfrm>
            <a:custGeom>
              <a:avLst/>
              <a:gdLst/>
              <a:ahLst/>
              <a:cxnLst/>
              <a:rect l="l" t="t" r="r" b="b"/>
              <a:pathLst>
                <a:path w="2454" h="2227" extrusionOk="0">
                  <a:moveTo>
                    <a:pt x="1231" y="325"/>
                  </a:moveTo>
                  <a:cubicBezTo>
                    <a:pt x="1435" y="325"/>
                    <a:pt x="1638" y="399"/>
                    <a:pt x="1786" y="548"/>
                  </a:cubicBezTo>
                  <a:cubicBezTo>
                    <a:pt x="2096" y="857"/>
                    <a:pt x="2096" y="1369"/>
                    <a:pt x="1786" y="1667"/>
                  </a:cubicBezTo>
                  <a:cubicBezTo>
                    <a:pt x="1626" y="1822"/>
                    <a:pt x="1420" y="1899"/>
                    <a:pt x="1218" y="1899"/>
                  </a:cubicBezTo>
                  <a:cubicBezTo>
                    <a:pt x="1016" y="1899"/>
                    <a:pt x="816" y="1822"/>
                    <a:pt x="667" y="1667"/>
                  </a:cubicBezTo>
                  <a:cubicBezTo>
                    <a:pt x="358" y="1357"/>
                    <a:pt x="358" y="845"/>
                    <a:pt x="667" y="548"/>
                  </a:cubicBezTo>
                  <a:cubicBezTo>
                    <a:pt x="822" y="399"/>
                    <a:pt x="1027" y="325"/>
                    <a:pt x="1231" y="325"/>
                  </a:cubicBezTo>
                  <a:close/>
                  <a:moveTo>
                    <a:pt x="1237" y="0"/>
                  </a:moveTo>
                  <a:cubicBezTo>
                    <a:pt x="950" y="0"/>
                    <a:pt x="661" y="107"/>
                    <a:pt x="441" y="322"/>
                  </a:cubicBezTo>
                  <a:cubicBezTo>
                    <a:pt x="1" y="762"/>
                    <a:pt x="1" y="1476"/>
                    <a:pt x="441" y="1905"/>
                  </a:cubicBezTo>
                  <a:cubicBezTo>
                    <a:pt x="655" y="2119"/>
                    <a:pt x="944" y="2227"/>
                    <a:pt x="1233" y="2227"/>
                  </a:cubicBezTo>
                  <a:cubicBezTo>
                    <a:pt x="1522" y="2227"/>
                    <a:pt x="1810" y="2119"/>
                    <a:pt x="2025" y="1905"/>
                  </a:cubicBezTo>
                  <a:cubicBezTo>
                    <a:pt x="2453" y="1476"/>
                    <a:pt x="2453" y="762"/>
                    <a:pt x="2025" y="322"/>
                  </a:cubicBezTo>
                  <a:cubicBezTo>
                    <a:pt x="1810" y="107"/>
                    <a:pt x="1525" y="0"/>
                    <a:pt x="123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412;p66">
              <a:extLst>
                <a:ext uri="{FF2B5EF4-FFF2-40B4-BE49-F238E27FC236}">
                  <a16:creationId xmlns:a16="http://schemas.microsoft.com/office/drawing/2014/main" id="{7E2CC4BF-1734-C051-14D6-BDDD486DFB77}"/>
                </a:ext>
              </a:extLst>
            </p:cNvPr>
            <p:cNvSpPr/>
            <p:nvPr/>
          </p:nvSpPr>
          <p:spPr>
            <a:xfrm>
              <a:off x="2036117" y="4422972"/>
              <a:ext cx="77790" cy="70973"/>
            </a:xfrm>
            <a:custGeom>
              <a:avLst/>
              <a:gdLst/>
              <a:ahLst/>
              <a:cxnLst/>
              <a:rect l="l" t="t" r="r" b="b"/>
              <a:pathLst>
                <a:path w="2442" h="2228" extrusionOk="0">
                  <a:moveTo>
                    <a:pt x="1224" y="328"/>
                  </a:moveTo>
                  <a:cubicBezTo>
                    <a:pt x="1426" y="328"/>
                    <a:pt x="1626" y="406"/>
                    <a:pt x="1774" y="560"/>
                  </a:cubicBezTo>
                  <a:cubicBezTo>
                    <a:pt x="2084" y="882"/>
                    <a:pt x="2084" y="1382"/>
                    <a:pt x="1774" y="1680"/>
                  </a:cubicBezTo>
                  <a:cubicBezTo>
                    <a:pt x="1620" y="1834"/>
                    <a:pt x="1420" y="1912"/>
                    <a:pt x="1219" y="1912"/>
                  </a:cubicBezTo>
                  <a:cubicBezTo>
                    <a:pt x="1018" y="1912"/>
                    <a:pt x="816" y="1834"/>
                    <a:pt x="655" y="1680"/>
                  </a:cubicBezTo>
                  <a:cubicBezTo>
                    <a:pt x="346" y="1370"/>
                    <a:pt x="346" y="858"/>
                    <a:pt x="655" y="560"/>
                  </a:cubicBezTo>
                  <a:cubicBezTo>
                    <a:pt x="816" y="406"/>
                    <a:pt x="1021" y="328"/>
                    <a:pt x="1224" y="328"/>
                  </a:cubicBezTo>
                  <a:close/>
                  <a:moveTo>
                    <a:pt x="1227" y="1"/>
                  </a:moveTo>
                  <a:cubicBezTo>
                    <a:pt x="941" y="1"/>
                    <a:pt x="655" y="108"/>
                    <a:pt x="441" y="322"/>
                  </a:cubicBezTo>
                  <a:cubicBezTo>
                    <a:pt x="0" y="763"/>
                    <a:pt x="0" y="1477"/>
                    <a:pt x="441" y="1906"/>
                  </a:cubicBezTo>
                  <a:cubicBezTo>
                    <a:pt x="655" y="2120"/>
                    <a:pt x="941" y="2227"/>
                    <a:pt x="1227" y="2227"/>
                  </a:cubicBezTo>
                  <a:cubicBezTo>
                    <a:pt x="1512" y="2227"/>
                    <a:pt x="1798" y="2120"/>
                    <a:pt x="2012" y="1906"/>
                  </a:cubicBezTo>
                  <a:cubicBezTo>
                    <a:pt x="2441" y="1477"/>
                    <a:pt x="2441" y="775"/>
                    <a:pt x="2012" y="322"/>
                  </a:cubicBezTo>
                  <a:cubicBezTo>
                    <a:pt x="1798" y="108"/>
                    <a:pt x="1512" y="1"/>
                    <a:pt x="122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413;p66">
              <a:extLst>
                <a:ext uri="{FF2B5EF4-FFF2-40B4-BE49-F238E27FC236}">
                  <a16:creationId xmlns:a16="http://schemas.microsoft.com/office/drawing/2014/main" id="{A4F04CB3-ADFB-A242-1BB3-A4C7F89BAAFA}"/>
                </a:ext>
              </a:extLst>
            </p:cNvPr>
            <p:cNvSpPr/>
            <p:nvPr/>
          </p:nvSpPr>
          <p:spPr>
            <a:xfrm>
              <a:off x="2073292" y="4336327"/>
              <a:ext cx="77758" cy="71419"/>
            </a:xfrm>
            <a:custGeom>
              <a:avLst/>
              <a:gdLst/>
              <a:ahLst/>
              <a:cxnLst/>
              <a:rect l="l" t="t" r="r" b="b"/>
              <a:pathLst>
                <a:path w="2441" h="2242" extrusionOk="0">
                  <a:moveTo>
                    <a:pt x="1231" y="345"/>
                  </a:moveTo>
                  <a:cubicBezTo>
                    <a:pt x="1435" y="345"/>
                    <a:pt x="1637" y="423"/>
                    <a:pt x="1786" y="578"/>
                  </a:cubicBezTo>
                  <a:cubicBezTo>
                    <a:pt x="2084" y="875"/>
                    <a:pt x="2084" y="1375"/>
                    <a:pt x="1786" y="1697"/>
                  </a:cubicBezTo>
                  <a:cubicBezTo>
                    <a:pt x="1631" y="1852"/>
                    <a:pt x="1426" y="1929"/>
                    <a:pt x="1222" y="1929"/>
                  </a:cubicBezTo>
                  <a:cubicBezTo>
                    <a:pt x="1018" y="1929"/>
                    <a:pt x="816" y="1852"/>
                    <a:pt x="667" y="1697"/>
                  </a:cubicBezTo>
                  <a:cubicBezTo>
                    <a:pt x="357" y="1375"/>
                    <a:pt x="357" y="875"/>
                    <a:pt x="667" y="578"/>
                  </a:cubicBezTo>
                  <a:cubicBezTo>
                    <a:pt x="822" y="423"/>
                    <a:pt x="1027" y="345"/>
                    <a:pt x="1231" y="345"/>
                  </a:cubicBezTo>
                  <a:close/>
                  <a:moveTo>
                    <a:pt x="1216" y="0"/>
                  </a:moveTo>
                  <a:cubicBezTo>
                    <a:pt x="929" y="0"/>
                    <a:pt x="643" y="113"/>
                    <a:pt x="429" y="339"/>
                  </a:cubicBezTo>
                  <a:cubicBezTo>
                    <a:pt x="0" y="768"/>
                    <a:pt x="0" y="1482"/>
                    <a:pt x="429" y="1911"/>
                  </a:cubicBezTo>
                  <a:cubicBezTo>
                    <a:pt x="643" y="2131"/>
                    <a:pt x="929" y="2242"/>
                    <a:pt x="1216" y="2242"/>
                  </a:cubicBezTo>
                  <a:cubicBezTo>
                    <a:pt x="1503" y="2242"/>
                    <a:pt x="1792" y="2131"/>
                    <a:pt x="2012" y="1911"/>
                  </a:cubicBezTo>
                  <a:cubicBezTo>
                    <a:pt x="2441" y="1482"/>
                    <a:pt x="2441" y="768"/>
                    <a:pt x="2012" y="339"/>
                  </a:cubicBezTo>
                  <a:cubicBezTo>
                    <a:pt x="1792" y="113"/>
                    <a:pt x="1503" y="0"/>
                    <a:pt x="121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414;p66">
              <a:extLst>
                <a:ext uri="{FF2B5EF4-FFF2-40B4-BE49-F238E27FC236}">
                  <a16:creationId xmlns:a16="http://schemas.microsoft.com/office/drawing/2014/main" id="{75F72E39-AFEC-5E76-03B1-EC51188C07A1}"/>
                </a:ext>
              </a:extLst>
            </p:cNvPr>
            <p:cNvSpPr/>
            <p:nvPr/>
          </p:nvSpPr>
          <p:spPr>
            <a:xfrm>
              <a:off x="2181376" y="4334606"/>
              <a:ext cx="126719" cy="117449"/>
            </a:xfrm>
            <a:custGeom>
              <a:avLst/>
              <a:gdLst/>
              <a:ahLst/>
              <a:cxnLst/>
              <a:rect l="l" t="t" r="r" b="b"/>
              <a:pathLst>
                <a:path w="3978" h="3687" extrusionOk="0">
                  <a:moveTo>
                    <a:pt x="2013" y="1"/>
                  </a:moveTo>
                  <a:cubicBezTo>
                    <a:pt x="1542" y="1"/>
                    <a:pt x="1072" y="179"/>
                    <a:pt x="715" y="536"/>
                  </a:cubicBezTo>
                  <a:cubicBezTo>
                    <a:pt x="0" y="1251"/>
                    <a:pt x="0" y="2429"/>
                    <a:pt x="715" y="3144"/>
                  </a:cubicBezTo>
                  <a:cubicBezTo>
                    <a:pt x="1078" y="3507"/>
                    <a:pt x="1551" y="3686"/>
                    <a:pt x="2023" y="3686"/>
                  </a:cubicBezTo>
                  <a:cubicBezTo>
                    <a:pt x="2558" y="3686"/>
                    <a:pt x="3092" y="3456"/>
                    <a:pt x="3465" y="3001"/>
                  </a:cubicBezTo>
                  <a:cubicBezTo>
                    <a:pt x="3525" y="2918"/>
                    <a:pt x="3513" y="2810"/>
                    <a:pt x="3429" y="2751"/>
                  </a:cubicBezTo>
                  <a:cubicBezTo>
                    <a:pt x="3401" y="2732"/>
                    <a:pt x="3367" y="2722"/>
                    <a:pt x="3332" y="2722"/>
                  </a:cubicBezTo>
                  <a:cubicBezTo>
                    <a:pt x="3280" y="2722"/>
                    <a:pt x="3227" y="2744"/>
                    <a:pt x="3191" y="2787"/>
                  </a:cubicBezTo>
                  <a:cubicBezTo>
                    <a:pt x="2893" y="3168"/>
                    <a:pt x="2452" y="3359"/>
                    <a:pt x="2009" y="3359"/>
                  </a:cubicBezTo>
                  <a:cubicBezTo>
                    <a:pt x="1620" y="3359"/>
                    <a:pt x="1229" y="3212"/>
                    <a:pt x="929" y="2918"/>
                  </a:cubicBezTo>
                  <a:cubicBezTo>
                    <a:pt x="334" y="2322"/>
                    <a:pt x="334" y="1370"/>
                    <a:pt x="929" y="774"/>
                  </a:cubicBezTo>
                  <a:cubicBezTo>
                    <a:pt x="1227" y="477"/>
                    <a:pt x="1614" y="328"/>
                    <a:pt x="2001" y="328"/>
                  </a:cubicBezTo>
                  <a:cubicBezTo>
                    <a:pt x="2388" y="328"/>
                    <a:pt x="2775" y="477"/>
                    <a:pt x="3072" y="774"/>
                  </a:cubicBezTo>
                  <a:cubicBezTo>
                    <a:pt x="3465" y="1155"/>
                    <a:pt x="3620" y="1727"/>
                    <a:pt x="3465" y="2263"/>
                  </a:cubicBezTo>
                  <a:cubicBezTo>
                    <a:pt x="3441" y="2358"/>
                    <a:pt x="3501" y="2441"/>
                    <a:pt x="3572" y="2477"/>
                  </a:cubicBezTo>
                  <a:cubicBezTo>
                    <a:pt x="3585" y="2481"/>
                    <a:pt x="3598" y="2482"/>
                    <a:pt x="3611" y="2482"/>
                  </a:cubicBezTo>
                  <a:cubicBezTo>
                    <a:pt x="3683" y="2482"/>
                    <a:pt x="3755" y="2430"/>
                    <a:pt x="3775" y="2370"/>
                  </a:cubicBezTo>
                  <a:cubicBezTo>
                    <a:pt x="3977" y="1715"/>
                    <a:pt x="3799" y="1013"/>
                    <a:pt x="3310" y="536"/>
                  </a:cubicBezTo>
                  <a:cubicBezTo>
                    <a:pt x="2953" y="179"/>
                    <a:pt x="2483" y="1"/>
                    <a:pt x="2013"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415;p66">
              <a:extLst>
                <a:ext uri="{FF2B5EF4-FFF2-40B4-BE49-F238E27FC236}">
                  <a16:creationId xmlns:a16="http://schemas.microsoft.com/office/drawing/2014/main" id="{DF818BA4-E14E-2CB1-4ED6-9A71726C4F0C}"/>
                </a:ext>
              </a:extLst>
            </p:cNvPr>
            <p:cNvSpPr/>
            <p:nvPr/>
          </p:nvSpPr>
          <p:spPr>
            <a:xfrm>
              <a:off x="1989449" y="4282269"/>
              <a:ext cx="374774" cy="346073"/>
            </a:xfrm>
            <a:custGeom>
              <a:avLst/>
              <a:gdLst/>
              <a:ahLst/>
              <a:cxnLst/>
              <a:rect l="l" t="t" r="r" b="b"/>
              <a:pathLst>
                <a:path w="11765" h="10864" extrusionOk="0">
                  <a:moveTo>
                    <a:pt x="6254" y="0"/>
                  </a:moveTo>
                  <a:cubicBezTo>
                    <a:pt x="6237" y="0"/>
                    <a:pt x="6221" y="0"/>
                    <a:pt x="6204" y="1"/>
                  </a:cubicBezTo>
                  <a:cubicBezTo>
                    <a:pt x="4001" y="12"/>
                    <a:pt x="2144" y="1310"/>
                    <a:pt x="1263" y="3108"/>
                  </a:cubicBezTo>
                  <a:cubicBezTo>
                    <a:pt x="1215" y="3179"/>
                    <a:pt x="1263" y="3287"/>
                    <a:pt x="1334" y="3334"/>
                  </a:cubicBezTo>
                  <a:cubicBezTo>
                    <a:pt x="1353" y="3344"/>
                    <a:pt x="1374" y="3348"/>
                    <a:pt x="1396" y="3348"/>
                  </a:cubicBezTo>
                  <a:cubicBezTo>
                    <a:pt x="1458" y="3348"/>
                    <a:pt x="1525" y="3312"/>
                    <a:pt x="1561" y="3251"/>
                  </a:cubicBezTo>
                  <a:cubicBezTo>
                    <a:pt x="1811" y="2739"/>
                    <a:pt x="2144" y="2275"/>
                    <a:pt x="2561" y="1858"/>
                  </a:cubicBezTo>
                  <a:cubicBezTo>
                    <a:pt x="3567" y="846"/>
                    <a:pt x="4895" y="340"/>
                    <a:pt x="6228" y="340"/>
                  </a:cubicBezTo>
                  <a:cubicBezTo>
                    <a:pt x="7544" y="340"/>
                    <a:pt x="8865" y="834"/>
                    <a:pt x="9883" y="1822"/>
                  </a:cubicBezTo>
                  <a:cubicBezTo>
                    <a:pt x="10621" y="2560"/>
                    <a:pt x="11109" y="3477"/>
                    <a:pt x="11324" y="4477"/>
                  </a:cubicBezTo>
                  <a:cubicBezTo>
                    <a:pt x="11492" y="5318"/>
                    <a:pt x="10844" y="6029"/>
                    <a:pt x="10051" y="6029"/>
                  </a:cubicBezTo>
                  <a:cubicBezTo>
                    <a:pt x="9946" y="6029"/>
                    <a:pt x="9837" y="6016"/>
                    <a:pt x="9728" y="5989"/>
                  </a:cubicBezTo>
                  <a:cubicBezTo>
                    <a:pt x="9511" y="5939"/>
                    <a:pt x="9295" y="5915"/>
                    <a:pt x="9085" y="5915"/>
                  </a:cubicBezTo>
                  <a:cubicBezTo>
                    <a:pt x="7462" y="5915"/>
                    <a:pt x="6126" y="7342"/>
                    <a:pt x="6347" y="9049"/>
                  </a:cubicBezTo>
                  <a:cubicBezTo>
                    <a:pt x="6469" y="9867"/>
                    <a:pt x="5812" y="10535"/>
                    <a:pt x="5051" y="10535"/>
                  </a:cubicBezTo>
                  <a:cubicBezTo>
                    <a:pt x="4925" y="10535"/>
                    <a:pt x="4796" y="10517"/>
                    <a:pt x="4668" y="10478"/>
                  </a:cubicBezTo>
                  <a:cubicBezTo>
                    <a:pt x="1989" y="9645"/>
                    <a:pt x="334" y="6704"/>
                    <a:pt x="1322" y="3834"/>
                  </a:cubicBezTo>
                  <a:cubicBezTo>
                    <a:pt x="1346" y="3751"/>
                    <a:pt x="1311" y="3656"/>
                    <a:pt x="1215" y="3632"/>
                  </a:cubicBezTo>
                  <a:cubicBezTo>
                    <a:pt x="1196" y="3624"/>
                    <a:pt x="1176" y="3620"/>
                    <a:pt x="1157" y="3620"/>
                  </a:cubicBezTo>
                  <a:cubicBezTo>
                    <a:pt x="1092" y="3620"/>
                    <a:pt x="1031" y="3663"/>
                    <a:pt x="1013" y="3727"/>
                  </a:cubicBezTo>
                  <a:cubicBezTo>
                    <a:pt x="1" y="6704"/>
                    <a:pt x="1668" y="9859"/>
                    <a:pt x="4585" y="10788"/>
                  </a:cubicBezTo>
                  <a:cubicBezTo>
                    <a:pt x="4749" y="10839"/>
                    <a:pt x="4915" y="10864"/>
                    <a:pt x="5079" y="10864"/>
                  </a:cubicBezTo>
                  <a:cubicBezTo>
                    <a:pt x="5451" y="10864"/>
                    <a:pt x="5811" y="10734"/>
                    <a:pt x="6109" y="10478"/>
                  </a:cubicBezTo>
                  <a:cubicBezTo>
                    <a:pt x="6549" y="10121"/>
                    <a:pt x="6752" y="9549"/>
                    <a:pt x="6680" y="9002"/>
                  </a:cubicBezTo>
                  <a:cubicBezTo>
                    <a:pt x="6481" y="7520"/>
                    <a:pt x="7653" y="6252"/>
                    <a:pt x="9076" y="6252"/>
                  </a:cubicBezTo>
                  <a:cubicBezTo>
                    <a:pt x="9266" y="6252"/>
                    <a:pt x="9461" y="6275"/>
                    <a:pt x="9657" y="6323"/>
                  </a:cubicBezTo>
                  <a:cubicBezTo>
                    <a:pt x="9781" y="6352"/>
                    <a:pt x="9908" y="6367"/>
                    <a:pt x="10033" y="6367"/>
                  </a:cubicBezTo>
                  <a:cubicBezTo>
                    <a:pt x="10460" y="6367"/>
                    <a:pt x="10880" y="6200"/>
                    <a:pt x="11193" y="5906"/>
                  </a:cubicBezTo>
                  <a:cubicBezTo>
                    <a:pt x="11574" y="5513"/>
                    <a:pt x="11764" y="4965"/>
                    <a:pt x="11645" y="4418"/>
                  </a:cubicBezTo>
                  <a:cubicBezTo>
                    <a:pt x="11113" y="1897"/>
                    <a:pt x="8910" y="0"/>
                    <a:pt x="625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7" name="Straight Connector 56">
            <a:extLst>
              <a:ext uri="{FF2B5EF4-FFF2-40B4-BE49-F238E27FC236}">
                <a16:creationId xmlns:a16="http://schemas.microsoft.com/office/drawing/2014/main" id="{F02D86A3-3ECE-9B26-474E-0A3C422A32B0}"/>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4"/>
          <p:cNvSpPr txBox="1">
            <a:spLocks noGrp="1"/>
          </p:cNvSpPr>
          <p:nvPr>
            <p:ph type="title"/>
          </p:nvPr>
        </p:nvSpPr>
        <p:spPr>
          <a:xfrm>
            <a:off x="464078" y="723740"/>
            <a:ext cx="8379293"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Applying Styles and Effects to Objects</a:t>
            </a:r>
            <a:br>
              <a:rPr lang="en-US" dirty="0"/>
            </a:br>
            <a:endParaRPr lang="en-US" dirty="0"/>
          </a:p>
        </p:txBody>
      </p:sp>
      <p:sp>
        <p:nvSpPr>
          <p:cNvPr id="607" name="Google Shape;607;p34"/>
          <p:cNvSpPr txBox="1"/>
          <p:nvPr/>
        </p:nvSpPr>
        <p:spPr>
          <a:xfrm flipH="1">
            <a:off x="342866" y="1879390"/>
            <a:ext cx="4324738"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US" sz="2400" dirty="0">
                <a:solidFill>
                  <a:schemeClr val="dk1"/>
                </a:solidFill>
                <a:latin typeface="Rubik Black"/>
                <a:ea typeface="Rubik Black"/>
                <a:cs typeface="Rubik Black"/>
                <a:sym typeface="Rubik Black"/>
              </a:rPr>
              <a:t>Applying Styles and Effects</a:t>
            </a:r>
          </a:p>
          <a:p>
            <a:pPr marL="0" lvl="0" indent="0" algn="ctr" rtl="0">
              <a:spcBef>
                <a:spcPts val="0"/>
              </a:spcBef>
              <a:spcAft>
                <a:spcPts val="0"/>
              </a:spcAft>
              <a:buNone/>
            </a:pPr>
            <a:endParaRPr lang="en-US" sz="2400" dirty="0">
              <a:solidFill>
                <a:schemeClr val="dk1"/>
              </a:solidFill>
              <a:latin typeface="Rubik Black"/>
              <a:ea typeface="Rubik Black"/>
              <a:cs typeface="Rubik Black"/>
              <a:sym typeface="Rubik Black"/>
            </a:endParaRPr>
          </a:p>
        </p:txBody>
      </p:sp>
      <p:sp>
        <p:nvSpPr>
          <p:cNvPr id="608" name="Google Shape;608;p34"/>
          <p:cNvSpPr txBox="1"/>
          <p:nvPr/>
        </p:nvSpPr>
        <p:spPr>
          <a:xfrm flipH="1">
            <a:off x="464078" y="2060720"/>
            <a:ext cx="4140678" cy="5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solidFill>
                  <a:schemeClr val="dk1"/>
                </a:solidFill>
                <a:latin typeface="Karla"/>
                <a:ea typeface="Karla"/>
                <a:cs typeface="Karla"/>
                <a:sym typeface="Karla"/>
              </a:rPr>
              <a:t>In Microsoft Word, you can apply predefined styles and effects to objects like shapes and images to enhance their appearance.</a:t>
            </a:r>
          </a:p>
          <a:p>
            <a:pPr marL="0" lvl="0" indent="0" algn="ctr" rtl="0">
              <a:spcBef>
                <a:spcPts val="0"/>
              </a:spcBef>
              <a:spcAft>
                <a:spcPts val="0"/>
              </a:spcAft>
              <a:buClr>
                <a:schemeClr val="dk1"/>
              </a:buClr>
              <a:buSzPts val="1100"/>
              <a:buFont typeface="Arial"/>
              <a:buNone/>
            </a:pPr>
            <a:endParaRPr lang="en-US" dirty="0">
              <a:solidFill>
                <a:schemeClr val="dk1"/>
              </a:solidFill>
              <a:latin typeface="Karla"/>
              <a:ea typeface="Karla"/>
              <a:cs typeface="Karla"/>
              <a:sym typeface="Karla"/>
            </a:endParaRPr>
          </a:p>
        </p:txBody>
      </p:sp>
      <p:sp>
        <p:nvSpPr>
          <p:cNvPr id="611" name="Google Shape;611;p34"/>
          <p:cNvSpPr txBox="1"/>
          <p:nvPr/>
        </p:nvSpPr>
        <p:spPr>
          <a:xfrm flipH="1">
            <a:off x="2491492" y="3563080"/>
            <a:ext cx="4029982" cy="457200"/>
          </a:xfrm>
          <a:prstGeom prst="rect">
            <a:avLst/>
          </a:prstGeom>
          <a:noFill/>
          <a:ln>
            <a:noFill/>
          </a:ln>
        </p:spPr>
        <p:txBody>
          <a:bodyPr spcFirstLastPara="1" wrap="square" lIns="91425" tIns="0" rIns="91425" bIns="0" anchor="b" anchorCtr="0">
            <a:noAutofit/>
          </a:bodyPr>
          <a:lstStyle/>
          <a:p>
            <a:pPr marL="0" lvl="0" indent="0" algn="ctr" rtl="0">
              <a:spcBef>
                <a:spcPts val="0"/>
              </a:spcBef>
              <a:spcAft>
                <a:spcPts val="0"/>
              </a:spcAft>
              <a:buNone/>
            </a:pPr>
            <a:r>
              <a:rPr lang="en-US" sz="2400" dirty="0">
                <a:solidFill>
                  <a:schemeClr val="dk1"/>
                </a:solidFill>
                <a:latin typeface="Rubik Black"/>
                <a:ea typeface="Rubik Black"/>
                <a:cs typeface="Rubik Black"/>
                <a:sym typeface="Rubik Black"/>
              </a:rPr>
              <a:t>Customization Options</a:t>
            </a:r>
          </a:p>
          <a:p>
            <a:pPr marL="0" lvl="0" indent="0" algn="ctr" rtl="0">
              <a:spcBef>
                <a:spcPts val="0"/>
              </a:spcBef>
              <a:spcAft>
                <a:spcPts val="0"/>
              </a:spcAft>
              <a:buNone/>
            </a:pPr>
            <a:endParaRPr lang="en-US" sz="2400" dirty="0">
              <a:solidFill>
                <a:schemeClr val="dk1"/>
              </a:solidFill>
              <a:latin typeface="Rubik Black"/>
              <a:ea typeface="Rubik Black"/>
              <a:cs typeface="Rubik Black"/>
              <a:sym typeface="Rubik Black"/>
            </a:endParaRPr>
          </a:p>
        </p:txBody>
      </p:sp>
      <p:sp>
        <p:nvSpPr>
          <p:cNvPr id="614" name="Google Shape;614;p34"/>
          <p:cNvSpPr txBox="1"/>
          <p:nvPr/>
        </p:nvSpPr>
        <p:spPr>
          <a:xfrm flipH="1">
            <a:off x="962068" y="3689884"/>
            <a:ext cx="7088831" cy="5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Karla"/>
                <a:ea typeface="Karla"/>
                <a:cs typeface="Karla"/>
                <a:sym typeface="Karla"/>
              </a:rPr>
              <a:t>After selecting an object, you can customize its styles and effects in the "Format" tab.</a:t>
            </a:r>
          </a:p>
          <a:p>
            <a:pPr marL="0" lvl="0" indent="0" algn="ctr" rtl="0">
              <a:spcBef>
                <a:spcPts val="0"/>
              </a:spcBef>
              <a:spcAft>
                <a:spcPts val="0"/>
              </a:spcAft>
              <a:buNone/>
            </a:pPr>
            <a:r>
              <a:rPr lang="en-US" dirty="0">
                <a:solidFill>
                  <a:schemeClr val="dk1"/>
                </a:solidFill>
                <a:latin typeface="Karla"/>
                <a:ea typeface="Karla"/>
                <a:cs typeface="Karla"/>
                <a:sym typeface="Karla"/>
              </a:rPr>
              <a:t>Adjust elements such as fill color, outline, shadow, and more.</a:t>
            </a:r>
          </a:p>
          <a:p>
            <a:pPr marL="0" lvl="0" indent="0" algn="ctr" rtl="0">
              <a:spcBef>
                <a:spcPts val="0"/>
              </a:spcBef>
              <a:spcAft>
                <a:spcPts val="0"/>
              </a:spcAft>
              <a:buNone/>
            </a:pPr>
            <a:r>
              <a:rPr lang="en-US" dirty="0">
                <a:solidFill>
                  <a:schemeClr val="dk1"/>
                </a:solidFill>
                <a:latin typeface="Karla"/>
                <a:ea typeface="Karla"/>
                <a:cs typeface="Karla"/>
                <a:sym typeface="Karla"/>
              </a:rPr>
              <a:t>These customization options allow you to tailor the appearance of objects to your specific design needs.</a:t>
            </a:r>
          </a:p>
        </p:txBody>
      </p:sp>
      <p:grpSp>
        <p:nvGrpSpPr>
          <p:cNvPr id="624" name="Google Shape;624;p34"/>
          <p:cNvGrpSpPr/>
          <p:nvPr/>
        </p:nvGrpSpPr>
        <p:grpSpPr>
          <a:xfrm flipV="1">
            <a:off x="7124818" y="3310784"/>
            <a:ext cx="1047659" cy="387315"/>
            <a:chOff x="7746275" y="1413898"/>
            <a:chExt cx="682628" cy="313230"/>
          </a:xfrm>
        </p:grpSpPr>
        <p:sp>
          <p:nvSpPr>
            <p:cNvPr id="625" name="Google Shape;625;p34"/>
            <p:cNvSpPr/>
            <p:nvPr/>
          </p:nvSpPr>
          <p:spPr>
            <a:xfrm>
              <a:off x="7746275" y="1562537"/>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a:off x="7971707" y="1413898"/>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34"/>
          <p:cNvSpPr/>
          <p:nvPr/>
        </p:nvSpPr>
        <p:spPr>
          <a:xfrm>
            <a:off x="536028" y="465387"/>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9" name="Google Shape;629;p34"/>
          <p:cNvGrpSpPr/>
          <p:nvPr/>
        </p:nvGrpSpPr>
        <p:grpSpPr>
          <a:xfrm>
            <a:off x="6297418" y="1488414"/>
            <a:ext cx="2846582" cy="1696352"/>
            <a:chOff x="136938" y="3645137"/>
            <a:chExt cx="1827475" cy="1051350"/>
          </a:xfrm>
        </p:grpSpPr>
        <p:grpSp>
          <p:nvGrpSpPr>
            <p:cNvPr id="630" name="Google Shape;630;p34"/>
            <p:cNvGrpSpPr/>
            <p:nvPr/>
          </p:nvGrpSpPr>
          <p:grpSpPr>
            <a:xfrm>
              <a:off x="136938" y="3645137"/>
              <a:ext cx="1827475" cy="1051350"/>
              <a:chOff x="274188" y="1278048"/>
              <a:chExt cx="1827475" cy="1051350"/>
            </a:xfrm>
          </p:grpSpPr>
          <p:sp>
            <p:nvSpPr>
              <p:cNvPr id="631" name="Google Shape;631;p34"/>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32" name="Google Shape;632;p34"/>
              <p:cNvGrpSpPr/>
              <p:nvPr/>
            </p:nvGrpSpPr>
            <p:grpSpPr>
              <a:xfrm>
                <a:off x="274188" y="1278048"/>
                <a:ext cx="1737300" cy="960000"/>
                <a:chOff x="7146475" y="2190661"/>
                <a:chExt cx="1737300" cy="960000"/>
              </a:xfrm>
            </p:grpSpPr>
            <p:sp>
              <p:nvSpPr>
                <p:cNvPr id="633" name="Google Shape;633;p34"/>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4" name="Google Shape;634;p34"/>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635" name="Google Shape;635;p34"/>
            <p:cNvGrpSpPr/>
            <p:nvPr/>
          </p:nvGrpSpPr>
          <p:grpSpPr>
            <a:xfrm>
              <a:off x="312866" y="4003096"/>
              <a:ext cx="1339306" cy="443405"/>
              <a:chOff x="312866" y="4003096"/>
              <a:chExt cx="1339306" cy="443405"/>
            </a:xfrm>
          </p:grpSpPr>
          <p:sp>
            <p:nvSpPr>
              <p:cNvPr id="636" name="Google Shape;636;p34"/>
              <p:cNvSpPr/>
              <p:nvPr/>
            </p:nvSpPr>
            <p:spPr>
              <a:xfrm>
                <a:off x="877401" y="4018335"/>
                <a:ext cx="770549" cy="67223"/>
              </a:xfrm>
              <a:custGeom>
                <a:avLst/>
                <a:gdLst/>
                <a:ahLst/>
                <a:cxnLst/>
                <a:rect l="l" t="t" r="r" b="b"/>
                <a:pathLst>
                  <a:path w="17343" h="1513" extrusionOk="0">
                    <a:moveTo>
                      <a:pt x="1001" y="0"/>
                    </a:moveTo>
                    <a:cubicBezTo>
                      <a:pt x="1" y="0"/>
                      <a:pt x="1" y="1512"/>
                      <a:pt x="1001" y="1512"/>
                    </a:cubicBezTo>
                    <a:lnTo>
                      <a:pt x="16318" y="1512"/>
                    </a:lnTo>
                    <a:cubicBezTo>
                      <a:pt x="17342" y="1512"/>
                      <a:pt x="17342" y="0"/>
                      <a:pt x="1631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4"/>
              <p:cNvSpPr/>
              <p:nvPr/>
            </p:nvSpPr>
            <p:spPr>
              <a:xfrm>
                <a:off x="873136" y="4156728"/>
                <a:ext cx="779036" cy="274489"/>
              </a:xfrm>
              <a:custGeom>
                <a:avLst/>
                <a:gdLst/>
                <a:ahLst/>
                <a:cxnLst/>
                <a:rect l="l" t="t" r="r" b="b"/>
                <a:pathLst>
                  <a:path w="17534" h="6178" extrusionOk="0">
                    <a:moveTo>
                      <a:pt x="9469" y="0"/>
                    </a:moveTo>
                    <a:cubicBezTo>
                      <a:pt x="9292" y="0"/>
                      <a:pt x="9116" y="62"/>
                      <a:pt x="8975" y="178"/>
                    </a:cubicBezTo>
                    <a:lnTo>
                      <a:pt x="4024" y="4470"/>
                    </a:lnTo>
                    <a:lnTo>
                      <a:pt x="1512" y="2885"/>
                    </a:lnTo>
                    <a:cubicBezTo>
                      <a:pt x="1365" y="2788"/>
                      <a:pt x="1219" y="2747"/>
                      <a:pt x="1083" y="2747"/>
                    </a:cubicBezTo>
                    <a:cubicBezTo>
                      <a:pt x="430" y="2747"/>
                      <a:pt x="0" y="3709"/>
                      <a:pt x="707" y="4153"/>
                    </a:cubicBezTo>
                    <a:lnTo>
                      <a:pt x="3682" y="6056"/>
                    </a:lnTo>
                    <a:cubicBezTo>
                      <a:pt x="3804" y="6129"/>
                      <a:pt x="3951" y="6178"/>
                      <a:pt x="4097" y="6178"/>
                    </a:cubicBezTo>
                    <a:cubicBezTo>
                      <a:pt x="4268" y="6178"/>
                      <a:pt x="4438" y="6129"/>
                      <a:pt x="4585" y="6007"/>
                    </a:cubicBezTo>
                    <a:lnTo>
                      <a:pt x="9511" y="1739"/>
                    </a:lnTo>
                    <a:lnTo>
                      <a:pt x="12731" y="4202"/>
                    </a:lnTo>
                    <a:cubicBezTo>
                      <a:pt x="12866" y="4307"/>
                      <a:pt x="13038" y="4357"/>
                      <a:pt x="13207" y="4357"/>
                    </a:cubicBezTo>
                    <a:cubicBezTo>
                      <a:pt x="13313" y="4357"/>
                      <a:pt x="13417" y="4337"/>
                      <a:pt x="13511" y="4300"/>
                    </a:cubicBezTo>
                    <a:lnTo>
                      <a:pt x="16731" y="2812"/>
                    </a:lnTo>
                    <a:cubicBezTo>
                      <a:pt x="17534" y="2432"/>
                      <a:pt x="17165" y="1337"/>
                      <a:pt x="16449" y="1337"/>
                    </a:cubicBezTo>
                    <a:cubicBezTo>
                      <a:pt x="16339" y="1337"/>
                      <a:pt x="16220" y="1363"/>
                      <a:pt x="16097" y="1422"/>
                    </a:cubicBezTo>
                    <a:lnTo>
                      <a:pt x="13292" y="2714"/>
                    </a:lnTo>
                    <a:lnTo>
                      <a:pt x="9926" y="153"/>
                    </a:lnTo>
                    <a:cubicBezTo>
                      <a:pt x="9788" y="50"/>
                      <a:pt x="9628" y="0"/>
                      <a:pt x="9469" y="0"/>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4"/>
              <p:cNvSpPr/>
              <p:nvPr/>
            </p:nvSpPr>
            <p:spPr>
              <a:xfrm>
                <a:off x="350807" y="4003096"/>
                <a:ext cx="211354" cy="187583"/>
              </a:xfrm>
              <a:custGeom>
                <a:avLst/>
                <a:gdLst/>
                <a:ahLst/>
                <a:cxnLst/>
                <a:rect l="l" t="t" r="r" b="b"/>
                <a:pathLst>
                  <a:path w="4757" h="4222" extrusionOk="0">
                    <a:moveTo>
                      <a:pt x="4648" y="1"/>
                    </a:moveTo>
                    <a:cubicBezTo>
                      <a:pt x="2522" y="1"/>
                      <a:pt x="648" y="1402"/>
                      <a:pt x="1" y="3441"/>
                    </a:cubicBezTo>
                    <a:lnTo>
                      <a:pt x="2391" y="4221"/>
                    </a:lnTo>
                    <a:cubicBezTo>
                      <a:pt x="2708" y="3197"/>
                      <a:pt x="3683" y="2490"/>
                      <a:pt x="4757" y="2490"/>
                    </a:cubicBezTo>
                    <a:lnTo>
                      <a:pt x="4757" y="2"/>
                    </a:lnTo>
                    <a:cubicBezTo>
                      <a:pt x="4720" y="1"/>
                      <a:pt x="4684" y="1"/>
                      <a:pt x="4648"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4"/>
              <p:cNvSpPr/>
              <p:nvPr/>
            </p:nvSpPr>
            <p:spPr>
              <a:xfrm>
                <a:off x="312866" y="4155928"/>
                <a:ext cx="460606" cy="290572"/>
              </a:xfrm>
              <a:custGeom>
                <a:avLst/>
                <a:gdLst/>
                <a:ahLst/>
                <a:cxnLst/>
                <a:rect l="l" t="t" r="r" b="b"/>
                <a:pathLst>
                  <a:path w="10367" h="6540" extrusionOk="0">
                    <a:moveTo>
                      <a:pt x="855" y="1"/>
                    </a:moveTo>
                    <a:lnTo>
                      <a:pt x="855" y="1"/>
                    </a:lnTo>
                    <a:cubicBezTo>
                      <a:pt x="1" y="2635"/>
                      <a:pt x="1440" y="5440"/>
                      <a:pt x="4074" y="6293"/>
                    </a:cubicBezTo>
                    <a:cubicBezTo>
                      <a:pt x="4584" y="6460"/>
                      <a:pt x="5103" y="6539"/>
                      <a:pt x="5614" y="6539"/>
                    </a:cubicBezTo>
                    <a:cubicBezTo>
                      <a:pt x="7715" y="6539"/>
                      <a:pt x="9680" y="5198"/>
                      <a:pt x="10367" y="3098"/>
                    </a:cubicBezTo>
                    <a:lnTo>
                      <a:pt x="7976" y="2318"/>
                    </a:lnTo>
                    <a:cubicBezTo>
                      <a:pt x="7642" y="3380"/>
                      <a:pt x="6657" y="4046"/>
                      <a:pt x="5597" y="4046"/>
                    </a:cubicBezTo>
                    <a:cubicBezTo>
                      <a:pt x="5343" y="4046"/>
                      <a:pt x="5085" y="4008"/>
                      <a:pt x="4830" y="3927"/>
                    </a:cubicBezTo>
                    <a:cubicBezTo>
                      <a:pt x="3513" y="3488"/>
                      <a:pt x="2806" y="2098"/>
                      <a:pt x="3245" y="781"/>
                    </a:cubicBezTo>
                    <a:lnTo>
                      <a:pt x="855"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4"/>
              <p:cNvSpPr/>
              <p:nvPr/>
            </p:nvSpPr>
            <p:spPr>
              <a:xfrm>
                <a:off x="562102" y="4003140"/>
                <a:ext cx="222194" cy="290483"/>
              </a:xfrm>
              <a:custGeom>
                <a:avLst/>
                <a:gdLst/>
                <a:ahLst/>
                <a:cxnLst/>
                <a:rect l="l" t="t" r="r" b="b"/>
                <a:pathLst>
                  <a:path w="5001" h="6538" extrusionOk="0">
                    <a:moveTo>
                      <a:pt x="45" y="1"/>
                    </a:moveTo>
                    <a:cubicBezTo>
                      <a:pt x="30" y="1"/>
                      <a:pt x="15" y="1"/>
                      <a:pt x="1" y="1"/>
                    </a:cubicBezTo>
                    <a:lnTo>
                      <a:pt x="1" y="2489"/>
                    </a:lnTo>
                    <a:cubicBezTo>
                      <a:pt x="1683" y="2489"/>
                      <a:pt x="2903" y="4147"/>
                      <a:pt x="2366" y="5757"/>
                    </a:cubicBezTo>
                    <a:lnTo>
                      <a:pt x="4757" y="6537"/>
                    </a:lnTo>
                    <a:cubicBezTo>
                      <a:pt x="4927" y="6025"/>
                      <a:pt x="5000" y="5513"/>
                      <a:pt x="5000" y="5001"/>
                    </a:cubicBezTo>
                    <a:cubicBezTo>
                      <a:pt x="5000" y="2235"/>
                      <a:pt x="2781" y="1"/>
                      <a:pt x="45"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7" name="Straight Connector 16">
            <a:extLst>
              <a:ext uri="{FF2B5EF4-FFF2-40B4-BE49-F238E27FC236}">
                <a16:creationId xmlns:a16="http://schemas.microsoft.com/office/drawing/2014/main" id="{922EB3A4-F4DF-D001-26AB-B29683539E07}"/>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grpSp>
        <p:nvGrpSpPr>
          <p:cNvPr id="718" name="Google Shape;718;p37"/>
          <p:cNvGrpSpPr/>
          <p:nvPr/>
        </p:nvGrpSpPr>
        <p:grpSpPr>
          <a:xfrm>
            <a:off x="715000" y="3195863"/>
            <a:ext cx="7971800" cy="1412550"/>
            <a:chOff x="4754850" y="1600325"/>
            <a:chExt cx="3771900" cy="1412550"/>
          </a:xfrm>
        </p:grpSpPr>
        <p:sp>
          <p:nvSpPr>
            <p:cNvPr id="719" name="Google Shape;719;p37"/>
            <p:cNvSpPr/>
            <p:nvPr/>
          </p:nvSpPr>
          <p:spPr>
            <a:xfrm>
              <a:off x="4852650" y="1691675"/>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7"/>
            <p:cNvSpPr/>
            <p:nvPr/>
          </p:nvSpPr>
          <p:spPr>
            <a:xfrm>
              <a:off x="4754850" y="1600325"/>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1" name="Google Shape;721;p37"/>
            <p:cNvCxnSpPr/>
            <p:nvPr/>
          </p:nvCxnSpPr>
          <p:spPr>
            <a:xfrm>
              <a:off x="4754850" y="1783325"/>
              <a:ext cx="3674400" cy="0"/>
            </a:xfrm>
            <a:prstGeom prst="straightConnector1">
              <a:avLst/>
            </a:prstGeom>
            <a:noFill/>
            <a:ln w="28575" cap="flat" cmpd="sng">
              <a:solidFill>
                <a:schemeClr val="dk1"/>
              </a:solidFill>
              <a:prstDash val="solid"/>
              <a:round/>
              <a:headEnd type="none" w="med" len="med"/>
              <a:tailEnd type="none" w="med" len="med"/>
            </a:ln>
          </p:spPr>
        </p:cxnSp>
      </p:grpSp>
      <p:grpSp>
        <p:nvGrpSpPr>
          <p:cNvPr id="722" name="Google Shape;722;p37"/>
          <p:cNvGrpSpPr/>
          <p:nvPr/>
        </p:nvGrpSpPr>
        <p:grpSpPr>
          <a:xfrm>
            <a:off x="715100" y="1600313"/>
            <a:ext cx="7971700" cy="1412550"/>
            <a:chOff x="715100" y="1600313"/>
            <a:chExt cx="3771900" cy="1412550"/>
          </a:xfrm>
        </p:grpSpPr>
        <p:sp>
          <p:nvSpPr>
            <p:cNvPr id="723" name="Google Shape;723;p37"/>
            <p:cNvSpPr/>
            <p:nvPr/>
          </p:nvSpPr>
          <p:spPr>
            <a:xfrm>
              <a:off x="812900" y="1691663"/>
              <a:ext cx="36741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7"/>
            <p:cNvSpPr/>
            <p:nvPr/>
          </p:nvSpPr>
          <p:spPr>
            <a:xfrm>
              <a:off x="715100" y="1600313"/>
              <a:ext cx="36741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25" name="Google Shape;725;p37"/>
            <p:cNvCxnSpPr/>
            <p:nvPr/>
          </p:nvCxnSpPr>
          <p:spPr>
            <a:xfrm>
              <a:off x="715100" y="1783313"/>
              <a:ext cx="3674400" cy="0"/>
            </a:xfrm>
            <a:prstGeom prst="straightConnector1">
              <a:avLst/>
            </a:prstGeom>
            <a:noFill/>
            <a:ln w="28575" cap="flat" cmpd="sng">
              <a:solidFill>
                <a:schemeClr val="dk1"/>
              </a:solidFill>
              <a:prstDash val="solid"/>
              <a:round/>
              <a:headEnd type="none" w="med" len="med"/>
              <a:tailEnd type="none" w="med" len="med"/>
            </a:ln>
          </p:spPr>
        </p:cxnSp>
      </p:grpSp>
      <p:sp>
        <p:nvSpPr>
          <p:cNvPr id="731" name="Google Shape;731;p37"/>
          <p:cNvSpPr txBox="1">
            <a:spLocks noGrp="1"/>
          </p:cNvSpPr>
          <p:nvPr>
            <p:ph type="subTitle" idx="3"/>
          </p:nvPr>
        </p:nvSpPr>
        <p:spPr>
          <a:xfrm>
            <a:off x="1856947" y="2108635"/>
            <a:ext cx="6343405"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add borders to objects in Word, select the object.</a:t>
            </a:r>
          </a:p>
          <a:p>
            <a:pPr marL="0" lvl="0" indent="0" algn="l" rtl="0">
              <a:spcBef>
                <a:spcPts val="0"/>
              </a:spcBef>
              <a:spcAft>
                <a:spcPts val="0"/>
              </a:spcAft>
              <a:buNone/>
            </a:pPr>
            <a:r>
              <a:rPr lang="en-US" dirty="0"/>
              <a:t>Access border options in the "Format" tab under "Shape Outline."</a:t>
            </a:r>
          </a:p>
          <a:p>
            <a:pPr marL="0" lvl="0" indent="0" algn="l" rtl="0">
              <a:spcBef>
                <a:spcPts val="0"/>
              </a:spcBef>
              <a:spcAft>
                <a:spcPts val="0"/>
              </a:spcAft>
              <a:buNone/>
            </a:pPr>
            <a:r>
              <a:rPr lang="en-US" dirty="0"/>
              <a:t>Choose line styles, colors, and widths to define the border</a:t>
            </a:r>
          </a:p>
        </p:txBody>
      </p:sp>
      <p:sp>
        <p:nvSpPr>
          <p:cNvPr id="732" name="Google Shape;732;p37"/>
          <p:cNvSpPr txBox="1">
            <a:spLocks noGrp="1"/>
          </p:cNvSpPr>
          <p:nvPr>
            <p:ph type="subTitle" idx="4"/>
          </p:nvPr>
        </p:nvSpPr>
        <p:spPr>
          <a:xfrm>
            <a:off x="1878800" y="3732957"/>
            <a:ext cx="7014697"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filling objects with color, select the object.</a:t>
            </a:r>
          </a:p>
          <a:p>
            <a:pPr marL="0" lvl="0" indent="0" algn="l" rtl="0">
              <a:spcBef>
                <a:spcPts val="0"/>
              </a:spcBef>
              <a:spcAft>
                <a:spcPts val="0"/>
              </a:spcAft>
              <a:buNone/>
            </a:pPr>
            <a:r>
              <a:rPr lang="en-US" dirty="0"/>
              <a:t>Access fill color options in the "Format" tab under "Shape Fill."</a:t>
            </a:r>
          </a:p>
          <a:p>
            <a:pPr marL="0" lvl="0" indent="0" algn="l" rtl="0">
              <a:spcBef>
                <a:spcPts val="0"/>
              </a:spcBef>
              <a:spcAft>
                <a:spcPts val="0"/>
              </a:spcAft>
              <a:buNone/>
            </a:pPr>
            <a:r>
              <a:rPr lang="en-US" dirty="0"/>
              <a:t>Choose from a wide range of colors to enhance object appearance.</a:t>
            </a:r>
          </a:p>
        </p:txBody>
      </p:sp>
      <p:sp>
        <p:nvSpPr>
          <p:cNvPr id="734" name="Google Shape;734;p37"/>
          <p:cNvSpPr txBox="1">
            <a:spLocks noGrp="1"/>
          </p:cNvSpPr>
          <p:nvPr>
            <p:ph type="title"/>
          </p:nvPr>
        </p:nvSpPr>
        <p:spPr>
          <a:xfrm>
            <a:off x="715100" y="731400"/>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Applying Object Borders and Fill</a:t>
            </a:r>
          </a:p>
        </p:txBody>
      </p:sp>
      <p:sp>
        <p:nvSpPr>
          <p:cNvPr id="736" name="Google Shape;736;p37"/>
          <p:cNvSpPr txBox="1">
            <a:spLocks noGrp="1"/>
          </p:cNvSpPr>
          <p:nvPr>
            <p:ph type="subTitle" idx="6"/>
          </p:nvPr>
        </p:nvSpPr>
        <p:spPr>
          <a:xfrm>
            <a:off x="1921504" y="3680550"/>
            <a:ext cx="3213462"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Applying Fill Colors</a:t>
            </a:r>
          </a:p>
          <a:p>
            <a:pPr marL="0" lvl="0" indent="0" algn="l" rtl="0">
              <a:spcBef>
                <a:spcPts val="0"/>
              </a:spcBef>
              <a:spcAft>
                <a:spcPts val="0"/>
              </a:spcAft>
              <a:buNone/>
            </a:pPr>
            <a:endParaRPr lang="en-US" dirty="0"/>
          </a:p>
        </p:txBody>
      </p:sp>
      <p:sp>
        <p:nvSpPr>
          <p:cNvPr id="737" name="Google Shape;737;p37"/>
          <p:cNvSpPr txBox="1">
            <a:spLocks noGrp="1"/>
          </p:cNvSpPr>
          <p:nvPr>
            <p:ph type="subTitle" idx="7"/>
          </p:nvPr>
        </p:nvSpPr>
        <p:spPr>
          <a:xfrm>
            <a:off x="1878165" y="1712213"/>
            <a:ext cx="2510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Adding Borders</a:t>
            </a:r>
          </a:p>
        </p:txBody>
      </p:sp>
      <p:sp>
        <p:nvSpPr>
          <p:cNvPr id="752" name="Google Shape;752;p37"/>
          <p:cNvSpPr/>
          <p:nvPr/>
        </p:nvSpPr>
        <p:spPr>
          <a:xfrm>
            <a:off x="715000" y="892079"/>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7"/>
          <p:cNvSpPr/>
          <p:nvPr/>
        </p:nvSpPr>
        <p:spPr>
          <a:xfrm>
            <a:off x="486402" y="772602"/>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7"/>
          <p:cNvSpPr/>
          <p:nvPr/>
        </p:nvSpPr>
        <p:spPr>
          <a:xfrm>
            <a:off x="7971748" y="1042351"/>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Graphic 2" descr="Document with solid fill">
            <a:extLst>
              <a:ext uri="{FF2B5EF4-FFF2-40B4-BE49-F238E27FC236}">
                <a16:creationId xmlns:a16="http://schemas.microsoft.com/office/drawing/2014/main" id="{E3B51043-8EDD-878A-8586-838CA37784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9371" y="1869788"/>
            <a:ext cx="914400" cy="914400"/>
          </a:xfrm>
          <a:prstGeom prst="rect">
            <a:avLst/>
          </a:prstGeom>
        </p:spPr>
      </p:pic>
      <p:pic>
        <p:nvPicPr>
          <p:cNvPr id="13" name="Graphic 12" descr="Palette with solid fill">
            <a:extLst>
              <a:ext uri="{FF2B5EF4-FFF2-40B4-BE49-F238E27FC236}">
                <a16:creationId xmlns:a16="http://schemas.microsoft.com/office/drawing/2014/main" id="{1B6D19A5-5B85-A017-61FE-97343B633F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1052" y="3497700"/>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60" name="Google Shape;760;p38"/>
          <p:cNvSpPr txBox="1">
            <a:spLocks noGrp="1"/>
          </p:cNvSpPr>
          <p:nvPr>
            <p:ph type="title"/>
          </p:nvPr>
        </p:nvSpPr>
        <p:spPr>
          <a:xfrm>
            <a:off x="715125" y="731525"/>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a:t>
            </a:r>
            <a:br>
              <a:rPr lang="en-US" dirty="0"/>
            </a:br>
            <a:endParaRPr lang="en-US" dirty="0"/>
          </a:p>
        </p:txBody>
      </p:sp>
      <p:sp>
        <p:nvSpPr>
          <p:cNvPr id="762" name="Google Shape;762;p38"/>
          <p:cNvSpPr/>
          <p:nvPr/>
        </p:nvSpPr>
        <p:spPr>
          <a:xfrm>
            <a:off x="3350075" y="1527052"/>
            <a:ext cx="2443849" cy="5487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solidFill>
                  <a:schemeClr val="dk1"/>
                </a:solidFill>
                <a:latin typeface="Rubik Black"/>
                <a:ea typeface="Rubik Black"/>
                <a:cs typeface="Rubik Black"/>
                <a:sym typeface="Rubik Black"/>
              </a:rPr>
              <a:t>Key Takeaways</a:t>
            </a:r>
            <a:endParaRPr lang="en" sz="2400" dirty="0">
              <a:solidFill>
                <a:schemeClr val="dk1"/>
              </a:solidFill>
              <a:latin typeface="Rubik Black"/>
              <a:ea typeface="Rubik Black"/>
              <a:cs typeface="Rubik Black"/>
              <a:sym typeface="Rubik Black"/>
            </a:endParaRPr>
          </a:p>
        </p:txBody>
      </p:sp>
      <p:sp>
        <p:nvSpPr>
          <p:cNvPr id="772" name="Google Shape;772;p38"/>
          <p:cNvSpPr txBox="1"/>
          <p:nvPr/>
        </p:nvSpPr>
        <p:spPr>
          <a:xfrm>
            <a:off x="391963" y="3107384"/>
            <a:ext cx="8436145" cy="36570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The significance of effective formatting in document creation.</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Tools and methods for adjusting character spacing, line spacing, and formatting text boxes.</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Strategies for creating, styling, and structuring bulleted and numbered lists.</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Techniques for finding and replacing text, correcting spelling, and customizing proofing settings.</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Approaches to creating and editing tables for organized data presentation.</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The power of working with objects and drawing tools to enhance document visuals.</a:t>
            </a:r>
          </a:p>
          <a:p>
            <a:pPr marL="285750" lvl="0" indent="-285750" algn="l" rtl="0">
              <a:spcBef>
                <a:spcPts val="0"/>
              </a:spcBef>
              <a:spcAft>
                <a:spcPts val="0"/>
              </a:spcAft>
              <a:buFont typeface="Wingdings" panose="05000000000000000000" pitchFamily="2" charset="2"/>
              <a:buChar char="q"/>
            </a:pPr>
            <a:r>
              <a:rPr lang="en-US" dirty="0">
                <a:solidFill>
                  <a:schemeClr val="dk1"/>
                </a:solidFill>
                <a:latin typeface="Karla"/>
                <a:ea typeface="Karla"/>
                <a:cs typeface="Karla"/>
                <a:sym typeface="Karla"/>
              </a:rPr>
              <a:t>Applying styles, effects, object borders, and fill to objects for design customization.</a:t>
            </a:r>
          </a:p>
        </p:txBody>
      </p:sp>
      <p:sp>
        <p:nvSpPr>
          <p:cNvPr id="774" name="Google Shape;774;p38"/>
          <p:cNvSpPr txBox="1"/>
          <p:nvPr/>
        </p:nvSpPr>
        <p:spPr>
          <a:xfrm>
            <a:off x="486520" y="2114829"/>
            <a:ext cx="8341587" cy="3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dirty="0">
                <a:solidFill>
                  <a:schemeClr val="dk1"/>
                </a:solidFill>
                <a:latin typeface="Karla"/>
                <a:ea typeface="Karla"/>
                <a:cs typeface="Karla"/>
                <a:sym typeface="Karla"/>
              </a:rPr>
              <a:t>In conclusion, we've explored various advanced formatting techniques in Microsoft Word that empower you to create professional and visually appealing documents. Key takeaways from our presentation include:</a:t>
            </a:r>
          </a:p>
        </p:txBody>
      </p:sp>
      <p:sp>
        <p:nvSpPr>
          <p:cNvPr id="775" name="Google Shape;775;p38"/>
          <p:cNvSpPr/>
          <p:nvPr/>
        </p:nvSpPr>
        <p:spPr>
          <a:xfrm>
            <a:off x="8306245" y="457186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8"/>
          <p:cNvSpPr/>
          <p:nvPr/>
        </p:nvSpPr>
        <p:spPr>
          <a:xfrm>
            <a:off x="8306256" y="4737857"/>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8"/>
          <p:cNvSpPr/>
          <p:nvPr/>
        </p:nvSpPr>
        <p:spPr>
          <a:xfrm>
            <a:off x="486521" y="38416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683;p36">
            <a:extLst>
              <a:ext uri="{FF2B5EF4-FFF2-40B4-BE49-F238E27FC236}">
                <a16:creationId xmlns:a16="http://schemas.microsoft.com/office/drawing/2014/main" id="{6A8A0D99-514B-9556-9E69-24FEB5BEC7C3}"/>
              </a:ext>
            </a:extLst>
          </p:cNvPr>
          <p:cNvGrpSpPr/>
          <p:nvPr/>
        </p:nvGrpSpPr>
        <p:grpSpPr>
          <a:xfrm rot="2618172">
            <a:off x="348905" y="-166787"/>
            <a:ext cx="457208" cy="1613852"/>
            <a:chOff x="6592201" y="2061933"/>
            <a:chExt cx="941841" cy="2789257"/>
          </a:xfrm>
        </p:grpSpPr>
        <p:sp>
          <p:nvSpPr>
            <p:cNvPr id="3" name="Google Shape;684;p36">
              <a:extLst>
                <a:ext uri="{FF2B5EF4-FFF2-40B4-BE49-F238E27FC236}">
                  <a16:creationId xmlns:a16="http://schemas.microsoft.com/office/drawing/2014/main" id="{B14C5E90-F924-DEBF-8C67-B42D274EC8B9}"/>
                </a:ext>
              </a:extLst>
            </p:cNvPr>
            <p:cNvSpPr/>
            <p:nvPr/>
          </p:nvSpPr>
          <p:spPr>
            <a:xfrm>
              <a:off x="6592201" y="2061933"/>
              <a:ext cx="941841" cy="2789257"/>
            </a:xfrm>
            <a:custGeom>
              <a:avLst/>
              <a:gdLst/>
              <a:ahLst/>
              <a:cxnLst/>
              <a:rect l="l" t="t" r="r" b="b"/>
              <a:pathLst>
                <a:path w="8343" h="24976" extrusionOk="0">
                  <a:moveTo>
                    <a:pt x="440" y="24537"/>
                  </a:moveTo>
                  <a:cubicBezTo>
                    <a:pt x="147" y="24244"/>
                    <a:pt x="1" y="23854"/>
                    <a:pt x="1" y="23464"/>
                  </a:cubicBezTo>
                  <a:lnTo>
                    <a:pt x="1" y="4074"/>
                  </a:lnTo>
                  <a:cubicBezTo>
                    <a:pt x="50" y="1805"/>
                    <a:pt x="1903" y="1"/>
                    <a:pt x="4172" y="1"/>
                  </a:cubicBezTo>
                  <a:cubicBezTo>
                    <a:pt x="6440" y="1"/>
                    <a:pt x="8269" y="1805"/>
                    <a:pt x="8342" y="4074"/>
                  </a:cubicBezTo>
                  <a:lnTo>
                    <a:pt x="8342" y="23464"/>
                  </a:lnTo>
                  <a:cubicBezTo>
                    <a:pt x="8342" y="24293"/>
                    <a:pt x="7659" y="24976"/>
                    <a:pt x="6806" y="24976"/>
                  </a:cubicBezTo>
                  <a:lnTo>
                    <a:pt x="1537" y="24976"/>
                  </a:lnTo>
                  <a:cubicBezTo>
                    <a:pt x="1123" y="24976"/>
                    <a:pt x="733" y="24829"/>
                    <a:pt x="440" y="24537"/>
                  </a:cubicBezTo>
                  <a:close/>
                  <a:moveTo>
                    <a:pt x="4172" y="3293"/>
                  </a:moveTo>
                  <a:cubicBezTo>
                    <a:pt x="4952" y="3293"/>
                    <a:pt x="4952" y="2147"/>
                    <a:pt x="4172" y="2147"/>
                  </a:cubicBezTo>
                  <a:cubicBezTo>
                    <a:pt x="4025" y="2147"/>
                    <a:pt x="3879" y="2196"/>
                    <a:pt x="3757" y="2318"/>
                  </a:cubicBezTo>
                  <a:cubicBezTo>
                    <a:pt x="3537" y="2537"/>
                    <a:pt x="3537" y="2903"/>
                    <a:pt x="3757" y="3123"/>
                  </a:cubicBezTo>
                  <a:cubicBezTo>
                    <a:pt x="3879" y="3244"/>
                    <a:pt x="4025" y="3293"/>
                    <a:pt x="4172" y="32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85;p36">
              <a:extLst>
                <a:ext uri="{FF2B5EF4-FFF2-40B4-BE49-F238E27FC236}">
                  <a16:creationId xmlns:a16="http://schemas.microsoft.com/office/drawing/2014/main" id="{4784C36E-B82E-212D-4C29-8B77D062E2E4}"/>
                </a:ext>
              </a:extLst>
            </p:cNvPr>
            <p:cNvSpPr/>
            <p:nvPr/>
          </p:nvSpPr>
          <p:spPr>
            <a:xfrm>
              <a:off x="6592201" y="2061933"/>
              <a:ext cx="941841" cy="2789257"/>
            </a:xfrm>
            <a:custGeom>
              <a:avLst/>
              <a:gdLst/>
              <a:ahLst/>
              <a:cxnLst/>
              <a:rect l="l" t="t" r="r" b="b"/>
              <a:pathLst>
                <a:path w="8343" h="24976" extrusionOk="0">
                  <a:moveTo>
                    <a:pt x="391" y="23464"/>
                  </a:moveTo>
                  <a:cubicBezTo>
                    <a:pt x="391" y="23756"/>
                    <a:pt x="513" y="24049"/>
                    <a:pt x="733" y="24268"/>
                  </a:cubicBezTo>
                  <a:cubicBezTo>
                    <a:pt x="928" y="24488"/>
                    <a:pt x="1220" y="24585"/>
                    <a:pt x="1537" y="24585"/>
                  </a:cubicBezTo>
                  <a:lnTo>
                    <a:pt x="6806" y="24585"/>
                  </a:lnTo>
                  <a:cubicBezTo>
                    <a:pt x="7440" y="24585"/>
                    <a:pt x="7952" y="24073"/>
                    <a:pt x="7952" y="23464"/>
                  </a:cubicBezTo>
                  <a:lnTo>
                    <a:pt x="7952" y="4074"/>
                  </a:lnTo>
                  <a:cubicBezTo>
                    <a:pt x="7879" y="2025"/>
                    <a:pt x="6220" y="391"/>
                    <a:pt x="4172" y="391"/>
                  </a:cubicBezTo>
                  <a:cubicBezTo>
                    <a:pt x="2123" y="391"/>
                    <a:pt x="440" y="2025"/>
                    <a:pt x="391" y="4074"/>
                  </a:cubicBezTo>
                  <a:close/>
                  <a:moveTo>
                    <a:pt x="4172" y="2196"/>
                  </a:moveTo>
                  <a:cubicBezTo>
                    <a:pt x="4854" y="2196"/>
                    <a:pt x="4854" y="3244"/>
                    <a:pt x="4172" y="3244"/>
                  </a:cubicBezTo>
                  <a:cubicBezTo>
                    <a:pt x="4025" y="3244"/>
                    <a:pt x="3903" y="3171"/>
                    <a:pt x="3806" y="3074"/>
                  </a:cubicBezTo>
                  <a:cubicBezTo>
                    <a:pt x="3611" y="2879"/>
                    <a:pt x="3611" y="2562"/>
                    <a:pt x="3806" y="2342"/>
                  </a:cubicBezTo>
                  <a:cubicBezTo>
                    <a:pt x="3903" y="2245"/>
                    <a:pt x="4025" y="2196"/>
                    <a:pt x="4172" y="2196"/>
                  </a:cubicBezTo>
                  <a:close/>
                  <a:moveTo>
                    <a:pt x="3611" y="2147"/>
                  </a:moveTo>
                  <a:cubicBezTo>
                    <a:pt x="4220" y="1513"/>
                    <a:pt x="5269" y="2196"/>
                    <a:pt x="4928" y="3025"/>
                  </a:cubicBezTo>
                  <a:cubicBezTo>
                    <a:pt x="4586" y="3854"/>
                    <a:pt x="3367" y="3610"/>
                    <a:pt x="3367" y="2708"/>
                  </a:cubicBezTo>
                  <a:cubicBezTo>
                    <a:pt x="3367" y="2488"/>
                    <a:pt x="3440" y="2293"/>
                    <a:pt x="3611" y="2147"/>
                  </a:cubicBezTo>
                  <a:close/>
                  <a:moveTo>
                    <a:pt x="7196" y="19951"/>
                  </a:moveTo>
                  <a:lnTo>
                    <a:pt x="7196" y="19951"/>
                  </a:lnTo>
                  <a:lnTo>
                    <a:pt x="7196" y="22805"/>
                  </a:lnTo>
                  <a:cubicBezTo>
                    <a:pt x="7196" y="22878"/>
                    <a:pt x="7123" y="22951"/>
                    <a:pt x="7049" y="22951"/>
                  </a:cubicBezTo>
                  <a:lnTo>
                    <a:pt x="1294" y="22951"/>
                  </a:lnTo>
                  <a:cubicBezTo>
                    <a:pt x="1220" y="22951"/>
                    <a:pt x="1147" y="22878"/>
                    <a:pt x="1147" y="22805"/>
                  </a:cubicBezTo>
                  <a:lnTo>
                    <a:pt x="1147" y="5635"/>
                  </a:lnTo>
                  <a:cubicBezTo>
                    <a:pt x="1147" y="5562"/>
                    <a:pt x="1220" y="5488"/>
                    <a:pt x="1294" y="5488"/>
                  </a:cubicBezTo>
                  <a:lnTo>
                    <a:pt x="7025" y="5488"/>
                  </a:lnTo>
                  <a:cubicBezTo>
                    <a:pt x="7123" y="5488"/>
                    <a:pt x="7196" y="5562"/>
                    <a:pt x="7196" y="5635"/>
                  </a:cubicBezTo>
                  <a:lnTo>
                    <a:pt x="7196" y="8488"/>
                  </a:lnTo>
                  <a:lnTo>
                    <a:pt x="7196" y="8488"/>
                  </a:lnTo>
                  <a:lnTo>
                    <a:pt x="7196" y="11366"/>
                  </a:lnTo>
                  <a:lnTo>
                    <a:pt x="7196" y="11366"/>
                  </a:lnTo>
                  <a:lnTo>
                    <a:pt x="7196" y="14220"/>
                  </a:lnTo>
                  <a:lnTo>
                    <a:pt x="7196" y="14220"/>
                  </a:lnTo>
                  <a:lnTo>
                    <a:pt x="7196" y="17073"/>
                  </a:lnTo>
                  <a:lnTo>
                    <a:pt x="7196" y="17073"/>
                  </a:lnTo>
                  <a:lnTo>
                    <a:pt x="7196" y="19927"/>
                  </a:lnTo>
                  <a:close/>
                  <a:moveTo>
                    <a:pt x="6879" y="20098"/>
                  </a:moveTo>
                  <a:lnTo>
                    <a:pt x="6879" y="22659"/>
                  </a:lnTo>
                  <a:lnTo>
                    <a:pt x="1440" y="22659"/>
                  </a:lnTo>
                  <a:lnTo>
                    <a:pt x="1440" y="20098"/>
                  </a:lnTo>
                  <a:close/>
                  <a:moveTo>
                    <a:pt x="1440" y="19781"/>
                  </a:moveTo>
                  <a:lnTo>
                    <a:pt x="1440" y="17220"/>
                  </a:lnTo>
                  <a:lnTo>
                    <a:pt x="6879" y="17220"/>
                  </a:lnTo>
                  <a:lnTo>
                    <a:pt x="6879" y="19781"/>
                  </a:lnTo>
                  <a:close/>
                  <a:moveTo>
                    <a:pt x="1440" y="16927"/>
                  </a:moveTo>
                  <a:lnTo>
                    <a:pt x="1440" y="14366"/>
                  </a:lnTo>
                  <a:lnTo>
                    <a:pt x="6879" y="14366"/>
                  </a:lnTo>
                  <a:lnTo>
                    <a:pt x="6879" y="16927"/>
                  </a:lnTo>
                  <a:close/>
                  <a:moveTo>
                    <a:pt x="1440" y="14074"/>
                  </a:moveTo>
                  <a:lnTo>
                    <a:pt x="1440" y="11513"/>
                  </a:lnTo>
                  <a:lnTo>
                    <a:pt x="6879" y="11513"/>
                  </a:lnTo>
                  <a:lnTo>
                    <a:pt x="6879" y="14074"/>
                  </a:lnTo>
                  <a:close/>
                  <a:moveTo>
                    <a:pt x="1440" y="11196"/>
                  </a:moveTo>
                  <a:lnTo>
                    <a:pt x="1440" y="8635"/>
                  </a:lnTo>
                  <a:lnTo>
                    <a:pt x="6879" y="8635"/>
                  </a:lnTo>
                  <a:lnTo>
                    <a:pt x="6879" y="11196"/>
                  </a:lnTo>
                  <a:close/>
                  <a:moveTo>
                    <a:pt x="1440" y="8342"/>
                  </a:moveTo>
                  <a:lnTo>
                    <a:pt x="1440" y="5805"/>
                  </a:lnTo>
                  <a:lnTo>
                    <a:pt x="6879" y="5805"/>
                  </a:lnTo>
                  <a:lnTo>
                    <a:pt x="6879" y="8366"/>
                  </a:lnTo>
                  <a:close/>
                  <a:moveTo>
                    <a:pt x="440" y="24537"/>
                  </a:moveTo>
                  <a:cubicBezTo>
                    <a:pt x="147" y="24244"/>
                    <a:pt x="1" y="23854"/>
                    <a:pt x="1" y="23464"/>
                  </a:cubicBezTo>
                  <a:lnTo>
                    <a:pt x="1" y="4074"/>
                  </a:lnTo>
                  <a:cubicBezTo>
                    <a:pt x="50" y="1805"/>
                    <a:pt x="1903" y="1"/>
                    <a:pt x="4172" y="1"/>
                  </a:cubicBezTo>
                  <a:cubicBezTo>
                    <a:pt x="6440" y="1"/>
                    <a:pt x="8293" y="1805"/>
                    <a:pt x="8342" y="4074"/>
                  </a:cubicBezTo>
                  <a:lnTo>
                    <a:pt x="8342" y="23464"/>
                  </a:lnTo>
                  <a:cubicBezTo>
                    <a:pt x="8342" y="24293"/>
                    <a:pt x="7659" y="24976"/>
                    <a:pt x="6830" y="24976"/>
                  </a:cubicBezTo>
                  <a:lnTo>
                    <a:pt x="1537" y="24976"/>
                  </a:lnTo>
                  <a:cubicBezTo>
                    <a:pt x="1123" y="24976"/>
                    <a:pt x="733" y="24829"/>
                    <a:pt x="440" y="245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86;p36">
              <a:extLst>
                <a:ext uri="{FF2B5EF4-FFF2-40B4-BE49-F238E27FC236}">
                  <a16:creationId xmlns:a16="http://schemas.microsoft.com/office/drawing/2014/main" id="{B2BBCC2A-228F-5A2E-E908-EC964B359299}"/>
                </a:ext>
              </a:extLst>
            </p:cNvPr>
            <p:cNvSpPr/>
            <p:nvPr/>
          </p:nvSpPr>
          <p:spPr>
            <a:xfrm>
              <a:off x="6636341" y="2105487"/>
              <a:ext cx="853561" cy="2702149"/>
            </a:xfrm>
            <a:custGeom>
              <a:avLst/>
              <a:gdLst/>
              <a:ahLst/>
              <a:cxnLst/>
              <a:rect l="l" t="t" r="r" b="b"/>
              <a:pathLst>
                <a:path w="7561" h="24196" extrusionOk="0">
                  <a:moveTo>
                    <a:pt x="0" y="3684"/>
                  </a:moveTo>
                  <a:lnTo>
                    <a:pt x="0" y="23074"/>
                  </a:lnTo>
                  <a:cubicBezTo>
                    <a:pt x="0" y="23366"/>
                    <a:pt x="122" y="23659"/>
                    <a:pt x="342" y="23878"/>
                  </a:cubicBezTo>
                  <a:cubicBezTo>
                    <a:pt x="537" y="24098"/>
                    <a:pt x="829" y="24195"/>
                    <a:pt x="1146" y="24195"/>
                  </a:cubicBezTo>
                  <a:lnTo>
                    <a:pt x="6415" y="24195"/>
                  </a:lnTo>
                  <a:cubicBezTo>
                    <a:pt x="7049" y="24195"/>
                    <a:pt x="7561" y="23683"/>
                    <a:pt x="7561" y="23074"/>
                  </a:cubicBezTo>
                  <a:lnTo>
                    <a:pt x="7561" y="3684"/>
                  </a:lnTo>
                  <a:cubicBezTo>
                    <a:pt x="7488" y="1635"/>
                    <a:pt x="5829" y="1"/>
                    <a:pt x="3781" y="1"/>
                  </a:cubicBezTo>
                  <a:cubicBezTo>
                    <a:pt x="1732" y="1"/>
                    <a:pt x="49" y="1635"/>
                    <a:pt x="0" y="3684"/>
                  </a:cubicBezTo>
                  <a:close/>
                  <a:moveTo>
                    <a:pt x="4585" y="2318"/>
                  </a:moveTo>
                  <a:cubicBezTo>
                    <a:pt x="4585" y="3220"/>
                    <a:pt x="3366" y="3464"/>
                    <a:pt x="3024" y="2635"/>
                  </a:cubicBezTo>
                  <a:cubicBezTo>
                    <a:pt x="2683" y="1806"/>
                    <a:pt x="3732" y="1123"/>
                    <a:pt x="4366" y="1757"/>
                  </a:cubicBezTo>
                  <a:cubicBezTo>
                    <a:pt x="4512" y="1903"/>
                    <a:pt x="4585" y="2098"/>
                    <a:pt x="4585" y="2318"/>
                  </a:cubicBezTo>
                  <a:close/>
                  <a:moveTo>
                    <a:pt x="903" y="5098"/>
                  </a:moveTo>
                  <a:lnTo>
                    <a:pt x="6634" y="5098"/>
                  </a:lnTo>
                  <a:cubicBezTo>
                    <a:pt x="6732" y="5098"/>
                    <a:pt x="6805" y="5172"/>
                    <a:pt x="6805" y="5245"/>
                  </a:cubicBezTo>
                  <a:lnTo>
                    <a:pt x="6805" y="8123"/>
                  </a:lnTo>
                  <a:lnTo>
                    <a:pt x="6805" y="8123"/>
                  </a:lnTo>
                  <a:lnTo>
                    <a:pt x="6805" y="10976"/>
                  </a:lnTo>
                  <a:lnTo>
                    <a:pt x="6805" y="10976"/>
                  </a:lnTo>
                  <a:lnTo>
                    <a:pt x="6805" y="13830"/>
                  </a:lnTo>
                  <a:lnTo>
                    <a:pt x="6805" y="13830"/>
                  </a:lnTo>
                  <a:lnTo>
                    <a:pt x="6805" y="16683"/>
                  </a:lnTo>
                  <a:lnTo>
                    <a:pt x="6805" y="16683"/>
                  </a:lnTo>
                  <a:lnTo>
                    <a:pt x="6805" y="19537"/>
                  </a:lnTo>
                  <a:lnTo>
                    <a:pt x="6805" y="19537"/>
                  </a:lnTo>
                  <a:lnTo>
                    <a:pt x="6805" y="22415"/>
                  </a:lnTo>
                  <a:cubicBezTo>
                    <a:pt x="6805" y="22488"/>
                    <a:pt x="6732" y="22561"/>
                    <a:pt x="6634" y="22561"/>
                  </a:cubicBezTo>
                  <a:lnTo>
                    <a:pt x="903" y="22561"/>
                  </a:lnTo>
                  <a:cubicBezTo>
                    <a:pt x="829" y="22561"/>
                    <a:pt x="756" y="22488"/>
                    <a:pt x="756" y="22415"/>
                  </a:cubicBezTo>
                  <a:lnTo>
                    <a:pt x="756" y="5245"/>
                  </a:lnTo>
                  <a:cubicBezTo>
                    <a:pt x="756" y="5172"/>
                    <a:pt x="829" y="5098"/>
                    <a:pt x="903" y="509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87;p36">
              <a:extLst>
                <a:ext uri="{FF2B5EF4-FFF2-40B4-BE49-F238E27FC236}">
                  <a16:creationId xmlns:a16="http://schemas.microsoft.com/office/drawing/2014/main" id="{798A695F-AB41-EA3A-ABC1-4121E66C94EA}"/>
                </a:ext>
              </a:extLst>
            </p:cNvPr>
            <p:cNvSpPr/>
            <p:nvPr/>
          </p:nvSpPr>
          <p:spPr>
            <a:xfrm>
              <a:off x="6754649" y="2707541"/>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6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8;p36">
              <a:extLst>
                <a:ext uri="{FF2B5EF4-FFF2-40B4-BE49-F238E27FC236}">
                  <a16:creationId xmlns:a16="http://schemas.microsoft.com/office/drawing/2014/main" id="{00E8D6CA-C162-6E0A-C843-BE4C71C234B4}"/>
                </a:ext>
              </a:extLst>
            </p:cNvPr>
            <p:cNvSpPr/>
            <p:nvPr/>
          </p:nvSpPr>
          <p:spPr>
            <a:xfrm>
              <a:off x="6754649" y="3028949"/>
              <a:ext cx="614122" cy="286006"/>
            </a:xfrm>
            <a:custGeom>
              <a:avLst/>
              <a:gdLst/>
              <a:ahLst/>
              <a:cxnLst/>
              <a:rect l="l" t="t" r="r" b="b"/>
              <a:pathLst>
                <a:path w="5440" h="2561" extrusionOk="0">
                  <a:moveTo>
                    <a:pt x="1" y="0"/>
                  </a:moveTo>
                  <a:lnTo>
                    <a:pt x="1" y="2561"/>
                  </a:lnTo>
                  <a:lnTo>
                    <a:pt x="5440" y="2561"/>
                  </a:lnTo>
                  <a:lnTo>
                    <a:pt x="5440" y="0"/>
                  </a:lnTo>
                  <a:close/>
                </a:path>
              </a:pathLst>
            </a:custGeom>
            <a:solidFill>
              <a:schemeClr val="accent3">
                <a:alpha val="7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9;p36">
              <a:extLst>
                <a:ext uri="{FF2B5EF4-FFF2-40B4-BE49-F238E27FC236}">
                  <a16:creationId xmlns:a16="http://schemas.microsoft.com/office/drawing/2014/main" id="{00851E40-9C98-0796-B8FB-BFC3C2973F8D}"/>
                </a:ext>
              </a:extLst>
            </p:cNvPr>
            <p:cNvSpPr/>
            <p:nvPr/>
          </p:nvSpPr>
          <p:spPr>
            <a:xfrm>
              <a:off x="6754649" y="3347564"/>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0;p36">
              <a:extLst>
                <a:ext uri="{FF2B5EF4-FFF2-40B4-BE49-F238E27FC236}">
                  <a16:creationId xmlns:a16="http://schemas.microsoft.com/office/drawing/2014/main" id="{DB8709B5-5A62-7D32-FDC6-EBDCECD8189C}"/>
                </a:ext>
              </a:extLst>
            </p:cNvPr>
            <p:cNvSpPr/>
            <p:nvPr/>
          </p:nvSpPr>
          <p:spPr>
            <a:xfrm>
              <a:off x="6754649" y="3666292"/>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866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1;p36">
              <a:extLst>
                <a:ext uri="{FF2B5EF4-FFF2-40B4-BE49-F238E27FC236}">
                  <a16:creationId xmlns:a16="http://schemas.microsoft.com/office/drawing/2014/main" id="{A3A8BE6E-5419-FD54-EAFB-70C814FBA694}"/>
                </a:ext>
              </a:extLst>
            </p:cNvPr>
            <p:cNvSpPr/>
            <p:nvPr/>
          </p:nvSpPr>
          <p:spPr>
            <a:xfrm>
              <a:off x="6754649" y="3987700"/>
              <a:ext cx="614122" cy="286118"/>
            </a:xfrm>
            <a:custGeom>
              <a:avLst/>
              <a:gdLst/>
              <a:ahLst/>
              <a:cxnLst/>
              <a:rect l="l" t="t" r="r" b="b"/>
              <a:pathLst>
                <a:path w="5440" h="2562" extrusionOk="0">
                  <a:moveTo>
                    <a:pt x="1" y="0"/>
                  </a:moveTo>
                  <a:lnTo>
                    <a:pt x="1" y="2561"/>
                  </a:lnTo>
                  <a:lnTo>
                    <a:pt x="5440" y="2561"/>
                  </a:lnTo>
                  <a:lnTo>
                    <a:pt x="5440" y="0"/>
                  </a:lnTo>
                  <a:close/>
                </a:path>
              </a:pathLst>
            </a:custGeom>
            <a:solidFill>
              <a:schemeClr val="accent3">
                <a:alpha val="933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2;p36">
              <a:extLst>
                <a:ext uri="{FF2B5EF4-FFF2-40B4-BE49-F238E27FC236}">
                  <a16:creationId xmlns:a16="http://schemas.microsoft.com/office/drawing/2014/main" id="{319903DE-A854-5C37-DE51-AAA05C600C4F}"/>
                </a:ext>
              </a:extLst>
            </p:cNvPr>
            <p:cNvSpPr/>
            <p:nvPr/>
          </p:nvSpPr>
          <p:spPr>
            <a:xfrm>
              <a:off x="6754649" y="4306316"/>
              <a:ext cx="614122" cy="286118"/>
            </a:xfrm>
            <a:custGeom>
              <a:avLst/>
              <a:gdLst/>
              <a:ahLst/>
              <a:cxnLst/>
              <a:rect l="l" t="t" r="r" b="b"/>
              <a:pathLst>
                <a:path w="5440" h="2562" extrusionOk="0">
                  <a:moveTo>
                    <a:pt x="1" y="1"/>
                  </a:moveTo>
                  <a:lnTo>
                    <a:pt x="1" y="2562"/>
                  </a:lnTo>
                  <a:lnTo>
                    <a:pt x="5440" y="2562"/>
                  </a:lnTo>
                  <a:lnTo>
                    <a:pt x="544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93;p36">
              <a:extLst>
                <a:ext uri="{FF2B5EF4-FFF2-40B4-BE49-F238E27FC236}">
                  <a16:creationId xmlns:a16="http://schemas.microsoft.com/office/drawing/2014/main" id="{60695856-E960-00B7-5FA5-685891FE4DD1}"/>
                </a:ext>
              </a:extLst>
            </p:cNvPr>
            <p:cNvSpPr/>
            <p:nvPr/>
          </p:nvSpPr>
          <p:spPr>
            <a:xfrm>
              <a:off x="6655532" y="2184555"/>
              <a:ext cx="834370" cy="2623081"/>
            </a:xfrm>
            <a:custGeom>
              <a:avLst/>
              <a:gdLst/>
              <a:ahLst/>
              <a:cxnLst/>
              <a:rect l="l" t="t" r="r" b="b"/>
              <a:pathLst>
                <a:path w="7391" h="23488" extrusionOk="0">
                  <a:moveTo>
                    <a:pt x="6928" y="21951"/>
                  </a:moveTo>
                  <a:cubicBezTo>
                    <a:pt x="6928" y="22244"/>
                    <a:pt x="6830" y="22536"/>
                    <a:pt x="6610" y="22756"/>
                  </a:cubicBezTo>
                  <a:cubicBezTo>
                    <a:pt x="6391" y="22975"/>
                    <a:pt x="6098" y="23073"/>
                    <a:pt x="5806" y="23097"/>
                  </a:cubicBezTo>
                  <a:lnTo>
                    <a:pt x="513" y="23097"/>
                  </a:lnTo>
                  <a:cubicBezTo>
                    <a:pt x="342" y="23097"/>
                    <a:pt x="172" y="23048"/>
                    <a:pt x="1" y="22951"/>
                  </a:cubicBezTo>
                  <a:cubicBezTo>
                    <a:pt x="50" y="23024"/>
                    <a:pt x="98" y="23097"/>
                    <a:pt x="172" y="23170"/>
                  </a:cubicBezTo>
                  <a:cubicBezTo>
                    <a:pt x="367" y="23390"/>
                    <a:pt x="659" y="23487"/>
                    <a:pt x="976" y="23487"/>
                  </a:cubicBezTo>
                  <a:lnTo>
                    <a:pt x="6245" y="23487"/>
                  </a:lnTo>
                  <a:cubicBezTo>
                    <a:pt x="6879" y="23487"/>
                    <a:pt x="7391" y="22975"/>
                    <a:pt x="7391" y="22366"/>
                  </a:cubicBezTo>
                  <a:lnTo>
                    <a:pt x="7391" y="2976"/>
                  </a:lnTo>
                  <a:cubicBezTo>
                    <a:pt x="7391" y="1976"/>
                    <a:pt x="6976" y="1025"/>
                    <a:pt x="6269" y="317"/>
                  </a:cubicBezTo>
                  <a:cubicBezTo>
                    <a:pt x="6171" y="195"/>
                    <a:pt x="6049" y="98"/>
                    <a:pt x="5928" y="0"/>
                  </a:cubicBezTo>
                  <a:cubicBezTo>
                    <a:pt x="6586" y="707"/>
                    <a:pt x="6952" y="1610"/>
                    <a:pt x="6928" y="2561"/>
                  </a:cubicBezTo>
                  <a:close/>
                </a:path>
              </a:pathLst>
            </a:custGeom>
            <a:solidFill>
              <a:schemeClr val="dk1">
                <a:alpha val="2509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 name="Straight Connector 12">
            <a:extLst>
              <a:ext uri="{FF2B5EF4-FFF2-40B4-BE49-F238E27FC236}">
                <a16:creationId xmlns:a16="http://schemas.microsoft.com/office/drawing/2014/main" id="{950CB570-32E5-92F2-2347-D6AC83B6D4A1}"/>
              </a:ext>
            </a:extLst>
          </p:cNvPr>
          <p:cNvCxnSpPr/>
          <p:nvPr/>
        </p:nvCxnSpPr>
        <p:spPr>
          <a:xfrm>
            <a:off x="536028" y="1409540"/>
            <a:ext cx="8048296" cy="7888"/>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grpSp>
        <p:nvGrpSpPr>
          <p:cNvPr id="782" name="Google Shape;782;p39"/>
          <p:cNvGrpSpPr/>
          <p:nvPr/>
        </p:nvGrpSpPr>
        <p:grpSpPr>
          <a:xfrm>
            <a:off x="6101845" y="3195620"/>
            <a:ext cx="2418900" cy="1412700"/>
            <a:chOff x="715100" y="1600325"/>
            <a:chExt cx="2418900" cy="1412700"/>
          </a:xfrm>
        </p:grpSpPr>
        <p:sp>
          <p:nvSpPr>
            <p:cNvPr id="783" name="Google Shape;783;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4" name="Google Shape;784;p39"/>
            <p:cNvGrpSpPr/>
            <p:nvPr/>
          </p:nvGrpSpPr>
          <p:grpSpPr>
            <a:xfrm>
              <a:off x="715100" y="1600325"/>
              <a:ext cx="2327400" cy="1321200"/>
              <a:chOff x="715100" y="1600325"/>
              <a:chExt cx="2327400" cy="1321200"/>
            </a:xfrm>
          </p:grpSpPr>
          <p:sp>
            <p:nvSpPr>
              <p:cNvPr id="785" name="Google Shape;785;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6" name="Google Shape;786;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787" name="Google Shape;787;p39"/>
          <p:cNvGrpSpPr/>
          <p:nvPr/>
        </p:nvGrpSpPr>
        <p:grpSpPr>
          <a:xfrm>
            <a:off x="3408470" y="3195620"/>
            <a:ext cx="2418900" cy="1412700"/>
            <a:chOff x="715100" y="1600325"/>
            <a:chExt cx="2418900" cy="1412700"/>
          </a:xfrm>
        </p:grpSpPr>
        <p:sp>
          <p:nvSpPr>
            <p:cNvPr id="788" name="Google Shape;788;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39"/>
            <p:cNvGrpSpPr/>
            <p:nvPr/>
          </p:nvGrpSpPr>
          <p:grpSpPr>
            <a:xfrm>
              <a:off x="715100" y="1600325"/>
              <a:ext cx="2327400" cy="1321200"/>
              <a:chOff x="715100" y="1600325"/>
              <a:chExt cx="2327400" cy="1321200"/>
            </a:xfrm>
          </p:grpSpPr>
          <p:sp>
            <p:nvSpPr>
              <p:cNvPr id="790" name="Google Shape;790;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1" name="Google Shape;791;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792" name="Google Shape;792;p39"/>
          <p:cNvGrpSpPr/>
          <p:nvPr/>
        </p:nvGrpSpPr>
        <p:grpSpPr>
          <a:xfrm>
            <a:off x="715100" y="3195620"/>
            <a:ext cx="2418900" cy="1412700"/>
            <a:chOff x="715100" y="1600325"/>
            <a:chExt cx="2418900" cy="1412700"/>
          </a:xfrm>
        </p:grpSpPr>
        <p:sp>
          <p:nvSpPr>
            <p:cNvPr id="793" name="Google Shape;793;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4" name="Google Shape;794;p39"/>
            <p:cNvGrpSpPr/>
            <p:nvPr/>
          </p:nvGrpSpPr>
          <p:grpSpPr>
            <a:xfrm>
              <a:off x="715100" y="1600325"/>
              <a:ext cx="2327400" cy="1321200"/>
              <a:chOff x="715100" y="1600325"/>
              <a:chExt cx="2327400" cy="1321200"/>
            </a:xfrm>
          </p:grpSpPr>
          <p:sp>
            <p:nvSpPr>
              <p:cNvPr id="795" name="Google Shape;795;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6" name="Google Shape;796;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797" name="Google Shape;797;p39"/>
          <p:cNvGrpSpPr/>
          <p:nvPr/>
        </p:nvGrpSpPr>
        <p:grpSpPr>
          <a:xfrm>
            <a:off x="6101845" y="1600325"/>
            <a:ext cx="2418900" cy="1412700"/>
            <a:chOff x="715100" y="1600325"/>
            <a:chExt cx="2418900" cy="1412700"/>
          </a:xfrm>
        </p:grpSpPr>
        <p:sp>
          <p:nvSpPr>
            <p:cNvPr id="798" name="Google Shape;798;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9" name="Google Shape;799;p39"/>
            <p:cNvGrpSpPr/>
            <p:nvPr/>
          </p:nvGrpSpPr>
          <p:grpSpPr>
            <a:xfrm>
              <a:off x="715100" y="1600325"/>
              <a:ext cx="2327400" cy="1321200"/>
              <a:chOff x="715100" y="1600325"/>
              <a:chExt cx="2327400" cy="1321200"/>
            </a:xfrm>
          </p:grpSpPr>
          <p:sp>
            <p:nvSpPr>
              <p:cNvPr id="800" name="Google Shape;800;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1" name="Google Shape;801;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802" name="Google Shape;802;p39"/>
          <p:cNvGrpSpPr/>
          <p:nvPr/>
        </p:nvGrpSpPr>
        <p:grpSpPr>
          <a:xfrm>
            <a:off x="3408470" y="1600325"/>
            <a:ext cx="2418900" cy="1412700"/>
            <a:chOff x="715100" y="1600325"/>
            <a:chExt cx="2418900" cy="1412700"/>
          </a:xfrm>
        </p:grpSpPr>
        <p:sp>
          <p:nvSpPr>
            <p:cNvPr id="803" name="Google Shape;803;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4" name="Google Shape;804;p39"/>
            <p:cNvGrpSpPr/>
            <p:nvPr/>
          </p:nvGrpSpPr>
          <p:grpSpPr>
            <a:xfrm>
              <a:off x="715100" y="1600325"/>
              <a:ext cx="2327400" cy="1321200"/>
              <a:chOff x="715100" y="1600325"/>
              <a:chExt cx="2327400" cy="1321200"/>
            </a:xfrm>
          </p:grpSpPr>
          <p:sp>
            <p:nvSpPr>
              <p:cNvPr id="805" name="Google Shape;805;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6" name="Google Shape;806;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807" name="Google Shape;807;p39"/>
          <p:cNvGrpSpPr/>
          <p:nvPr/>
        </p:nvGrpSpPr>
        <p:grpSpPr>
          <a:xfrm>
            <a:off x="715100" y="1600325"/>
            <a:ext cx="2418900" cy="1412700"/>
            <a:chOff x="715100" y="1600325"/>
            <a:chExt cx="2418900" cy="1412700"/>
          </a:xfrm>
        </p:grpSpPr>
        <p:sp>
          <p:nvSpPr>
            <p:cNvPr id="808" name="Google Shape;808;p39"/>
            <p:cNvSpPr/>
            <p:nvPr/>
          </p:nvSpPr>
          <p:spPr>
            <a:xfrm>
              <a:off x="806600" y="1691825"/>
              <a:ext cx="2327400" cy="13212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9" name="Google Shape;809;p39"/>
            <p:cNvGrpSpPr/>
            <p:nvPr/>
          </p:nvGrpSpPr>
          <p:grpSpPr>
            <a:xfrm>
              <a:off x="715100" y="1600325"/>
              <a:ext cx="2327400" cy="1321200"/>
              <a:chOff x="715100" y="1600325"/>
              <a:chExt cx="2327400" cy="1321200"/>
            </a:xfrm>
          </p:grpSpPr>
          <p:sp>
            <p:nvSpPr>
              <p:cNvPr id="810" name="Google Shape;810;p39"/>
              <p:cNvSpPr/>
              <p:nvPr/>
            </p:nvSpPr>
            <p:spPr>
              <a:xfrm>
                <a:off x="715100" y="1600325"/>
                <a:ext cx="2327400" cy="13212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1" name="Google Shape;811;p39"/>
              <p:cNvCxnSpPr/>
              <p:nvPr/>
            </p:nvCxnSpPr>
            <p:spPr>
              <a:xfrm>
                <a:off x="722125" y="1783325"/>
                <a:ext cx="2315700" cy="0"/>
              </a:xfrm>
              <a:prstGeom prst="straightConnector1">
                <a:avLst/>
              </a:prstGeom>
              <a:noFill/>
              <a:ln w="28575" cap="flat" cmpd="sng">
                <a:solidFill>
                  <a:schemeClr val="dk1"/>
                </a:solidFill>
                <a:prstDash val="solid"/>
                <a:round/>
                <a:headEnd type="none" w="med" len="med"/>
                <a:tailEnd type="none" w="med" len="med"/>
              </a:ln>
            </p:spPr>
          </p:cxnSp>
        </p:grpSp>
      </p:grpSp>
      <p:sp>
        <p:nvSpPr>
          <p:cNvPr id="812" name="Google Shape;812;p39"/>
          <p:cNvSpPr txBox="1">
            <a:spLocks noGrp="1"/>
          </p:cNvSpPr>
          <p:nvPr>
            <p:ph type="subTitle" idx="14"/>
          </p:nvPr>
        </p:nvSpPr>
        <p:spPr>
          <a:xfrm>
            <a:off x="781552" y="3401312"/>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3" name="Google Shape;813;p39"/>
          <p:cNvSpPr txBox="1">
            <a:spLocks noGrp="1"/>
          </p:cNvSpPr>
          <p:nvPr>
            <p:ph type="subTitle" idx="13"/>
          </p:nvPr>
        </p:nvSpPr>
        <p:spPr>
          <a:xfrm>
            <a:off x="781538" y="1803550"/>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4" name="Google Shape;814;p39"/>
          <p:cNvSpPr txBox="1">
            <a:spLocks noGrp="1"/>
          </p:cNvSpPr>
          <p:nvPr>
            <p:ph type="subTitle" idx="15"/>
          </p:nvPr>
        </p:nvSpPr>
        <p:spPr>
          <a:xfrm>
            <a:off x="6168018" y="3401300"/>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5" name="Google Shape;815;p39"/>
          <p:cNvSpPr txBox="1">
            <a:spLocks noGrp="1"/>
          </p:cNvSpPr>
          <p:nvPr>
            <p:ph type="subTitle" idx="7"/>
          </p:nvPr>
        </p:nvSpPr>
        <p:spPr>
          <a:xfrm>
            <a:off x="3474750" y="1803550"/>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6" name="Google Shape;816;p39"/>
          <p:cNvSpPr txBox="1">
            <a:spLocks noGrp="1"/>
          </p:cNvSpPr>
          <p:nvPr>
            <p:ph type="subTitle" idx="8"/>
          </p:nvPr>
        </p:nvSpPr>
        <p:spPr>
          <a:xfrm>
            <a:off x="6166650" y="1803550"/>
            <a:ext cx="21945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7" name="Google Shape;817;p39"/>
          <p:cNvSpPr txBox="1">
            <a:spLocks noGrp="1"/>
          </p:cNvSpPr>
          <p:nvPr>
            <p:ph type="subTitle" idx="9"/>
          </p:nvPr>
        </p:nvSpPr>
        <p:spPr>
          <a:xfrm>
            <a:off x="3475685" y="3401300"/>
            <a:ext cx="2192700" cy="54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18" name="Google Shape;818;p39"/>
          <p:cNvSpPr txBox="1">
            <a:spLocks noGrp="1"/>
          </p:cNvSpPr>
          <p:nvPr>
            <p:ph type="title"/>
          </p:nvPr>
        </p:nvSpPr>
        <p:spPr>
          <a:xfrm>
            <a:off x="715093" y="731515"/>
            <a:ext cx="77139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19" name="Google Shape;819;p39"/>
          <p:cNvSpPr txBox="1">
            <a:spLocks noGrp="1"/>
          </p:cNvSpPr>
          <p:nvPr>
            <p:ph type="subTitle" idx="1"/>
          </p:nvPr>
        </p:nvSpPr>
        <p:spPr>
          <a:xfrm>
            <a:off x="3474800" y="2261076"/>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0" name="Google Shape;820;p39"/>
          <p:cNvSpPr txBox="1">
            <a:spLocks noGrp="1"/>
          </p:cNvSpPr>
          <p:nvPr>
            <p:ph type="subTitle" idx="4"/>
          </p:nvPr>
        </p:nvSpPr>
        <p:spPr>
          <a:xfrm>
            <a:off x="781538" y="2261076"/>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1" name="Google Shape;821;p39"/>
          <p:cNvSpPr txBox="1">
            <a:spLocks noGrp="1"/>
          </p:cNvSpPr>
          <p:nvPr>
            <p:ph type="subTitle" idx="5"/>
          </p:nvPr>
        </p:nvSpPr>
        <p:spPr>
          <a:xfrm>
            <a:off x="781548" y="3853932"/>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2" name="Google Shape;822;p39"/>
          <p:cNvSpPr txBox="1">
            <a:spLocks noGrp="1"/>
          </p:cNvSpPr>
          <p:nvPr>
            <p:ph type="subTitle" idx="2"/>
          </p:nvPr>
        </p:nvSpPr>
        <p:spPr>
          <a:xfrm>
            <a:off x="6166650" y="2261076"/>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3" name="Google Shape;823;p39"/>
          <p:cNvSpPr txBox="1">
            <a:spLocks noGrp="1"/>
          </p:cNvSpPr>
          <p:nvPr>
            <p:ph type="subTitle" idx="3"/>
          </p:nvPr>
        </p:nvSpPr>
        <p:spPr>
          <a:xfrm>
            <a:off x="3474308" y="3853932"/>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4" name="Google Shape;824;p39"/>
          <p:cNvSpPr txBox="1">
            <a:spLocks noGrp="1"/>
          </p:cNvSpPr>
          <p:nvPr>
            <p:ph type="subTitle" idx="6"/>
          </p:nvPr>
        </p:nvSpPr>
        <p:spPr>
          <a:xfrm>
            <a:off x="6168018" y="3853932"/>
            <a:ext cx="2194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25" name="Google Shape;825;p39"/>
          <p:cNvSpPr/>
          <p:nvPr/>
        </p:nvSpPr>
        <p:spPr>
          <a:xfrm>
            <a:off x="7971700" y="1081625"/>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9"/>
          <p:cNvSpPr/>
          <p:nvPr/>
        </p:nvSpPr>
        <p:spPr>
          <a:xfrm>
            <a:off x="7739360" y="932973"/>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9"/>
          <p:cNvSpPr/>
          <p:nvPr/>
        </p:nvSpPr>
        <p:spPr>
          <a:xfrm>
            <a:off x="715160" y="125272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2" name="Google Shape;882;p41"/>
          <p:cNvSpPr/>
          <p:nvPr/>
        </p:nvSpPr>
        <p:spPr>
          <a:xfrm>
            <a:off x="7507683" y="1144205"/>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1"/>
          <p:cNvSpPr/>
          <p:nvPr/>
        </p:nvSpPr>
        <p:spPr>
          <a:xfrm>
            <a:off x="7971828" y="993377"/>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1"/>
          <p:cNvSpPr/>
          <p:nvPr/>
        </p:nvSpPr>
        <p:spPr>
          <a:xfrm>
            <a:off x="719989" y="106866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08BE29FF-005F-F9D0-8C02-ECB65BCEE66E}"/>
              </a:ext>
            </a:extLst>
          </p:cNvPr>
          <p:cNvSpPr>
            <a:spLocks noGrp="1"/>
          </p:cNvSpPr>
          <p:nvPr>
            <p:ph type="title"/>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43"/>
          <p:cNvSpPr txBox="1">
            <a:spLocks noGrp="1"/>
          </p:cNvSpPr>
          <p:nvPr>
            <p:ph type="title"/>
          </p:nvPr>
        </p:nvSpPr>
        <p:spPr>
          <a:xfrm>
            <a:off x="714250" y="731525"/>
            <a:ext cx="5015700" cy="6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6" name="Google Shape;896;p43"/>
          <p:cNvSpPr txBox="1">
            <a:spLocks noGrp="1"/>
          </p:cNvSpPr>
          <p:nvPr>
            <p:ph type="body" idx="1"/>
          </p:nvPr>
        </p:nvSpPr>
        <p:spPr>
          <a:xfrm>
            <a:off x="715850" y="1600325"/>
            <a:ext cx="5019900" cy="2564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endParaRPr dirty="0"/>
          </a:p>
        </p:txBody>
      </p:sp>
      <p:grpSp>
        <p:nvGrpSpPr>
          <p:cNvPr id="897" name="Google Shape;897;p43"/>
          <p:cNvGrpSpPr/>
          <p:nvPr/>
        </p:nvGrpSpPr>
        <p:grpSpPr>
          <a:xfrm>
            <a:off x="5918609" y="2672657"/>
            <a:ext cx="1646100" cy="1188900"/>
            <a:chOff x="7403363" y="1047512"/>
            <a:chExt cx="1646100" cy="1188900"/>
          </a:xfrm>
        </p:grpSpPr>
        <p:sp>
          <p:nvSpPr>
            <p:cNvPr id="898" name="Google Shape;898;p43"/>
            <p:cNvSpPr/>
            <p:nvPr/>
          </p:nvSpPr>
          <p:spPr>
            <a:xfrm>
              <a:off x="7494863" y="1139012"/>
              <a:ext cx="1554600" cy="10974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3"/>
            <p:cNvSpPr/>
            <p:nvPr/>
          </p:nvSpPr>
          <p:spPr>
            <a:xfrm>
              <a:off x="7403363" y="1047512"/>
              <a:ext cx="1554600" cy="10974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00" name="Google Shape;900;p43"/>
            <p:cNvCxnSpPr/>
            <p:nvPr/>
          </p:nvCxnSpPr>
          <p:spPr>
            <a:xfrm>
              <a:off x="7413325" y="1230512"/>
              <a:ext cx="1544700" cy="0"/>
            </a:xfrm>
            <a:prstGeom prst="straightConnector1">
              <a:avLst/>
            </a:prstGeom>
            <a:noFill/>
            <a:ln w="28575" cap="flat" cmpd="sng">
              <a:solidFill>
                <a:schemeClr val="dk1"/>
              </a:solidFill>
              <a:prstDash val="solid"/>
              <a:round/>
              <a:headEnd type="none" w="med" len="med"/>
              <a:tailEnd type="none" w="med" len="med"/>
            </a:ln>
          </p:spPr>
        </p:cxnSp>
        <p:sp>
          <p:nvSpPr>
            <p:cNvPr id="901" name="Google Shape;901;p43"/>
            <p:cNvSpPr/>
            <p:nvPr/>
          </p:nvSpPr>
          <p:spPr>
            <a:xfrm>
              <a:off x="7540474"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3"/>
            <p:cNvSpPr/>
            <p:nvPr/>
          </p:nvSpPr>
          <p:spPr>
            <a:xfrm>
              <a:off x="8009987"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3"/>
            <p:cNvSpPr/>
            <p:nvPr/>
          </p:nvSpPr>
          <p:spPr>
            <a:xfrm>
              <a:off x="8479499" y="1687769"/>
              <a:ext cx="341378" cy="320032"/>
            </a:xfrm>
            <a:custGeom>
              <a:avLst/>
              <a:gdLst/>
              <a:ahLst/>
              <a:cxnLst/>
              <a:rect l="l" t="t" r="r" b="b"/>
              <a:pathLst>
                <a:path w="10634" h="9925" extrusionOk="0">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4" name="Google Shape;904;p43"/>
            <p:cNvGrpSpPr/>
            <p:nvPr/>
          </p:nvGrpSpPr>
          <p:grpSpPr>
            <a:xfrm>
              <a:off x="7770652" y="1367593"/>
              <a:ext cx="820034" cy="187786"/>
              <a:chOff x="4005100" y="3437025"/>
              <a:chExt cx="535375" cy="122600"/>
            </a:xfrm>
          </p:grpSpPr>
          <p:sp>
            <p:nvSpPr>
              <p:cNvPr id="905" name="Google Shape;905;p43"/>
              <p:cNvSpPr/>
              <p:nvPr/>
            </p:nvSpPr>
            <p:spPr>
              <a:xfrm>
                <a:off x="4005100" y="3437025"/>
                <a:ext cx="535375" cy="33575"/>
              </a:xfrm>
              <a:custGeom>
                <a:avLst/>
                <a:gdLst/>
                <a:ahLst/>
                <a:cxnLst/>
                <a:rect l="l" t="t" r="r" b="b"/>
                <a:pathLst>
                  <a:path w="21415" h="1343" extrusionOk="0">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3"/>
              <p:cNvSpPr/>
              <p:nvPr/>
            </p:nvSpPr>
            <p:spPr>
              <a:xfrm>
                <a:off x="4064850" y="3525450"/>
                <a:ext cx="415275" cy="34175"/>
              </a:xfrm>
              <a:custGeom>
                <a:avLst/>
                <a:gdLst/>
                <a:ahLst/>
                <a:cxnLst/>
                <a:rect l="l" t="t" r="r" b="b"/>
                <a:pathLst>
                  <a:path w="16611" h="1367" extrusionOk="0">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7" name="Google Shape;907;p43"/>
          <p:cNvGrpSpPr/>
          <p:nvPr/>
        </p:nvGrpSpPr>
        <p:grpSpPr>
          <a:xfrm>
            <a:off x="8177451" y="4105603"/>
            <a:ext cx="502899" cy="502899"/>
            <a:chOff x="858700" y="1967475"/>
            <a:chExt cx="605100" cy="605100"/>
          </a:xfrm>
        </p:grpSpPr>
        <p:sp>
          <p:nvSpPr>
            <p:cNvPr id="908" name="Google Shape;908;p43"/>
            <p:cNvSpPr/>
            <p:nvPr/>
          </p:nvSpPr>
          <p:spPr>
            <a:xfrm>
              <a:off x="858700" y="1967475"/>
              <a:ext cx="605100" cy="605100"/>
            </a:xfrm>
            <a:prstGeom prst="roundRect">
              <a:avLst>
                <a:gd name="adj" fmla="val 15109"/>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3"/>
            <p:cNvSpPr/>
            <p:nvPr/>
          </p:nvSpPr>
          <p:spPr>
            <a:xfrm>
              <a:off x="932654" y="2075711"/>
              <a:ext cx="457191" cy="388627"/>
            </a:xfrm>
            <a:custGeom>
              <a:avLst/>
              <a:gdLst/>
              <a:ahLst/>
              <a:cxnLst/>
              <a:rect l="l" t="t" r="r" b="b"/>
              <a:pathLst>
                <a:path w="10659" h="9051" extrusionOk="0">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43"/>
          <p:cNvGrpSpPr/>
          <p:nvPr/>
        </p:nvGrpSpPr>
        <p:grpSpPr>
          <a:xfrm>
            <a:off x="8177500" y="3419800"/>
            <a:ext cx="502800" cy="502800"/>
            <a:chOff x="1627550" y="2017350"/>
            <a:chExt cx="502800" cy="502800"/>
          </a:xfrm>
        </p:grpSpPr>
        <p:sp>
          <p:nvSpPr>
            <p:cNvPr id="911" name="Google Shape;911;p43"/>
            <p:cNvSpPr/>
            <p:nvPr/>
          </p:nvSpPr>
          <p:spPr>
            <a:xfrm>
              <a:off x="1627550" y="2017350"/>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3"/>
            <p:cNvSpPr/>
            <p:nvPr/>
          </p:nvSpPr>
          <p:spPr>
            <a:xfrm>
              <a:off x="1718900" y="2108700"/>
              <a:ext cx="320100" cy="320100"/>
            </a:xfrm>
            <a:prstGeom prst="donut">
              <a:avLst>
                <a:gd name="adj" fmla="val 2500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43"/>
          <p:cNvGrpSpPr/>
          <p:nvPr/>
        </p:nvGrpSpPr>
        <p:grpSpPr>
          <a:xfrm>
            <a:off x="8177501" y="2644294"/>
            <a:ext cx="629846" cy="592514"/>
            <a:chOff x="463701" y="2217961"/>
            <a:chExt cx="629846" cy="592514"/>
          </a:xfrm>
        </p:grpSpPr>
        <p:sp>
          <p:nvSpPr>
            <p:cNvPr id="914" name="Google Shape;914;p43"/>
            <p:cNvSpPr/>
            <p:nvPr/>
          </p:nvSpPr>
          <p:spPr>
            <a:xfrm>
              <a:off x="463701" y="2307675"/>
              <a:ext cx="502800" cy="502800"/>
            </a:xfrm>
            <a:prstGeom prst="roundRect">
              <a:avLst>
                <a:gd name="adj" fmla="val 15109"/>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3"/>
            <p:cNvSpPr/>
            <p:nvPr/>
          </p:nvSpPr>
          <p:spPr>
            <a:xfrm>
              <a:off x="545925" y="2446300"/>
              <a:ext cx="338328" cy="225549"/>
            </a:xfrm>
            <a:custGeom>
              <a:avLst/>
              <a:gdLst/>
              <a:ahLst/>
              <a:cxnLst/>
              <a:rect l="l" t="t" r="r" b="b"/>
              <a:pathLst>
                <a:path w="8708" h="5806" extrusionOk="0">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3"/>
            <p:cNvSpPr/>
            <p:nvPr/>
          </p:nvSpPr>
          <p:spPr>
            <a:xfrm>
              <a:off x="555887" y="2446307"/>
              <a:ext cx="318435" cy="106170"/>
            </a:xfrm>
            <a:custGeom>
              <a:avLst/>
              <a:gdLst/>
              <a:ahLst/>
              <a:cxnLst/>
              <a:rect l="l" t="t" r="r" b="b"/>
              <a:pathLst>
                <a:path w="8196" h="2733" extrusionOk="0">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3"/>
            <p:cNvGrpSpPr/>
            <p:nvPr/>
          </p:nvGrpSpPr>
          <p:grpSpPr>
            <a:xfrm>
              <a:off x="773496" y="2217961"/>
              <a:ext cx="320051" cy="298703"/>
              <a:chOff x="1023863" y="2896525"/>
              <a:chExt cx="240875" cy="219425"/>
            </a:xfrm>
          </p:grpSpPr>
          <p:sp>
            <p:nvSpPr>
              <p:cNvPr id="918" name="Google Shape;918;p43"/>
              <p:cNvSpPr/>
              <p:nvPr/>
            </p:nvSpPr>
            <p:spPr>
              <a:xfrm>
                <a:off x="1023863" y="2896525"/>
                <a:ext cx="240875" cy="219425"/>
              </a:xfrm>
              <a:custGeom>
                <a:avLst/>
                <a:gdLst/>
                <a:ahLst/>
                <a:cxnLst/>
                <a:rect l="l" t="t" r="r" b="b"/>
                <a:pathLst>
                  <a:path w="9635" h="8777" extrusionOk="0">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3"/>
              <p:cNvSpPr/>
              <p:nvPr/>
            </p:nvSpPr>
            <p:spPr>
              <a:xfrm>
                <a:off x="1111105" y="2959275"/>
                <a:ext cx="54900" cy="93925"/>
              </a:xfrm>
              <a:custGeom>
                <a:avLst/>
                <a:gdLst/>
                <a:ahLst/>
                <a:cxnLst/>
                <a:rect l="l" t="t" r="r" b="b"/>
                <a:pathLst>
                  <a:path w="2196" h="3757" extrusionOk="0">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31" name="Google Shape;931;p43"/>
          <p:cNvSpPr/>
          <p:nvPr/>
        </p:nvSpPr>
        <p:spPr>
          <a:xfrm>
            <a:off x="5047325" y="1066450"/>
            <a:ext cx="457208" cy="164590"/>
          </a:xfrm>
          <a:custGeom>
            <a:avLst/>
            <a:gdLst/>
            <a:ahLst/>
            <a:cxnLst/>
            <a:rect l="l" t="t" r="r" b="b"/>
            <a:pathLst>
              <a:path w="7903" h="3025" extrusionOk="0">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3"/>
          <p:cNvSpPr/>
          <p:nvPr/>
        </p:nvSpPr>
        <p:spPr>
          <a:xfrm>
            <a:off x="5272757" y="917810"/>
            <a:ext cx="457196" cy="57149"/>
          </a:xfrm>
          <a:custGeom>
            <a:avLst/>
            <a:gdLst/>
            <a:ahLst/>
            <a:cxnLst/>
            <a:rect l="l" t="t" r="r" b="b"/>
            <a:pathLst>
              <a:path w="11732" h="1391" extrusionOk="0">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3"/>
          <p:cNvSpPr/>
          <p:nvPr/>
        </p:nvSpPr>
        <p:spPr>
          <a:xfrm>
            <a:off x="4160539" y="1044612"/>
            <a:ext cx="457207" cy="59636"/>
          </a:xfrm>
          <a:custGeom>
            <a:avLst/>
            <a:gdLst/>
            <a:ahLst/>
            <a:cxnLst/>
            <a:rect l="l" t="t" r="r" b="b"/>
            <a:pathLst>
              <a:path w="8294" h="952" extrusionOk="0">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4" name="Google Shape;934;p43"/>
          <p:cNvGrpSpPr/>
          <p:nvPr/>
        </p:nvGrpSpPr>
        <p:grpSpPr>
          <a:xfrm>
            <a:off x="8118400" y="475791"/>
            <a:ext cx="621000" cy="621000"/>
            <a:chOff x="416300" y="4058211"/>
            <a:chExt cx="621000" cy="621000"/>
          </a:xfrm>
        </p:grpSpPr>
        <p:sp>
          <p:nvSpPr>
            <p:cNvPr id="935" name="Google Shape;935;p43"/>
            <p:cNvSpPr/>
            <p:nvPr/>
          </p:nvSpPr>
          <p:spPr>
            <a:xfrm>
              <a:off x="475400" y="4117311"/>
              <a:ext cx="502800" cy="502800"/>
            </a:xfrm>
            <a:prstGeom prst="roundRect">
              <a:avLst>
                <a:gd name="adj" fmla="val 15109"/>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3"/>
            <p:cNvSpPr/>
            <p:nvPr/>
          </p:nvSpPr>
          <p:spPr>
            <a:xfrm rot="2700000">
              <a:off x="507243" y="4149154"/>
              <a:ext cx="439113" cy="439113"/>
            </a:xfrm>
            <a:prstGeom prst="plus">
              <a:avLst>
                <a:gd name="adj" fmla="val 42536"/>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34"/>
        <p:cNvGrpSpPr/>
        <p:nvPr/>
      </p:nvGrpSpPr>
      <p:grpSpPr>
        <a:xfrm>
          <a:off x="0" y="0"/>
          <a:ext cx="0" cy="0"/>
          <a:chOff x="0" y="0"/>
          <a:chExt cx="0" cy="0"/>
        </a:xfrm>
      </p:grpSpPr>
      <p:sp>
        <p:nvSpPr>
          <p:cNvPr id="1235" name="Google Shape;1235;p52"/>
          <p:cNvSpPr txBox="1">
            <a:spLocks noGrp="1"/>
          </p:cNvSpPr>
          <p:nvPr>
            <p:ph type="subTitle" idx="1"/>
          </p:nvPr>
        </p:nvSpPr>
        <p:spPr>
          <a:xfrm>
            <a:off x="2192928" y="1724908"/>
            <a:ext cx="45720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lang="en-US" b="1" dirty="0"/>
          </a:p>
          <a:p>
            <a:pPr marL="0" lvl="0" indent="0" algn="ctr" rtl="0">
              <a:spcBef>
                <a:spcPts val="0"/>
              </a:spcBef>
              <a:spcAft>
                <a:spcPts val="0"/>
              </a:spcAft>
              <a:buNone/>
            </a:pPr>
            <a:r>
              <a:rPr lang="en-US" b="1" dirty="0"/>
              <a:t>1. Microsoft Office Support</a:t>
            </a:r>
          </a:p>
          <a:p>
            <a:pPr marL="0" lvl="0" indent="0" algn="ctr" rtl="0">
              <a:spcBef>
                <a:spcPts val="0"/>
              </a:spcBef>
              <a:spcAft>
                <a:spcPts val="0"/>
              </a:spcAft>
              <a:buNone/>
            </a:pPr>
            <a:r>
              <a:rPr lang="en-US" b="1" dirty="0"/>
              <a:t>2. Educational Websites and Materials</a:t>
            </a:r>
          </a:p>
          <a:p>
            <a:pPr marL="0" lvl="0" indent="0" algn="ctr" rtl="0">
              <a:spcBef>
                <a:spcPts val="0"/>
              </a:spcBef>
              <a:spcAft>
                <a:spcPts val="0"/>
              </a:spcAft>
              <a:buNone/>
            </a:pPr>
            <a:r>
              <a:rPr lang="en-US" b="1" dirty="0"/>
              <a:t>3. Books and Literature</a:t>
            </a:r>
          </a:p>
          <a:p>
            <a:pPr marL="0" lvl="0" indent="0" algn="ctr" rtl="0">
              <a:spcBef>
                <a:spcPts val="0"/>
              </a:spcBef>
              <a:spcAft>
                <a:spcPts val="0"/>
              </a:spcAft>
              <a:buNone/>
            </a:pPr>
            <a:r>
              <a:rPr lang="en-US" b="1" dirty="0"/>
              <a:t>4. Internal Team Resources</a:t>
            </a:r>
          </a:p>
        </p:txBody>
      </p:sp>
      <p:sp>
        <p:nvSpPr>
          <p:cNvPr id="1236" name="Google Shape;1236;p52"/>
          <p:cNvSpPr txBox="1">
            <a:spLocks noGrp="1"/>
          </p:cNvSpPr>
          <p:nvPr>
            <p:ph type="ctrTitle"/>
          </p:nvPr>
        </p:nvSpPr>
        <p:spPr>
          <a:xfrm>
            <a:off x="2285980" y="984428"/>
            <a:ext cx="45720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Reference </a:t>
            </a:r>
            <a:endParaRPr dirty="0"/>
          </a:p>
        </p:txBody>
      </p:sp>
      <p:grpSp>
        <p:nvGrpSpPr>
          <p:cNvPr id="1238" name="Google Shape;1238;p52"/>
          <p:cNvGrpSpPr/>
          <p:nvPr/>
        </p:nvGrpSpPr>
        <p:grpSpPr>
          <a:xfrm>
            <a:off x="274188" y="1428844"/>
            <a:ext cx="1827475" cy="1051350"/>
            <a:chOff x="6161988" y="3104373"/>
            <a:chExt cx="1827475" cy="1051350"/>
          </a:xfrm>
        </p:grpSpPr>
        <p:grpSp>
          <p:nvGrpSpPr>
            <p:cNvPr id="1239" name="Google Shape;1239;p52"/>
            <p:cNvGrpSpPr/>
            <p:nvPr/>
          </p:nvGrpSpPr>
          <p:grpSpPr>
            <a:xfrm>
              <a:off x="6161988" y="3104373"/>
              <a:ext cx="1827475" cy="1051350"/>
              <a:chOff x="274188" y="1278048"/>
              <a:chExt cx="1827475" cy="1051350"/>
            </a:xfrm>
          </p:grpSpPr>
          <p:sp>
            <p:nvSpPr>
              <p:cNvPr id="1240" name="Google Shape;1240;p52"/>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1" name="Google Shape;1241;p52"/>
              <p:cNvGrpSpPr/>
              <p:nvPr/>
            </p:nvGrpSpPr>
            <p:grpSpPr>
              <a:xfrm>
                <a:off x="274188" y="1278048"/>
                <a:ext cx="1737300" cy="960000"/>
                <a:chOff x="7146475" y="2190661"/>
                <a:chExt cx="1737300" cy="960000"/>
              </a:xfrm>
            </p:grpSpPr>
            <p:sp>
              <p:nvSpPr>
                <p:cNvPr id="1242" name="Google Shape;1242;p52"/>
                <p:cNvSpPr/>
                <p:nvPr/>
              </p:nvSpPr>
              <p:spPr>
                <a:xfrm>
                  <a:off x="7146475"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3" name="Google Shape;1243;p52"/>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grpSp>
          <p:nvGrpSpPr>
            <p:cNvPr id="1244" name="Google Shape;1244;p52"/>
            <p:cNvGrpSpPr/>
            <p:nvPr/>
          </p:nvGrpSpPr>
          <p:grpSpPr>
            <a:xfrm>
              <a:off x="6349239" y="3420925"/>
              <a:ext cx="1356472" cy="509050"/>
              <a:chOff x="6343699" y="3416675"/>
              <a:chExt cx="1356472" cy="509050"/>
            </a:xfrm>
          </p:grpSpPr>
          <p:sp>
            <p:nvSpPr>
              <p:cNvPr id="1245" name="Google Shape;1245;p52"/>
              <p:cNvSpPr/>
              <p:nvPr/>
            </p:nvSpPr>
            <p:spPr>
              <a:xfrm>
                <a:off x="6343699" y="3524445"/>
                <a:ext cx="776865" cy="54206"/>
              </a:xfrm>
              <a:custGeom>
                <a:avLst/>
                <a:gdLst/>
                <a:ahLst/>
                <a:cxnLst/>
                <a:rect l="l" t="t" r="r" b="b"/>
                <a:pathLst>
                  <a:path w="19319" h="1348" extrusionOk="0">
                    <a:moveTo>
                      <a:pt x="18435" y="1"/>
                    </a:moveTo>
                    <a:cubicBezTo>
                      <a:pt x="18412" y="1"/>
                      <a:pt x="18389" y="2"/>
                      <a:pt x="18366" y="3"/>
                    </a:cubicBezTo>
                    <a:lnTo>
                      <a:pt x="854" y="3"/>
                    </a:lnTo>
                    <a:cubicBezTo>
                      <a:pt x="0" y="52"/>
                      <a:pt x="0" y="1296"/>
                      <a:pt x="854" y="1345"/>
                    </a:cubicBezTo>
                    <a:lnTo>
                      <a:pt x="18366" y="1345"/>
                    </a:lnTo>
                    <a:cubicBezTo>
                      <a:pt x="18389" y="1347"/>
                      <a:pt x="18412" y="1347"/>
                      <a:pt x="18435" y="1347"/>
                    </a:cubicBezTo>
                    <a:cubicBezTo>
                      <a:pt x="19319" y="1347"/>
                      <a:pt x="19319" y="1"/>
                      <a:pt x="18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2"/>
              <p:cNvSpPr/>
              <p:nvPr/>
            </p:nvSpPr>
            <p:spPr>
              <a:xfrm>
                <a:off x="6343699" y="3651035"/>
                <a:ext cx="777147" cy="55131"/>
              </a:xfrm>
              <a:custGeom>
                <a:avLst/>
                <a:gdLst/>
                <a:ahLst/>
                <a:cxnLst/>
                <a:rect l="l" t="t" r="r" b="b"/>
                <a:pathLst>
                  <a:path w="19326" h="1371" extrusionOk="0">
                    <a:moveTo>
                      <a:pt x="18412" y="1"/>
                    </a:moveTo>
                    <a:cubicBezTo>
                      <a:pt x="18397" y="1"/>
                      <a:pt x="18382" y="1"/>
                      <a:pt x="18366" y="2"/>
                    </a:cubicBezTo>
                    <a:lnTo>
                      <a:pt x="854" y="2"/>
                    </a:lnTo>
                    <a:cubicBezTo>
                      <a:pt x="0" y="75"/>
                      <a:pt x="0" y="1319"/>
                      <a:pt x="854" y="1368"/>
                    </a:cubicBezTo>
                    <a:lnTo>
                      <a:pt x="18366" y="1368"/>
                    </a:lnTo>
                    <a:cubicBezTo>
                      <a:pt x="18389" y="1369"/>
                      <a:pt x="18412" y="1370"/>
                      <a:pt x="18434" y="1370"/>
                    </a:cubicBezTo>
                    <a:cubicBezTo>
                      <a:pt x="19326" y="1370"/>
                      <a:pt x="19319" y="1"/>
                      <a:pt x="184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2"/>
              <p:cNvSpPr/>
              <p:nvPr/>
            </p:nvSpPr>
            <p:spPr>
              <a:xfrm>
                <a:off x="6343699" y="3778469"/>
                <a:ext cx="776865" cy="55172"/>
              </a:xfrm>
              <a:custGeom>
                <a:avLst/>
                <a:gdLst/>
                <a:ahLst/>
                <a:cxnLst/>
                <a:rect l="l" t="t" r="r" b="b"/>
                <a:pathLst>
                  <a:path w="19319" h="1372" extrusionOk="0">
                    <a:moveTo>
                      <a:pt x="18433" y="1"/>
                    </a:moveTo>
                    <a:cubicBezTo>
                      <a:pt x="18411" y="1"/>
                      <a:pt x="18389" y="2"/>
                      <a:pt x="18366" y="3"/>
                    </a:cubicBezTo>
                    <a:lnTo>
                      <a:pt x="854" y="3"/>
                    </a:lnTo>
                    <a:cubicBezTo>
                      <a:pt x="0" y="52"/>
                      <a:pt x="0" y="1320"/>
                      <a:pt x="854" y="1369"/>
                    </a:cubicBezTo>
                    <a:lnTo>
                      <a:pt x="18366" y="1369"/>
                    </a:lnTo>
                    <a:cubicBezTo>
                      <a:pt x="18389" y="1371"/>
                      <a:pt x="18411" y="1372"/>
                      <a:pt x="18433" y="1372"/>
                    </a:cubicBezTo>
                    <a:cubicBezTo>
                      <a:pt x="19319" y="1372"/>
                      <a:pt x="19319" y="1"/>
                      <a:pt x="18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2"/>
              <p:cNvSpPr/>
              <p:nvPr/>
            </p:nvSpPr>
            <p:spPr>
              <a:xfrm>
                <a:off x="7286224" y="3416675"/>
                <a:ext cx="413947" cy="509050"/>
              </a:xfrm>
              <a:custGeom>
                <a:avLst/>
                <a:gdLst/>
                <a:ahLst/>
                <a:cxnLst/>
                <a:rect l="l" t="t" r="r" b="b"/>
                <a:pathLst>
                  <a:path w="10294" h="12659" extrusionOk="0">
                    <a:moveTo>
                      <a:pt x="1" y="1"/>
                    </a:moveTo>
                    <a:lnTo>
                      <a:pt x="1" y="12659"/>
                    </a:lnTo>
                    <a:lnTo>
                      <a:pt x="10293" y="12659"/>
                    </a:lnTo>
                    <a:lnTo>
                      <a:pt x="10293" y="1"/>
                    </a:lnTo>
                    <a:close/>
                  </a:path>
                </a:pathLst>
              </a:cu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6" name="Google Shape;1266;p52"/>
          <p:cNvGrpSpPr/>
          <p:nvPr/>
        </p:nvGrpSpPr>
        <p:grpSpPr>
          <a:xfrm>
            <a:off x="2285980" y="3285963"/>
            <a:ext cx="4962971" cy="1746218"/>
            <a:chOff x="278384" y="1278048"/>
            <a:chExt cx="1823279" cy="1051350"/>
          </a:xfrm>
        </p:grpSpPr>
        <p:sp>
          <p:nvSpPr>
            <p:cNvPr id="1267" name="Google Shape;1267;p52"/>
            <p:cNvSpPr/>
            <p:nvPr/>
          </p:nvSpPr>
          <p:spPr>
            <a:xfrm>
              <a:off x="364363" y="1369398"/>
              <a:ext cx="1737300" cy="9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8" name="Google Shape;1268;p52"/>
            <p:cNvGrpSpPr/>
            <p:nvPr/>
          </p:nvGrpSpPr>
          <p:grpSpPr>
            <a:xfrm>
              <a:off x="278384" y="1278048"/>
              <a:ext cx="1737300" cy="960000"/>
              <a:chOff x="7150671" y="2190661"/>
              <a:chExt cx="1737300" cy="960000"/>
            </a:xfrm>
          </p:grpSpPr>
          <p:sp>
            <p:nvSpPr>
              <p:cNvPr id="1269" name="Google Shape;1269;p52"/>
              <p:cNvSpPr/>
              <p:nvPr/>
            </p:nvSpPr>
            <p:spPr>
              <a:xfrm>
                <a:off x="7150671" y="2190661"/>
                <a:ext cx="1737300" cy="960000"/>
              </a:xfrm>
              <a:prstGeom prst="roundRect">
                <a:avLst>
                  <a:gd name="adj" fmla="val 0"/>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0" name="Google Shape;1270;p52"/>
              <p:cNvCxnSpPr/>
              <p:nvPr/>
            </p:nvCxnSpPr>
            <p:spPr>
              <a:xfrm>
                <a:off x="7151600" y="2373361"/>
                <a:ext cx="1724700" cy="0"/>
              </a:xfrm>
              <a:prstGeom prst="straightConnector1">
                <a:avLst/>
              </a:prstGeom>
              <a:noFill/>
              <a:ln w="28575" cap="flat" cmpd="sng">
                <a:solidFill>
                  <a:schemeClr val="dk1"/>
                </a:solidFill>
                <a:prstDash val="solid"/>
                <a:round/>
                <a:headEnd type="none" w="med" len="med"/>
                <a:tailEnd type="none" w="med" len="med"/>
              </a:ln>
            </p:spPr>
          </p:cxn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3" name="Title 2">
            <a:extLst>
              <a:ext uri="{FF2B5EF4-FFF2-40B4-BE49-F238E27FC236}">
                <a16:creationId xmlns:a16="http://schemas.microsoft.com/office/drawing/2014/main" id="{7C221CFB-C854-6E54-BBD9-A211E2758751}"/>
              </a:ext>
            </a:extLst>
          </p:cNvPr>
          <p:cNvSpPr>
            <a:spLocks noGrp="1"/>
          </p:cNvSpPr>
          <p:nvPr>
            <p:ph type="title"/>
          </p:nvPr>
        </p:nvSpPr>
        <p:spPr/>
        <p:txBody>
          <a:bodyPr/>
          <a:lstStyle/>
          <a:p>
            <a:r>
              <a:rPr lang="en-US" sz="1100" dirty="0"/>
              <a:t>Introduction</a:t>
            </a:r>
            <a:br>
              <a:rPr lang="en-US" sz="1100" dirty="0"/>
            </a:br>
            <a:br>
              <a:rPr lang="en-US" sz="1100" dirty="0"/>
            </a:br>
            <a:r>
              <a:rPr lang="en-US" sz="1100" dirty="0"/>
              <a:t>Importance of Formatting</a:t>
            </a:r>
            <a:br>
              <a:rPr lang="en-US" sz="1100" dirty="0"/>
            </a:br>
            <a:br>
              <a:rPr lang="en-US" sz="1100" dirty="0"/>
            </a:br>
            <a:r>
              <a:rPr lang="en-US" sz="1100" dirty="0" err="1"/>
              <a:t>Formatting</a:t>
            </a:r>
            <a:r>
              <a:rPr lang="en-US" sz="1100" dirty="0"/>
              <a:t> is a crucial aspect of document creation, whether it's for business reports, academic papers, or creative projects. Proper formatting not only enhances the visual appeal of your documents but also ensures clarity and professionalism. It plays a significant role in conveying your message effectively to your audience.</a:t>
            </a:r>
            <a:br>
              <a:rPr lang="en-US" sz="1100" dirty="0"/>
            </a:br>
            <a:br>
              <a:rPr lang="en-US" sz="1100" dirty="0"/>
            </a:br>
            <a:r>
              <a:rPr lang="en-US" sz="1100" dirty="0"/>
              <a:t>Topics Covered</a:t>
            </a:r>
            <a:br>
              <a:rPr lang="en-US" sz="1100" dirty="0"/>
            </a:br>
            <a:br>
              <a:rPr lang="en-US" sz="1100" dirty="0"/>
            </a:br>
            <a:r>
              <a:rPr lang="en-US" sz="1100" dirty="0"/>
              <a:t>In this presentation, we will explore various advanced formatting techniques in Microsoft Word, empowering you to create documents that are not only visually appealing but also structurally sound. The topics we will cover include:</a:t>
            </a:r>
            <a:br>
              <a:rPr lang="en-US" sz="1100" dirty="0"/>
            </a:br>
            <a:br>
              <a:rPr lang="en-US" sz="1100" dirty="0"/>
            </a:br>
            <a:r>
              <a:rPr lang="en-US" sz="1100" dirty="0"/>
              <a:t>Adjusting Character Spacing and Line Spacing</a:t>
            </a:r>
            <a:br>
              <a:rPr lang="en-US" sz="1100" dirty="0"/>
            </a:br>
            <a:r>
              <a:rPr lang="en-US" sz="1100" dirty="0"/>
              <a:t>Formatting Text Boxes, Word Art, and Styles</a:t>
            </a:r>
            <a:br>
              <a:rPr lang="en-US" sz="1100" dirty="0"/>
            </a:br>
            <a:r>
              <a:rPr lang="en-US" sz="1100" dirty="0"/>
              <a:t>Formatting Bulleted and Numbered Lists</a:t>
            </a:r>
            <a:br>
              <a:rPr lang="en-US" sz="1100" dirty="0"/>
            </a:br>
            <a:r>
              <a:rPr lang="en-US" sz="1100" dirty="0"/>
              <a:t>Finding and Replacing Text</a:t>
            </a:r>
            <a:br>
              <a:rPr lang="en-US" sz="1100" dirty="0"/>
            </a:br>
            <a:r>
              <a:rPr lang="en-US" sz="1100" dirty="0"/>
              <a:t>Correcting Spelling and Grammar</a:t>
            </a:r>
            <a:br>
              <a:rPr lang="en-US" sz="1100" dirty="0"/>
            </a:br>
            <a:r>
              <a:rPr lang="en-US" sz="1100" dirty="0"/>
              <a:t>Creating and Editing Tables</a:t>
            </a:r>
            <a:br>
              <a:rPr lang="en-US" sz="1100" dirty="0"/>
            </a:br>
            <a:r>
              <a:rPr lang="en-US" sz="1100" dirty="0"/>
              <a:t>Working with Objects</a:t>
            </a:r>
            <a:br>
              <a:rPr lang="en-US" sz="1100" dirty="0"/>
            </a:br>
            <a:r>
              <a:rPr lang="en-US" sz="1100" dirty="0"/>
              <a:t>Working with Drawing Tools</a:t>
            </a:r>
            <a:br>
              <a:rPr lang="en-US" sz="1100" dirty="0"/>
            </a:br>
            <a:r>
              <a:rPr lang="en-US" sz="1100" dirty="0"/>
              <a:t>Applying Styles and Effects to Objects</a:t>
            </a:r>
            <a:br>
              <a:rPr lang="en-US" sz="1100" dirty="0"/>
            </a:br>
            <a:r>
              <a:rPr lang="en-US" sz="1100" dirty="0"/>
              <a:t>Applying Object Borders and Fill</a:t>
            </a:r>
            <a:br>
              <a:rPr lang="en-US" sz="1100" dirty="0"/>
            </a:br>
            <a:r>
              <a:rPr lang="en-US" sz="1100" dirty="0"/>
              <a:t>Each of these topics will equip you with the knowledge and skills needed to produce professional documents that meet your specific formatting requirements. Let's dive in!</a:t>
            </a:r>
          </a:p>
        </p:txBody>
      </p:sp>
    </p:spTree>
  </p:cSld>
  <p:clrMapOvr>
    <a:masterClrMapping/>
  </p:clrMapOvr>
</p:sld>
</file>

<file path=ppt/theme/theme1.xml><?xml version="1.0" encoding="utf-8"?>
<a:theme xmlns:a="http://schemas.openxmlformats.org/drawingml/2006/main" name="Soft Colors UI Design for Agencies by Slidesgo">
  <a:themeElements>
    <a:clrScheme name="Simple Light">
      <a:dk1>
        <a:srgbClr val="000000"/>
      </a:dk1>
      <a:lt1>
        <a:srgbClr val="FCF6E8"/>
      </a:lt1>
      <a:dk2>
        <a:srgbClr val="DBCFC3"/>
      </a:dk2>
      <a:lt2>
        <a:srgbClr val="EFC4B9"/>
      </a:lt2>
      <a:accent1>
        <a:srgbClr val="FDBC96"/>
      </a:accent1>
      <a:accent2>
        <a:srgbClr val="DAC2CF"/>
      </a:accent2>
      <a:accent3>
        <a:srgbClr val="D3E3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1877</TotalTime>
  <Words>1886</Words>
  <Application>Microsoft Office PowerPoint</Application>
  <PresentationFormat>On-screen Show (16:9)</PresentationFormat>
  <Paragraphs>177</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Rubik Black</vt:lpstr>
      <vt:lpstr>Söhne</vt:lpstr>
      <vt:lpstr>Karla</vt:lpstr>
      <vt:lpstr>Bebas Neue</vt:lpstr>
      <vt:lpstr>Arial</vt:lpstr>
      <vt:lpstr>Wingdings</vt:lpstr>
      <vt:lpstr>Soft Colors UI Design for Agencies by Slidesgo</vt:lpstr>
      <vt:lpstr>A Comprehensive Guide to Advanced Text and Object Formatting in Microsoft Word</vt:lpstr>
      <vt:lpstr>INDEX</vt:lpstr>
      <vt:lpstr>01</vt:lpstr>
      <vt:lpstr>02</vt:lpstr>
      <vt:lpstr>Examples</vt:lpstr>
      <vt:lpstr>Formatting Text Boxes, Word Art, and Styles</vt:lpstr>
      <vt:lpstr>WordArt Styling  WordArt is a creative way to add stylish text to your documents. You can customize WordArt to match your document's theme. Here's how to style WordArt:</vt:lpstr>
      <vt:lpstr>Formatting Bulleted and Numbered Lists</vt:lpstr>
      <vt:lpstr>Finding and Replacing Text</vt:lpstr>
      <vt:lpstr>Correcting Spelling and Grammar </vt:lpstr>
      <vt:lpstr>Creating and Editing Tables </vt:lpstr>
      <vt:lpstr>01</vt:lpstr>
      <vt:lpstr>Working with Drawing Tools </vt:lpstr>
      <vt:lpstr>Applying Styles and Effects to Objects </vt:lpstr>
      <vt:lpstr>Applying Object Borders and Fill</vt:lpstr>
      <vt:lpstr>Conclusion </vt:lpstr>
      <vt:lpstr>PowerPoint Presentation</vt:lpstr>
      <vt:lpstr>PowerPoint Presentation</vt:lpstr>
      <vt:lpstr>PowerPoint Presentation</vt:lpstr>
      <vt:lpstr>Reference </vt:lpstr>
      <vt:lpstr>Introduction  Importance of Formatting  Formatting is a crucial aspect of document creation, whether it's for business reports, academic papers, or creative projects. Proper formatting not only enhances the visual appeal of your documents but also ensures clarity and professionalism. It plays a significant role in conveying your message effectively to your audience.  Topics Covered  In this presentation, we will explore various advanced formatting techniques in Microsoft Word, empowering you to create documents that are not only visually appealing but also structurally sound. The topics we will cover include:  Adjusting Character Spacing and Line Spacing Formatting Text Boxes, Word Art, and Styles Formatting Bulleted and Numbered Lists Finding and Replacing Text Correcting Spelling and Grammar Creating and Editing Tables Working with Objects Working with Drawing Tools Applying Styles and Effects to Objects Applying Object Borders and Fill Each of these topics will equip you with the knowledge and skills needed to produce professional documents that meet your specific formatting requirements. Let's dive 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Comprehensive Guide to Advanced Text and Object Formatting in Microsoft Word</dc:title>
  <cp:lastModifiedBy>Bharath K</cp:lastModifiedBy>
  <cp:revision>3</cp:revision>
  <dcterms:modified xsi:type="dcterms:W3CDTF">2023-10-30T11:12:24Z</dcterms:modified>
</cp:coreProperties>
</file>