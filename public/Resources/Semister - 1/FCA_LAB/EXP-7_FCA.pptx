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68" r:id="rId3"/>
    <p:sldId id="258" r:id="rId4"/>
    <p:sldId id="259" r:id="rId5"/>
    <p:sldId id="260" r:id="rId6"/>
    <p:sldId id="265" r:id="rId7"/>
    <p:sldId id="266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2826CE1-4028-4289-8A15-EEB41D058805}">
  <a:tblStyle styleId="{B2826CE1-4028-4289-8A15-EEB41D05880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8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7384c0e568c9b205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7384c0e568c9b205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g1034e70190a_0_8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6" name="Google Shape;1646;g1034e70190a_0_8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ed4aa40ca4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ed4aa40ca4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fc547cbf63_0_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fc547cbf63_0_5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1034e70190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1034e70190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g1034e70190a_0_7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4" name="Google Shape;1424;g1034e70190a_0_7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g1034e70190a_0_8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7" name="Google Shape;1477;g1034e70190a_0_8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09600" y="1150825"/>
            <a:ext cx="4252200" cy="239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09600" y="3546275"/>
            <a:ext cx="4252200" cy="4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14775" y="292625"/>
            <a:ext cx="811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514775" y="1152475"/>
            <a:ext cx="8114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514775" y="292625"/>
            <a:ext cx="811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14775" y="292625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14775" y="1152475"/>
            <a:ext cx="81144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ctrTitle"/>
          </p:nvPr>
        </p:nvSpPr>
        <p:spPr>
          <a:xfrm>
            <a:off x="144217" y="876409"/>
            <a:ext cx="4252200" cy="239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accent1"/>
                </a:solidFill>
                <a:latin typeface="Garamond" panose="02020404030301010803" pitchFamily="18" charset="0"/>
              </a:rPr>
              <a:t>Unlocking the Power of Data Warehousing</a:t>
            </a:r>
            <a:endParaRPr lang="en-GB" b="1" dirty="0">
              <a:solidFill>
                <a:schemeClr val="accent1"/>
              </a:solidFill>
              <a:latin typeface="Garamond" panose="02020404030301010803" pitchFamily="18" charset="0"/>
            </a:endParaRPr>
          </a:p>
        </p:txBody>
      </p:sp>
      <p:sp>
        <p:nvSpPr>
          <p:cNvPr id="59" name="Google Shape;59;p15"/>
          <p:cNvSpPr txBox="1">
            <a:spLocks noGrp="1"/>
          </p:cNvSpPr>
          <p:nvPr>
            <p:ph type="subTitle" idx="1"/>
          </p:nvPr>
        </p:nvSpPr>
        <p:spPr>
          <a:xfrm>
            <a:off x="0" y="3460321"/>
            <a:ext cx="9199659" cy="3890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-A Comprehensive Exploration of Data Warehouses and Their Impact on Informed Decision-Making"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6850801" y="2159259"/>
            <a:ext cx="1738972" cy="1021672"/>
          </a:xfrm>
          <a:custGeom>
            <a:avLst/>
            <a:gdLst/>
            <a:ahLst/>
            <a:cxnLst/>
            <a:rect l="l" t="t" r="r" b="b"/>
            <a:pathLst>
              <a:path w="79261" h="46572" extrusionOk="0">
                <a:moveTo>
                  <a:pt x="39635" y="1"/>
                </a:moveTo>
                <a:cubicBezTo>
                  <a:pt x="38749" y="1"/>
                  <a:pt x="37862" y="230"/>
                  <a:pt x="37065" y="688"/>
                </a:cubicBezTo>
                <a:lnTo>
                  <a:pt x="1679" y="21119"/>
                </a:lnTo>
                <a:cubicBezTo>
                  <a:pt x="1" y="22084"/>
                  <a:pt x="1" y="24489"/>
                  <a:pt x="1679" y="25453"/>
                </a:cubicBezTo>
                <a:lnTo>
                  <a:pt x="37065" y="45884"/>
                </a:lnTo>
                <a:cubicBezTo>
                  <a:pt x="37862" y="46343"/>
                  <a:pt x="38749" y="46572"/>
                  <a:pt x="39635" y="46572"/>
                </a:cubicBezTo>
                <a:cubicBezTo>
                  <a:pt x="40520" y="46572"/>
                  <a:pt x="41405" y="46343"/>
                  <a:pt x="42196" y="45884"/>
                </a:cubicBezTo>
                <a:lnTo>
                  <a:pt x="77594" y="25453"/>
                </a:lnTo>
                <a:cubicBezTo>
                  <a:pt x="79260" y="24489"/>
                  <a:pt x="79260" y="22084"/>
                  <a:pt x="77594" y="21119"/>
                </a:cubicBezTo>
                <a:lnTo>
                  <a:pt x="42196" y="688"/>
                </a:lnTo>
                <a:cubicBezTo>
                  <a:pt x="41405" y="230"/>
                  <a:pt x="40520" y="1"/>
                  <a:pt x="3963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oogle Shape;61;p15"/>
          <p:cNvGrpSpPr/>
          <p:nvPr/>
        </p:nvGrpSpPr>
        <p:grpSpPr>
          <a:xfrm>
            <a:off x="4445259" y="1006542"/>
            <a:ext cx="1801298" cy="2313940"/>
            <a:chOff x="2616388" y="1504175"/>
            <a:chExt cx="2082425" cy="2675075"/>
          </a:xfrm>
        </p:grpSpPr>
        <p:sp>
          <p:nvSpPr>
            <p:cNvPr id="62" name="Google Shape;62;p15"/>
            <p:cNvSpPr/>
            <p:nvPr/>
          </p:nvSpPr>
          <p:spPr>
            <a:xfrm>
              <a:off x="2616688" y="3345475"/>
              <a:ext cx="1897575" cy="833775"/>
            </a:xfrm>
            <a:custGeom>
              <a:avLst/>
              <a:gdLst/>
              <a:ahLst/>
              <a:cxnLst/>
              <a:rect l="l" t="t" r="r" b="b"/>
              <a:pathLst>
                <a:path w="75903" h="33351" extrusionOk="0">
                  <a:moveTo>
                    <a:pt x="0" y="1"/>
                  </a:moveTo>
                  <a:lnTo>
                    <a:pt x="0" y="989"/>
                  </a:lnTo>
                  <a:cubicBezTo>
                    <a:pt x="0" y="1108"/>
                    <a:pt x="72" y="1215"/>
                    <a:pt x="191" y="1275"/>
                  </a:cubicBezTo>
                  <a:lnTo>
                    <a:pt x="55472" y="33195"/>
                  </a:lnTo>
                  <a:cubicBezTo>
                    <a:pt x="55829" y="33350"/>
                    <a:pt x="56246" y="33338"/>
                    <a:pt x="56591" y="33148"/>
                  </a:cubicBezTo>
                  <a:lnTo>
                    <a:pt x="75629" y="22158"/>
                  </a:lnTo>
                  <a:cubicBezTo>
                    <a:pt x="75784" y="22087"/>
                    <a:pt x="75879" y="21944"/>
                    <a:pt x="75903" y="21789"/>
                  </a:cubicBezTo>
                  <a:lnTo>
                    <a:pt x="75903" y="2080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5"/>
            <p:cNvSpPr/>
            <p:nvPr/>
          </p:nvSpPr>
          <p:spPr>
            <a:xfrm>
              <a:off x="2616388" y="3057550"/>
              <a:ext cx="1897875" cy="1095775"/>
            </a:xfrm>
            <a:custGeom>
              <a:avLst/>
              <a:gdLst/>
              <a:ahLst/>
              <a:cxnLst/>
              <a:rect l="l" t="t" r="r" b="b"/>
              <a:pathLst>
                <a:path w="75915" h="43831" extrusionOk="0">
                  <a:moveTo>
                    <a:pt x="19950" y="0"/>
                  </a:moveTo>
                  <a:cubicBezTo>
                    <a:pt x="19729" y="0"/>
                    <a:pt x="19496" y="55"/>
                    <a:pt x="19312" y="159"/>
                  </a:cubicBezTo>
                  <a:lnTo>
                    <a:pt x="274" y="11149"/>
                  </a:lnTo>
                  <a:cubicBezTo>
                    <a:pt x="120" y="11220"/>
                    <a:pt x="24" y="11351"/>
                    <a:pt x="0" y="11518"/>
                  </a:cubicBezTo>
                  <a:cubicBezTo>
                    <a:pt x="12" y="11637"/>
                    <a:pt x="84" y="11744"/>
                    <a:pt x="191" y="11804"/>
                  </a:cubicBezTo>
                  <a:lnTo>
                    <a:pt x="55484" y="43724"/>
                  </a:lnTo>
                  <a:cubicBezTo>
                    <a:pt x="55647" y="43795"/>
                    <a:pt x="55822" y="43831"/>
                    <a:pt x="55998" y="43831"/>
                  </a:cubicBezTo>
                  <a:cubicBezTo>
                    <a:pt x="56207" y="43831"/>
                    <a:pt x="56415" y="43780"/>
                    <a:pt x="56603" y="43677"/>
                  </a:cubicBezTo>
                  <a:lnTo>
                    <a:pt x="75641" y="32687"/>
                  </a:lnTo>
                  <a:cubicBezTo>
                    <a:pt x="75796" y="32616"/>
                    <a:pt x="75891" y="32485"/>
                    <a:pt x="75915" y="32318"/>
                  </a:cubicBezTo>
                  <a:cubicBezTo>
                    <a:pt x="75903" y="32199"/>
                    <a:pt x="75831" y="32080"/>
                    <a:pt x="75724" y="32032"/>
                  </a:cubicBezTo>
                  <a:lnTo>
                    <a:pt x="20432" y="112"/>
                  </a:lnTo>
                  <a:cubicBezTo>
                    <a:pt x="20303" y="37"/>
                    <a:pt x="20131" y="0"/>
                    <a:pt x="19950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5"/>
            <p:cNvSpPr/>
            <p:nvPr/>
          </p:nvSpPr>
          <p:spPr>
            <a:xfrm>
              <a:off x="2643763" y="3070150"/>
              <a:ext cx="1853825" cy="1070400"/>
            </a:xfrm>
            <a:custGeom>
              <a:avLst/>
              <a:gdLst/>
              <a:ahLst/>
              <a:cxnLst/>
              <a:rect l="l" t="t" r="r" b="b"/>
              <a:pathLst>
                <a:path w="74153" h="42816" extrusionOk="0">
                  <a:moveTo>
                    <a:pt x="54841" y="42732"/>
                  </a:moveTo>
                  <a:lnTo>
                    <a:pt x="156" y="11157"/>
                  </a:lnTo>
                  <a:cubicBezTo>
                    <a:pt x="1" y="11073"/>
                    <a:pt x="25" y="10931"/>
                    <a:pt x="191" y="10823"/>
                  </a:cubicBezTo>
                  <a:lnTo>
                    <a:pt x="18741" y="108"/>
                  </a:lnTo>
                  <a:cubicBezTo>
                    <a:pt x="18920" y="13"/>
                    <a:pt x="19134" y="1"/>
                    <a:pt x="19313" y="84"/>
                  </a:cubicBezTo>
                  <a:lnTo>
                    <a:pt x="74010" y="31671"/>
                  </a:lnTo>
                  <a:cubicBezTo>
                    <a:pt x="74153" y="31755"/>
                    <a:pt x="74129" y="31897"/>
                    <a:pt x="73962" y="31993"/>
                  </a:cubicBezTo>
                  <a:lnTo>
                    <a:pt x="55413" y="42708"/>
                  </a:lnTo>
                  <a:cubicBezTo>
                    <a:pt x="55234" y="42815"/>
                    <a:pt x="55020" y="42815"/>
                    <a:pt x="54841" y="4273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5" name="Google Shape;65;p15"/>
            <p:cNvGrpSpPr/>
            <p:nvPr/>
          </p:nvGrpSpPr>
          <p:grpSpPr>
            <a:xfrm>
              <a:off x="2723238" y="3123575"/>
              <a:ext cx="1675550" cy="965475"/>
              <a:chOff x="2723238" y="3123575"/>
              <a:chExt cx="1675550" cy="965475"/>
            </a:xfrm>
          </p:grpSpPr>
          <p:sp>
            <p:nvSpPr>
              <p:cNvPr id="66" name="Google Shape;66;p15"/>
              <p:cNvSpPr/>
              <p:nvPr/>
            </p:nvSpPr>
            <p:spPr>
              <a:xfrm>
                <a:off x="3065263" y="3123575"/>
                <a:ext cx="14110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69" extrusionOk="0">
                    <a:moveTo>
                      <a:pt x="2190" y="0"/>
                    </a:moveTo>
                    <a:cubicBezTo>
                      <a:pt x="2018" y="0"/>
                      <a:pt x="1846" y="42"/>
                      <a:pt x="1691" y="126"/>
                    </a:cubicBezTo>
                    <a:lnTo>
                      <a:pt x="310" y="924"/>
                    </a:lnTo>
                    <a:cubicBezTo>
                      <a:pt x="36" y="1090"/>
                      <a:pt x="0" y="1328"/>
                      <a:pt x="238" y="1459"/>
                    </a:cubicBezTo>
                    <a:lnTo>
                      <a:pt x="3036" y="3079"/>
                    </a:lnTo>
                    <a:cubicBezTo>
                      <a:pt x="3173" y="3139"/>
                      <a:pt x="3317" y="3169"/>
                      <a:pt x="3460" y="3169"/>
                    </a:cubicBezTo>
                    <a:cubicBezTo>
                      <a:pt x="3629" y="3169"/>
                      <a:pt x="3798" y="3127"/>
                      <a:pt x="3953" y="3043"/>
                    </a:cubicBezTo>
                    <a:lnTo>
                      <a:pt x="5346" y="2233"/>
                    </a:lnTo>
                    <a:cubicBezTo>
                      <a:pt x="5620" y="2067"/>
                      <a:pt x="5644" y="1828"/>
                      <a:pt x="5406" y="1697"/>
                    </a:cubicBezTo>
                    <a:lnTo>
                      <a:pt x="2619" y="90"/>
                    </a:lnTo>
                    <a:cubicBezTo>
                      <a:pt x="2483" y="30"/>
                      <a:pt x="2337" y="0"/>
                      <a:pt x="21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15"/>
              <p:cNvSpPr/>
              <p:nvPr/>
            </p:nvSpPr>
            <p:spPr>
              <a:xfrm>
                <a:off x="3197713" y="3200100"/>
                <a:ext cx="14110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68" extrusionOk="0">
                    <a:moveTo>
                      <a:pt x="2199" y="0"/>
                    </a:moveTo>
                    <a:cubicBezTo>
                      <a:pt x="2023" y="0"/>
                      <a:pt x="1848" y="45"/>
                      <a:pt x="1691" y="137"/>
                    </a:cubicBezTo>
                    <a:lnTo>
                      <a:pt x="310" y="934"/>
                    </a:lnTo>
                    <a:cubicBezTo>
                      <a:pt x="36" y="1089"/>
                      <a:pt x="0" y="1327"/>
                      <a:pt x="239" y="1470"/>
                    </a:cubicBezTo>
                    <a:lnTo>
                      <a:pt x="3036" y="3077"/>
                    </a:lnTo>
                    <a:cubicBezTo>
                      <a:pt x="3173" y="3137"/>
                      <a:pt x="3317" y="3167"/>
                      <a:pt x="3460" y="3167"/>
                    </a:cubicBezTo>
                    <a:cubicBezTo>
                      <a:pt x="3630" y="3167"/>
                      <a:pt x="3798" y="3126"/>
                      <a:pt x="3953" y="3042"/>
                    </a:cubicBezTo>
                    <a:lnTo>
                      <a:pt x="5346" y="2244"/>
                    </a:lnTo>
                    <a:cubicBezTo>
                      <a:pt x="5620" y="2077"/>
                      <a:pt x="5644" y="1839"/>
                      <a:pt x="5406" y="1708"/>
                    </a:cubicBezTo>
                    <a:lnTo>
                      <a:pt x="2620" y="89"/>
                    </a:lnTo>
                    <a:cubicBezTo>
                      <a:pt x="2486" y="30"/>
                      <a:pt x="2342" y="0"/>
                      <a:pt x="21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15"/>
              <p:cNvSpPr/>
              <p:nvPr/>
            </p:nvSpPr>
            <p:spPr>
              <a:xfrm>
                <a:off x="3330463" y="3276550"/>
                <a:ext cx="140825" cy="79075"/>
              </a:xfrm>
              <a:custGeom>
                <a:avLst/>
                <a:gdLst/>
                <a:ahLst/>
                <a:cxnLst/>
                <a:rect l="l" t="t" r="r" b="b"/>
                <a:pathLst>
                  <a:path w="5633" h="3163" extrusionOk="0">
                    <a:moveTo>
                      <a:pt x="2179" y="1"/>
                    </a:moveTo>
                    <a:cubicBezTo>
                      <a:pt x="2006" y="1"/>
                      <a:pt x="1834" y="43"/>
                      <a:pt x="1679" y="127"/>
                    </a:cubicBezTo>
                    <a:lnTo>
                      <a:pt x="298" y="924"/>
                    </a:lnTo>
                    <a:cubicBezTo>
                      <a:pt x="24" y="1091"/>
                      <a:pt x="1" y="1329"/>
                      <a:pt x="227" y="1460"/>
                    </a:cubicBezTo>
                    <a:lnTo>
                      <a:pt x="3025" y="3067"/>
                    </a:lnTo>
                    <a:cubicBezTo>
                      <a:pt x="3159" y="3132"/>
                      <a:pt x="3300" y="3162"/>
                      <a:pt x="3441" y="3162"/>
                    </a:cubicBezTo>
                    <a:cubicBezTo>
                      <a:pt x="3613" y="3162"/>
                      <a:pt x="3784" y="3117"/>
                      <a:pt x="3942" y="3032"/>
                    </a:cubicBezTo>
                    <a:lnTo>
                      <a:pt x="5335" y="2234"/>
                    </a:lnTo>
                    <a:cubicBezTo>
                      <a:pt x="5608" y="2079"/>
                      <a:pt x="5632" y="1841"/>
                      <a:pt x="5394" y="1698"/>
                    </a:cubicBezTo>
                    <a:lnTo>
                      <a:pt x="2608" y="91"/>
                    </a:lnTo>
                    <a:cubicBezTo>
                      <a:pt x="2472" y="31"/>
                      <a:pt x="2325" y="1"/>
                      <a:pt x="21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15"/>
              <p:cNvSpPr/>
              <p:nvPr/>
            </p:nvSpPr>
            <p:spPr>
              <a:xfrm>
                <a:off x="3462613" y="3353050"/>
                <a:ext cx="141125" cy="79075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3" extrusionOk="0">
                    <a:moveTo>
                      <a:pt x="2191" y="1"/>
                    </a:moveTo>
                    <a:cubicBezTo>
                      <a:pt x="2019" y="1"/>
                      <a:pt x="1846" y="43"/>
                      <a:pt x="1692" y="127"/>
                    </a:cubicBezTo>
                    <a:lnTo>
                      <a:pt x="311" y="924"/>
                    </a:lnTo>
                    <a:cubicBezTo>
                      <a:pt x="37" y="1091"/>
                      <a:pt x="1" y="1329"/>
                      <a:pt x="239" y="1460"/>
                    </a:cubicBezTo>
                    <a:lnTo>
                      <a:pt x="3037" y="3067"/>
                    </a:lnTo>
                    <a:cubicBezTo>
                      <a:pt x="3171" y="3132"/>
                      <a:pt x="3315" y="3162"/>
                      <a:pt x="3458" y="3162"/>
                    </a:cubicBezTo>
                    <a:cubicBezTo>
                      <a:pt x="3634" y="3162"/>
                      <a:pt x="3809" y="3117"/>
                      <a:pt x="3966" y="3032"/>
                    </a:cubicBezTo>
                    <a:lnTo>
                      <a:pt x="5347" y="2234"/>
                    </a:lnTo>
                    <a:cubicBezTo>
                      <a:pt x="5609" y="2079"/>
                      <a:pt x="5645" y="1841"/>
                      <a:pt x="5406" y="1698"/>
                    </a:cubicBezTo>
                    <a:lnTo>
                      <a:pt x="2620" y="91"/>
                    </a:lnTo>
                    <a:cubicBezTo>
                      <a:pt x="2484" y="31"/>
                      <a:pt x="2337" y="1"/>
                      <a:pt x="21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15"/>
              <p:cNvSpPr/>
              <p:nvPr/>
            </p:nvSpPr>
            <p:spPr>
              <a:xfrm>
                <a:off x="3595388" y="3429425"/>
                <a:ext cx="14080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5632" h="3168" extrusionOk="0">
                    <a:moveTo>
                      <a:pt x="2187" y="1"/>
                    </a:moveTo>
                    <a:cubicBezTo>
                      <a:pt x="2013" y="1"/>
                      <a:pt x="1841" y="46"/>
                      <a:pt x="1691" y="131"/>
                    </a:cubicBezTo>
                    <a:lnTo>
                      <a:pt x="298" y="929"/>
                    </a:lnTo>
                    <a:cubicBezTo>
                      <a:pt x="24" y="1096"/>
                      <a:pt x="0" y="1334"/>
                      <a:pt x="238" y="1465"/>
                    </a:cubicBezTo>
                    <a:lnTo>
                      <a:pt x="3024" y="3072"/>
                    </a:lnTo>
                    <a:cubicBezTo>
                      <a:pt x="3158" y="3137"/>
                      <a:pt x="3302" y="3167"/>
                      <a:pt x="3446" y="3167"/>
                    </a:cubicBezTo>
                    <a:cubicBezTo>
                      <a:pt x="3621" y="3167"/>
                      <a:pt x="3796" y="3122"/>
                      <a:pt x="3953" y="3037"/>
                    </a:cubicBezTo>
                    <a:lnTo>
                      <a:pt x="5334" y="2239"/>
                    </a:lnTo>
                    <a:cubicBezTo>
                      <a:pt x="5608" y="2084"/>
                      <a:pt x="5632" y="1846"/>
                      <a:pt x="5406" y="1703"/>
                    </a:cubicBezTo>
                    <a:lnTo>
                      <a:pt x="2608" y="96"/>
                    </a:lnTo>
                    <a:cubicBezTo>
                      <a:pt x="2474" y="31"/>
                      <a:pt x="2330" y="1"/>
                      <a:pt x="21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15"/>
              <p:cNvSpPr/>
              <p:nvPr/>
            </p:nvSpPr>
            <p:spPr>
              <a:xfrm>
                <a:off x="3727838" y="3505775"/>
                <a:ext cx="141100" cy="79325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73" extrusionOk="0">
                    <a:moveTo>
                      <a:pt x="2188" y="1"/>
                    </a:moveTo>
                    <a:cubicBezTo>
                      <a:pt x="2014" y="1"/>
                      <a:pt x="1842" y="46"/>
                      <a:pt x="1691" y="137"/>
                    </a:cubicBezTo>
                    <a:lnTo>
                      <a:pt x="298" y="935"/>
                    </a:lnTo>
                    <a:cubicBezTo>
                      <a:pt x="24" y="1090"/>
                      <a:pt x="0" y="1328"/>
                      <a:pt x="239" y="1471"/>
                    </a:cubicBezTo>
                    <a:lnTo>
                      <a:pt x="3025" y="3078"/>
                    </a:lnTo>
                    <a:cubicBezTo>
                      <a:pt x="3159" y="3142"/>
                      <a:pt x="3302" y="3173"/>
                      <a:pt x="3446" y="3173"/>
                    </a:cubicBezTo>
                    <a:cubicBezTo>
                      <a:pt x="3621" y="3173"/>
                      <a:pt x="3796" y="3128"/>
                      <a:pt x="3953" y="3042"/>
                    </a:cubicBezTo>
                    <a:lnTo>
                      <a:pt x="5334" y="2245"/>
                    </a:lnTo>
                    <a:cubicBezTo>
                      <a:pt x="5608" y="2090"/>
                      <a:pt x="5644" y="1852"/>
                      <a:pt x="5406" y="1709"/>
                    </a:cubicBezTo>
                    <a:lnTo>
                      <a:pt x="2608" y="90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15"/>
              <p:cNvSpPr/>
              <p:nvPr/>
            </p:nvSpPr>
            <p:spPr>
              <a:xfrm>
                <a:off x="3860288" y="3582425"/>
                <a:ext cx="141125" cy="79175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7" extrusionOk="0">
                    <a:moveTo>
                      <a:pt x="2188" y="1"/>
                    </a:moveTo>
                    <a:cubicBezTo>
                      <a:pt x="2014" y="1"/>
                      <a:pt x="1842" y="46"/>
                      <a:pt x="1691" y="131"/>
                    </a:cubicBezTo>
                    <a:lnTo>
                      <a:pt x="298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1" y="3167"/>
                      <a:pt x="3796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4" y="1846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15"/>
              <p:cNvSpPr/>
              <p:nvPr/>
            </p:nvSpPr>
            <p:spPr>
              <a:xfrm>
                <a:off x="3992738" y="3658925"/>
                <a:ext cx="141125" cy="79175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7" extrusionOk="0">
                    <a:moveTo>
                      <a:pt x="2192" y="1"/>
                    </a:moveTo>
                    <a:cubicBezTo>
                      <a:pt x="2020" y="1"/>
                      <a:pt x="1849" y="46"/>
                      <a:pt x="1692" y="131"/>
                    </a:cubicBezTo>
                    <a:lnTo>
                      <a:pt x="299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2" y="3167"/>
                      <a:pt x="3797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5" y="1834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1"/>
                      <a:pt x="21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15"/>
              <p:cNvSpPr/>
              <p:nvPr/>
            </p:nvSpPr>
            <p:spPr>
              <a:xfrm>
                <a:off x="4125213" y="3735425"/>
                <a:ext cx="141100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62" extrusionOk="0">
                    <a:moveTo>
                      <a:pt x="2192" y="0"/>
                    </a:moveTo>
                    <a:cubicBezTo>
                      <a:pt x="2019" y="0"/>
                      <a:pt x="1848" y="46"/>
                      <a:pt x="1691" y="131"/>
                    </a:cubicBezTo>
                    <a:lnTo>
                      <a:pt x="298" y="929"/>
                    </a:lnTo>
                    <a:cubicBezTo>
                      <a:pt x="36" y="1084"/>
                      <a:pt x="0" y="1322"/>
                      <a:pt x="238" y="1464"/>
                    </a:cubicBezTo>
                    <a:lnTo>
                      <a:pt x="3024" y="3072"/>
                    </a:lnTo>
                    <a:cubicBezTo>
                      <a:pt x="3161" y="3132"/>
                      <a:pt x="3307" y="3162"/>
                      <a:pt x="3453" y="3162"/>
                    </a:cubicBezTo>
                    <a:cubicBezTo>
                      <a:pt x="3626" y="3162"/>
                      <a:pt x="3798" y="3120"/>
                      <a:pt x="3953" y="3036"/>
                    </a:cubicBezTo>
                    <a:lnTo>
                      <a:pt x="5334" y="2238"/>
                    </a:lnTo>
                    <a:cubicBezTo>
                      <a:pt x="5608" y="2084"/>
                      <a:pt x="5644" y="1845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2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15"/>
              <p:cNvSpPr/>
              <p:nvPr/>
            </p:nvSpPr>
            <p:spPr>
              <a:xfrm>
                <a:off x="4257663" y="3811925"/>
                <a:ext cx="141125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2" extrusionOk="0">
                    <a:moveTo>
                      <a:pt x="2192" y="0"/>
                    </a:moveTo>
                    <a:cubicBezTo>
                      <a:pt x="2020" y="0"/>
                      <a:pt x="1848" y="46"/>
                      <a:pt x="1691" y="131"/>
                    </a:cubicBezTo>
                    <a:lnTo>
                      <a:pt x="310" y="929"/>
                    </a:lnTo>
                    <a:cubicBezTo>
                      <a:pt x="36" y="1083"/>
                      <a:pt x="1" y="1322"/>
                      <a:pt x="239" y="1464"/>
                    </a:cubicBezTo>
                    <a:lnTo>
                      <a:pt x="3037" y="3072"/>
                    </a:lnTo>
                    <a:cubicBezTo>
                      <a:pt x="3168" y="3132"/>
                      <a:pt x="3311" y="3162"/>
                      <a:pt x="3456" y="3162"/>
                    </a:cubicBezTo>
                    <a:cubicBezTo>
                      <a:pt x="3626" y="3162"/>
                      <a:pt x="3799" y="3120"/>
                      <a:pt x="3953" y="3036"/>
                    </a:cubicBezTo>
                    <a:lnTo>
                      <a:pt x="5335" y="2226"/>
                    </a:lnTo>
                    <a:cubicBezTo>
                      <a:pt x="5608" y="2072"/>
                      <a:pt x="5644" y="1833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15"/>
              <p:cNvSpPr/>
              <p:nvPr/>
            </p:nvSpPr>
            <p:spPr>
              <a:xfrm>
                <a:off x="2968213" y="3176425"/>
                <a:ext cx="145575" cy="82925"/>
              </a:xfrm>
              <a:custGeom>
                <a:avLst/>
                <a:gdLst/>
                <a:ahLst/>
                <a:cxnLst/>
                <a:rect l="l" t="t" r="r" b="b"/>
                <a:pathLst>
                  <a:path w="5823" h="3317" extrusionOk="0">
                    <a:moveTo>
                      <a:pt x="2286" y="1"/>
                    </a:moveTo>
                    <a:cubicBezTo>
                      <a:pt x="2193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3" y="1226"/>
                      <a:pt x="1" y="1346"/>
                      <a:pt x="120" y="1417"/>
                    </a:cubicBezTo>
                    <a:lnTo>
                      <a:pt x="3323" y="3274"/>
                    </a:lnTo>
                    <a:cubicBezTo>
                      <a:pt x="3393" y="3302"/>
                      <a:pt x="3469" y="3316"/>
                      <a:pt x="3546" y="3316"/>
                    </a:cubicBezTo>
                    <a:cubicBezTo>
                      <a:pt x="3636" y="3316"/>
                      <a:pt x="3727" y="3296"/>
                      <a:pt x="3811" y="3251"/>
                    </a:cubicBezTo>
                    <a:lnTo>
                      <a:pt x="5668" y="2179"/>
                    </a:lnTo>
                    <a:cubicBezTo>
                      <a:pt x="5811" y="2096"/>
                      <a:pt x="5823" y="1965"/>
                      <a:pt x="5704" y="1893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15"/>
              <p:cNvSpPr/>
              <p:nvPr/>
            </p:nvSpPr>
            <p:spPr>
              <a:xfrm>
                <a:off x="2886963" y="3223950"/>
                <a:ext cx="201225" cy="114625"/>
              </a:xfrm>
              <a:custGeom>
                <a:avLst/>
                <a:gdLst/>
                <a:ahLst/>
                <a:cxnLst/>
                <a:rect l="l" t="t" r="r" b="b"/>
                <a:pathLst>
                  <a:path w="8049" h="4585" extrusionOk="0">
                    <a:moveTo>
                      <a:pt x="2260" y="1"/>
                    </a:moveTo>
                    <a:cubicBezTo>
                      <a:pt x="2155" y="1"/>
                      <a:pt x="2049" y="25"/>
                      <a:pt x="1953" y="76"/>
                    </a:cubicBezTo>
                    <a:lnTo>
                      <a:pt x="191" y="1100"/>
                    </a:lnTo>
                    <a:cubicBezTo>
                      <a:pt x="24" y="1195"/>
                      <a:pt x="0" y="1338"/>
                      <a:pt x="155" y="1433"/>
                    </a:cubicBezTo>
                    <a:lnTo>
                      <a:pt x="5525" y="4529"/>
                    </a:lnTo>
                    <a:cubicBezTo>
                      <a:pt x="5605" y="4566"/>
                      <a:pt x="5693" y="4584"/>
                      <a:pt x="5780" y="4584"/>
                    </a:cubicBezTo>
                    <a:cubicBezTo>
                      <a:pt x="5887" y="4584"/>
                      <a:pt x="5993" y="4557"/>
                      <a:pt x="6084" y="4505"/>
                    </a:cubicBezTo>
                    <a:lnTo>
                      <a:pt x="7858" y="3481"/>
                    </a:lnTo>
                    <a:cubicBezTo>
                      <a:pt x="8025" y="3386"/>
                      <a:pt x="8049" y="3243"/>
                      <a:pt x="7894" y="3159"/>
                    </a:cubicBezTo>
                    <a:lnTo>
                      <a:pt x="2524" y="52"/>
                    </a:lnTo>
                    <a:cubicBezTo>
                      <a:pt x="2441" y="19"/>
                      <a:pt x="2351" y="1"/>
                      <a:pt x="226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15"/>
              <p:cNvSpPr/>
              <p:nvPr/>
            </p:nvSpPr>
            <p:spPr>
              <a:xfrm>
                <a:off x="2805688" y="3271075"/>
                <a:ext cx="217325" cy="124050"/>
              </a:xfrm>
              <a:custGeom>
                <a:avLst/>
                <a:gdLst/>
                <a:ahLst/>
                <a:cxnLst/>
                <a:rect l="l" t="t" r="r" b="b"/>
                <a:pathLst>
                  <a:path w="8693" h="4962" extrusionOk="0">
                    <a:moveTo>
                      <a:pt x="2248" y="0"/>
                    </a:moveTo>
                    <a:cubicBezTo>
                      <a:pt x="2141" y="0"/>
                      <a:pt x="2036" y="27"/>
                      <a:pt x="1942" y="84"/>
                    </a:cubicBezTo>
                    <a:lnTo>
                      <a:pt x="191" y="1096"/>
                    </a:lnTo>
                    <a:cubicBezTo>
                      <a:pt x="13" y="1191"/>
                      <a:pt x="1" y="1346"/>
                      <a:pt x="144" y="1429"/>
                    </a:cubicBezTo>
                    <a:lnTo>
                      <a:pt x="6168" y="4906"/>
                    </a:lnTo>
                    <a:cubicBezTo>
                      <a:pt x="6254" y="4943"/>
                      <a:pt x="6345" y="4961"/>
                      <a:pt x="6435" y="4961"/>
                    </a:cubicBezTo>
                    <a:cubicBezTo>
                      <a:pt x="6544" y="4961"/>
                      <a:pt x="6653" y="4934"/>
                      <a:pt x="6752" y="4882"/>
                    </a:cubicBezTo>
                    <a:lnTo>
                      <a:pt x="8502" y="3882"/>
                    </a:lnTo>
                    <a:cubicBezTo>
                      <a:pt x="8669" y="3775"/>
                      <a:pt x="8692" y="3620"/>
                      <a:pt x="8538" y="3536"/>
                    </a:cubicBezTo>
                    <a:lnTo>
                      <a:pt x="2525" y="60"/>
                    </a:lnTo>
                    <a:cubicBezTo>
                      <a:pt x="2436" y="21"/>
                      <a:pt x="2341" y="0"/>
                      <a:pt x="22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15"/>
              <p:cNvSpPr/>
              <p:nvPr/>
            </p:nvSpPr>
            <p:spPr>
              <a:xfrm>
                <a:off x="4160638" y="3864775"/>
                <a:ext cx="145575" cy="82900"/>
              </a:xfrm>
              <a:custGeom>
                <a:avLst/>
                <a:gdLst/>
                <a:ahLst/>
                <a:cxnLst/>
                <a:rect l="l" t="t" r="r" b="b"/>
                <a:pathLst>
                  <a:path w="5823" h="3316" extrusionOk="0">
                    <a:moveTo>
                      <a:pt x="2255" y="1"/>
                    </a:moveTo>
                    <a:cubicBezTo>
                      <a:pt x="2170" y="1"/>
                      <a:pt x="2086" y="21"/>
                      <a:pt x="2012" y="65"/>
                    </a:cubicBezTo>
                    <a:lnTo>
                      <a:pt x="155" y="1148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3322" y="3268"/>
                    </a:lnTo>
                    <a:cubicBezTo>
                      <a:pt x="3393" y="3300"/>
                      <a:pt x="3469" y="3316"/>
                      <a:pt x="3544" y="3316"/>
                    </a:cubicBezTo>
                    <a:cubicBezTo>
                      <a:pt x="3633" y="3316"/>
                      <a:pt x="3721" y="3294"/>
                      <a:pt x="3798" y="3256"/>
                    </a:cubicBezTo>
                    <a:lnTo>
                      <a:pt x="5667" y="2172"/>
                    </a:lnTo>
                    <a:cubicBezTo>
                      <a:pt x="5810" y="2089"/>
                      <a:pt x="5822" y="1970"/>
                      <a:pt x="5691" y="1898"/>
                    </a:cubicBezTo>
                    <a:lnTo>
                      <a:pt x="2489" y="53"/>
                    </a:lnTo>
                    <a:cubicBezTo>
                      <a:pt x="2414" y="19"/>
                      <a:pt x="2334" y="1"/>
                      <a:pt x="22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15"/>
              <p:cNvSpPr/>
              <p:nvPr/>
            </p:nvSpPr>
            <p:spPr>
              <a:xfrm>
                <a:off x="4023113" y="3879875"/>
                <a:ext cx="200950" cy="114525"/>
              </a:xfrm>
              <a:custGeom>
                <a:avLst/>
                <a:gdLst/>
                <a:ahLst/>
                <a:cxnLst/>
                <a:rect l="l" t="t" r="r" b="b"/>
                <a:pathLst>
                  <a:path w="8038" h="4581" extrusionOk="0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5513" y="4521"/>
                    </a:lnTo>
                    <a:cubicBezTo>
                      <a:pt x="5597" y="4560"/>
                      <a:pt x="5688" y="4581"/>
                      <a:pt x="5780" y="4581"/>
                    </a:cubicBezTo>
                    <a:cubicBezTo>
                      <a:pt x="5885" y="4581"/>
                      <a:pt x="5990" y="4554"/>
                      <a:pt x="6085" y="4497"/>
                    </a:cubicBezTo>
                    <a:lnTo>
                      <a:pt x="7847" y="3485"/>
                    </a:lnTo>
                    <a:cubicBezTo>
                      <a:pt x="8013" y="3390"/>
                      <a:pt x="8037" y="3235"/>
                      <a:pt x="7882" y="3152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15"/>
              <p:cNvSpPr/>
              <p:nvPr/>
            </p:nvSpPr>
            <p:spPr>
              <a:xfrm>
                <a:off x="3925188" y="3917450"/>
                <a:ext cx="217300" cy="123975"/>
              </a:xfrm>
              <a:custGeom>
                <a:avLst/>
                <a:gdLst/>
                <a:ahLst/>
                <a:cxnLst/>
                <a:rect l="l" t="t" r="r" b="b"/>
                <a:pathLst>
                  <a:path w="8692" h="4959" extrusionOk="0">
                    <a:moveTo>
                      <a:pt x="2253" y="1"/>
                    </a:moveTo>
                    <a:cubicBezTo>
                      <a:pt x="2143" y="1"/>
                      <a:pt x="2033" y="31"/>
                      <a:pt x="1929" y="89"/>
                    </a:cubicBezTo>
                    <a:lnTo>
                      <a:pt x="191" y="1089"/>
                    </a:lnTo>
                    <a:cubicBezTo>
                      <a:pt x="12" y="1184"/>
                      <a:pt x="0" y="1351"/>
                      <a:pt x="143" y="1422"/>
                    </a:cubicBezTo>
                    <a:lnTo>
                      <a:pt x="6168" y="4899"/>
                    </a:lnTo>
                    <a:cubicBezTo>
                      <a:pt x="6257" y="4938"/>
                      <a:pt x="6351" y="4959"/>
                      <a:pt x="6445" y="4959"/>
                    </a:cubicBezTo>
                    <a:cubicBezTo>
                      <a:pt x="6551" y="4959"/>
                      <a:pt x="6656" y="4932"/>
                      <a:pt x="6751" y="4875"/>
                    </a:cubicBezTo>
                    <a:lnTo>
                      <a:pt x="8501" y="3875"/>
                    </a:lnTo>
                    <a:cubicBezTo>
                      <a:pt x="8668" y="3780"/>
                      <a:pt x="8692" y="3625"/>
                      <a:pt x="8537" y="3542"/>
                    </a:cubicBezTo>
                    <a:lnTo>
                      <a:pt x="2524" y="65"/>
                    </a:lnTo>
                    <a:cubicBezTo>
                      <a:pt x="2438" y="22"/>
                      <a:pt x="2346" y="1"/>
                      <a:pt x="22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15"/>
              <p:cNvSpPr/>
              <p:nvPr/>
            </p:nvSpPr>
            <p:spPr>
              <a:xfrm>
                <a:off x="2723238" y="3317650"/>
                <a:ext cx="145875" cy="82975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19" extrusionOk="0">
                    <a:moveTo>
                      <a:pt x="2284" y="0"/>
                    </a:moveTo>
                    <a:cubicBezTo>
                      <a:pt x="2201" y="0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6" y="3281"/>
                    </a:lnTo>
                    <a:cubicBezTo>
                      <a:pt x="3408" y="3307"/>
                      <a:pt x="3474" y="3319"/>
                      <a:pt x="3541" y="3319"/>
                    </a:cubicBezTo>
                    <a:cubicBezTo>
                      <a:pt x="3629" y="3319"/>
                      <a:pt x="3718" y="3298"/>
                      <a:pt x="3799" y="3257"/>
                    </a:cubicBezTo>
                    <a:lnTo>
                      <a:pt x="5680" y="2174"/>
                    </a:lnTo>
                    <a:cubicBezTo>
                      <a:pt x="5823" y="2090"/>
                      <a:pt x="5835" y="1971"/>
                      <a:pt x="5716" y="1912"/>
                    </a:cubicBezTo>
                    <a:lnTo>
                      <a:pt x="2489" y="42"/>
                    </a:lnTo>
                    <a:cubicBezTo>
                      <a:pt x="2424" y="15"/>
                      <a:pt x="2353" y="0"/>
                      <a:pt x="22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15"/>
              <p:cNvSpPr/>
              <p:nvPr/>
            </p:nvSpPr>
            <p:spPr>
              <a:xfrm>
                <a:off x="2829513" y="3378950"/>
                <a:ext cx="145875" cy="8310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4" extrusionOk="0">
                    <a:moveTo>
                      <a:pt x="2289" y="1"/>
                    </a:moveTo>
                    <a:cubicBezTo>
                      <a:pt x="2207" y="1"/>
                      <a:pt x="2126" y="22"/>
                      <a:pt x="2048" y="67"/>
                    </a:cubicBezTo>
                    <a:lnTo>
                      <a:pt x="155" y="1150"/>
                    </a:lnTo>
                    <a:cubicBezTo>
                      <a:pt x="24" y="1234"/>
                      <a:pt x="0" y="1353"/>
                      <a:pt x="119" y="1412"/>
                    </a:cubicBezTo>
                    <a:lnTo>
                      <a:pt x="3346" y="3281"/>
                    </a:lnTo>
                    <a:cubicBezTo>
                      <a:pt x="3411" y="3309"/>
                      <a:pt x="3484" y="3324"/>
                      <a:pt x="3557" y="3324"/>
                    </a:cubicBezTo>
                    <a:cubicBezTo>
                      <a:pt x="3642" y="3324"/>
                      <a:pt x="3727" y="3303"/>
                      <a:pt x="3798" y="3258"/>
                    </a:cubicBezTo>
                    <a:lnTo>
                      <a:pt x="5692" y="2174"/>
                    </a:lnTo>
                    <a:cubicBezTo>
                      <a:pt x="5823" y="2091"/>
                      <a:pt x="5834" y="1972"/>
                      <a:pt x="5727" y="1912"/>
                    </a:cubicBezTo>
                    <a:lnTo>
                      <a:pt x="2501" y="43"/>
                    </a:lnTo>
                    <a:cubicBezTo>
                      <a:pt x="2430" y="16"/>
                      <a:pt x="2359" y="1"/>
                      <a:pt x="2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15"/>
              <p:cNvSpPr/>
              <p:nvPr/>
            </p:nvSpPr>
            <p:spPr>
              <a:xfrm>
                <a:off x="2935763" y="3440275"/>
                <a:ext cx="145875" cy="8310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4" extrusionOk="0">
                    <a:moveTo>
                      <a:pt x="2284" y="1"/>
                    </a:moveTo>
                    <a:cubicBezTo>
                      <a:pt x="2201" y="1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7" y="3281"/>
                    </a:lnTo>
                    <a:cubicBezTo>
                      <a:pt x="3412" y="3308"/>
                      <a:pt x="3482" y="3323"/>
                      <a:pt x="3553" y="3323"/>
                    </a:cubicBezTo>
                    <a:cubicBezTo>
                      <a:pt x="3637" y="3323"/>
                      <a:pt x="3722" y="3303"/>
                      <a:pt x="3799" y="3257"/>
                    </a:cubicBezTo>
                    <a:lnTo>
                      <a:pt x="5692" y="2174"/>
                    </a:lnTo>
                    <a:cubicBezTo>
                      <a:pt x="5823" y="2091"/>
                      <a:pt x="5835" y="1971"/>
                      <a:pt x="5716" y="1912"/>
                    </a:cubicBezTo>
                    <a:lnTo>
                      <a:pt x="2489" y="43"/>
                    </a:lnTo>
                    <a:cubicBezTo>
                      <a:pt x="2424" y="15"/>
                      <a:pt x="2353" y="1"/>
                      <a:pt x="22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15"/>
              <p:cNvSpPr/>
              <p:nvPr/>
            </p:nvSpPr>
            <p:spPr>
              <a:xfrm>
                <a:off x="2990838" y="3378025"/>
                <a:ext cx="121175" cy="68575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2743" extrusionOk="0">
                    <a:moveTo>
                      <a:pt x="2257" y="0"/>
                    </a:moveTo>
                    <a:cubicBezTo>
                      <a:pt x="2146" y="0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99"/>
                      <a:pt x="1" y="1342"/>
                      <a:pt x="143" y="1437"/>
                    </a:cubicBezTo>
                    <a:lnTo>
                      <a:pt x="2310" y="2687"/>
                    </a:lnTo>
                    <a:cubicBezTo>
                      <a:pt x="2394" y="2724"/>
                      <a:pt x="2484" y="2742"/>
                      <a:pt x="2574" y="2742"/>
                    </a:cubicBezTo>
                    <a:cubicBezTo>
                      <a:pt x="2690" y="2742"/>
                      <a:pt x="2805" y="2712"/>
                      <a:pt x="2906" y="2652"/>
                    </a:cubicBezTo>
                    <a:lnTo>
                      <a:pt x="4656" y="1652"/>
                    </a:lnTo>
                    <a:cubicBezTo>
                      <a:pt x="4823" y="1544"/>
                      <a:pt x="4846" y="1402"/>
                      <a:pt x="4692" y="1306"/>
                    </a:cubicBezTo>
                    <a:lnTo>
                      <a:pt x="2525" y="56"/>
                    </a:lnTo>
                    <a:cubicBezTo>
                      <a:pt x="2439" y="19"/>
                      <a:pt x="2348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15"/>
              <p:cNvSpPr/>
              <p:nvPr/>
            </p:nvSpPr>
            <p:spPr>
              <a:xfrm>
                <a:off x="3075663" y="3426925"/>
                <a:ext cx="1208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0" extrusionOk="0">
                    <a:moveTo>
                      <a:pt x="2255" y="0"/>
                    </a:moveTo>
                    <a:cubicBezTo>
                      <a:pt x="2146" y="0"/>
                      <a:pt x="2039" y="30"/>
                      <a:pt x="1942" y="89"/>
                    </a:cubicBezTo>
                    <a:lnTo>
                      <a:pt x="191" y="1089"/>
                    </a:lnTo>
                    <a:cubicBezTo>
                      <a:pt x="13" y="1196"/>
                      <a:pt x="1" y="1339"/>
                      <a:pt x="156" y="1434"/>
                    </a:cubicBezTo>
                    <a:lnTo>
                      <a:pt x="2311" y="2684"/>
                    </a:lnTo>
                    <a:cubicBezTo>
                      <a:pt x="2396" y="2722"/>
                      <a:pt x="2487" y="2740"/>
                      <a:pt x="2578" y="2740"/>
                    </a:cubicBezTo>
                    <a:cubicBezTo>
                      <a:pt x="2689" y="2740"/>
                      <a:pt x="2801" y="2713"/>
                      <a:pt x="2906" y="2660"/>
                    </a:cubicBezTo>
                    <a:lnTo>
                      <a:pt x="4644" y="1648"/>
                    </a:lnTo>
                    <a:cubicBezTo>
                      <a:pt x="4823" y="1553"/>
                      <a:pt x="4835" y="1398"/>
                      <a:pt x="4692" y="1315"/>
                    </a:cubicBezTo>
                    <a:lnTo>
                      <a:pt x="2525" y="65"/>
                    </a:lnTo>
                    <a:cubicBezTo>
                      <a:pt x="2438" y="21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15"/>
              <p:cNvSpPr/>
              <p:nvPr/>
            </p:nvSpPr>
            <p:spPr>
              <a:xfrm>
                <a:off x="3160513" y="3475950"/>
                <a:ext cx="120875" cy="68525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1" extrusionOk="0">
                    <a:moveTo>
                      <a:pt x="2258" y="1"/>
                    </a:moveTo>
                    <a:cubicBezTo>
                      <a:pt x="2148" y="1"/>
                      <a:pt x="2039" y="28"/>
                      <a:pt x="1941" y="80"/>
                    </a:cubicBezTo>
                    <a:lnTo>
                      <a:pt x="191" y="1092"/>
                    </a:lnTo>
                    <a:cubicBezTo>
                      <a:pt x="24" y="1187"/>
                      <a:pt x="0" y="1342"/>
                      <a:pt x="155" y="1426"/>
                    </a:cubicBezTo>
                    <a:lnTo>
                      <a:pt x="2322" y="2676"/>
                    </a:lnTo>
                    <a:cubicBezTo>
                      <a:pt x="2403" y="2719"/>
                      <a:pt x="2495" y="2740"/>
                      <a:pt x="2587" y="2740"/>
                    </a:cubicBezTo>
                    <a:cubicBezTo>
                      <a:pt x="2697" y="2740"/>
                      <a:pt x="2808" y="2710"/>
                      <a:pt x="2905" y="2652"/>
                    </a:cubicBezTo>
                    <a:lnTo>
                      <a:pt x="4644" y="1652"/>
                    </a:lnTo>
                    <a:cubicBezTo>
                      <a:pt x="4822" y="1545"/>
                      <a:pt x="4834" y="1402"/>
                      <a:pt x="4691" y="1306"/>
                    </a:cubicBezTo>
                    <a:lnTo>
                      <a:pt x="2524" y="56"/>
                    </a:lnTo>
                    <a:cubicBezTo>
                      <a:pt x="2438" y="19"/>
                      <a:pt x="2348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15"/>
              <p:cNvSpPr/>
              <p:nvPr/>
            </p:nvSpPr>
            <p:spPr>
              <a:xfrm>
                <a:off x="3245338" y="3524850"/>
                <a:ext cx="1211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2740" extrusionOk="0">
                    <a:moveTo>
                      <a:pt x="2257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101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8" y="2722"/>
                      <a:pt x="2498" y="2740"/>
                      <a:pt x="2588" y="2740"/>
                    </a:cubicBezTo>
                    <a:cubicBezTo>
                      <a:pt x="2698" y="2740"/>
                      <a:pt x="2807" y="2713"/>
                      <a:pt x="2906" y="2660"/>
                    </a:cubicBezTo>
                    <a:lnTo>
                      <a:pt x="4656" y="1648"/>
                    </a:lnTo>
                    <a:cubicBezTo>
                      <a:pt x="4822" y="1553"/>
                      <a:pt x="4846" y="1398"/>
                      <a:pt x="4691" y="1315"/>
                    </a:cubicBezTo>
                    <a:lnTo>
                      <a:pt x="2536" y="65"/>
                    </a:lnTo>
                    <a:cubicBezTo>
                      <a:pt x="2444" y="21"/>
                      <a:pt x="2349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3330463" y="3573950"/>
                <a:ext cx="120875" cy="68525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1" extrusionOk="0">
                    <a:moveTo>
                      <a:pt x="2250" y="1"/>
                    </a:moveTo>
                    <a:cubicBezTo>
                      <a:pt x="2138" y="1"/>
                      <a:pt x="2027" y="31"/>
                      <a:pt x="1929" y="89"/>
                    </a:cubicBezTo>
                    <a:lnTo>
                      <a:pt x="191" y="1089"/>
                    </a:lnTo>
                    <a:cubicBezTo>
                      <a:pt x="12" y="1196"/>
                      <a:pt x="1" y="1339"/>
                      <a:pt x="143" y="1435"/>
                    </a:cubicBezTo>
                    <a:lnTo>
                      <a:pt x="2310" y="2685"/>
                    </a:lnTo>
                    <a:cubicBezTo>
                      <a:pt x="2396" y="2722"/>
                      <a:pt x="2487" y="2740"/>
                      <a:pt x="2577" y="2740"/>
                    </a:cubicBezTo>
                    <a:cubicBezTo>
                      <a:pt x="2687" y="2740"/>
                      <a:pt x="2796" y="2713"/>
                      <a:pt x="2894" y="2661"/>
                    </a:cubicBezTo>
                    <a:lnTo>
                      <a:pt x="4644" y="1649"/>
                    </a:lnTo>
                    <a:cubicBezTo>
                      <a:pt x="4811" y="1554"/>
                      <a:pt x="4835" y="1399"/>
                      <a:pt x="4680" y="1316"/>
                    </a:cubicBezTo>
                    <a:lnTo>
                      <a:pt x="2525" y="65"/>
                    </a:lnTo>
                    <a:cubicBezTo>
                      <a:pt x="2438" y="22"/>
                      <a:pt x="2344" y="1"/>
                      <a:pt x="22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15"/>
              <p:cNvSpPr/>
              <p:nvPr/>
            </p:nvSpPr>
            <p:spPr>
              <a:xfrm>
                <a:off x="3415288" y="3623000"/>
                <a:ext cx="1208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0" extrusionOk="0">
                    <a:moveTo>
                      <a:pt x="2259" y="0"/>
                    </a:moveTo>
                    <a:cubicBezTo>
                      <a:pt x="2149" y="0"/>
                      <a:pt x="2040" y="27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5"/>
                    </a:lnTo>
                    <a:cubicBezTo>
                      <a:pt x="2398" y="2719"/>
                      <a:pt x="2489" y="2740"/>
                      <a:pt x="2582" y="2740"/>
                    </a:cubicBezTo>
                    <a:cubicBezTo>
                      <a:pt x="2692" y="2740"/>
                      <a:pt x="2802" y="2710"/>
                      <a:pt x="2906" y="2652"/>
                    </a:cubicBezTo>
                    <a:lnTo>
                      <a:pt x="4644" y="1651"/>
                    </a:lnTo>
                    <a:cubicBezTo>
                      <a:pt x="4823" y="1544"/>
                      <a:pt x="4835" y="1401"/>
                      <a:pt x="4692" y="1306"/>
                    </a:cubicBezTo>
                    <a:lnTo>
                      <a:pt x="2525" y="56"/>
                    </a:lnTo>
                    <a:cubicBezTo>
                      <a:pt x="2439" y="18"/>
                      <a:pt x="2349" y="0"/>
                      <a:pt x="22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15"/>
              <p:cNvSpPr/>
              <p:nvPr/>
            </p:nvSpPr>
            <p:spPr>
              <a:xfrm>
                <a:off x="3500138" y="3672100"/>
                <a:ext cx="120875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36" extrusionOk="0">
                    <a:moveTo>
                      <a:pt x="2257" y="1"/>
                    </a:moveTo>
                    <a:cubicBezTo>
                      <a:pt x="2146" y="1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88"/>
                      <a:pt x="0" y="1342"/>
                      <a:pt x="143" y="1426"/>
                    </a:cubicBezTo>
                    <a:lnTo>
                      <a:pt x="2310" y="2676"/>
                    </a:lnTo>
                    <a:cubicBezTo>
                      <a:pt x="2399" y="2715"/>
                      <a:pt x="2496" y="2736"/>
                      <a:pt x="2593" y="2736"/>
                    </a:cubicBezTo>
                    <a:cubicBezTo>
                      <a:pt x="2702" y="2736"/>
                      <a:pt x="2810" y="2709"/>
                      <a:pt x="2905" y="2652"/>
                    </a:cubicBezTo>
                    <a:lnTo>
                      <a:pt x="4644" y="1640"/>
                    </a:lnTo>
                    <a:cubicBezTo>
                      <a:pt x="4822" y="1545"/>
                      <a:pt x="4834" y="1390"/>
                      <a:pt x="4691" y="1307"/>
                    </a:cubicBezTo>
                    <a:lnTo>
                      <a:pt x="2524" y="57"/>
                    </a:lnTo>
                    <a:cubicBezTo>
                      <a:pt x="2438" y="19"/>
                      <a:pt x="2348" y="1"/>
                      <a:pt x="22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5"/>
              <p:cNvSpPr/>
              <p:nvPr/>
            </p:nvSpPr>
            <p:spPr>
              <a:xfrm>
                <a:off x="3584963" y="3721000"/>
                <a:ext cx="120875" cy="68525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1" extrusionOk="0">
                    <a:moveTo>
                      <a:pt x="2255" y="0"/>
                    </a:moveTo>
                    <a:cubicBezTo>
                      <a:pt x="2146" y="0"/>
                      <a:pt x="2038" y="31"/>
                      <a:pt x="1941" y="89"/>
                    </a:cubicBezTo>
                    <a:lnTo>
                      <a:pt x="191" y="1089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3" y="2722"/>
                      <a:pt x="2493" y="2740"/>
                      <a:pt x="2584" y="2740"/>
                    </a:cubicBezTo>
                    <a:cubicBezTo>
                      <a:pt x="2695" y="2740"/>
                      <a:pt x="2807" y="2713"/>
                      <a:pt x="2906" y="2661"/>
                    </a:cubicBezTo>
                    <a:lnTo>
                      <a:pt x="4656" y="1661"/>
                    </a:lnTo>
                    <a:cubicBezTo>
                      <a:pt x="4822" y="1553"/>
                      <a:pt x="4834" y="1399"/>
                      <a:pt x="4691" y="1315"/>
                    </a:cubicBezTo>
                    <a:lnTo>
                      <a:pt x="2525" y="65"/>
                    </a:lnTo>
                    <a:cubicBezTo>
                      <a:pt x="2438" y="22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15"/>
              <p:cNvSpPr/>
              <p:nvPr/>
            </p:nvSpPr>
            <p:spPr>
              <a:xfrm>
                <a:off x="3670088" y="3770225"/>
                <a:ext cx="120875" cy="6835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34" extrusionOk="0">
                    <a:moveTo>
                      <a:pt x="2246" y="1"/>
                    </a:moveTo>
                    <a:cubicBezTo>
                      <a:pt x="2139" y="1"/>
                      <a:pt x="2031" y="27"/>
                      <a:pt x="1929" y="84"/>
                    </a:cubicBezTo>
                    <a:lnTo>
                      <a:pt x="191" y="1096"/>
                    </a:lnTo>
                    <a:cubicBezTo>
                      <a:pt x="13" y="1192"/>
                      <a:pt x="1" y="1346"/>
                      <a:pt x="143" y="1430"/>
                    </a:cubicBezTo>
                    <a:lnTo>
                      <a:pt x="2310" y="2668"/>
                    </a:lnTo>
                    <a:cubicBezTo>
                      <a:pt x="2400" y="2713"/>
                      <a:pt x="2494" y="2734"/>
                      <a:pt x="2589" y="2734"/>
                    </a:cubicBezTo>
                    <a:cubicBezTo>
                      <a:pt x="2697" y="2734"/>
                      <a:pt x="2805" y="2707"/>
                      <a:pt x="2906" y="2656"/>
                    </a:cubicBezTo>
                    <a:lnTo>
                      <a:pt x="4644" y="1644"/>
                    </a:lnTo>
                    <a:cubicBezTo>
                      <a:pt x="4823" y="1549"/>
                      <a:pt x="4835" y="1394"/>
                      <a:pt x="4692" y="1311"/>
                    </a:cubicBezTo>
                    <a:lnTo>
                      <a:pt x="2525" y="61"/>
                    </a:lnTo>
                    <a:cubicBezTo>
                      <a:pt x="2435" y="22"/>
                      <a:pt x="2341" y="1"/>
                      <a:pt x="22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15"/>
              <p:cNvSpPr/>
              <p:nvPr/>
            </p:nvSpPr>
            <p:spPr>
              <a:xfrm>
                <a:off x="3754913" y="3819150"/>
                <a:ext cx="121175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2736" extrusionOk="0">
                    <a:moveTo>
                      <a:pt x="2264" y="0"/>
                    </a:moveTo>
                    <a:cubicBezTo>
                      <a:pt x="2152" y="0"/>
                      <a:pt x="2040" y="28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6"/>
                    </a:lnTo>
                    <a:cubicBezTo>
                      <a:pt x="2400" y="2715"/>
                      <a:pt x="2497" y="2735"/>
                      <a:pt x="2593" y="2735"/>
                    </a:cubicBezTo>
                    <a:cubicBezTo>
                      <a:pt x="2703" y="2735"/>
                      <a:pt x="2811" y="2709"/>
                      <a:pt x="2906" y="2652"/>
                    </a:cubicBezTo>
                    <a:lnTo>
                      <a:pt x="4656" y="1640"/>
                    </a:lnTo>
                    <a:cubicBezTo>
                      <a:pt x="4823" y="1544"/>
                      <a:pt x="4847" y="1390"/>
                      <a:pt x="4692" y="1306"/>
                    </a:cubicBezTo>
                    <a:lnTo>
                      <a:pt x="2525" y="56"/>
                    </a:lnTo>
                    <a:cubicBezTo>
                      <a:pt x="2445" y="19"/>
                      <a:pt x="2355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15"/>
              <p:cNvSpPr/>
              <p:nvPr/>
            </p:nvSpPr>
            <p:spPr>
              <a:xfrm>
                <a:off x="3839763" y="3868050"/>
                <a:ext cx="1208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0" extrusionOk="0">
                    <a:moveTo>
                      <a:pt x="2254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089"/>
                    </a:lnTo>
                    <a:cubicBezTo>
                      <a:pt x="12" y="1196"/>
                      <a:pt x="0" y="1351"/>
                      <a:pt x="155" y="1434"/>
                    </a:cubicBezTo>
                    <a:lnTo>
                      <a:pt x="2310" y="2684"/>
                    </a:lnTo>
                    <a:cubicBezTo>
                      <a:pt x="2396" y="2722"/>
                      <a:pt x="2486" y="2740"/>
                      <a:pt x="2577" y="2740"/>
                    </a:cubicBezTo>
                    <a:cubicBezTo>
                      <a:pt x="2689" y="2740"/>
                      <a:pt x="2801" y="2713"/>
                      <a:pt x="2905" y="2660"/>
                    </a:cubicBezTo>
                    <a:lnTo>
                      <a:pt x="4644" y="1648"/>
                    </a:lnTo>
                    <a:cubicBezTo>
                      <a:pt x="4822" y="1553"/>
                      <a:pt x="4834" y="1398"/>
                      <a:pt x="4691" y="1315"/>
                    </a:cubicBezTo>
                    <a:lnTo>
                      <a:pt x="2524" y="65"/>
                    </a:lnTo>
                    <a:cubicBezTo>
                      <a:pt x="2437" y="21"/>
                      <a:pt x="2346" y="0"/>
                      <a:pt x="22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15"/>
              <p:cNvSpPr/>
              <p:nvPr/>
            </p:nvSpPr>
            <p:spPr>
              <a:xfrm>
                <a:off x="3057813" y="3322350"/>
                <a:ext cx="123550" cy="69900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6" extrusionOk="0">
                    <a:moveTo>
                      <a:pt x="2263" y="1"/>
                    </a:moveTo>
                    <a:cubicBezTo>
                      <a:pt x="2157" y="1"/>
                      <a:pt x="2051" y="28"/>
                      <a:pt x="1953" y="81"/>
                    </a:cubicBezTo>
                    <a:lnTo>
                      <a:pt x="191" y="1104"/>
                    </a:lnTo>
                    <a:cubicBezTo>
                      <a:pt x="24" y="1200"/>
                      <a:pt x="0" y="1355"/>
                      <a:pt x="143" y="1438"/>
                    </a:cubicBezTo>
                    <a:lnTo>
                      <a:pt x="2417" y="2736"/>
                    </a:lnTo>
                    <a:cubicBezTo>
                      <a:pt x="2501" y="2775"/>
                      <a:pt x="2593" y="2795"/>
                      <a:pt x="2683" y="2795"/>
                    </a:cubicBezTo>
                    <a:cubicBezTo>
                      <a:pt x="2786" y="2795"/>
                      <a:pt x="2888" y="2769"/>
                      <a:pt x="2977" y="2712"/>
                    </a:cubicBezTo>
                    <a:lnTo>
                      <a:pt x="4751" y="1700"/>
                    </a:lnTo>
                    <a:cubicBezTo>
                      <a:pt x="4918" y="1605"/>
                      <a:pt x="4942" y="1450"/>
                      <a:pt x="4787" y="1366"/>
                    </a:cubicBezTo>
                    <a:lnTo>
                      <a:pt x="2525" y="57"/>
                    </a:lnTo>
                    <a:cubicBezTo>
                      <a:pt x="2439" y="19"/>
                      <a:pt x="2351" y="1"/>
                      <a:pt x="22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15"/>
              <p:cNvSpPr/>
              <p:nvPr/>
            </p:nvSpPr>
            <p:spPr>
              <a:xfrm>
                <a:off x="3145313" y="33729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9" y="0"/>
                    </a:moveTo>
                    <a:cubicBezTo>
                      <a:pt x="2161" y="0"/>
                      <a:pt x="2052" y="27"/>
                      <a:pt x="1954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5"/>
                    </a:cubicBezTo>
                    <a:lnTo>
                      <a:pt x="2525" y="56"/>
                    </a:lnTo>
                    <a:cubicBezTo>
                      <a:pt x="2445" y="18"/>
                      <a:pt x="2357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15"/>
              <p:cNvSpPr/>
              <p:nvPr/>
            </p:nvSpPr>
            <p:spPr>
              <a:xfrm>
                <a:off x="3232838" y="34235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8" y="0"/>
                    </a:moveTo>
                    <a:cubicBezTo>
                      <a:pt x="2160" y="0"/>
                      <a:pt x="2051" y="27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498" y="2772"/>
                      <a:pt x="2585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1" y="1449"/>
                      <a:pt x="4787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15"/>
              <p:cNvSpPr/>
              <p:nvPr/>
            </p:nvSpPr>
            <p:spPr>
              <a:xfrm>
                <a:off x="3320338" y="34741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8" y="0"/>
                    </a:moveTo>
                    <a:cubicBezTo>
                      <a:pt x="2161" y="0"/>
                      <a:pt x="2052" y="27"/>
                      <a:pt x="1953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5"/>
                    </a:cubicBezTo>
                    <a:lnTo>
                      <a:pt x="2418" y="2735"/>
                    </a:lnTo>
                    <a:cubicBezTo>
                      <a:pt x="2503" y="2772"/>
                      <a:pt x="2592" y="2791"/>
                      <a:pt x="2679" y="2791"/>
                    </a:cubicBezTo>
                    <a:cubicBezTo>
                      <a:pt x="2786" y="2791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99" y="1366"/>
                    </a:cubicBezTo>
                    <a:lnTo>
                      <a:pt x="2525" y="56"/>
                    </a:lnTo>
                    <a:cubicBezTo>
                      <a:pt x="2444" y="18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15"/>
              <p:cNvSpPr/>
              <p:nvPr/>
            </p:nvSpPr>
            <p:spPr>
              <a:xfrm>
                <a:off x="3407863" y="35247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9" y="0"/>
                    </a:moveTo>
                    <a:cubicBezTo>
                      <a:pt x="2162" y="0"/>
                      <a:pt x="2056" y="27"/>
                      <a:pt x="1965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503" y="2772"/>
                      <a:pt x="2591" y="2791"/>
                      <a:pt x="2678" y="2791"/>
                    </a:cubicBezTo>
                    <a:cubicBezTo>
                      <a:pt x="2785" y="2791"/>
                      <a:pt x="2890" y="2763"/>
                      <a:pt x="2989" y="2711"/>
                    </a:cubicBezTo>
                    <a:lnTo>
                      <a:pt x="4751" y="1687"/>
                    </a:lnTo>
                    <a:cubicBezTo>
                      <a:pt x="4929" y="1592"/>
                      <a:pt x="4941" y="1449"/>
                      <a:pt x="4798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15"/>
              <p:cNvSpPr/>
              <p:nvPr/>
            </p:nvSpPr>
            <p:spPr>
              <a:xfrm>
                <a:off x="3495663" y="3575275"/>
                <a:ext cx="123250" cy="69875"/>
              </a:xfrm>
              <a:custGeom>
                <a:avLst/>
                <a:gdLst/>
                <a:ahLst/>
                <a:cxnLst/>
                <a:rect l="l" t="t" r="r" b="b"/>
                <a:pathLst>
                  <a:path w="4930" h="2795" extrusionOk="0">
                    <a:moveTo>
                      <a:pt x="2253" y="0"/>
                    </a:moveTo>
                    <a:cubicBezTo>
                      <a:pt x="2150" y="0"/>
                      <a:pt x="2048" y="27"/>
                      <a:pt x="1953" y="84"/>
                    </a:cubicBezTo>
                    <a:lnTo>
                      <a:pt x="191" y="1096"/>
                    </a:lnTo>
                    <a:cubicBezTo>
                      <a:pt x="12" y="1191"/>
                      <a:pt x="1" y="1346"/>
                      <a:pt x="143" y="1429"/>
                    </a:cubicBezTo>
                    <a:lnTo>
                      <a:pt x="2406" y="2739"/>
                    </a:lnTo>
                    <a:cubicBezTo>
                      <a:pt x="2491" y="2776"/>
                      <a:pt x="2582" y="2795"/>
                      <a:pt x="2671" y="2795"/>
                    </a:cubicBezTo>
                    <a:cubicBezTo>
                      <a:pt x="2779" y="2795"/>
                      <a:pt x="2885" y="2767"/>
                      <a:pt x="2977" y="2715"/>
                    </a:cubicBezTo>
                    <a:lnTo>
                      <a:pt x="4751" y="1691"/>
                    </a:lnTo>
                    <a:cubicBezTo>
                      <a:pt x="4918" y="1596"/>
                      <a:pt x="4930" y="1441"/>
                      <a:pt x="4787" y="1370"/>
                    </a:cubicBezTo>
                    <a:lnTo>
                      <a:pt x="2525" y="60"/>
                    </a:lnTo>
                    <a:cubicBezTo>
                      <a:pt x="2435" y="21"/>
                      <a:pt x="2343" y="0"/>
                      <a:pt x="22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15"/>
              <p:cNvSpPr/>
              <p:nvPr/>
            </p:nvSpPr>
            <p:spPr>
              <a:xfrm>
                <a:off x="3583163" y="3625975"/>
                <a:ext cx="123575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3" h="2791" extrusionOk="0">
                    <a:moveTo>
                      <a:pt x="2264" y="0"/>
                    </a:moveTo>
                    <a:cubicBezTo>
                      <a:pt x="2157" y="0"/>
                      <a:pt x="2052" y="28"/>
                      <a:pt x="1954" y="80"/>
                    </a:cubicBezTo>
                    <a:lnTo>
                      <a:pt x="191" y="1104"/>
                    </a:lnTo>
                    <a:cubicBezTo>
                      <a:pt x="13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2" y="1687"/>
                    </a:lnTo>
                    <a:cubicBezTo>
                      <a:pt x="4918" y="1592"/>
                      <a:pt x="4942" y="1437"/>
                      <a:pt x="4799" y="1354"/>
                    </a:cubicBezTo>
                    <a:lnTo>
                      <a:pt x="2525" y="56"/>
                    </a:lnTo>
                    <a:cubicBezTo>
                      <a:pt x="2439" y="19"/>
                      <a:pt x="2351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15"/>
              <p:cNvSpPr/>
              <p:nvPr/>
            </p:nvSpPr>
            <p:spPr>
              <a:xfrm>
                <a:off x="3670688" y="3676275"/>
                <a:ext cx="123550" cy="698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5" extrusionOk="0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2417" y="2735"/>
                    </a:lnTo>
                    <a:cubicBezTo>
                      <a:pt x="2501" y="2774"/>
                      <a:pt x="2593" y="2795"/>
                      <a:pt x="2685" y="2795"/>
                    </a:cubicBezTo>
                    <a:cubicBezTo>
                      <a:pt x="2789" y="2795"/>
                      <a:pt x="2894" y="2768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15"/>
              <p:cNvSpPr/>
              <p:nvPr/>
            </p:nvSpPr>
            <p:spPr>
              <a:xfrm>
                <a:off x="3758188" y="3726875"/>
                <a:ext cx="123550" cy="6992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7" extrusionOk="0">
                    <a:moveTo>
                      <a:pt x="2270" y="1"/>
                    </a:moveTo>
                    <a:cubicBezTo>
                      <a:pt x="2163" y="1"/>
                      <a:pt x="2057" y="28"/>
                      <a:pt x="1965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6"/>
                    </a:cubicBezTo>
                    <a:lnTo>
                      <a:pt x="2418" y="2735"/>
                    </a:lnTo>
                    <a:cubicBezTo>
                      <a:pt x="2504" y="2775"/>
                      <a:pt x="2599" y="2796"/>
                      <a:pt x="2694" y="2796"/>
                    </a:cubicBezTo>
                    <a:cubicBezTo>
                      <a:pt x="2795" y="2796"/>
                      <a:pt x="2897" y="2772"/>
                      <a:pt x="2989" y="2723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5" y="19"/>
                      <a:pt x="2357" y="1"/>
                      <a:pt x="22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15"/>
              <p:cNvSpPr/>
              <p:nvPr/>
            </p:nvSpPr>
            <p:spPr>
              <a:xfrm>
                <a:off x="3845713" y="37774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8" y="1"/>
                    </a:moveTo>
                    <a:cubicBezTo>
                      <a:pt x="2160" y="1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6"/>
                    </a:cubicBezTo>
                    <a:lnTo>
                      <a:pt x="2417" y="2735"/>
                    </a:lnTo>
                    <a:cubicBezTo>
                      <a:pt x="2498" y="2773"/>
                      <a:pt x="2585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1" y="1687"/>
                    </a:lnTo>
                    <a:cubicBezTo>
                      <a:pt x="4918" y="1592"/>
                      <a:pt x="4941" y="1449"/>
                      <a:pt x="4799" y="1366"/>
                    </a:cubicBezTo>
                    <a:lnTo>
                      <a:pt x="2524" y="56"/>
                    </a:lnTo>
                    <a:cubicBezTo>
                      <a:pt x="2444" y="19"/>
                      <a:pt x="235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15"/>
              <p:cNvSpPr/>
              <p:nvPr/>
            </p:nvSpPr>
            <p:spPr>
              <a:xfrm>
                <a:off x="3933513" y="3828075"/>
                <a:ext cx="123250" cy="69800"/>
              </a:xfrm>
              <a:custGeom>
                <a:avLst/>
                <a:gdLst/>
                <a:ahLst/>
                <a:cxnLst/>
                <a:rect l="l" t="t" r="r" b="b"/>
                <a:pathLst>
                  <a:path w="4930" h="2792" extrusionOk="0">
                    <a:moveTo>
                      <a:pt x="2258" y="1"/>
                    </a:moveTo>
                    <a:cubicBezTo>
                      <a:pt x="2151" y="1"/>
                      <a:pt x="2045" y="28"/>
                      <a:pt x="1953" y="80"/>
                    </a:cubicBezTo>
                    <a:lnTo>
                      <a:pt x="179" y="1092"/>
                    </a:lnTo>
                    <a:cubicBezTo>
                      <a:pt x="13" y="1199"/>
                      <a:pt x="1" y="1342"/>
                      <a:pt x="144" y="1426"/>
                    </a:cubicBezTo>
                    <a:lnTo>
                      <a:pt x="2406" y="2735"/>
                    </a:lnTo>
                    <a:cubicBezTo>
                      <a:pt x="2491" y="2773"/>
                      <a:pt x="2582" y="2791"/>
                      <a:pt x="2672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39" y="1688"/>
                    </a:lnTo>
                    <a:cubicBezTo>
                      <a:pt x="4918" y="1592"/>
                      <a:pt x="4930" y="1449"/>
                      <a:pt x="4787" y="1366"/>
                    </a:cubicBezTo>
                    <a:lnTo>
                      <a:pt x="2513" y="56"/>
                    </a:lnTo>
                    <a:cubicBezTo>
                      <a:pt x="2432" y="19"/>
                      <a:pt x="2345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15"/>
              <p:cNvSpPr/>
              <p:nvPr/>
            </p:nvSpPr>
            <p:spPr>
              <a:xfrm>
                <a:off x="3080738" y="3241325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85" y="0"/>
                    </a:moveTo>
                    <a:cubicBezTo>
                      <a:pt x="2192" y="0"/>
                      <a:pt x="2099" y="25"/>
                      <a:pt x="2012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8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8"/>
                      <a:pt x="5310" y="1678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15"/>
              <p:cNvSpPr/>
              <p:nvPr/>
            </p:nvSpPr>
            <p:spPr>
              <a:xfrm>
                <a:off x="3178963" y="3298175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31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6" y="3023"/>
                    </a:cubicBezTo>
                    <a:cubicBezTo>
                      <a:pt x="3128" y="3023"/>
                      <a:pt x="3219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22" y="1679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15"/>
              <p:cNvSpPr/>
              <p:nvPr/>
            </p:nvSpPr>
            <p:spPr>
              <a:xfrm>
                <a:off x="3277488" y="3354900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56" y="0"/>
                    </a:moveTo>
                    <a:cubicBezTo>
                      <a:pt x="2170" y="0"/>
                      <a:pt x="2087" y="21"/>
                      <a:pt x="2012" y="64"/>
                    </a:cubicBezTo>
                    <a:lnTo>
                      <a:pt x="155" y="1148"/>
                    </a:lnTo>
                    <a:cubicBezTo>
                      <a:pt x="12" y="1231"/>
                      <a:pt x="0" y="1350"/>
                      <a:pt x="119" y="1422"/>
                    </a:cubicBezTo>
                    <a:lnTo>
                      <a:pt x="2810" y="2981"/>
                    </a:lnTo>
                    <a:cubicBezTo>
                      <a:pt x="2881" y="3009"/>
                      <a:pt x="2957" y="3023"/>
                      <a:pt x="3032" y="3023"/>
                    </a:cubicBezTo>
                    <a:cubicBezTo>
                      <a:pt x="3121" y="3023"/>
                      <a:pt x="3209" y="3003"/>
                      <a:pt x="3286" y="2958"/>
                    </a:cubicBezTo>
                    <a:lnTo>
                      <a:pt x="5156" y="1886"/>
                    </a:lnTo>
                    <a:cubicBezTo>
                      <a:pt x="5299" y="1803"/>
                      <a:pt x="5310" y="1672"/>
                      <a:pt x="5191" y="1600"/>
                    </a:cubicBezTo>
                    <a:lnTo>
                      <a:pt x="2489" y="53"/>
                    </a:lnTo>
                    <a:cubicBezTo>
                      <a:pt x="2414" y="18"/>
                      <a:pt x="2334" y="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15"/>
              <p:cNvSpPr/>
              <p:nvPr/>
            </p:nvSpPr>
            <p:spPr>
              <a:xfrm>
                <a:off x="3375713" y="3411575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67" y="1143"/>
                    </a:lnTo>
                    <a:cubicBezTo>
                      <a:pt x="24" y="1226"/>
                      <a:pt x="0" y="1345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15"/>
              <p:cNvSpPr/>
              <p:nvPr/>
            </p:nvSpPr>
            <p:spPr>
              <a:xfrm>
                <a:off x="3473938" y="3468425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1"/>
                    </a:moveTo>
                    <a:cubicBezTo>
                      <a:pt x="2195" y="1"/>
                      <a:pt x="2104" y="25"/>
                      <a:pt x="2024" y="72"/>
                    </a:cubicBezTo>
                    <a:lnTo>
                      <a:pt x="167" y="1143"/>
                    </a:lnTo>
                    <a:cubicBezTo>
                      <a:pt x="24" y="1226"/>
                      <a:pt x="0" y="1346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15"/>
              <p:cNvSpPr/>
              <p:nvPr/>
            </p:nvSpPr>
            <p:spPr>
              <a:xfrm>
                <a:off x="3572463" y="3525275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85" y="1"/>
                    </a:moveTo>
                    <a:cubicBezTo>
                      <a:pt x="2192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2810" y="2977"/>
                    </a:lnTo>
                    <a:cubicBezTo>
                      <a:pt x="2879" y="3008"/>
                      <a:pt x="2952" y="3024"/>
                      <a:pt x="3026" y="3024"/>
                    </a:cubicBezTo>
                    <a:cubicBezTo>
                      <a:pt x="3118" y="3024"/>
                      <a:pt x="3212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11" y="1679"/>
                      <a:pt x="5191" y="1608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15"/>
              <p:cNvSpPr/>
              <p:nvPr/>
            </p:nvSpPr>
            <p:spPr>
              <a:xfrm>
                <a:off x="3670688" y="3582000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68" y="1"/>
                    </a:moveTo>
                    <a:cubicBezTo>
                      <a:pt x="2182" y="1"/>
                      <a:pt x="2099" y="22"/>
                      <a:pt x="2024" y="65"/>
                    </a:cubicBezTo>
                    <a:lnTo>
                      <a:pt x="167" y="1148"/>
                    </a:lnTo>
                    <a:cubicBezTo>
                      <a:pt x="12" y="1232"/>
                      <a:pt x="0" y="1351"/>
                      <a:pt x="131" y="1422"/>
                    </a:cubicBezTo>
                    <a:lnTo>
                      <a:pt x="2822" y="2982"/>
                    </a:lnTo>
                    <a:cubicBezTo>
                      <a:pt x="2893" y="3009"/>
                      <a:pt x="2969" y="3024"/>
                      <a:pt x="3044" y="3024"/>
                    </a:cubicBezTo>
                    <a:cubicBezTo>
                      <a:pt x="3133" y="3024"/>
                      <a:pt x="3221" y="3003"/>
                      <a:pt x="3298" y="2958"/>
                    </a:cubicBezTo>
                    <a:lnTo>
                      <a:pt x="5156" y="1887"/>
                    </a:lnTo>
                    <a:cubicBezTo>
                      <a:pt x="5299" y="1803"/>
                      <a:pt x="5323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15"/>
              <p:cNvSpPr/>
              <p:nvPr/>
            </p:nvSpPr>
            <p:spPr>
              <a:xfrm>
                <a:off x="3769213" y="3638850"/>
                <a:ext cx="132775" cy="75575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3" extrusionOk="0">
                    <a:moveTo>
                      <a:pt x="2266" y="1"/>
                    </a:moveTo>
                    <a:cubicBezTo>
                      <a:pt x="2180" y="1"/>
                      <a:pt x="2093" y="22"/>
                      <a:pt x="2013" y="65"/>
                    </a:cubicBezTo>
                    <a:lnTo>
                      <a:pt x="155" y="1137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2810" y="2970"/>
                    </a:lnTo>
                    <a:cubicBezTo>
                      <a:pt x="2885" y="3004"/>
                      <a:pt x="2965" y="3022"/>
                      <a:pt x="3045" y="3022"/>
                    </a:cubicBezTo>
                    <a:cubicBezTo>
                      <a:pt x="3131" y="3022"/>
                      <a:pt x="3218" y="3001"/>
                      <a:pt x="3298" y="2958"/>
                    </a:cubicBezTo>
                    <a:lnTo>
                      <a:pt x="5156" y="1875"/>
                    </a:lnTo>
                    <a:cubicBezTo>
                      <a:pt x="5299" y="1803"/>
                      <a:pt x="5311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15"/>
              <p:cNvSpPr/>
              <p:nvPr/>
            </p:nvSpPr>
            <p:spPr>
              <a:xfrm>
                <a:off x="3867438" y="3695550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85" y="0"/>
                    </a:moveTo>
                    <a:cubicBezTo>
                      <a:pt x="2193" y="0"/>
                      <a:pt x="2099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57"/>
                      <a:pt x="120" y="1428"/>
                    </a:cubicBezTo>
                    <a:lnTo>
                      <a:pt x="2822" y="2976"/>
                    </a:lnTo>
                    <a:cubicBezTo>
                      <a:pt x="2891" y="3008"/>
                      <a:pt x="2962" y="3023"/>
                      <a:pt x="3033" y="3023"/>
                    </a:cubicBezTo>
                    <a:cubicBezTo>
                      <a:pt x="3122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7"/>
                      <a:pt x="5311" y="1678"/>
                      <a:pt x="5192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15"/>
              <p:cNvSpPr/>
              <p:nvPr/>
            </p:nvSpPr>
            <p:spPr>
              <a:xfrm>
                <a:off x="3965963" y="3752400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74" y="0"/>
                    </a:moveTo>
                    <a:cubicBezTo>
                      <a:pt x="2183" y="0"/>
                      <a:pt x="2092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6" y="3023"/>
                      <a:pt x="3207" y="2999"/>
                      <a:pt x="3287" y="2952"/>
                    </a:cubicBezTo>
                    <a:lnTo>
                      <a:pt x="5156" y="1881"/>
                    </a:lnTo>
                    <a:cubicBezTo>
                      <a:pt x="5299" y="1798"/>
                      <a:pt x="5311" y="1678"/>
                      <a:pt x="5192" y="1607"/>
                    </a:cubicBezTo>
                    <a:lnTo>
                      <a:pt x="2489" y="47"/>
                    </a:lnTo>
                    <a:cubicBezTo>
                      <a:pt x="2420" y="16"/>
                      <a:pt x="2347" y="0"/>
                      <a:pt x="22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15"/>
              <p:cNvSpPr/>
              <p:nvPr/>
            </p:nvSpPr>
            <p:spPr>
              <a:xfrm>
                <a:off x="4064188" y="3809250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0"/>
                    </a:moveTo>
                    <a:cubicBezTo>
                      <a:pt x="2195" y="0"/>
                      <a:pt x="2104" y="25"/>
                      <a:pt x="2025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20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7" y="3023"/>
                    </a:cubicBezTo>
                    <a:cubicBezTo>
                      <a:pt x="3128" y="3023"/>
                      <a:pt x="3219" y="2999"/>
                      <a:pt x="3299" y="2953"/>
                    </a:cubicBezTo>
                    <a:lnTo>
                      <a:pt x="5168" y="1881"/>
                    </a:lnTo>
                    <a:cubicBezTo>
                      <a:pt x="5311" y="1798"/>
                      <a:pt x="5323" y="1667"/>
                      <a:pt x="5204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15"/>
              <p:cNvSpPr/>
              <p:nvPr/>
            </p:nvSpPr>
            <p:spPr>
              <a:xfrm>
                <a:off x="3915663" y="4005975"/>
                <a:ext cx="145875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3" extrusionOk="0">
                    <a:moveTo>
                      <a:pt x="2283" y="0"/>
                    </a:moveTo>
                    <a:cubicBezTo>
                      <a:pt x="2200" y="0"/>
                      <a:pt x="2119" y="22"/>
                      <a:pt x="2048" y="60"/>
                    </a:cubicBezTo>
                    <a:lnTo>
                      <a:pt x="155" y="1156"/>
                    </a:lnTo>
                    <a:cubicBezTo>
                      <a:pt x="12" y="1227"/>
                      <a:pt x="0" y="1346"/>
                      <a:pt x="119" y="1418"/>
                    </a:cubicBezTo>
                    <a:lnTo>
                      <a:pt x="3346" y="3275"/>
                    </a:lnTo>
                    <a:cubicBezTo>
                      <a:pt x="3411" y="3308"/>
                      <a:pt x="3482" y="3323"/>
                      <a:pt x="3553" y="3323"/>
                    </a:cubicBezTo>
                    <a:cubicBezTo>
                      <a:pt x="3637" y="3323"/>
                      <a:pt x="3721" y="3302"/>
                      <a:pt x="3798" y="3263"/>
                    </a:cubicBezTo>
                    <a:lnTo>
                      <a:pt x="5680" y="2168"/>
                    </a:lnTo>
                    <a:cubicBezTo>
                      <a:pt x="5811" y="2096"/>
                      <a:pt x="5834" y="1977"/>
                      <a:pt x="5715" y="1906"/>
                    </a:cubicBezTo>
                    <a:lnTo>
                      <a:pt x="2489" y="48"/>
                    </a:lnTo>
                    <a:cubicBezTo>
                      <a:pt x="2423" y="16"/>
                      <a:pt x="2353" y="0"/>
                      <a:pt x="22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15"/>
              <p:cNvSpPr/>
              <p:nvPr/>
            </p:nvSpPr>
            <p:spPr>
              <a:xfrm>
                <a:off x="3809388" y="3944650"/>
                <a:ext cx="145875" cy="8310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4" extrusionOk="0">
                    <a:moveTo>
                      <a:pt x="2282" y="1"/>
                    </a:moveTo>
                    <a:cubicBezTo>
                      <a:pt x="2198" y="1"/>
                      <a:pt x="2114" y="22"/>
                      <a:pt x="2037" y="61"/>
                    </a:cubicBezTo>
                    <a:lnTo>
                      <a:pt x="156" y="1156"/>
                    </a:lnTo>
                    <a:cubicBezTo>
                      <a:pt x="13" y="1227"/>
                      <a:pt x="1" y="1347"/>
                      <a:pt x="120" y="1418"/>
                    </a:cubicBezTo>
                    <a:lnTo>
                      <a:pt x="3346" y="3275"/>
                    </a:lnTo>
                    <a:cubicBezTo>
                      <a:pt x="3412" y="3308"/>
                      <a:pt x="3482" y="3323"/>
                      <a:pt x="3552" y="3323"/>
                    </a:cubicBezTo>
                    <a:cubicBezTo>
                      <a:pt x="3635" y="3323"/>
                      <a:pt x="3716" y="3302"/>
                      <a:pt x="3787" y="3263"/>
                    </a:cubicBezTo>
                    <a:lnTo>
                      <a:pt x="5680" y="2168"/>
                    </a:lnTo>
                    <a:cubicBezTo>
                      <a:pt x="5811" y="2097"/>
                      <a:pt x="5835" y="1978"/>
                      <a:pt x="5716" y="1906"/>
                    </a:cubicBezTo>
                    <a:lnTo>
                      <a:pt x="2489" y="49"/>
                    </a:lnTo>
                    <a:cubicBezTo>
                      <a:pt x="2424" y="16"/>
                      <a:pt x="2353" y="1"/>
                      <a:pt x="22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15"/>
              <p:cNvSpPr/>
              <p:nvPr/>
            </p:nvSpPr>
            <p:spPr>
              <a:xfrm>
                <a:off x="3703138" y="3883350"/>
                <a:ext cx="145875" cy="8295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18" extrusionOk="0">
                    <a:moveTo>
                      <a:pt x="2282" y="0"/>
                    </a:moveTo>
                    <a:cubicBezTo>
                      <a:pt x="2198" y="0"/>
                      <a:pt x="2114" y="21"/>
                      <a:pt x="2036" y="60"/>
                    </a:cubicBezTo>
                    <a:lnTo>
                      <a:pt x="143" y="1155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3346" y="3275"/>
                    </a:lnTo>
                    <a:cubicBezTo>
                      <a:pt x="3414" y="3303"/>
                      <a:pt x="3488" y="3318"/>
                      <a:pt x="3560" y="3318"/>
                    </a:cubicBezTo>
                    <a:cubicBezTo>
                      <a:pt x="3640" y="3318"/>
                      <a:pt x="3718" y="3300"/>
                      <a:pt x="3786" y="3263"/>
                    </a:cubicBezTo>
                    <a:lnTo>
                      <a:pt x="5679" y="2167"/>
                    </a:lnTo>
                    <a:cubicBezTo>
                      <a:pt x="5810" y="2084"/>
                      <a:pt x="5834" y="1977"/>
                      <a:pt x="5715" y="1905"/>
                    </a:cubicBezTo>
                    <a:lnTo>
                      <a:pt x="2489" y="48"/>
                    </a:lnTo>
                    <a:cubicBezTo>
                      <a:pt x="2423" y="15"/>
                      <a:pt x="2353" y="0"/>
                      <a:pt x="22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15"/>
              <p:cNvSpPr/>
              <p:nvPr/>
            </p:nvSpPr>
            <p:spPr>
              <a:xfrm>
                <a:off x="3042338" y="3501700"/>
                <a:ext cx="700400" cy="403300"/>
              </a:xfrm>
              <a:custGeom>
                <a:avLst/>
                <a:gdLst/>
                <a:ahLst/>
                <a:cxnLst/>
                <a:rect l="l" t="t" r="r" b="b"/>
                <a:pathLst>
                  <a:path w="28016" h="16132" extrusionOk="0">
                    <a:moveTo>
                      <a:pt x="2294" y="0"/>
                    </a:moveTo>
                    <a:cubicBezTo>
                      <a:pt x="2206" y="0"/>
                      <a:pt x="2117" y="22"/>
                      <a:pt x="2036" y="62"/>
                    </a:cubicBezTo>
                    <a:lnTo>
                      <a:pt x="155" y="1158"/>
                    </a:lnTo>
                    <a:cubicBezTo>
                      <a:pt x="12" y="1229"/>
                      <a:pt x="0" y="1348"/>
                      <a:pt x="119" y="1419"/>
                    </a:cubicBezTo>
                    <a:lnTo>
                      <a:pt x="25539" y="16088"/>
                    </a:lnTo>
                    <a:cubicBezTo>
                      <a:pt x="25607" y="16116"/>
                      <a:pt x="25678" y="16131"/>
                      <a:pt x="25749" y="16131"/>
                    </a:cubicBezTo>
                    <a:cubicBezTo>
                      <a:pt x="25827" y="16131"/>
                      <a:pt x="25905" y="16113"/>
                      <a:pt x="25980" y="16076"/>
                    </a:cubicBezTo>
                    <a:lnTo>
                      <a:pt x="27873" y="14981"/>
                    </a:lnTo>
                    <a:cubicBezTo>
                      <a:pt x="28004" y="14897"/>
                      <a:pt x="28016" y="14790"/>
                      <a:pt x="27909" y="14719"/>
                    </a:cubicBezTo>
                    <a:lnTo>
                      <a:pt x="2489" y="38"/>
                    </a:lnTo>
                    <a:cubicBezTo>
                      <a:pt x="2427" y="13"/>
                      <a:pt x="2361" y="0"/>
                      <a:pt x="22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2" name="Google Shape;122;p15"/>
            <p:cNvSpPr/>
            <p:nvPr/>
          </p:nvSpPr>
          <p:spPr>
            <a:xfrm>
              <a:off x="3548638" y="2988300"/>
              <a:ext cx="838525" cy="489075"/>
            </a:xfrm>
            <a:custGeom>
              <a:avLst/>
              <a:gdLst/>
              <a:ahLst/>
              <a:cxnLst/>
              <a:rect l="l" t="t" r="r" b="b"/>
              <a:pathLst>
                <a:path w="33541" h="19563" extrusionOk="0">
                  <a:moveTo>
                    <a:pt x="32481" y="13526"/>
                  </a:moveTo>
                  <a:lnTo>
                    <a:pt x="9585" y="298"/>
                  </a:lnTo>
                  <a:cubicBezTo>
                    <a:pt x="9073" y="0"/>
                    <a:pt x="8180" y="48"/>
                    <a:pt x="7585" y="381"/>
                  </a:cubicBezTo>
                  <a:lnTo>
                    <a:pt x="680" y="4370"/>
                  </a:lnTo>
                  <a:lnTo>
                    <a:pt x="1" y="4215"/>
                  </a:lnTo>
                  <a:lnTo>
                    <a:pt x="1" y="5132"/>
                  </a:lnTo>
                  <a:cubicBezTo>
                    <a:pt x="25" y="5346"/>
                    <a:pt x="156" y="5537"/>
                    <a:pt x="346" y="5632"/>
                  </a:cubicBezTo>
                  <a:lnTo>
                    <a:pt x="23968" y="19265"/>
                  </a:lnTo>
                  <a:cubicBezTo>
                    <a:pt x="24480" y="19562"/>
                    <a:pt x="25373" y="19527"/>
                    <a:pt x="25968" y="19181"/>
                  </a:cubicBezTo>
                  <a:lnTo>
                    <a:pt x="33053" y="15098"/>
                  </a:lnTo>
                  <a:cubicBezTo>
                    <a:pt x="33374" y="14907"/>
                    <a:pt x="33541" y="14669"/>
                    <a:pt x="33541" y="14443"/>
                  </a:cubicBezTo>
                  <a:lnTo>
                    <a:pt x="33541" y="13526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3548638" y="2968000"/>
              <a:ext cx="838525" cy="484075"/>
            </a:xfrm>
            <a:custGeom>
              <a:avLst/>
              <a:gdLst/>
              <a:ahLst/>
              <a:cxnLst/>
              <a:rect l="l" t="t" r="r" b="b"/>
              <a:pathLst>
                <a:path w="33541" h="19363" extrusionOk="0">
                  <a:moveTo>
                    <a:pt x="8720" y="1"/>
                  </a:moveTo>
                  <a:cubicBezTo>
                    <a:pt x="8327" y="1"/>
                    <a:pt x="7911" y="94"/>
                    <a:pt x="7585" y="277"/>
                  </a:cubicBezTo>
                  <a:lnTo>
                    <a:pt x="489" y="4372"/>
                  </a:lnTo>
                  <a:cubicBezTo>
                    <a:pt x="168" y="4563"/>
                    <a:pt x="1" y="4801"/>
                    <a:pt x="1" y="5027"/>
                  </a:cubicBezTo>
                  <a:cubicBezTo>
                    <a:pt x="25" y="5242"/>
                    <a:pt x="156" y="5432"/>
                    <a:pt x="346" y="5527"/>
                  </a:cubicBezTo>
                  <a:lnTo>
                    <a:pt x="23968" y="19160"/>
                  </a:lnTo>
                  <a:cubicBezTo>
                    <a:pt x="24202" y="19296"/>
                    <a:pt x="24517" y="19363"/>
                    <a:pt x="24845" y="19363"/>
                  </a:cubicBezTo>
                  <a:cubicBezTo>
                    <a:pt x="25235" y="19363"/>
                    <a:pt x="25646" y="19269"/>
                    <a:pt x="25968" y="19088"/>
                  </a:cubicBezTo>
                  <a:lnTo>
                    <a:pt x="33053" y="14993"/>
                  </a:lnTo>
                  <a:cubicBezTo>
                    <a:pt x="33374" y="14802"/>
                    <a:pt x="33541" y="14564"/>
                    <a:pt x="33541" y="14338"/>
                  </a:cubicBezTo>
                  <a:cubicBezTo>
                    <a:pt x="33529" y="14112"/>
                    <a:pt x="33398" y="13921"/>
                    <a:pt x="33195" y="13838"/>
                  </a:cubicBezTo>
                  <a:lnTo>
                    <a:pt x="9585" y="193"/>
                  </a:lnTo>
                  <a:cubicBezTo>
                    <a:pt x="9354" y="64"/>
                    <a:pt x="9045" y="1"/>
                    <a:pt x="872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3760888" y="2885900"/>
              <a:ext cx="414350" cy="444425"/>
            </a:xfrm>
            <a:custGeom>
              <a:avLst/>
              <a:gdLst/>
              <a:ahLst/>
              <a:cxnLst/>
              <a:rect l="l" t="t" r="r" b="b"/>
              <a:pathLst>
                <a:path w="16574" h="17777" extrusionOk="0">
                  <a:moveTo>
                    <a:pt x="14323" y="8073"/>
                  </a:moveTo>
                  <a:lnTo>
                    <a:pt x="0" y="1"/>
                  </a:lnTo>
                  <a:lnTo>
                    <a:pt x="0" y="8680"/>
                  </a:lnTo>
                  <a:cubicBezTo>
                    <a:pt x="0" y="8728"/>
                    <a:pt x="24" y="8764"/>
                    <a:pt x="71" y="8787"/>
                  </a:cubicBezTo>
                  <a:lnTo>
                    <a:pt x="15526" y="17705"/>
                  </a:lnTo>
                  <a:cubicBezTo>
                    <a:pt x="15669" y="17777"/>
                    <a:pt x="15835" y="17765"/>
                    <a:pt x="15966" y="17693"/>
                  </a:cubicBezTo>
                  <a:lnTo>
                    <a:pt x="16466" y="17408"/>
                  </a:lnTo>
                  <a:cubicBezTo>
                    <a:pt x="16526" y="17372"/>
                    <a:pt x="16574" y="17324"/>
                    <a:pt x="16574" y="17253"/>
                  </a:cubicBezTo>
                  <a:lnTo>
                    <a:pt x="16574" y="857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3759688" y="2873400"/>
              <a:ext cx="415550" cy="239350"/>
            </a:xfrm>
            <a:custGeom>
              <a:avLst/>
              <a:gdLst/>
              <a:ahLst/>
              <a:cxnLst/>
              <a:rect l="l" t="t" r="r" b="b"/>
              <a:pathLst>
                <a:path w="16622" h="9574" extrusionOk="0">
                  <a:moveTo>
                    <a:pt x="878" y="0"/>
                  </a:moveTo>
                  <a:cubicBezTo>
                    <a:pt x="796" y="0"/>
                    <a:pt x="714" y="21"/>
                    <a:pt x="643" y="60"/>
                  </a:cubicBezTo>
                  <a:lnTo>
                    <a:pt x="143" y="346"/>
                  </a:lnTo>
                  <a:cubicBezTo>
                    <a:pt x="12" y="429"/>
                    <a:pt x="0" y="536"/>
                    <a:pt x="119" y="608"/>
                  </a:cubicBezTo>
                  <a:lnTo>
                    <a:pt x="15574" y="9526"/>
                  </a:lnTo>
                  <a:cubicBezTo>
                    <a:pt x="15639" y="9558"/>
                    <a:pt x="15707" y="9574"/>
                    <a:pt x="15776" y="9574"/>
                  </a:cubicBezTo>
                  <a:cubicBezTo>
                    <a:pt x="15856" y="9574"/>
                    <a:pt x="15937" y="9552"/>
                    <a:pt x="16014" y="9514"/>
                  </a:cubicBezTo>
                  <a:lnTo>
                    <a:pt x="16502" y="9228"/>
                  </a:lnTo>
                  <a:cubicBezTo>
                    <a:pt x="16562" y="9204"/>
                    <a:pt x="16610" y="9145"/>
                    <a:pt x="16622" y="9073"/>
                  </a:cubicBezTo>
                  <a:cubicBezTo>
                    <a:pt x="16610" y="9026"/>
                    <a:pt x="16586" y="8990"/>
                    <a:pt x="16538" y="8966"/>
                  </a:cubicBezTo>
                  <a:lnTo>
                    <a:pt x="1084" y="48"/>
                  </a:lnTo>
                  <a:cubicBezTo>
                    <a:pt x="1018" y="15"/>
                    <a:pt x="948" y="0"/>
                    <a:pt x="87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3248613" y="1504175"/>
              <a:ext cx="1450200" cy="1892225"/>
            </a:xfrm>
            <a:custGeom>
              <a:avLst/>
              <a:gdLst/>
              <a:ahLst/>
              <a:cxnLst/>
              <a:rect l="l" t="t" r="r" b="b"/>
              <a:pathLst>
                <a:path w="58008" h="75689" extrusionOk="0">
                  <a:moveTo>
                    <a:pt x="56710" y="31219"/>
                  </a:moveTo>
                  <a:lnTo>
                    <a:pt x="2977" y="203"/>
                  </a:lnTo>
                  <a:cubicBezTo>
                    <a:pt x="2655" y="13"/>
                    <a:pt x="2358" y="1"/>
                    <a:pt x="2132" y="132"/>
                  </a:cubicBezTo>
                  <a:lnTo>
                    <a:pt x="0" y="1358"/>
                  </a:lnTo>
                  <a:lnTo>
                    <a:pt x="1679" y="2549"/>
                  </a:lnTo>
                  <a:lnTo>
                    <a:pt x="1679" y="40875"/>
                  </a:lnTo>
                  <a:cubicBezTo>
                    <a:pt x="1679" y="41828"/>
                    <a:pt x="2263" y="42947"/>
                    <a:pt x="2977" y="43363"/>
                  </a:cubicBezTo>
                  <a:lnTo>
                    <a:pt x="55353" y="73605"/>
                  </a:lnTo>
                  <a:lnTo>
                    <a:pt x="55424" y="75689"/>
                  </a:lnTo>
                  <a:lnTo>
                    <a:pt x="57555" y="74451"/>
                  </a:lnTo>
                  <a:cubicBezTo>
                    <a:pt x="57829" y="74296"/>
                    <a:pt x="58008" y="73927"/>
                    <a:pt x="58008" y="73403"/>
                  </a:cubicBezTo>
                  <a:lnTo>
                    <a:pt x="58008" y="33707"/>
                  </a:lnTo>
                  <a:cubicBezTo>
                    <a:pt x="58008" y="32743"/>
                    <a:pt x="57424" y="31636"/>
                    <a:pt x="56710" y="3121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3237288" y="1535150"/>
              <a:ext cx="1408250" cy="1864225"/>
            </a:xfrm>
            <a:custGeom>
              <a:avLst/>
              <a:gdLst/>
              <a:ahLst/>
              <a:cxnLst/>
              <a:rect l="l" t="t" r="r" b="b"/>
              <a:pathLst>
                <a:path w="56330" h="74569" extrusionOk="0">
                  <a:moveTo>
                    <a:pt x="55032" y="31206"/>
                  </a:moveTo>
                  <a:lnTo>
                    <a:pt x="1299" y="203"/>
                  </a:lnTo>
                  <a:cubicBezTo>
                    <a:pt x="977" y="12"/>
                    <a:pt x="680" y="0"/>
                    <a:pt x="453" y="131"/>
                  </a:cubicBezTo>
                  <a:cubicBezTo>
                    <a:pt x="180" y="286"/>
                    <a:pt x="1" y="655"/>
                    <a:pt x="1" y="1179"/>
                  </a:cubicBezTo>
                  <a:lnTo>
                    <a:pt x="1" y="40862"/>
                  </a:lnTo>
                  <a:cubicBezTo>
                    <a:pt x="1" y="41827"/>
                    <a:pt x="584" y="42934"/>
                    <a:pt x="1299" y="43351"/>
                  </a:cubicBezTo>
                  <a:lnTo>
                    <a:pt x="55032" y="74367"/>
                  </a:lnTo>
                  <a:cubicBezTo>
                    <a:pt x="55353" y="74557"/>
                    <a:pt x="55651" y="74569"/>
                    <a:pt x="55877" y="74438"/>
                  </a:cubicBezTo>
                  <a:cubicBezTo>
                    <a:pt x="56151" y="74283"/>
                    <a:pt x="56329" y="73914"/>
                    <a:pt x="56329" y="73390"/>
                  </a:cubicBezTo>
                  <a:lnTo>
                    <a:pt x="56329" y="33695"/>
                  </a:lnTo>
                  <a:cubicBezTo>
                    <a:pt x="56329" y="32742"/>
                    <a:pt x="55746" y="31623"/>
                    <a:pt x="55032" y="3120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3266763" y="1573550"/>
              <a:ext cx="1349000" cy="1787150"/>
            </a:xfrm>
            <a:custGeom>
              <a:avLst/>
              <a:gdLst/>
              <a:ahLst/>
              <a:cxnLst/>
              <a:rect l="l" t="t" r="r" b="b"/>
              <a:pathLst>
                <a:path w="53960" h="71486" extrusionOk="0">
                  <a:moveTo>
                    <a:pt x="53174" y="30492"/>
                  </a:moveTo>
                  <a:lnTo>
                    <a:pt x="798" y="250"/>
                  </a:lnTo>
                  <a:cubicBezTo>
                    <a:pt x="358" y="0"/>
                    <a:pt x="1" y="274"/>
                    <a:pt x="1" y="845"/>
                  </a:cubicBezTo>
                  <a:lnTo>
                    <a:pt x="1" y="39481"/>
                  </a:lnTo>
                  <a:cubicBezTo>
                    <a:pt x="1" y="40065"/>
                    <a:pt x="358" y="40743"/>
                    <a:pt x="798" y="40993"/>
                  </a:cubicBezTo>
                  <a:lnTo>
                    <a:pt x="53174" y="71235"/>
                  </a:lnTo>
                  <a:cubicBezTo>
                    <a:pt x="53603" y="71485"/>
                    <a:pt x="53960" y="71223"/>
                    <a:pt x="53960" y="70640"/>
                  </a:cubicBezTo>
                  <a:lnTo>
                    <a:pt x="53960" y="32004"/>
                  </a:lnTo>
                  <a:cubicBezTo>
                    <a:pt x="53960" y="31421"/>
                    <a:pt x="53614" y="30742"/>
                    <a:pt x="53174" y="3049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" name="Google Shape;129;p15"/>
          <p:cNvSpPr/>
          <p:nvPr/>
        </p:nvSpPr>
        <p:spPr>
          <a:xfrm>
            <a:off x="7096363" y="1343948"/>
            <a:ext cx="1236307" cy="1672149"/>
          </a:xfrm>
          <a:custGeom>
            <a:avLst/>
            <a:gdLst/>
            <a:ahLst/>
            <a:cxnLst/>
            <a:rect l="l" t="t" r="r" b="b"/>
            <a:pathLst>
              <a:path w="52721" h="71307" extrusionOk="0">
                <a:moveTo>
                  <a:pt x="52709" y="0"/>
                </a:moveTo>
                <a:lnTo>
                  <a:pt x="0" y="0"/>
                </a:lnTo>
                <a:lnTo>
                  <a:pt x="0" y="55495"/>
                </a:lnTo>
                <a:cubicBezTo>
                  <a:pt x="0" y="56090"/>
                  <a:pt x="321" y="56650"/>
                  <a:pt x="845" y="56948"/>
                </a:cubicBezTo>
                <a:lnTo>
                  <a:pt x="24646" y="70699"/>
                </a:lnTo>
                <a:cubicBezTo>
                  <a:pt x="25706" y="71306"/>
                  <a:pt x="27027" y="71306"/>
                  <a:pt x="28087" y="70699"/>
                </a:cubicBezTo>
                <a:lnTo>
                  <a:pt x="51876" y="56948"/>
                </a:lnTo>
                <a:cubicBezTo>
                  <a:pt x="52399" y="56650"/>
                  <a:pt x="52721" y="56090"/>
                  <a:pt x="52721" y="55495"/>
                </a:cubicBezTo>
                <a:lnTo>
                  <a:pt x="52721" y="5549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7089938" y="973157"/>
            <a:ext cx="1249158" cy="741583"/>
          </a:xfrm>
          <a:custGeom>
            <a:avLst/>
            <a:gdLst/>
            <a:ahLst/>
            <a:cxnLst/>
            <a:rect l="l" t="t" r="r" b="b"/>
            <a:pathLst>
              <a:path w="53269" h="31624" extrusionOk="0">
                <a:moveTo>
                  <a:pt x="24920" y="31004"/>
                </a:moveTo>
                <a:lnTo>
                  <a:pt x="1119" y="17265"/>
                </a:lnTo>
                <a:cubicBezTo>
                  <a:pt x="0" y="16622"/>
                  <a:pt x="0" y="15002"/>
                  <a:pt x="1119" y="14359"/>
                </a:cubicBezTo>
                <a:lnTo>
                  <a:pt x="24920" y="620"/>
                </a:lnTo>
                <a:cubicBezTo>
                  <a:pt x="25980" y="1"/>
                  <a:pt x="27301" y="1"/>
                  <a:pt x="28361" y="620"/>
                </a:cubicBezTo>
                <a:lnTo>
                  <a:pt x="52150" y="14359"/>
                </a:lnTo>
                <a:cubicBezTo>
                  <a:pt x="53269" y="15002"/>
                  <a:pt x="53269" y="16622"/>
                  <a:pt x="52150" y="17265"/>
                </a:cubicBezTo>
                <a:lnTo>
                  <a:pt x="28361" y="31004"/>
                </a:lnTo>
                <a:cubicBezTo>
                  <a:pt x="27289" y="31624"/>
                  <a:pt x="25980" y="31624"/>
                  <a:pt x="24920" y="3100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7116460" y="1457282"/>
            <a:ext cx="567349" cy="364108"/>
          </a:xfrm>
          <a:custGeom>
            <a:avLst/>
            <a:gdLst/>
            <a:ahLst/>
            <a:cxnLst/>
            <a:rect l="l" t="t" r="r" b="b"/>
            <a:pathLst>
              <a:path w="24194" h="15527" extrusionOk="0">
                <a:moveTo>
                  <a:pt x="24194" y="15527"/>
                </a:moveTo>
                <a:lnTo>
                  <a:pt x="0" y="1561"/>
                </a:lnTo>
                <a:lnTo>
                  <a:pt x="0" y="1"/>
                </a:lnTo>
                <a:lnTo>
                  <a:pt x="24194" y="13955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7116460" y="1508379"/>
            <a:ext cx="567349" cy="364390"/>
          </a:xfrm>
          <a:custGeom>
            <a:avLst/>
            <a:gdLst/>
            <a:ahLst/>
            <a:cxnLst/>
            <a:rect l="l" t="t" r="r" b="b"/>
            <a:pathLst>
              <a:path w="24194" h="15539" extrusionOk="0">
                <a:moveTo>
                  <a:pt x="24194" y="15538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7116460" y="1559758"/>
            <a:ext cx="567349" cy="364108"/>
          </a:xfrm>
          <a:custGeom>
            <a:avLst/>
            <a:gdLst/>
            <a:ahLst/>
            <a:cxnLst/>
            <a:rect l="l" t="t" r="r" b="b"/>
            <a:pathLst>
              <a:path w="24194" h="15527" extrusionOk="0">
                <a:moveTo>
                  <a:pt x="24194" y="15526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7116460" y="1611137"/>
            <a:ext cx="567349" cy="364108"/>
          </a:xfrm>
          <a:custGeom>
            <a:avLst/>
            <a:gdLst/>
            <a:ahLst/>
            <a:cxnLst/>
            <a:rect l="l" t="t" r="r" b="b"/>
            <a:pathLst>
              <a:path w="24194" h="15527" extrusionOk="0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7116460" y="1662516"/>
            <a:ext cx="567349" cy="364085"/>
          </a:xfrm>
          <a:custGeom>
            <a:avLst/>
            <a:gdLst/>
            <a:ahLst/>
            <a:cxnLst/>
            <a:rect l="l" t="t" r="r" b="b"/>
            <a:pathLst>
              <a:path w="24194" h="15526" extrusionOk="0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7116460" y="1754089"/>
            <a:ext cx="567349" cy="364108"/>
          </a:xfrm>
          <a:custGeom>
            <a:avLst/>
            <a:gdLst/>
            <a:ahLst/>
            <a:cxnLst/>
            <a:rect l="l" t="t" r="r" b="b"/>
            <a:pathLst>
              <a:path w="24194" h="15527" extrusionOk="0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7116460" y="1805468"/>
            <a:ext cx="567349" cy="364085"/>
          </a:xfrm>
          <a:custGeom>
            <a:avLst/>
            <a:gdLst/>
            <a:ahLst/>
            <a:cxnLst/>
            <a:rect l="l" t="t" r="r" b="b"/>
            <a:pathLst>
              <a:path w="24194" h="15526" extrusionOk="0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5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7116460" y="1856542"/>
            <a:ext cx="567349" cy="364390"/>
          </a:xfrm>
          <a:custGeom>
            <a:avLst/>
            <a:gdLst/>
            <a:ahLst/>
            <a:cxnLst/>
            <a:rect l="l" t="t" r="r" b="b"/>
            <a:pathLst>
              <a:path w="24194" h="15539" extrusionOk="0">
                <a:moveTo>
                  <a:pt x="24194" y="15538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7116460" y="1907921"/>
            <a:ext cx="567349" cy="364108"/>
          </a:xfrm>
          <a:custGeom>
            <a:avLst/>
            <a:gdLst/>
            <a:ahLst/>
            <a:cxnLst/>
            <a:rect l="l" t="t" r="r" b="b"/>
            <a:pathLst>
              <a:path w="24194" h="15527" extrusionOk="0">
                <a:moveTo>
                  <a:pt x="24194" y="15526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7116460" y="1959300"/>
            <a:ext cx="567349" cy="364108"/>
          </a:xfrm>
          <a:custGeom>
            <a:avLst/>
            <a:gdLst/>
            <a:ahLst/>
            <a:cxnLst/>
            <a:rect l="l" t="t" r="r" b="b"/>
            <a:pathLst>
              <a:path w="24194" h="15527" extrusionOk="0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5"/>
          <p:cNvSpPr/>
          <p:nvPr/>
        </p:nvSpPr>
        <p:spPr>
          <a:xfrm>
            <a:off x="7116460" y="2050872"/>
            <a:ext cx="567349" cy="364108"/>
          </a:xfrm>
          <a:custGeom>
            <a:avLst/>
            <a:gdLst/>
            <a:ahLst/>
            <a:cxnLst/>
            <a:rect l="l" t="t" r="r" b="b"/>
            <a:pathLst>
              <a:path w="24194" h="15527" extrusionOk="0">
                <a:moveTo>
                  <a:pt x="24194" y="15526"/>
                </a:moveTo>
                <a:lnTo>
                  <a:pt x="0" y="1560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7116460" y="2102251"/>
            <a:ext cx="567349" cy="364108"/>
          </a:xfrm>
          <a:custGeom>
            <a:avLst/>
            <a:gdLst/>
            <a:ahLst/>
            <a:cxnLst/>
            <a:rect l="l" t="t" r="r" b="b"/>
            <a:pathLst>
              <a:path w="24194" h="15527" extrusionOk="0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5"/>
          <p:cNvSpPr/>
          <p:nvPr/>
        </p:nvSpPr>
        <p:spPr>
          <a:xfrm>
            <a:off x="7116460" y="2153630"/>
            <a:ext cx="567349" cy="364085"/>
          </a:xfrm>
          <a:custGeom>
            <a:avLst/>
            <a:gdLst/>
            <a:ahLst/>
            <a:cxnLst/>
            <a:rect l="l" t="t" r="r" b="b"/>
            <a:pathLst>
              <a:path w="24194" h="15526" extrusionOk="0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5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5"/>
          <p:cNvSpPr/>
          <p:nvPr/>
        </p:nvSpPr>
        <p:spPr>
          <a:xfrm>
            <a:off x="7116460" y="2204704"/>
            <a:ext cx="567349" cy="364390"/>
          </a:xfrm>
          <a:custGeom>
            <a:avLst/>
            <a:gdLst/>
            <a:ahLst/>
            <a:cxnLst/>
            <a:rect l="l" t="t" r="r" b="b"/>
            <a:pathLst>
              <a:path w="24194" h="15539" extrusionOk="0">
                <a:moveTo>
                  <a:pt x="24194" y="15539"/>
                </a:moveTo>
                <a:lnTo>
                  <a:pt x="0" y="1573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5"/>
          <p:cNvSpPr/>
          <p:nvPr/>
        </p:nvSpPr>
        <p:spPr>
          <a:xfrm>
            <a:off x="7116460" y="2256083"/>
            <a:ext cx="567349" cy="364108"/>
          </a:xfrm>
          <a:custGeom>
            <a:avLst/>
            <a:gdLst/>
            <a:ahLst/>
            <a:cxnLst/>
            <a:rect l="l" t="t" r="r" b="b"/>
            <a:pathLst>
              <a:path w="24194" h="15527" extrusionOk="0">
                <a:moveTo>
                  <a:pt x="24194" y="15526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5"/>
          <p:cNvSpPr/>
          <p:nvPr/>
        </p:nvSpPr>
        <p:spPr>
          <a:xfrm>
            <a:off x="7116460" y="2347655"/>
            <a:ext cx="567349" cy="364108"/>
          </a:xfrm>
          <a:custGeom>
            <a:avLst/>
            <a:gdLst/>
            <a:ahLst/>
            <a:cxnLst/>
            <a:rect l="l" t="t" r="r" b="b"/>
            <a:pathLst>
              <a:path w="24194" h="15527" extrusionOk="0">
                <a:moveTo>
                  <a:pt x="24194" y="15527"/>
                </a:moveTo>
                <a:lnTo>
                  <a:pt x="0" y="1573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7116460" y="2399034"/>
            <a:ext cx="567349" cy="364108"/>
          </a:xfrm>
          <a:custGeom>
            <a:avLst/>
            <a:gdLst/>
            <a:ahLst/>
            <a:cxnLst/>
            <a:rect l="l" t="t" r="r" b="b"/>
            <a:pathLst>
              <a:path w="24194" h="15527" extrusionOk="0">
                <a:moveTo>
                  <a:pt x="24194" y="15526"/>
                </a:moveTo>
                <a:lnTo>
                  <a:pt x="0" y="1560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5"/>
          <p:cNvSpPr/>
          <p:nvPr/>
        </p:nvSpPr>
        <p:spPr>
          <a:xfrm>
            <a:off x="7116460" y="2450413"/>
            <a:ext cx="567349" cy="364108"/>
          </a:xfrm>
          <a:custGeom>
            <a:avLst/>
            <a:gdLst/>
            <a:ahLst/>
            <a:cxnLst/>
            <a:rect l="l" t="t" r="r" b="b"/>
            <a:pathLst>
              <a:path w="24194" h="15527" extrusionOk="0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5"/>
          <p:cNvSpPr/>
          <p:nvPr/>
        </p:nvSpPr>
        <p:spPr>
          <a:xfrm>
            <a:off x="7116460" y="2501792"/>
            <a:ext cx="567349" cy="364085"/>
          </a:xfrm>
          <a:custGeom>
            <a:avLst/>
            <a:gdLst/>
            <a:ahLst/>
            <a:cxnLst/>
            <a:rect l="l" t="t" r="r" b="b"/>
            <a:pathLst>
              <a:path w="24194" h="15526" extrusionOk="0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5"/>
          <p:cNvSpPr/>
          <p:nvPr/>
        </p:nvSpPr>
        <p:spPr>
          <a:xfrm>
            <a:off x="7116460" y="2552889"/>
            <a:ext cx="567349" cy="364366"/>
          </a:xfrm>
          <a:custGeom>
            <a:avLst/>
            <a:gdLst/>
            <a:ahLst/>
            <a:cxnLst/>
            <a:rect l="l" t="t" r="r" b="b"/>
            <a:pathLst>
              <a:path w="24194" h="15538" extrusionOk="0">
                <a:moveTo>
                  <a:pt x="24194" y="15538"/>
                </a:moveTo>
                <a:lnTo>
                  <a:pt x="0" y="1572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5"/>
          <p:cNvSpPr/>
          <p:nvPr/>
        </p:nvSpPr>
        <p:spPr>
          <a:xfrm>
            <a:off x="7745225" y="1457282"/>
            <a:ext cx="567068" cy="364108"/>
          </a:xfrm>
          <a:custGeom>
            <a:avLst/>
            <a:gdLst/>
            <a:ahLst/>
            <a:cxnLst/>
            <a:rect l="l" t="t" r="r" b="b"/>
            <a:pathLst>
              <a:path w="24182" h="15527" extrusionOk="0">
                <a:moveTo>
                  <a:pt x="0" y="15527"/>
                </a:moveTo>
                <a:lnTo>
                  <a:pt x="24182" y="1561"/>
                </a:lnTo>
                <a:lnTo>
                  <a:pt x="24182" y="1"/>
                </a:lnTo>
                <a:lnTo>
                  <a:pt x="0" y="13955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5"/>
          <p:cNvSpPr/>
          <p:nvPr/>
        </p:nvSpPr>
        <p:spPr>
          <a:xfrm>
            <a:off x="7745225" y="1508379"/>
            <a:ext cx="567068" cy="364390"/>
          </a:xfrm>
          <a:custGeom>
            <a:avLst/>
            <a:gdLst/>
            <a:ahLst/>
            <a:cxnLst/>
            <a:rect l="l" t="t" r="r" b="b"/>
            <a:pathLst>
              <a:path w="24182" h="15539" extrusionOk="0">
                <a:moveTo>
                  <a:pt x="0" y="15538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5"/>
          <p:cNvSpPr/>
          <p:nvPr/>
        </p:nvSpPr>
        <p:spPr>
          <a:xfrm>
            <a:off x="7745225" y="1559758"/>
            <a:ext cx="567068" cy="364108"/>
          </a:xfrm>
          <a:custGeom>
            <a:avLst/>
            <a:gdLst/>
            <a:ahLst/>
            <a:cxnLst/>
            <a:rect l="l" t="t" r="r" b="b"/>
            <a:pathLst>
              <a:path w="24182" h="15527" extrusionOk="0">
                <a:moveTo>
                  <a:pt x="0" y="15526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5"/>
          <p:cNvSpPr/>
          <p:nvPr/>
        </p:nvSpPr>
        <p:spPr>
          <a:xfrm>
            <a:off x="7745225" y="1611137"/>
            <a:ext cx="567068" cy="364108"/>
          </a:xfrm>
          <a:custGeom>
            <a:avLst/>
            <a:gdLst/>
            <a:ahLst/>
            <a:cxnLst/>
            <a:rect l="l" t="t" r="r" b="b"/>
            <a:pathLst>
              <a:path w="24182" h="15527" extrusionOk="0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5"/>
          <p:cNvSpPr/>
          <p:nvPr/>
        </p:nvSpPr>
        <p:spPr>
          <a:xfrm>
            <a:off x="7745225" y="1662516"/>
            <a:ext cx="567068" cy="364085"/>
          </a:xfrm>
          <a:custGeom>
            <a:avLst/>
            <a:gdLst/>
            <a:ahLst/>
            <a:cxnLst/>
            <a:rect l="l" t="t" r="r" b="b"/>
            <a:pathLst>
              <a:path w="24182" h="15526" extrusionOk="0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5"/>
          <p:cNvSpPr/>
          <p:nvPr/>
        </p:nvSpPr>
        <p:spPr>
          <a:xfrm>
            <a:off x="7745225" y="1754089"/>
            <a:ext cx="567068" cy="364108"/>
          </a:xfrm>
          <a:custGeom>
            <a:avLst/>
            <a:gdLst/>
            <a:ahLst/>
            <a:cxnLst/>
            <a:rect l="l" t="t" r="r" b="b"/>
            <a:pathLst>
              <a:path w="24182" h="15527" extrusionOk="0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5"/>
          <p:cNvSpPr/>
          <p:nvPr/>
        </p:nvSpPr>
        <p:spPr>
          <a:xfrm>
            <a:off x="7745225" y="1805468"/>
            <a:ext cx="567068" cy="364085"/>
          </a:xfrm>
          <a:custGeom>
            <a:avLst/>
            <a:gdLst/>
            <a:ahLst/>
            <a:cxnLst/>
            <a:rect l="l" t="t" r="r" b="b"/>
            <a:pathLst>
              <a:path w="24182" h="15526" extrusionOk="0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5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5"/>
          <p:cNvSpPr/>
          <p:nvPr/>
        </p:nvSpPr>
        <p:spPr>
          <a:xfrm>
            <a:off x="7745225" y="1856542"/>
            <a:ext cx="567068" cy="364390"/>
          </a:xfrm>
          <a:custGeom>
            <a:avLst/>
            <a:gdLst/>
            <a:ahLst/>
            <a:cxnLst/>
            <a:rect l="l" t="t" r="r" b="b"/>
            <a:pathLst>
              <a:path w="24182" h="15539" extrusionOk="0">
                <a:moveTo>
                  <a:pt x="0" y="15538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5"/>
          <p:cNvSpPr/>
          <p:nvPr/>
        </p:nvSpPr>
        <p:spPr>
          <a:xfrm>
            <a:off x="7745225" y="1907921"/>
            <a:ext cx="567068" cy="364108"/>
          </a:xfrm>
          <a:custGeom>
            <a:avLst/>
            <a:gdLst/>
            <a:ahLst/>
            <a:cxnLst/>
            <a:rect l="l" t="t" r="r" b="b"/>
            <a:pathLst>
              <a:path w="24182" h="15527" extrusionOk="0">
                <a:moveTo>
                  <a:pt x="0" y="15526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5"/>
          <p:cNvSpPr/>
          <p:nvPr/>
        </p:nvSpPr>
        <p:spPr>
          <a:xfrm>
            <a:off x="7745225" y="1959300"/>
            <a:ext cx="567068" cy="364108"/>
          </a:xfrm>
          <a:custGeom>
            <a:avLst/>
            <a:gdLst/>
            <a:ahLst/>
            <a:cxnLst/>
            <a:rect l="l" t="t" r="r" b="b"/>
            <a:pathLst>
              <a:path w="24182" h="15527" extrusionOk="0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7745225" y="2050872"/>
            <a:ext cx="567068" cy="364108"/>
          </a:xfrm>
          <a:custGeom>
            <a:avLst/>
            <a:gdLst/>
            <a:ahLst/>
            <a:cxnLst/>
            <a:rect l="l" t="t" r="r" b="b"/>
            <a:pathLst>
              <a:path w="24182" h="15527" extrusionOk="0">
                <a:moveTo>
                  <a:pt x="0" y="15526"/>
                </a:moveTo>
                <a:lnTo>
                  <a:pt x="24182" y="1560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5"/>
          <p:cNvSpPr/>
          <p:nvPr/>
        </p:nvSpPr>
        <p:spPr>
          <a:xfrm>
            <a:off x="7745225" y="2102251"/>
            <a:ext cx="567068" cy="364108"/>
          </a:xfrm>
          <a:custGeom>
            <a:avLst/>
            <a:gdLst/>
            <a:ahLst/>
            <a:cxnLst/>
            <a:rect l="l" t="t" r="r" b="b"/>
            <a:pathLst>
              <a:path w="24182" h="15527" extrusionOk="0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5"/>
          <p:cNvSpPr/>
          <p:nvPr/>
        </p:nvSpPr>
        <p:spPr>
          <a:xfrm>
            <a:off x="7745225" y="2153630"/>
            <a:ext cx="567068" cy="364085"/>
          </a:xfrm>
          <a:custGeom>
            <a:avLst/>
            <a:gdLst/>
            <a:ahLst/>
            <a:cxnLst/>
            <a:rect l="l" t="t" r="r" b="b"/>
            <a:pathLst>
              <a:path w="24182" h="15526" extrusionOk="0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5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5"/>
          <p:cNvSpPr/>
          <p:nvPr/>
        </p:nvSpPr>
        <p:spPr>
          <a:xfrm>
            <a:off x="7745225" y="2204704"/>
            <a:ext cx="567068" cy="364390"/>
          </a:xfrm>
          <a:custGeom>
            <a:avLst/>
            <a:gdLst/>
            <a:ahLst/>
            <a:cxnLst/>
            <a:rect l="l" t="t" r="r" b="b"/>
            <a:pathLst>
              <a:path w="24182" h="15539" extrusionOk="0">
                <a:moveTo>
                  <a:pt x="0" y="15539"/>
                </a:moveTo>
                <a:lnTo>
                  <a:pt x="24182" y="1573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5"/>
          <p:cNvSpPr/>
          <p:nvPr/>
        </p:nvSpPr>
        <p:spPr>
          <a:xfrm>
            <a:off x="7745225" y="2256083"/>
            <a:ext cx="567068" cy="364108"/>
          </a:xfrm>
          <a:custGeom>
            <a:avLst/>
            <a:gdLst/>
            <a:ahLst/>
            <a:cxnLst/>
            <a:rect l="l" t="t" r="r" b="b"/>
            <a:pathLst>
              <a:path w="24182" h="15527" extrusionOk="0">
                <a:moveTo>
                  <a:pt x="0" y="15526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5"/>
          <p:cNvSpPr/>
          <p:nvPr/>
        </p:nvSpPr>
        <p:spPr>
          <a:xfrm>
            <a:off x="7745225" y="2347655"/>
            <a:ext cx="567068" cy="364108"/>
          </a:xfrm>
          <a:custGeom>
            <a:avLst/>
            <a:gdLst/>
            <a:ahLst/>
            <a:cxnLst/>
            <a:rect l="l" t="t" r="r" b="b"/>
            <a:pathLst>
              <a:path w="24182" h="15527" extrusionOk="0">
                <a:moveTo>
                  <a:pt x="0" y="15527"/>
                </a:moveTo>
                <a:lnTo>
                  <a:pt x="24182" y="1573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5"/>
          <p:cNvSpPr/>
          <p:nvPr/>
        </p:nvSpPr>
        <p:spPr>
          <a:xfrm>
            <a:off x="7745225" y="2399034"/>
            <a:ext cx="567068" cy="364108"/>
          </a:xfrm>
          <a:custGeom>
            <a:avLst/>
            <a:gdLst/>
            <a:ahLst/>
            <a:cxnLst/>
            <a:rect l="l" t="t" r="r" b="b"/>
            <a:pathLst>
              <a:path w="24182" h="15527" extrusionOk="0">
                <a:moveTo>
                  <a:pt x="0" y="15526"/>
                </a:moveTo>
                <a:lnTo>
                  <a:pt x="24182" y="1560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5"/>
          <p:cNvSpPr/>
          <p:nvPr/>
        </p:nvSpPr>
        <p:spPr>
          <a:xfrm>
            <a:off x="7745225" y="2450413"/>
            <a:ext cx="567068" cy="364108"/>
          </a:xfrm>
          <a:custGeom>
            <a:avLst/>
            <a:gdLst/>
            <a:ahLst/>
            <a:cxnLst/>
            <a:rect l="l" t="t" r="r" b="b"/>
            <a:pathLst>
              <a:path w="24182" h="15527" extrusionOk="0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5"/>
          <p:cNvSpPr/>
          <p:nvPr/>
        </p:nvSpPr>
        <p:spPr>
          <a:xfrm>
            <a:off x="7745225" y="2501792"/>
            <a:ext cx="567068" cy="364085"/>
          </a:xfrm>
          <a:custGeom>
            <a:avLst/>
            <a:gdLst/>
            <a:ahLst/>
            <a:cxnLst/>
            <a:rect l="l" t="t" r="r" b="b"/>
            <a:pathLst>
              <a:path w="24182" h="15526" extrusionOk="0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5"/>
          <p:cNvSpPr/>
          <p:nvPr/>
        </p:nvSpPr>
        <p:spPr>
          <a:xfrm>
            <a:off x="7745225" y="2552889"/>
            <a:ext cx="567068" cy="364366"/>
          </a:xfrm>
          <a:custGeom>
            <a:avLst/>
            <a:gdLst/>
            <a:ahLst/>
            <a:cxnLst/>
            <a:rect l="l" t="t" r="r" b="b"/>
            <a:pathLst>
              <a:path w="24182" h="15538" extrusionOk="0">
                <a:moveTo>
                  <a:pt x="0" y="15538"/>
                </a:moveTo>
                <a:lnTo>
                  <a:pt x="24182" y="1572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" name="Google Shape;171;p15"/>
          <p:cNvGrpSpPr/>
          <p:nvPr/>
        </p:nvGrpSpPr>
        <p:grpSpPr>
          <a:xfrm>
            <a:off x="6845427" y="834177"/>
            <a:ext cx="1738972" cy="1497957"/>
            <a:chOff x="5553063" y="1487604"/>
            <a:chExt cx="1981525" cy="1707075"/>
          </a:xfrm>
        </p:grpSpPr>
        <p:sp>
          <p:nvSpPr>
            <p:cNvPr id="172" name="Google Shape;172;p15"/>
            <p:cNvSpPr/>
            <p:nvPr/>
          </p:nvSpPr>
          <p:spPr>
            <a:xfrm>
              <a:off x="5563488" y="2071829"/>
              <a:ext cx="1960975" cy="1122850"/>
            </a:xfrm>
            <a:custGeom>
              <a:avLst/>
              <a:gdLst/>
              <a:ahLst/>
              <a:cxnLst/>
              <a:rect l="l" t="t" r="r" b="b"/>
              <a:pathLst>
                <a:path w="78439" h="44914" extrusionOk="0">
                  <a:moveTo>
                    <a:pt x="12" y="1"/>
                  </a:moveTo>
                  <a:cubicBezTo>
                    <a:pt x="12" y="72"/>
                    <a:pt x="12" y="132"/>
                    <a:pt x="12" y="191"/>
                  </a:cubicBezTo>
                  <a:cubicBezTo>
                    <a:pt x="12" y="263"/>
                    <a:pt x="12" y="322"/>
                    <a:pt x="12" y="394"/>
                  </a:cubicBezTo>
                  <a:cubicBezTo>
                    <a:pt x="12" y="453"/>
                    <a:pt x="12" y="525"/>
                    <a:pt x="12" y="584"/>
                  </a:cubicBezTo>
                  <a:cubicBezTo>
                    <a:pt x="12" y="656"/>
                    <a:pt x="12" y="715"/>
                    <a:pt x="12" y="775"/>
                  </a:cubicBezTo>
                  <a:cubicBezTo>
                    <a:pt x="12" y="846"/>
                    <a:pt x="12" y="906"/>
                    <a:pt x="12" y="977"/>
                  </a:cubicBezTo>
                  <a:cubicBezTo>
                    <a:pt x="12" y="1037"/>
                    <a:pt x="12" y="1108"/>
                    <a:pt x="12" y="1167"/>
                  </a:cubicBezTo>
                  <a:cubicBezTo>
                    <a:pt x="12" y="1239"/>
                    <a:pt x="12" y="1298"/>
                    <a:pt x="12" y="1358"/>
                  </a:cubicBezTo>
                  <a:cubicBezTo>
                    <a:pt x="12" y="1429"/>
                    <a:pt x="12" y="1489"/>
                    <a:pt x="12" y="1560"/>
                  </a:cubicBezTo>
                  <a:cubicBezTo>
                    <a:pt x="12" y="1620"/>
                    <a:pt x="12" y="1691"/>
                    <a:pt x="12" y="1751"/>
                  </a:cubicBezTo>
                  <a:cubicBezTo>
                    <a:pt x="12" y="1822"/>
                    <a:pt x="12" y="1882"/>
                    <a:pt x="12" y="1941"/>
                  </a:cubicBezTo>
                  <a:cubicBezTo>
                    <a:pt x="12" y="2013"/>
                    <a:pt x="12" y="2072"/>
                    <a:pt x="12" y="2144"/>
                  </a:cubicBezTo>
                  <a:cubicBezTo>
                    <a:pt x="12" y="2203"/>
                    <a:pt x="12" y="2275"/>
                    <a:pt x="12" y="2334"/>
                  </a:cubicBezTo>
                  <a:cubicBezTo>
                    <a:pt x="12" y="2406"/>
                    <a:pt x="12" y="2465"/>
                    <a:pt x="12" y="2525"/>
                  </a:cubicBezTo>
                  <a:cubicBezTo>
                    <a:pt x="12" y="2596"/>
                    <a:pt x="12" y="2656"/>
                    <a:pt x="12" y="2727"/>
                  </a:cubicBezTo>
                  <a:cubicBezTo>
                    <a:pt x="12" y="2787"/>
                    <a:pt x="12" y="2858"/>
                    <a:pt x="12" y="2918"/>
                  </a:cubicBezTo>
                  <a:cubicBezTo>
                    <a:pt x="12" y="2989"/>
                    <a:pt x="12" y="3049"/>
                    <a:pt x="12" y="3108"/>
                  </a:cubicBezTo>
                  <a:cubicBezTo>
                    <a:pt x="12" y="3180"/>
                    <a:pt x="12" y="3239"/>
                    <a:pt x="12" y="3311"/>
                  </a:cubicBezTo>
                  <a:cubicBezTo>
                    <a:pt x="12" y="3370"/>
                    <a:pt x="12" y="3442"/>
                    <a:pt x="12" y="3501"/>
                  </a:cubicBezTo>
                  <a:cubicBezTo>
                    <a:pt x="12" y="3573"/>
                    <a:pt x="12" y="3632"/>
                    <a:pt x="12" y="3692"/>
                  </a:cubicBezTo>
                  <a:cubicBezTo>
                    <a:pt x="12" y="3763"/>
                    <a:pt x="12" y="3823"/>
                    <a:pt x="12" y="3894"/>
                  </a:cubicBezTo>
                  <a:cubicBezTo>
                    <a:pt x="12" y="3954"/>
                    <a:pt x="12" y="4025"/>
                    <a:pt x="12" y="4085"/>
                  </a:cubicBezTo>
                  <a:cubicBezTo>
                    <a:pt x="12" y="4156"/>
                    <a:pt x="12" y="4215"/>
                    <a:pt x="12" y="4275"/>
                  </a:cubicBezTo>
                  <a:cubicBezTo>
                    <a:pt x="12" y="4346"/>
                    <a:pt x="12" y="4406"/>
                    <a:pt x="12" y="4477"/>
                  </a:cubicBezTo>
                  <a:cubicBezTo>
                    <a:pt x="12" y="4537"/>
                    <a:pt x="12" y="4608"/>
                    <a:pt x="12" y="4668"/>
                  </a:cubicBezTo>
                  <a:cubicBezTo>
                    <a:pt x="12" y="4739"/>
                    <a:pt x="12" y="4799"/>
                    <a:pt x="12" y="4858"/>
                  </a:cubicBezTo>
                  <a:cubicBezTo>
                    <a:pt x="12" y="4930"/>
                    <a:pt x="12" y="4989"/>
                    <a:pt x="12" y="5061"/>
                  </a:cubicBezTo>
                  <a:cubicBezTo>
                    <a:pt x="12" y="5120"/>
                    <a:pt x="12" y="5192"/>
                    <a:pt x="12" y="5251"/>
                  </a:cubicBezTo>
                  <a:cubicBezTo>
                    <a:pt x="12" y="5323"/>
                    <a:pt x="12" y="5382"/>
                    <a:pt x="12" y="5442"/>
                  </a:cubicBezTo>
                  <a:cubicBezTo>
                    <a:pt x="12" y="5513"/>
                    <a:pt x="12" y="5573"/>
                    <a:pt x="12" y="5644"/>
                  </a:cubicBezTo>
                  <a:cubicBezTo>
                    <a:pt x="12" y="5704"/>
                    <a:pt x="12" y="5775"/>
                    <a:pt x="12" y="5835"/>
                  </a:cubicBezTo>
                  <a:cubicBezTo>
                    <a:pt x="12" y="5906"/>
                    <a:pt x="12" y="5966"/>
                    <a:pt x="12" y="6025"/>
                  </a:cubicBezTo>
                  <a:cubicBezTo>
                    <a:pt x="12" y="6097"/>
                    <a:pt x="12" y="6156"/>
                    <a:pt x="12" y="6228"/>
                  </a:cubicBezTo>
                  <a:cubicBezTo>
                    <a:pt x="12" y="6287"/>
                    <a:pt x="12" y="6359"/>
                    <a:pt x="12" y="6418"/>
                  </a:cubicBezTo>
                  <a:cubicBezTo>
                    <a:pt x="12" y="6490"/>
                    <a:pt x="12" y="6549"/>
                    <a:pt x="12" y="6609"/>
                  </a:cubicBezTo>
                  <a:cubicBezTo>
                    <a:pt x="12" y="6680"/>
                    <a:pt x="12" y="6740"/>
                    <a:pt x="12" y="6811"/>
                  </a:cubicBezTo>
                  <a:cubicBezTo>
                    <a:pt x="12" y="6871"/>
                    <a:pt x="12" y="6942"/>
                    <a:pt x="12" y="7002"/>
                  </a:cubicBezTo>
                  <a:cubicBezTo>
                    <a:pt x="12" y="7073"/>
                    <a:pt x="12" y="7132"/>
                    <a:pt x="12" y="7192"/>
                  </a:cubicBezTo>
                  <a:cubicBezTo>
                    <a:pt x="12" y="7263"/>
                    <a:pt x="12" y="7323"/>
                    <a:pt x="12" y="7394"/>
                  </a:cubicBezTo>
                  <a:cubicBezTo>
                    <a:pt x="12" y="7454"/>
                    <a:pt x="12" y="7525"/>
                    <a:pt x="12" y="7585"/>
                  </a:cubicBezTo>
                  <a:cubicBezTo>
                    <a:pt x="12" y="7656"/>
                    <a:pt x="12" y="7716"/>
                    <a:pt x="12" y="7775"/>
                  </a:cubicBezTo>
                  <a:cubicBezTo>
                    <a:pt x="12" y="7847"/>
                    <a:pt x="12" y="7906"/>
                    <a:pt x="12" y="7978"/>
                  </a:cubicBezTo>
                  <a:cubicBezTo>
                    <a:pt x="12" y="8037"/>
                    <a:pt x="12" y="8109"/>
                    <a:pt x="12" y="8168"/>
                  </a:cubicBezTo>
                  <a:cubicBezTo>
                    <a:pt x="12" y="8228"/>
                    <a:pt x="12" y="8299"/>
                    <a:pt x="12" y="8359"/>
                  </a:cubicBezTo>
                  <a:cubicBezTo>
                    <a:pt x="12" y="8430"/>
                    <a:pt x="12" y="8490"/>
                    <a:pt x="12" y="8561"/>
                  </a:cubicBezTo>
                  <a:cubicBezTo>
                    <a:pt x="12" y="8621"/>
                    <a:pt x="12" y="8692"/>
                    <a:pt x="12" y="8752"/>
                  </a:cubicBezTo>
                  <a:cubicBezTo>
                    <a:pt x="12" y="8811"/>
                    <a:pt x="12" y="8883"/>
                    <a:pt x="12" y="8942"/>
                  </a:cubicBezTo>
                  <a:cubicBezTo>
                    <a:pt x="12" y="9014"/>
                    <a:pt x="12" y="9073"/>
                    <a:pt x="12" y="9145"/>
                  </a:cubicBezTo>
                  <a:cubicBezTo>
                    <a:pt x="12" y="9204"/>
                    <a:pt x="12" y="9276"/>
                    <a:pt x="12" y="9335"/>
                  </a:cubicBezTo>
                  <a:cubicBezTo>
                    <a:pt x="12" y="9395"/>
                    <a:pt x="12" y="9466"/>
                    <a:pt x="12" y="9526"/>
                  </a:cubicBezTo>
                  <a:cubicBezTo>
                    <a:pt x="12" y="9597"/>
                    <a:pt x="12" y="9657"/>
                    <a:pt x="12" y="9728"/>
                  </a:cubicBezTo>
                  <a:cubicBezTo>
                    <a:pt x="12" y="9788"/>
                    <a:pt x="12" y="9859"/>
                    <a:pt x="12" y="9919"/>
                  </a:cubicBezTo>
                  <a:cubicBezTo>
                    <a:pt x="12" y="9978"/>
                    <a:pt x="12" y="10050"/>
                    <a:pt x="12" y="10109"/>
                  </a:cubicBezTo>
                  <a:cubicBezTo>
                    <a:pt x="12" y="10180"/>
                    <a:pt x="12" y="10240"/>
                    <a:pt x="12" y="10311"/>
                  </a:cubicBezTo>
                  <a:cubicBezTo>
                    <a:pt x="12" y="10371"/>
                    <a:pt x="12" y="10442"/>
                    <a:pt x="12" y="10502"/>
                  </a:cubicBezTo>
                  <a:cubicBezTo>
                    <a:pt x="12" y="10561"/>
                    <a:pt x="12" y="10633"/>
                    <a:pt x="12" y="10692"/>
                  </a:cubicBezTo>
                  <a:cubicBezTo>
                    <a:pt x="12" y="10764"/>
                    <a:pt x="12" y="10823"/>
                    <a:pt x="12" y="10895"/>
                  </a:cubicBezTo>
                  <a:cubicBezTo>
                    <a:pt x="12" y="10954"/>
                    <a:pt x="12" y="11026"/>
                    <a:pt x="12" y="11085"/>
                  </a:cubicBezTo>
                  <a:cubicBezTo>
                    <a:pt x="12" y="11145"/>
                    <a:pt x="12" y="11216"/>
                    <a:pt x="12" y="11276"/>
                  </a:cubicBezTo>
                  <a:cubicBezTo>
                    <a:pt x="12" y="11347"/>
                    <a:pt x="12" y="11407"/>
                    <a:pt x="12" y="11478"/>
                  </a:cubicBezTo>
                  <a:cubicBezTo>
                    <a:pt x="12" y="11538"/>
                    <a:pt x="12" y="11609"/>
                    <a:pt x="12" y="11669"/>
                  </a:cubicBezTo>
                  <a:cubicBezTo>
                    <a:pt x="12" y="11728"/>
                    <a:pt x="12" y="11800"/>
                    <a:pt x="12" y="11859"/>
                  </a:cubicBezTo>
                  <a:cubicBezTo>
                    <a:pt x="12" y="11931"/>
                    <a:pt x="12" y="11990"/>
                    <a:pt x="12" y="12062"/>
                  </a:cubicBezTo>
                  <a:cubicBezTo>
                    <a:pt x="12" y="12121"/>
                    <a:pt x="12" y="12193"/>
                    <a:pt x="12" y="12252"/>
                  </a:cubicBezTo>
                  <a:cubicBezTo>
                    <a:pt x="12" y="12312"/>
                    <a:pt x="12" y="12383"/>
                    <a:pt x="12" y="12443"/>
                  </a:cubicBezTo>
                  <a:cubicBezTo>
                    <a:pt x="12" y="12514"/>
                    <a:pt x="12" y="12574"/>
                    <a:pt x="12" y="12645"/>
                  </a:cubicBezTo>
                  <a:cubicBezTo>
                    <a:pt x="12" y="12705"/>
                    <a:pt x="12" y="12776"/>
                    <a:pt x="12" y="12836"/>
                  </a:cubicBezTo>
                  <a:cubicBezTo>
                    <a:pt x="12" y="12895"/>
                    <a:pt x="12" y="12967"/>
                    <a:pt x="12" y="13026"/>
                  </a:cubicBezTo>
                  <a:cubicBezTo>
                    <a:pt x="12" y="13098"/>
                    <a:pt x="12" y="13157"/>
                    <a:pt x="12" y="13228"/>
                  </a:cubicBezTo>
                  <a:cubicBezTo>
                    <a:pt x="12" y="13288"/>
                    <a:pt x="12" y="13359"/>
                    <a:pt x="12" y="13419"/>
                  </a:cubicBezTo>
                  <a:cubicBezTo>
                    <a:pt x="12" y="13479"/>
                    <a:pt x="12" y="13550"/>
                    <a:pt x="12" y="13609"/>
                  </a:cubicBezTo>
                  <a:cubicBezTo>
                    <a:pt x="12" y="13681"/>
                    <a:pt x="12" y="13740"/>
                    <a:pt x="12" y="13812"/>
                  </a:cubicBezTo>
                  <a:cubicBezTo>
                    <a:pt x="12" y="13871"/>
                    <a:pt x="12" y="13943"/>
                    <a:pt x="12" y="14002"/>
                  </a:cubicBezTo>
                  <a:cubicBezTo>
                    <a:pt x="12" y="14062"/>
                    <a:pt x="12" y="14133"/>
                    <a:pt x="12" y="14193"/>
                  </a:cubicBezTo>
                  <a:cubicBezTo>
                    <a:pt x="12" y="14264"/>
                    <a:pt x="12" y="14324"/>
                    <a:pt x="12" y="14395"/>
                  </a:cubicBezTo>
                  <a:cubicBezTo>
                    <a:pt x="12" y="14455"/>
                    <a:pt x="12" y="14526"/>
                    <a:pt x="12" y="14586"/>
                  </a:cubicBezTo>
                  <a:cubicBezTo>
                    <a:pt x="12" y="14645"/>
                    <a:pt x="12" y="14717"/>
                    <a:pt x="12" y="14776"/>
                  </a:cubicBezTo>
                  <a:cubicBezTo>
                    <a:pt x="12" y="14848"/>
                    <a:pt x="12" y="14907"/>
                    <a:pt x="12" y="14979"/>
                  </a:cubicBezTo>
                  <a:cubicBezTo>
                    <a:pt x="12" y="15038"/>
                    <a:pt x="12" y="15110"/>
                    <a:pt x="12" y="15169"/>
                  </a:cubicBezTo>
                  <a:cubicBezTo>
                    <a:pt x="12" y="15229"/>
                    <a:pt x="12" y="15300"/>
                    <a:pt x="12" y="15360"/>
                  </a:cubicBezTo>
                  <a:cubicBezTo>
                    <a:pt x="12" y="15431"/>
                    <a:pt x="12" y="15491"/>
                    <a:pt x="12" y="15562"/>
                  </a:cubicBezTo>
                  <a:cubicBezTo>
                    <a:pt x="12" y="15622"/>
                    <a:pt x="12" y="15693"/>
                    <a:pt x="12" y="15753"/>
                  </a:cubicBezTo>
                  <a:cubicBezTo>
                    <a:pt x="12" y="15812"/>
                    <a:pt x="12" y="15884"/>
                    <a:pt x="12" y="15943"/>
                  </a:cubicBezTo>
                  <a:cubicBezTo>
                    <a:pt x="12" y="16015"/>
                    <a:pt x="12" y="16074"/>
                    <a:pt x="12" y="16146"/>
                  </a:cubicBezTo>
                  <a:cubicBezTo>
                    <a:pt x="12" y="16205"/>
                    <a:pt x="12" y="16276"/>
                    <a:pt x="12" y="16336"/>
                  </a:cubicBezTo>
                  <a:cubicBezTo>
                    <a:pt x="12" y="16396"/>
                    <a:pt x="12" y="16467"/>
                    <a:pt x="12" y="16527"/>
                  </a:cubicBezTo>
                  <a:cubicBezTo>
                    <a:pt x="12" y="16598"/>
                    <a:pt x="12" y="16657"/>
                    <a:pt x="12" y="16729"/>
                  </a:cubicBezTo>
                  <a:cubicBezTo>
                    <a:pt x="12" y="16788"/>
                    <a:pt x="12" y="16860"/>
                    <a:pt x="12" y="16919"/>
                  </a:cubicBezTo>
                  <a:cubicBezTo>
                    <a:pt x="12" y="16979"/>
                    <a:pt x="12" y="17050"/>
                    <a:pt x="12" y="17110"/>
                  </a:cubicBezTo>
                  <a:cubicBezTo>
                    <a:pt x="12" y="17181"/>
                    <a:pt x="12" y="17241"/>
                    <a:pt x="12" y="17312"/>
                  </a:cubicBezTo>
                  <a:cubicBezTo>
                    <a:pt x="12" y="17372"/>
                    <a:pt x="12" y="17443"/>
                    <a:pt x="12" y="17503"/>
                  </a:cubicBezTo>
                  <a:cubicBezTo>
                    <a:pt x="12" y="17562"/>
                    <a:pt x="12" y="17634"/>
                    <a:pt x="12" y="17693"/>
                  </a:cubicBezTo>
                  <a:cubicBezTo>
                    <a:pt x="12" y="17765"/>
                    <a:pt x="12" y="17824"/>
                    <a:pt x="12" y="17896"/>
                  </a:cubicBezTo>
                  <a:cubicBezTo>
                    <a:pt x="12" y="17955"/>
                    <a:pt x="12" y="18015"/>
                    <a:pt x="12" y="18086"/>
                  </a:cubicBezTo>
                  <a:cubicBezTo>
                    <a:pt x="12" y="18146"/>
                    <a:pt x="12" y="18217"/>
                    <a:pt x="12" y="18277"/>
                  </a:cubicBezTo>
                  <a:cubicBezTo>
                    <a:pt x="12" y="18348"/>
                    <a:pt x="12" y="18408"/>
                    <a:pt x="12" y="18479"/>
                  </a:cubicBezTo>
                  <a:cubicBezTo>
                    <a:pt x="12" y="18539"/>
                    <a:pt x="12" y="18598"/>
                    <a:pt x="12" y="18670"/>
                  </a:cubicBezTo>
                  <a:cubicBezTo>
                    <a:pt x="12" y="18729"/>
                    <a:pt x="12" y="18801"/>
                    <a:pt x="12" y="18860"/>
                  </a:cubicBezTo>
                  <a:cubicBezTo>
                    <a:pt x="12" y="18932"/>
                    <a:pt x="12" y="18991"/>
                    <a:pt x="12" y="19063"/>
                  </a:cubicBezTo>
                  <a:cubicBezTo>
                    <a:pt x="12" y="19122"/>
                    <a:pt x="12" y="19182"/>
                    <a:pt x="12" y="19253"/>
                  </a:cubicBezTo>
                  <a:cubicBezTo>
                    <a:pt x="12" y="19313"/>
                    <a:pt x="12" y="19384"/>
                    <a:pt x="12" y="19444"/>
                  </a:cubicBezTo>
                  <a:cubicBezTo>
                    <a:pt x="12" y="19515"/>
                    <a:pt x="12" y="19575"/>
                    <a:pt x="12" y="19646"/>
                  </a:cubicBezTo>
                  <a:cubicBezTo>
                    <a:pt x="12" y="19705"/>
                    <a:pt x="12" y="19765"/>
                    <a:pt x="12" y="19836"/>
                  </a:cubicBezTo>
                  <a:cubicBezTo>
                    <a:pt x="12" y="19896"/>
                    <a:pt x="12" y="19967"/>
                    <a:pt x="12" y="20027"/>
                  </a:cubicBezTo>
                  <a:cubicBezTo>
                    <a:pt x="12" y="20098"/>
                    <a:pt x="12" y="20158"/>
                    <a:pt x="12" y="20229"/>
                  </a:cubicBezTo>
                  <a:cubicBezTo>
                    <a:pt x="12" y="20289"/>
                    <a:pt x="12" y="20348"/>
                    <a:pt x="12" y="20420"/>
                  </a:cubicBezTo>
                  <a:cubicBezTo>
                    <a:pt x="12" y="20479"/>
                    <a:pt x="12" y="20551"/>
                    <a:pt x="12" y="20610"/>
                  </a:cubicBezTo>
                  <a:cubicBezTo>
                    <a:pt x="12" y="20682"/>
                    <a:pt x="12" y="20741"/>
                    <a:pt x="12" y="20813"/>
                  </a:cubicBezTo>
                  <a:cubicBezTo>
                    <a:pt x="12" y="20872"/>
                    <a:pt x="12" y="20932"/>
                    <a:pt x="12" y="21003"/>
                  </a:cubicBezTo>
                  <a:cubicBezTo>
                    <a:pt x="12" y="21063"/>
                    <a:pt x="12" y="21134"/>
                    <a:pt x="12" y="21194"/>
                  </a:cubicBezTo>
                  <a:cubicBezTo>
                    <a:pt x="12" y="21265"/>
                    <a:pt x="12" y="21325"/>
                    <a:pt x="12" y="21396"/>
                  </a:cubicBezTo>
                  <a:cubicBezTo>
                    <a:pt x="12" y="21456"/>
                    <a:pt x="12" y="21515"/>
                    <a:pt x="12" y="21587"/>
                  </a:cubicBezTo>
                  <a:cubicBezTo>
                    <a:pt x="0" y="22515"/>
                    <a:pt x="500" y="23373"/>
                    <a:pt x="1310" y="23837"/>
                  </a:cubicBezTo>
                  <a:lnTo>
                    <a:pt x="36612" y="44208"/>
                  </a:lnTo>
                  <a:cubicBezTo>
                    <a:pt x="37416" y="44679"/>
                    <a:pt x="38315" y="44914"/>
                    <a:pt x="39215" y="44914"/>
                  </a:cubicBezTo>
                  <a:cubicBezTo>
                    <a:pt x="40115" y="44914"/>
                    <a:pt x="41017" y="44679"/>
                    <a:pt x="41827" y="44208"/>
                  </a:cubicBezTo>
                  <a:lnTo>
                    <a:pt x="77129" y="23837"/>
                  </a:lnTo>
                  <a:cubicBezTo>
                    <a:pt x="77939" y="23373"/>
                    <a:pt x="78439" y="22515"/>
                    <a:pt x="78427" y="21587"/>
                  </a:cubicBezTo>
                  <a:lnTo>
                    <a:pt x="78427" y="21384"/>
                  </a:lnTo>
                  <a:lnTo>
                    <a:pt x="78427" y="21194"/>
                  </a:lnTo>
                  <a:lnTo>
                    <a:pt x="78427" y="21003"/>
                  </a:lnTo>
                  <a:lnTo>
                    <a:pt x="78427" y="20801"/>
                  </a:lnTo>
                  <a:lnTo>
                    <a:pt x="78427" y="20610"/>
                  </a:lnTo>
                  <a:lnTo>
                    <a:pt x="78427" y="20420"/>
                  </a:lnTo>
                  <a:lnTo>
                    <a:pt x="78427" y="20217"/>
                  </a:lnTo>
                  <a:lnTo>
                    <a:pt x="78427" y="20027"/>
                  </a:lnTo>
                  <a:lnTo>
                    <a:pt x="78427" y="19836"/>
                  </a:lnTo>
                  <a:lnTo>
                    <a:pt x="78427" y="19634"/>
                  </a:lnTo>
                  <a:lnTo>
                    <a:pt x="78427" y="19444"/>
                  </a:lnTo>
                  <a:lnTo>
                    <a:pt x="78427" y="19253"/>
                  </a:lnTo>
                  <a:lnTo>
                    <a:pt x="78427" y="19051"/>
                  </a:lnTo>
                  <a:lnTo>
                    <a:pt x="78427" y="18860"/>
                  </a:lnTo>
                  <a:lnTo>
                    <a:pt x="78427" y="18670"/>
                  </a:lnTo>
                  <a:lnTo>
                    <a:pt x="78427" y="18467"/>
                  </a:lnTo>
                  <a:lnTo>
                    <a:pt x="78427" y="18277"/>
                  </a:lnTo>
                  <a:lnTo>
                    <a:pt x="78427" y="18086"/>
                  </a:lnTo>
                  <a:lnTo>
                    <a:pt x="78427" y="17884"/>
                  </a:lnTo>
                  <a:lnTo>
                    <a:pt x="78427" y="17693"/>
                  </a:lnTo>
                  <a:lnTo>
                    <a:pt x="78427" y="17503"/>
                  </a:lnTo>
                  <a:lnTo>
                    <a:pt x="78427" y="17300"/>
                  </a:lnTo>
                  <a:lnTo>
                    <a:pt x="78427" y="17110"/>
                  </a:lnTo>
                  <a:lnTo>
                    <a:pt x="78427" y="16919"/>
                  </a:lnTo>
                  <a:lnTo>
                    <a:pt x="78427" y="16717"/>
                  </a:lnTo>
                  <a:lnTo>
                    <a:pt x="78427" y="16527"/>
                  </a:lnTo>
                  <a:lnTo>
                    <a:pt x="78427" y="16336"/>
                  </a:lnTo>
                  <a:lnTo>
                    <a:pt x="78427" y="16146"/>
                  </a:lnTo>
                  <a:lnTo>
                    <a:pt x="78427" y="15943"/>
                  </a:lnTo>
                  <a:lnTo>
                    <a:pt x="78427" y="15753"/>
                  </a:lnTo>
                  <a:lnTo>
                    <a:pt x="78427" y="15562"/>
                  </a:lnTo>
                  <a:lnTo>
                    <a:pt x="78427" y="15360"/>
                  </a:lnTo>
                  <a:lnTo>
                    <a:pt x="78427" y="15169"/>
                  </a:lnTo>
                  <a:lnTo>
                    <a:pt x="78427" y="14979"/>
                  </a:lnTo>
                  <a:lnTo>
                    <a:pt x="78427" y="14776"/>
                  </a:lnTo>
                  <a:lnTo>
                    <a:pt x="78427" y="14586"/>
                  </a:lnTo>
                  <a:lnTo>
                    <a:pt x="78427" y="14395"/>
                  </a:lnTo>
                  <a:lnTo>
                    <a:pt x="78427" y="14193"/>
                  </a:lnTo>
                  <a:lnTo>
                    <a:pt x="78427" y="14002"/>
                  </a:lnTo>
                  <a:lnTo>
                    <a:pt x="78427" y="13812"/>
                  </a:lnTo>
                  <a:lnTo>
                    <a:pt x="78427" y="13609"/>
                  </a:lnTo>
                  <a:lnTo>
                    <a:pt x="78427" y="13419"/>
                  </a:lnTo>
                  <a:lnTo>
                    <a:pt x="78427" y="13228"/>
                  </a:lnTo>
                  <a:lnTo>
                    <a:pt x="78427" y="13026"/>
                  </a:lnTo>
                  <a:lnTo>
                    <a:pt x="78427" y="12836"/>
                  </a:lnTo>
                  <a:lnTo>
                    <a:pt x="78427" y="12645"/>
                  </a:lnTo>
                  <a:lnTo>
                    <a:pt x="78427" y="12443"/>
                  </a:lnTo>
                  <a:lnTo>
                    <a:pt x="78427" y="12252"/>
                  </a:lnTo>
                  <a:lnTo>
                    <a:pt x="78427" y="12062"/>
                  </a:lnTo>
                  <a:lnTo>
                    <a:pt x="78427" y="11859"/>
                  </a:lnTo>
                  <a:lnTo>
                    <a:pt x="78427" y="11669"/>
                  </a:lnTo>
                  <a:lnTo>
                    <a:pt x="78427" y="11478"/>
                  </a:lnTo>
                  <a:lnTo>
                    <a:pt x="78427" y="11276"/>
                  </a:lnTo>
                  <a:lnTo>
                    <a:pt x="78427" y="11085"/>
                  </a:lnTo>
                  <a:lnTo>
                    <a:pt x="78427" y="10895"/>
                  </a:lnTo>
                  <a:lnTo>
                    <a:pt x="78427" y="10692"/>
                  </a:lnTo>
                  <a:lnTo>
                    <a:pt x="78427" y="10502"/>
                  </a:lnTo>
                  <a:lnTo>
                    <a:pt x="78427" y="10311"/>
                  </a:lnTo>
                  <a:lnTo>
                    <a:pt x="78427" y="10109"/>
                  </a:lnTo>
                  <a:lnTo>
                    <a:pt x="78427" y="9919"/>
                  </a:lnTo>
                  <a:lnTo>
                    <a:pt x="78427" y="9728"/>
                  </a:lnTo>
                  <a:lnTo>
                    <a:pt x="78427" y="9526"/>
                  </a:lnTo>
                  <a:lnTo>
                    <a:pt x="78427" y="9335"/>
                  </a:lnTo>
                  <a:lnTo>
                    <a:pt x="78427" y="9145"/>
                  </a:lnTo>
                  <a:lnTo>
                    <a:pt x="78427" y="8942"/>
                  </a:lnTo>
                  <a:lnTo>
                    <a:pt x="78427" y="8752"/>
                  </a:lnTo>
                  <a:lnTo>
                    <a:pt x="78427" y="8561"/>
                  </a:lnTo>
                  <a:lnTo>
                    <a:pt x="78427" y="8359"/>
                  </a:lnTo>
                  <a:lnTo>
                    <a:pt x="78427" y="8168"/>
                  </a:lnTo>
                  <a:lnTo>
                    <a:pt x="78427" y="7978"/>
                  </a:lnTo>
                  <a:lnTo>
                    <a:pt x="78427" y="7775"/>
                  </a:lnTo>
                  <a:lnTo>
                    <a:pt x="78427" y="7585"/>
                  </a:lnTo>
                  <a:lnTo>
                    <a:pt x="78427" y="7394"/>
                  </a:lnTo>
                  <a:lnTo>
                    <a:pt x="78427" y="7192"/>
                  </a:lnTo>
                  <a:lnTo>
                    <a:pt x="78427" y="7002"/>
                  </a:lnTo>
                  <a:lnTo>
                    <a:pt x="78427" y="6811"/>
                  </a:lnTo>
                  <a:lnTo>
                    <a:pt x="78427" y="6609"/>
                  </a:lnTo>
                  <a:lnTo>
                    <a:pt x="78427" y="6418"/>
                  </a:lnTo>
                  <a:lnTo>
                    <a:pt x="78427" y="6228"/>
                  </a:lnTo>
                  <a:lnTo>
                    <a:pt x="78427" y="6025"/>
                  </a:lnTo>
                  <a:lnTo>
                    <a:pt x="78427" y="5835"/>
                  </a:lnTo>
                  <a:lnTo>
                    <a:pt x="78427" y="5644"/>
                  </a:lnTo>
                  <a:lnTo>
                    <a:pt x="78427" y="5442"/>
                  </a:lnTo>
                  <a:lnTo>
                    <a:pt x="78427" y="5251"/>
                  </a:lnTo>
                  <a:lnTo>
                    <a:pt x="78427" y="5061"/>
                  </a:lnTo>
                  <a:lnTo>
                    <a:pt x="78427" y="4858"/>
                  </a:lnTo>
                  <a:lnTo>
                    <a:pt x="78427" y="4668"/>
                  </a:lnTo>
                  <a:lnTo>
                    <a:pt x="78427" y="4477"/>
                  </a:lnTo>
                  <a:lnTo>
                    <a:pt x="78427" y="4275"/>
                  </a:lnTo>
                  <a:lnTo>
                    <a:pt x="78427" y="4085"/>
                  </a:lnTo>
                  <a:lnTo>
                    <a:pt x="78427" y="3894"/>
                  </a:lnTo>
                  <a:lnTo>
                    <a:pt x="78427" y="3692"/>
                  </a:lnTo>
                  <a:lnTo>
                    <a:pt x="78427" y="3501"/>
                  </a:lnTo>
                  <a:lnTo>
                    <a:pt x="78427" y="3311"/>
                  </a:lnTo>
                  <a:lnTo>
                    <a:pt x="78427" y="3108"/>
                  </a:lnTo>
                  <a:lnTo>
                    <a:pt x="78427" y="2918"/>
                  </a:lnTo>
                  <a:lnTo>
                    <a:pt x="78427" y="2727"/>
                  </a:lnTo>
                  <a:lnTo>
                    <a:pt x="78427" y="2525"/>
                  </a:lnTo>
                  <a:lnTo>
                    <a:pt x="78427" y="2334"/>
                  </a:lnTo>
                  <a:lnTo>
                    <a:pt x="78427" y="2144"/>
                  </a:lnTo>
                  <a:lnTo>
                    <a:pt x="78427" y="1941"/>
                  </a:lnTo>
                  <a:lnTo>
                    <a:pt x="78427" y="1751"/>
                  </a:lnTo>
                  <a:lnTo>
                    <a:pt x="78427" y="1560"/>
                  </a:lnTo>
                  <a:lnTo>
                    <a:pt x="78427" y="1358"/>
                  </a:lnTo>
                  <a:lnTo>
                    <a:pt x="78427" y="1167"/>
                  </a:lnTo>
                  <a:lnTo>
                    <a:pt x="78427" y="977"/>
                  </a:lnTo>
                  <a:lnTo>
                    <a:pt x="78427" y="775"/>
                  </a:lnTo>
                  <a:lnTo>
                    <a:pt x="78427" y="584"/>
                  </a:lnTo>
                  <a:lnTo>
                    <a:pt x="78427" y="394"/>
                  </a:lnTo>
                  <a:lnTo>
                    <a:pt x="78427" y="191"/>
                  </a:lnTo>
                  <a:lnTo>
                    <a:pt x="78427" y="1"/>
                  </a:lnTo>
                  <a:lnTo>
                    <a:pt x="78212" y="1"/>
                  </a:lnTo>
                  <a:cubicBezTo>
                    <a:pt x="78224" y="858"/>
                    <a:pt x="77760" y="1644"/>
                    <a:pt x="77022" y="2072"/>
                  </a:cubicBezTo>
                  <a:lnTo>
                    <a:pt x="41720" y="22444"/>
                  </a:lnTo>
                  <a:cubicBezTo>
                    <a:pt x="40946" y="22890"/>
                    <a:pt x="40083" y="23114"/>
                    <a:pt x="39218" y="23114"/>
                  </a:cubicBezTo>
                  <a:cubicBezTo>
                    <a:pt x="38353" y="23114"/>
                    <a:pt x="37487" y="22890"/>
                    <a:pt x="36707" y="22444"/>
                  </a:cubicBezTo>
                  <a:lnTo>
                    <a:pt x="1417" y="2072"/>
                  </a:lnTo>
                  <a:cubicBezTo>
                    <a:pt x="667" y="1644"/>
                    <a:pt x="215" y="858"/>
                    <a:pt x="226" y="1"/>
                  </a:cubicBezTo>
                  <a:close/>
                </a:path>
              </a:pathLst>
            </a:custGeom>
            <a:gradFill>
              <a:gsLst>
                <a:gs pos="0">
                  <a:srgbClr val="A0FDF1">
                    <a:alpha val="41568"/>
                    <a:alpha val="41520"/>
                  </a:srgbClr>
                </a:gs>
                <a:gs pos="100000">
                  <a:srgbClr val="FFFFFF">
                    <a:alpha val="37254"/>
                    <a:alpha val="4152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5553063" y="1487604"/>
              <a:ext cx="1981525" cy="1164300"/>
            </a:xfrm>
            <a:custGeom>
              <a:avLst/>
              <a:gdLst/>
              <a:ahLst/>
              <a:cxnLst/>
              <a:rect l="l" t="t" r="r" b="b"/>
              <a:pathLst>
                <a:path w="79261" h="46572" extrusionOk="0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rgbClr val="A0FDF1">
                <a:alpha val="4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4" name="Google Shape;174;p15"/>
          <p:cNvSpPr/>
          <p:nvPr/>
        </p:nvSpPr>
        <p:spPr>
          <a:xfrm>
            <a:off x="5663900" y="960451"/>
            <a:ext cx="216600" cy="216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5"/>
          <p:cNvSpPr/>
          <p:nvPr/>
        </p:nvSpPr>
        <p:spPr>
          <a:xfrm>
            <a:off x="5801975" y="683401"/>
            <a:ext cx="162600" cy="162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5"/>
          <p:cNvSpPr/>
          <p:nvPr/>
        </p:nvSpPr>
        <p:spPr>
          <a:xfrm>
            <a:off x="6052475" y="750451"/>
            <a:ext cx="183600" cy="183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5"/>
          <p:cNvSpPr/>
          <p:nvPr/>
        </p:nvSpPr>
        <p:spPr>
          <a:xfrm>
            <a:off x="6097900" y="475076"/>
            <a:ext cx="148500" cy="148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5"/>
          <p:cNvSpPr/>
          <p:nvPr/>
        </p:nvSpPr>
        <p:spPr>
          <a:xfrm>
            <a:off x="6332400" y="572401"/>
            <a:ext cx="125100" cy="1251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5"/>
          <p:cNvSpPr/>
          <p:nvPr/>
        </p:nvSpPr>
        <p:spPr>
          <a:xfrm>
            <a:off x="6590925" y="733076"/>
            <a:ext cx="100800" cy="1008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5"/>
          <p:cNvSpPr/>
          <p:nvPr/>
        </p:nvSpPr>
        <p:spPr>
          <a:xfrm>
            <a:off x="6590925" y="512401"/>
            <a:ext cx="100800" cy="1008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5"/>
          <p:cNvSpPr/>
          <p:nvPr/>
        </p:nvSpPr>
        <p:spPr>
          <a:xfrm>
            <a:off x="6825325" y="683401"/>
            <a:ext cx="82200" cy="822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5"/>
          <p:cNvSpPr/>
          <p:nvPr/>
        </p:nvSpPr>
        <p:spPr>
          <a:xfrm>
            <a:off x="6945450" y="846001"/>
            <a:ext cx="70500" cy="70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5"/>
          <p:cNvSpPr/>
          <p:nvPr/>
        </p:nvSpPr>
        <p:spPr>
          <a:xfrm>
            <a:off x="7132575" y="863301"/>
            <a:ext cx="53100" cy="531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5"/>
          <p:cNvSpPr/>
          <p:nvPr/>
        </p:nvSpPr>
        <p:spPr>
          <a:xfrm>
            <a:off x="7213125" y="1020876"/>
            <a:ext cx="53100" cy="531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5"/>
          <p:cNvSpPr/>
          <p:nvPr/>
        </p:nvSpPr>
        <p:spPr>
          <a:xfrm>
            <a:off x="7341050" y="1042201"/>
            <a:ext cx="53100" cy="531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B3752FC-AF6D-17EB-361B-C60BAA58A0AF}"/>
              </a:ext>
            </a:extLst>
          </p:cNvPr>
          <p:cNvSpPr/>
          <p:nvPr/>
        </p:nvSpPr>
        <p:spPr>
          <a:xfrm>
            <a:off x="6825325" y="4330202"/>
            <a:ext cx="2115552" cy="68502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BHARATH K</a:t>
            </a:r>
          </a:p>
          <a:p>
            <a:r>
              <a:rPr lang="en-US"/>
              <a:t>BCA-D</a:t>
            </a:r>
          </a:p>
          <a:p>
            <a:r>
              <a:rPr lang="en-US"/>
              <a:t>JUUG23BCAS25059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27"/>
          <p:cNvSpPr txBox="1">
            <a:spLocks noGrp="1"/>
          </p:cNvSpPr>
          <p:nvPr>
            <p:ph type="title"/>
          </p:nvPr>
        </p:nvSpPr>
        <p:spPr>
          <a:xfrm>
            <a:off x="514775" y="197334"/>
            <a:ext cx="8114400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chemeClr val="accent1"/>
                </a:solidFill>
                <a:latin typeface="Eras Demi ITC" panose="020B0805030504020804" pitchFamily="34" charset="0"/>
              </a:rPr>
              <a:t>Defining Data Warehouse </a:t>
            </a:r>
            <a:endParaRPr sz="3600" b="1" dirty="0">
              <a:solidFill>
                <a:schemeClr val="accent1"/>
              </a:solidFill>
              <a:latin typeface="Eras Demi ITC" panose="020B0805030504020804" pitchFamily="34" charset="0"/>
            </a:endParaRPr>
          </a:p>
        </p:txBody>
      </p:sp>
      <p:grpSp>
        <p:nvGrpSpPr>
          <p:cNvPr id="1649" name="Google Shape;1649;p27"/>
          <p:cNvGrpSpPr/>
          <p:nvPr/>
        </p:nvGrpSpPr>
        <p:grpSpPr>
          <a:xfrm>
            <a:off x="2984785" y="1405676"/>
            <a:ext cx="3173949" cy="3092262"/>
            <a:chOff x="3308863" y="1644937"/>
            <a:chExt cx="2526225" cy="2461013"/>
          </a:xfrm>
        </p:grpSpPr>
        <p:grpSp>
          <p:nvGrpSpPr>
            <p:cNvPr id="1650" name="Google Shape;1650;p27"/>
            <p:cNvGrpSpPr/>
            <p:nvPr/>
          </p:nvGrpSpPr>
          <p:grpSpPr>
            <a:xfrm>
              <a:off x="4447388" y="2652255"/>
              <a:ext cx="1387700" cy="1453695"/>
              <a:chOff x="4447388" y="2652255"/>
              <a:chExt cx="1387700" cy="1453695"/>
            </a:xfrm>
          </p:grpSpPr>
          <p:sp>
            <p:nvSpPr>
              <p:cNvPr id="1651" name="Google Shape;1651;p27"/>
              <p:cNvSpPr/>
              <p:nvPr/>
            </p:nvSpPr>
            <p:spPr>
              <a:xfrm>
                <a:off x="4447388" y="3302850"/>
                <a:ext cx="1387700" cy="803100"/>
              </a:xfrm>
              <a:custGeom>
                <a:avLst/>
                <a:gdLst/>
                <a:ahLst/>
                <a:cxnLst/>
                <a:rect l="l" t="t" r="r" b="b"/>
                <a:pathLst>
                  <a:path w="55508" h="32124" extrusionOk="0">
                    <a:moveTo>
                      <a:pt x="20801" y="298"/>
                    </a:moveTo>
                    <a:lnTo>
                      <a:pt x="54996" y="20039"/>
                    </a:lnTo>
                    <a:lnTo>
                      <a:pt x="34720" y="31826"/>
                    </a:lnTo>
                    <a:lnTo>
                      <a:pt x="525" y="12086"/>
                    </a:lnTo>
                    <a:lnTo>
                      <a:pt x="20801" y="298"/>
                    </a:lnTo>
                    <a:close/>
                    <a:moveTo>
                      <a:pt x="20801" y="1"/>
                    </a:moveTo>
                    <a:lnTo>
                      <a:pt x="1" y="12086"/>
                    </a:lnTo>
                    <a:lnTo>
                      <a:pt x="34720" y="32124"/>
                    </a:lnTo>
                    <a:lnTo>
                      <a:pt x="55508" y="20039"/>
                    </a:lnTo>
                    <a:lnTo>
                      <a:pt x="20801" y="1"/>
                    </a:lnTo>
                    <a:close/>
                  </a:path>
                </a:pathLst>
              </a:custGeom>
              <a:solidFill>
                <a:srgbClr val="C1C1C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27"/>
              <p:cNvSpPr/>
              <p:nvPr/>
            </p:nvSpPr>
            <p:spPr>
              <a:xfrm>
                <a:off x="4447388" y="3302850"/>
                <a:ext cx="1387700" cy="803100"/>
              </a:xfrm>
              <a:custGeom>
                <a:avLst/>
                <a:gdLst/>
                <a:ahLst/>
                <a:cxnLst/>
                <a:rect l="l" t="t" r="r" b="b"/>
                <a:pathLst>
                  <a:path w="55508" h="32124" extrusionOk="0">
                    <a:moveTo>
                      <a:pt x="20801" y="298"/>
                    </a:moveTo>
                    <a:lnTo>
                      <a:pt x="54996" y="20039"/>
                    </a:lnTo>
                    <a:lnTo>
                      <a:pt x="34720" y="31826"/>
                    </a:lnTo>
                    <a:lnTo>
                      <a:pt x="525" y="12086"/>
                    </a:lnTo>
                    <a:lnTo>
                      <a:pt x="20801" y="298"/>
                    </a:lnTo>
                    <a:close/>
                    <a:moveTo>
                      <a:pt x="20801" y="1"/>
                    </a:moveTo>
                    <a:lnTo>
                      <a:pt x="1" y="12086"/>
                    </a:lnTo>
                    <a:lnTo>
                      <a:pt x="34720" y="32124"/>
                    </a:lnTo>
                    <a:lnTo>
                      <a:pt x="55508" y="20039"/>
                    </a:lnTo>
                    <a:lnTo>
                      <a:pt x="20801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27"/>
              <p:cNvSpPr/>
              <p:nvPr/>
            </p:nvSpPr>
            <p:spPr>
              <a:xfrm>
                <a:off x="4541163" y="2824825"/>
                <a:ext cx="393225" cy="183375"/>
              </a:xfrm>
              <a:custGeom>
                <a:avLst/>
                <a:gdLst/>
                <a:ahLst/>
                <a:cxnLst/>
                <a:rect l="l" t="t" r="r" b="b"/>
                <a:pathLst>
                  <a:path w="15729" h="7335" extrusionOk="0">
                    <a:moveTo>
                      <a:pt x="6156" y="7335"/>
                    </a:moveTo>
                    <a:lnTo>
                      <a:pt x="15729" y="1762"/>
                    </a:lnTo>
                    <a:cubicBezTo>
                      <a:pt x="15633" y="1691"/>
                      <a:pt x="15538" y="1620"/>
                      <a:pt x="15443" y="1548"/>
                    </a:cubicBezTo>
                    <a:cubicBezTo>
                      <a:pt x="15348" y="1489"/>
                      <a:pt x="15240" y="1405"/>
                      <a:pt x="15145" y="1334"/>
                    </a:cubicBezTo>
                    <a:lnTo>
                      <a:pt x="15133" y="1334"/>
                    </a:lnTo>
                    <a:lnTo>
                      <a:pt x="15109" y="1310"/>
                    </a:lnTo>
                    <a:cubicBezTo>
                      <a:pt x="15026" y="1262"/>
                      <a:pt x="14943" y="1203"/>
                      <a:pt x="14848" y="1143"/>
                    </a:cubicBezTo>
                    <a:cubicBezTo>
                      <a:pt x="14764" y="1096"/>
                      <a:pt x="14669" y="1024"/>
                      <a:pt x="14574" y="977"/>
                    </a:cubicBezTo>
                    <a:lnTo>
                      <a:pt x="14502" y="941"/>
                    </a:lnTo>
                    <a:cubicBezTo>
                      <a:pt x="14431" y="893"/>
                      <a:pt x="14359" y="858"/>
                      <a:pt x="14288" y="810"/>
                    </a:cubicBezTo>
                    <a:cubicBezTo>
                      <a:pt x="14252" y="798"/>
                      <a:pt x="14228" y="786"/>
                      <a:pt x="14205" y="774"/>
                    </a:cubicBezTo>
                    <a:lnTo>
                      <a:pt x="14086" y="715"/>
                    </a:lnTo>
                    <a:lnTo>
                      <a:pt x="14002" y="667"/>
                    </a:lnTo>
                    <a:cubicBezTo>
                      <a:pt x="13955" y="643"/>
                      <a:pt x="13907" y="619"/>
                      <a:pt x="13859" y="596"/>
                    </a:cubicBezTo>
                    <a:lnTo>
                      <a:pt x="13764" y="548"/>
                    </a:lnTo>
                    <a:lnTo>
                      <a:pt x="13716" y="536"/>
                    </a:lnTo>
                    <a:cubicBezTo>
                      <a:pt x="13633" y="488"/>
                      <a:pt x="13538" y="453"/>
                      <a:pt x="13443" y="417"/>
                    </a:cubicBezTo>
                    <a:cubicBezTo>
                      <a:pt x="13347" y="381"/>
                      <a:pt x="13252" y="346"/>
                      <a:pt x="13169" y="310"/>
                    </a:cubicBezTo>
                    <a:lnTo>
                      <a:pt x="13121" y="298"/>
                    </a:lnTo>
                    <a:lnTo>
                      <a:pt x="13026" y="262"/>
                    </a:lnTo>
                    <a:lnTo>
                      <a:pt x="12883" y="215"/>
                    </a:lnTo>
                    <a:lnTo>
                      <a:pt x="12812" y="203"/>
                    </a:lnTo>
                    <a:lnTo>
                      <a:pt x="12681" y="167"/>
                    </a:lnTo>
                    <a:lnTo>
                      <a:pt x="12585" y="143"/>
                    </a:lnTo>
                    <a:lnTo>
                      <a:pt x="12490" y="119"/>
                    </a:lnTo>
                    <a:lnTo>
                      <a:pt x="12371" y="96"/>
                    </a:lnTo>
                    <a:lnTo>
                      <a:pt x="12312" y="72"/>
                    </a:lnTo>
                    <a:lnTo>
                      <a:pt x="12192" y="60"/>
                    </a:lnTo>
                    <a:lnTo>
                      <a:pt x="12050" y="36"/>
                    </a:lnTo>
                    <a:lnTo>
                      <a:pt x="12002" y="24"/>
                    </a:lnTo>
                    <a:cubicBezTo>
                      <a:pt x="11966" y="24"/>
                      <a:pt x="11931" y="24"/>
                      <a:pt x="11883" y="12"/>
                    </a:cubicBezTo>
                    <a:cubicBezTo>
                      <a:pt x="11847" y="12"/>
                      <a:pt x="11788" y="0"/>
                      <a:pt x="11740" y="0"/>
                    </a:cubicBezTo>
                    <a:lnTo>
                      <a:pt x="11692" y="0"/>
                    </a:lnTo>
                    <a:lnTo>
                      <a:pt x="11597" y="0"/>
                    </a:lnTo>
                    <a:lnTo>
                      <a:pt x="11419" y="0"/>
                    </a:lnTo>
                    <a:lnTo>
                      <a:pt x="11371" y="0"/>
                    </a:lnTo>
                    <a:lnTo>
                      <a:pt x="11299" y="0"/>
                    </a:lnTo>
                    <a:cubicBezTo>
                      <a:pt x="11216" y="0"/>
                      <a:pt x="11145" y="0"/>
                      <a:pt x="11073" y="12"/>
                    </a:cubicBezTo>
                    <a:lnTo>
                      <a:pt x="11014" y="12"/>
                    </a:lnTo>
                    <a:lnTo>
                      <a:pt x="10966" y="12"/>
                    </a:lnTo>
                    <a:cubicBezTo>
                      <a:pt x="10847" y="24"/>
                      <a:pt x="10740" y="36"/>
                      <a:pt x="10633" y="60"/>
                    </a:cubicBezTo>
                    <a:lnTo>
                      <a:pt x="10609" y="60"/>
                    </a:lnTo>
                    <a:lnTo>
                      <a:pt x="10609" y="60"/>
                    </a:lnTo>
                    <a:lnTo>
                      <a:pt x="10549" y="72"/>
                    </a:lnTo>
                    <a:cubicBezTo>
                      <a:pt x="10478" y="84"/>
                      <a:pt x="10407" y="107"/>
                      <a:pt x="10347" y="119"/>
                    </a:cubicBezTo>
                    <a:lnTo>
                      <a:pt x="10252" y="155"/>
                    </a:lnTo>
                    <a:lnTo>
                      <a:pt x="10133" y="203"/>
                    </a:lnTo>
                    <a:lnTo>
                      <a:pt x="10097" y="215"/>
                    </a:lnTo>
                    <a:cubicBezTo>
                      <a:pt x="10037" y="227"/>
                      <a:pt x="9978" y="262"/>
                      <a:pt x="9918" y="286"/>
                    </a:cubicBezTo>
                    <a:lnTo>
                      <a:pt x="9823" y="322"/>
                    </a:lnTo>
                    <a:cubicBezTo>
                      <a:pt x="9740" y="357"/>
                      <a:pt x="9645" y="405"/>
                      <a:pt x="9561" y="453"/>
                    </a:cubicBezTo>
                    <a:lnTo>
                      <a:pt x="0" y="6013"/>
                    </a:lnTo>
                    <a:cubicBezTo>
                      <a:pt x="84" y="5965"/>
                      <a:pt x="167" y="5918"/>
                      <a:pt x="262" y="5882"/>
                    </a:cubicBezTo>
                    <a:lnTo>
                      <a:pt x="346" y="5846"/>
                    </a:lnTo>
                    <a:cubicBezTo>
                      <a:pt x="405" y="5822"/>
                      <a:pt x="465" y="5787"/>
                      <a:pt x="524" y="5763"/>
                    </a:cubicBezTo>
                    <a:lnTo>
                      <a:pt x="679" y="5715"/>
                    </a:lnTo>
                    <a:cubicBezTo>
                      <a:pt x="715" y="5703"/>
                      <a:pt x="739" y="5691"/>
                      <a:pt x="774" y="5691"/>
                    </a:cubicBezTo>
                    <a:cubicBezTo>
                      <a:pt x="834" y="5668"/>
                      <a:pt x="905" y="5656"/>
                      <a:pt x="965" y="5644"/>
                    </a:cubicBezTo>
                    <a:lnTo>
                      <a:pt x="1036" y="5620"/>
                    </a:lnTo>
                    <a:lnTo>
                      <a:pt x="1072" y="5620"/>
                    </a:lnTo>
                    <a:cubicBezTo>
                      <a:pt x="1167" y="5608"/>
                      <a:pt x="1286" y="5584"/>
                      <a:pt x="1393" y="5572"/>
                    </a:cubicBezTo>
                    <a:lnTo>
                      <a:pt x="1501" y="5572"/>
                    </a:lnTo>
                    <a:cubicBezTo>
                      <a:pt x="1572" y="5572"/>
                      <a:pt x="1655" y="5560"/>
                      <a:pt x="1727" y="5560"/>
                    </a:cubicBezTo>
                    <a:lnTo>
                      <a:pt x="1846" y="5560"/>
                    </a:lnTo>
                    <a:lnTo>
                      <a:pt x="2025" y="5560"/>
                    </a:lnTo>
                    <a:lnTo>
                      <a:pt x="2167" y="5560"/>
                    </a:lnTo>
                    <a:lnTo>
                      <a:pt x="2322" y="5584"/>
                    </a:lnTo>
                    <a:lnTo>
                      <a:pt x="2489" y="5596"/>
                    </a:lnTo>
                    <a:lnTo>
                      <a:pt x="2620" y="5620"/>
                    </a:lnTo>
                    <a:lnTo>
                      <a:pt x="2798" y="5656"/>
                    </a:lnTo>
                    <a:lnTo>
                      <a:pt x="2929" y="5680"/>
                    </a:lnTo>
                    <a:lnTo>
                      <a:pt x="3120" y="5727"/>
                    </a:lnTo>
                    <a:lnTo>
                      <a:pt x="3239" y="5763"/>
                    </a:lnTo>
                    <a:cubicBezTo>
                      <a:pt x="3310" y="5787"/>
                      <a:pt x="3382" y="5811"/>
                      <a:pt x="3453" y="5834"/>
                    </a:cubicBezTo>
                    <a:lnTo>
                      <a:pt x="3549" y="5870"/>
                    </a:lnTo>
                    <a:cubicBezTo>
                      <a:pt x="3763" y="5941"/>
                      <a:pt x="3965" y="6025"/>
                      <a:pt x="4191" y="6120"/>
                    </a:cubicBezTo>
                    <a:lnTo>
                      <a:pt x="4287" y="6168"/>
                    </a:lnTo>
                    <a:cubicBezTo>
                      <a:pt x="4358" y="6203"/>
                      <a:pt x="4441" y="6239"/>
                      <a:pt x="4513" y="6275"/>
                    </a:cubicBezTo>
                    <a:lnTo>
                      <a:pt x="4632" y="6334"/>
                    </a:lnTo>
                    <a:cubicBezTo>
                      <a:pt x="4727" y="6394"/>
                      <a:pt x="4822" y="6442"/>
                      <a:pt x="4930" y="6501"/>
                    </a:cubicBezTo>
                    <a:cubicBezTo>
                      <a:pt x="5120" y="6620"/>
                      <a:pt x="5323" y="6751"/>
                      <a:pt x="5525" y="6882"/>
                    </a:cubicBezTo>
                    <a:lnTo>
                      <a:pt x="5549" y="6894"/>
                    </a:lnTo>
                    <a:cubicBezTo>
                      <a:pt x="5751" y="7025"/>
                      <a:pt x="5954" y="7180"/>
                      <a:pt x="6156" y="733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27"/>
              <p:cNvSpPr/>
              <p:nvPr/>
            </p:nvSpPr>
            <p:spPr>
              <a:xfrm>
                <a:off x="4750660" y="2652255"/>
                <a:ext cx="603675" cy="464375"/>
              </a:xfrm>
              <a:custGeom>
                <a:avLst/>
                <a:gdLst/>
                <a:ahLst/>
                <a:cxnLst/>
                <a:rect l="l" t="t" r="r" b="b"/>
                <a:pathLst>
                  <a:path w="24147" h="18575" extrusionOk="0">
                    <a:moveTo>
                      <a:pt x="7633" y="7692"/>
                    </a:moveTo>
                    <a:lnTo>
                      <a:pt x="7728" y="7776"/>
                    </a:lnTo>
                    <a:cubicBezTo>
                      <a:pt x="7930" y="7930"/>
                      <a:pt x="8133" y="8097"/>
                      <a:pt x="8323" y="8264"/>
                    </a:cubicBezTo>
                    <a:lnTo>
                      <a:pt x="8431" y="8347"/>
                    </a:lnTo>
                    <a:cubicBezTo>
                      <a:pt x="8633" y="8526"/>
                      <a:pt x="8835" y="8704"/>
                      <a:pt x="9026" y="8895"/>
                    </a:cubicBezTo>
                    <a:cubicBezTo>
                      <a:pt x="9038" y="8907"/>
                      <a:pt x="9050" y="8919"/>
                      <a:pt x="9073" y="8930"/>
                    </a:cubicBezTo>
                    <a:cubicBezTo>
                      <a:pt x="9264" y="9121"/>
                      <a:pt x="9454" y="9323"/>
                      <a:pt x="9645" y="9514"/>
                    </a:cubicBezTo>
                    <a:lnTo>
                      <a:pt x="9704" y="9585"/>
                    </a:lnTo>
                    <a:cubicBezTo>
                      <a:pt x="9895" y="9776"/>
                      <a:pt x="10074" y="9990"/>
                      <a:pt x="10252" y="10204"/>
                    </a:cubicBezTo>
                    <a:lnTo>
                      <a:pt x="10336" y="10300"/>
                    </a:lnTo>
                    <a:cubicBezTo>
                      <a:pt x="10514" y="10502"/>
                      <a:pt x="10681" y="10716"/>
                      <a:pt x="10847" y="10931"/>
                    </a:cubicBezTo>
                    <a:lnTo>
                      <a:pt x="10967" y="11074"/>
                    </a:lnTo>
                    <a:cubicBezTo>
                      <a:pt x="11074" y="11228"/>
                      <a:pt x="11193" y="11383"/>
                      <a:pt x="11300" y="11538"/>
                    </a:cubicBezTo>
                    <a:cubicBezTo>
                      <a:pt x="11383" y="11657"/>
                      <a:pt x="11467" y="11776"/>
                      <a:pt x="11562" y="11907"/>
                    </a:cubicBezTo>
                    <a:cubicBezTo>
                      <a:pt x="11681" y="12086"/>
                      <a:pt x="11812" y="12276"/>
                      <a:pt x="11931" y="12455"/>
                    </a:cubicBezTo>
                    <a:cubicBezTo>
                      <a:pt x="11955" y="12502"/>
                      <a:pt x="11979" y="12538"/>
                      <a:pt x="12002" y="12574"/>
                    </a:cubicBezTo>
                    <a:cubicBezTo>
                      <a:pt x="12145" y="12800"/>
                      <a:pt x="12288" y="13038"/>
                      <a:pt x="12431" y="13276"/>
                    </a:cubicBezTo>
                    <a:cubicBezTo>
                      <a:pt x="12491" y="13383"/>
                      <a:pt x="12550" y="13491"/>
                      <a:pt x="12610" y="13598"/>
                    </a:cubicBezTo>
                    <a:cubicBezTo>
                      <a:pt x="12705" y="13776"/>
                      <a:pt x="12800" y="13943"/>
                      <a:pt x="12895" y="14122"/>
                    </a:cubicBezTo>
                    <a:lnTo>
                      <a:pt x="12979" y="14288"/>
                    </a:lnTo>
                    <a:cubicBezTo>
                      <a:pt x="13098" y="14526"/>
                      <a:pt x="13217" y="14776"/>
                      <a:pt x="13336" y="15015"/>
                    </a:cubicBezTo>
                    <a:cubicBezTo>
                      <a:pt x="13348" y="15050"/>
                      <a:pt x="13360" y="15086"/>
                      <a:pt x="13372" y="15122"/>
                    </a:cubicBezTo>
                    <a:cubicBezTo>
                      <a:pt x="13491" y="15372"/>
                      <a:pt x="13598" y="15622"/>
                      <a:pt x="13705" y="15884"/>
                    </a:cubicBezTo>
                    <a:lnTo>
                      <a:pt x="13753" y="15979"/>
                    </a:lnTo>
                    <a:cubicBezTo>
                      <a:pt x="13848" y="16241"/>
                      <a:pt x="13943" y="16491"/>
                      <a:pt x="14050" y="16753"/>
                    </a:cubicBezTo>
                    <a:lnTo>
                      <a:pt x="14086" y="16872"/>
                    </a:lnTo>
                    <a:cubicBezTo>
                      <a:pt x="14169" y="17122"/>
                      <a:pt x="14253" y="17384"/>
                      <a:pt x="14336" y="17634"/>
                    </a:cubicBezTo>
                    <a:cubicBezTo>
                      <a:pt x="14348" y="17682"/>
                      <a:pt x="14360" y="17717"/>
                      <a:pt x="14372" y="17753"/>
                    </a:cubicBezTo>
                    <a:cubicBezTo>
                      <a:pt x="14443" y="18027"/>
                      <a:pt x="14515" y="18301"/>
                      <a:pt x="14586" y="18575"/>
                    </a:cubicBezTo>
                    <a:lnTo>
                      <a:pt x="24147" y="13002"/>
                    </a:lnTo>
                    <a:cubicBezTo>
                      <a:pt x="24135" y="12967"/>
                      <a:pt x="24123" y="12919"/>
                      <a:pt x="24111" y="12871"/>
                    </a:cubicBezTo>
                    <a:cubicBezTo>
                      <a:pt x="24075" y="12717"/>
                      <a:pt x="24040" y="12562"/>
                      <a:pt x="23992" y="12407"/>
                    </a:cubicBezTo>
                    <a:cubicBezTo>
                      <a:pt x="23968" y="12336"/>
                      <a:pt x="23944" y="12252"/>
                      <a:pt x="23932" y="12193"/>
                    </a:cubicBezTo>
                    <a:cubicBezTo>
                      <a:pt x="23921" y="12145"/>
                      <a:pt x="23909" y="12109"/>
                      <a:pt x="23897" y="12074"/>
                    </a:cubicBezTo>
                    <a:cubicBezTo>
                      <a:pt x="23885" y="12038"/>
                      <a:pt x="23873" y="11990"/>
                      <a:pt x="23861" y="11943"/>
                    </a:cubicBezTo>
                    <a:cubicBezTo>
                      <a:pt x="23813" y="11788"/>
                      <a:pt x="23766" y="11633"/>
                      <a:pt x="23706" y="11490"/>
                    </a:cubicBezTo>
                    <a:cubicBezTo>
                      <a:pt x="23682" y="11419"/>
                      <a:pt x="23671" y="11359"/>
                      <a:pt x="23647" y="11300"/>
                    </a:cubicBezTo>
                    <a:cubicBezTo>
                      <a:pt x="23635" y="11264"/>
                      <a:pt x="23611" y="11228"/>
                      <a:pt x="23599" y="11193"/>
                    </a:cubicBezTo>
                    <a:cubicBezTo>
                      <a:pt x="23587" y="11145"/>
                      <a:pt x="23575" y="11086"/>
                      <a:pt x="23551" y="11038"/>
                    </a:cubicBezTo>
                    <a:cubicBezTo>
                      <a:pt x="23504" y="10895"/>
                      <a:pt x="23444" y="10752"/>
                      <a:pt x="23385" y="10609"/>
                    </a:cubicBezTo>
                    <a:cubicBezTo>
                      <a:pt x="23361" y="10538"/>
                      <a:pt x="23337" y="10478"/>
                      <a:pt x="23313" y="10419"/>
                    </a:cubicBezTo>
                    <a:lnTo>
                      <a:pt x="23278" y="10312"/>
                    </a:lnTo>
                    <a:lnTo>
                      <a:pt x="23218" y="10181"/>
                    </a:lnTo>
                    <a:cubicBezTo>
                      <a:pt x="23159" y="10038"/>
                      <a:pt x="23099" y="9907"/>
                      <a:pt x="23039" y="9764"/>
                    </a:cubicBezTo>
                    <a:cubicBezTo>
                      <a:pt x="23004" y="9692"/>
                      <a:pt x="22980" y="9621"/>
                      <a:pt x="22944" y="9550"/>
                    </a:cubicBezTo>
                    <a:lnTo>
                      <a:pt x="22897" y="9454"/>
                    </a:lnTo>
                    <a:cubicBezTo>
                      <a:pt x="22885" y="9407"/>
                      <a:pt x="22861" y="9371"/>
                      <a:pt x="22849" y="9335"/>
                    </a:cubicBezTo>
                    <a:cubicBezTo>
                      <a:pt x="22778" y="9192"/>
                      <a:pt x="22706" y="9038"/>
                      <a:pt x="22635" y="8895"/>
                    </a:cubicBezTo>
                    <a:cubicBezTo>
                      <a:pt x="22599" y="8835"/>
                      <a:pt x="22575" y="8776"/>
                      <a:pt x="22539" y="8716"/>
                    </a:cubicBezTo>
                    <a:cubicBezTo>
                      <a:pt x="22504" y="8657"/>
                      <a:pt x="22480" y="8609"/>
                      <a:pt x="22456" y="8549"/>
                    </a:cubicBezTo>
                    <a:cubicBezTo>
                      <a:pt x="22432" y="8502"/>
                      <a:pt x="22397" y="8430"/>
                      <a:pt x="22361" y="8359"/>
                    </a:cubicBezTo>
                    <a:cubicBezTo>
                      <a:pt x="22301" y="8252"/>
                      <a:pt x="22230" y="8145"/>
                      <a:pt x="22170" y="8026"/>
                    </a:cubicBezTo>
                    <a:cubicBezTo>
                      <a:pt x="22111" y="7918"/>
                      <a:pt x="22051" y="7811"/>
                      <a:pt x="21992" y="7704"/>
                    </a:cubicBezTo>
                    <a:cubicBezTo>
                      <a:pt x="21968" y="7668"/>
                      <a:pt x="21956" y="7645"/>
                      <a:pt x="21932" y="7609"/>
                    </a:cubicBezTo>
                    <a:cubicBezTo>
                      <a:pt x="21813" y="7406"/>
                      <a:pt x="21694" y="7204"/>
                      <a:pt x="21563" y="7002"/>
                    </a:cubicBezTo>
                    <a:lnTo>
                      <a:pt x="21492" y="6895"/>
                    </a:lnTo>
                    <a:cubicBezTo>
                      <a:pt x="21408" y="6752"/>
                      <a:pt x="21325" y="6621"/>
                      <a:pt x="21230" y="6478"/>
                    </a:cubicBezTo>
                    <a:cubicBezTo>
                      <a:pt x="21194" y="6430"/>
                      <a:pt x="21158" y="6383"/>
                      <a:pt x="21123" y="6335"/>
                    </a:cubicBezTo>
                    <a:cubicBezTo>
                      <a:pt x="21039" y="6216"/>
                      <a:pt x="20956" y="6085"/>
                      <a:pt x="20861" y="5966"/>
                    </a:cubicBezTo>
                    <a:cubicBezTo>
                      <a:pt x="20801" y="5894"/>
                      <a:pt x="20753" y="5811"/>
                      <a:pt x="20694" y="5728"/>
                    </a:cubicBezTo>
                    <a:cubicBezTo>
                      <a:pt x="20634" y="5656"/>
                      <a:pt x="20587" y="5585"/>
                      <a:pt x="20527" y="5513"/>
                    </a:cubicBezTo>
                    <a:cubicBezTo>
                      <a:pt x="20492" y="5454"/>
                      <a:pt x="20456" y="5406"/>
                      <a:pt x="20408" y="5359"/>
                    </a:cubicBezTo>
                    <a:cubicBezTo>
                      <a:pt x="20372" y="5311"/>
                      <a:pt x="20349" y="5287"/>
                      <a:pt x="20325" y="5251"/>
                    </a:cubicBezTo>
                    <a:cubicBezTo>
                      <a:pt x="20206" y="5097"/>
                      <a:pt x="20099" y="4966"/>
                      <a:pt x="19980" y="4823"/>
                    </a:cubicBezTo>
                    <a:cubicBezTo>
                      <a:pt x="19956" y="4787"/>
                      <a:pt x="19932" y="4763"/>
                      <a:pt x="19908" y="4728"/>
                    </a:cubicBezTo>
                    <a:lnTo>
                      <a:pt x="19813" y="4632"/>
                    </a:lnTo>
                    <a:lnTo>
                      <a:pt x="19646" y="4430"/>
                    </a:lnTo>
                    <a:cubicBezTo>
                      <a:pt x="19539" y="4299"/>
                      <a:pt x="19420" y="4180"/>
                      <a:pt x="19301" y="4049"/>
                    </a:cubicBezTo>
                    <a:lnTo>
                      <a:pt x="19265" y="4013"/>
                    </a:lnTo>
                    <a:lnTo>
                      <a:pt x="19206" y="3942"/>
                    </a:lnTo>
                    <a:cubicBezTo>
                      <a:pt x="19122" y="3858"/>
                      <a:pt x="19039" y="3763"/>
                      <a:pt x="18944" y="3680"/>
                    </a:cubicBezTo>
                    <a:cubicBezTo>
                      <a:pt x="18860" y="3585"/>
                      <a:pt x="18741" y="3466"/>
                      <a:pt x="18634" y="3358"/>
                    </a:cubicBezTo>
                    <a:lnTo>
                      <a:pt x="18598" y="3323"/>
                    </a:lnTo>
                    <a:lnTo>
                      <a:pt x="18575" y="3311"/>
                    </a:lnTo>
                    <a:cubicBezTo>
                      <a:pt x="18444" y="3192"/>
                      <a:pt x="18325" y="3073"/>
                      <a:pt x="18194" y="2954"/>
                    </a:cubicBezTo>
                    <a:cubicBezTo>
                      <a:pt x="18122" y="2894"/>
                      <a:pt x="18063" y="2834"/>
                      <a:pt x="18003" y="2787"/>
                    </a:cubicBezTo>
                    <a:lnTo>
                      <a:pt x="17896" y="2692"/>
                    </a:lnTo>
                    <a:lnTo>
                      <a:pt x="17801" y="2608"/>
                    </a:lnTo>
                    <a:cubicBezTo>
                      <a:pt x="17670" y="2501"/>
                      <a:pt x="17539" y="2394"/>
                      <a:pt x="17408" y="2287"/>
                    </a:cubicBezTo>
                    <a:lnTo>
                      <a:pt x="17289" y="2203"/>
                    </a:lnTo>
                    <a:lnTo>
                      <a:pt x="17194" y="2120"/>
                    </a:lnTo>
                    <a:cubicBezTo>
                      <a:pt x="17134" y="2084"/>
                      <a:pt x="17074" y="2037"/>
                      <a:pt x="17027" y="2001"/>
                    </a:cubicBezTo>
                    <a:cubicBezTo>
                      <a:pt x="16896" y="1906"/>
                      <a:pt x="16777" y="1811"/>
                      <a:pt x="16646" y="1727"/>
                    </a:cubicBezTo>
                    <a:lnTo>
                      <a:pt x="16574" y="1680"/>
                    </a:lnTo>
                    <a:lnTo>
                      <a:pt x="16491" y="1620"/>
                    </a:lnTo>
                    <a:lnTo>
                      <a:pt x="16265" y="1477"/>
                    </a:lnTo>
                    <a:cubicBezTo>
                      <a:pt x="16146" y="1394"/>
                      <a:pt x="16027" y="1322"/>
                      <a:pt x="15896" y="1251"/>
                    </a:cubicBezTo>
                    <a:lnTo>
                      <a:pt x="15812" y="1203"/>
                    </a:lnTo>
                    <a:cubicBezTo>
                      <a:pt x="15717" y="1144"/>
                      <a:pt x="15622" y="1096"/>
                      <a:pt x="15539" y="1037"/>
                    </a:cubicBezTo>
                    <a:lnTo>
                      <a:pt x="15431" y="989"/>
                    </a:lnTo>
                    <a:lnTo>
                      <a:pt x="15277" y="918"/>
                    </a:lnTo>
                    <a:lnTo>
                      <a:pt x="15169" y="858"/>
                    </a:lnTo>
                    <a:cubicBezTo>
                      <a:pt x="15110" y="822"/>
                      <a:pt x="15050" y="799"/>
                      <a:pt x="14991" y="775"/>
                    </a:cubicBezTo>
                    <a:cubicBezTo>
                      <a:pt x="14931" y="751"/>
                      <a:pt x="14908" y="727"/>
                      <a:pt x="14860" y="715"/>
                    </a:cubicBezTo>
                    <a:lnTo>
                      <a:pt x="14812" y="691"/>
                    </a:lnTo>
                    <a:cubicBezTo>
                      <a:pt x="14693" y="632"/>
                      <a:pt x="14574" y="584"/>
                      <a:pt x="14467" y="537"/>
                    </a:cubicBezTo>
                    <a:lnTo>
                      <a:pt x="14467" y="537"/>
                    </a:lnTo>
                    <a:cubicBezTo>
                      <a:pt x="14348" y="489"/>
                      <a:pt x="14229" y="441"/>
                      <a:pt x="14110" y="406"/>
                    </a:cubicBezTo>
                    <a:lnTo>
                      <a:pt x="14062" y="394"/>
                    </a:lnTo>
                    <a:cubicBezTo>
                      <a:pt x="14026" y="370"/>
                      <a:pt x="13979" y="358"/>
                      <a:pt x="13931" y="346"/>
                    </a:cubicBezTo>
                    <a:cubicBezTo>
                      <a:pt x="13895" y="334"/>
                      <a:pt x="13812" y="310"/>
                      <a:pt x="13753" y="287"/>
                    </a:cubicBezTo>
                    <a:lnTo>
                      <a:pt x="13669" y="263"/>
                    </a:lnTo>
                    <a:lnTo>
                      <a:pt x="13514" y="227"/>
                    </a:lnTo>
                    <a:cubicBezTo>
                      <a:pt x="13479" y="215"/>
                      <a:pt x="13443" y="203"/>
                      <a:pt x="13395" y="191"/>
                    </a:cubicBezTo>
                    <a:lnTo>
                      <a:pt x="13276" y="167"/>
                    </a:lnTo>
                    <a:lnTo>
                      <a:pt x="13133" y="132"/>
                    </a:lnTo>
                    <a:lnTo>
                      <a:pt x="13050" y="108"/>
                    </a:lnTo>
                    <a:lnTo>
                      <a:pt x="12895" y="84"/>
                    </a:lnTo>
                    <a:lnTo>
                      <a:pt x="12717" y="60"/>
                    </a:lnTo>
                    <a:lnTo>
                      <a:pt x="12657" y="48"/>
                    </a:lnTo>
                    <a:lnTo>
                      <a:pt x="12502" y="37"/>
                    </a:lnTo>
                    <a:lnTo>
                      <a:pt x="12312" y="13"/>
                    </a:lnTo>
                    <a:lnTo>
                      <a:pt x="12264" y="13"/>
                    </a:lnTo>
                    <a:lnTo>
                      <a:pt x="12133" y="13"/>
                    </a:lnTo>
                    <a:cubicBezTo>
                      <a:pt x="12062" y="13"/>
                      <a:pt x="11990" y="1"/>
                      <a:pt x="11907" y="1"/>
                    </a:cubicBezTo>
                    <a:lnTo>
                      <a:pt x="11848" y="1"/>
                    </a:lnTo>
                    <a:lnTo>
                      <a:pt x="11752" y="1"/>
                    </a:lnTo>
                    <a:cubicBezTo>
                      <a:pt x="11657" y="1"/>
                      <a:pt x="11574" y="1"/>
                      <a:pt x="11479" y="13"/>
                    </a:cubicBezTo>
                    <a:lnTo>
                      <a:pt x="11395" y="13"/>
                    </a:lnTo>
                    <a:cubicBezTo>
                      <a:pt x="11371" y="13"/>
                      <a:pt x="11359" y="13"/>
                      <a:pt x="11336" y="25"/>
                    </a:cubicBezTo>
                    <a:cubicBezTo>
                      <a:pt x="11193" y="37"/>
                      <a:pt x="11062" y="60"/>
                      <a:pt x="10919" y="84"/>
                    </a:cubicBezTo>
                    <a:lnTo>
                      <a:pt x="10883" y="84"/>
                    </a:lnTo>
                    <a:lnTo>
                      <a:pt x="10883" y="84"/>
                    </a:lnTo>
                    <a:cubicBezTo>
                      <a:pt x="10847" y="84"/>
                      <a:pt x="10824" y="96"/>
                      <a:pt x="10800" y="108"/>
                    </a:cubicBezTo>
                    <a:cubicBezTo>
                      <a:pt x="10717" y="120"/>
                      <a:pt x="10633" y="144"/>
                      <a:pt x="10550" y="167"/>
                    </a:cubicBezTo>
                    <a:cubicBezTo>
                      <a:pt x="10514" y="179"/>
                      <a:pt x="10466" y="191"/>
                      <a:pt x="10431" y="203"/>
                    </a:cubicBezTo>
                    <a:cubicBezTo>
                      <a:pt x="10395" y="215"/>
                      <a:pt x="10324" y="227"/>
                      <a:pt x="10288" y="251"/>
                    </a:cubicBezTo>
                    <a:lnTo>
                      <a:pt x="10240" y="263"/>
                    </a:lnTo>
                    <a:cubicBezTo>
                      <a:pt x="10169" y="298"/>
                      <a:pt x="10097" y="322"/>
                      <a:pt x="10014" y="358"/>
                    </a:cubicBezTo>
                    <a:cubicBezTo>
                      <a:pt x="9978" y="382"/>
                      <a:pt x="9943" y="394"/>
                      <a:pt x="9907" y="406"/>
                    </a:cubicBezTo>
                    <a:cubicBezTo>
                      <a:pt x="9788" y="465"/>
                      <a:pt x="9681" y="513"/>
                      <a:pt x="9574" y="584"/>
                    </a:cubicBezTo>
                    <a:lnTo>
                      <a:pt x="9574" y="584"/>
                    </a:lnTo>
                    <a:lnTo>
                      <a:pt x="1" y="6144"/>
                    </a:lnTo>
                    <a:cubicBezTo>
                      <a:pt x="108" y="6085"/>
                      <a:pt x="215" y="6025"/>
                      <a:pt x="334" y="5978"/>
                    </a:cubicBezTo>
                    <a:cubicBezTo>
                      <a:pt x="370" y="5954"/>
                      <a:pt x="406" y="5942"/>
                      <a:pt x="441" y="5930"/>
                    </a:cubicBezTo>
                    <a:cubicBezTo>
                      <a:pt x="525" y="5894"/>
                      <a:pt x="596" y="5859"/>
                      <a:pt x="680" y="5835"/>
                    </a:cubicBezTo>
                    <a:cubicBezTo>
                      <a:pt x="763" y="5799"/>
                      <a:pt x="811" y="5787"/>
                      <a:pt x="870" y="5763"/>
                    </a:cubicBezTo>
                    <a:cubicBezTo>
                      <a:pt x="906" y="5752"/>
                      <a:pt x="953" y="5740"/>
                      <a:pt x="989" y="5728"/>
                    </a:cubicBezTo>
                    <a:cubicBezTo>
                      <a:pt x="1072" y="5704"/>
                      <a:pt x="1156" y="5680"/>
                      <a:pt x="1239" y="5668"/>
                    </a:cubicBezTo>
                    <a:cubicBezTo>
                      <a:pt x="1263" y="5668"/>
                      <a:pt x="1287" y="5656"/>
                      <a:pt x="1322" y="5644"/>
                    </a:cubicBezTo>
                    <a:lnTo>
                      <a:pt x="1358" y="5644"/>
                    </a:lnTo>
                    <a:cubicBezTo>
                      <a:pt x="1501" y="5609"/>
                      <a:pt x="1632" y="5597"/>
                      <a:pt x="1775" y="5585"/>
                    </a:cubicBezTo>
                    <a:cubicBezTo>
                      <a:pt x="1823" y="5585"/>
                      <a:pt x="1870" y="5573"/>
                      <a:pt x="1918" y="5573"/>
                    </a:cubicBezTo>
                    <a:cubicBezTo>
                      <a:pt x="2013" y="5561"/>
                      <a:pt x="2108" y="5561"/>
                      <a:pt x="2204" y="5549"/>
                    </a:cubicBezTo>
                    <a:lnTo>
                      <a:pt x="2358" y="5549"/>
                    </a:lnTo>
                    <a:cubicBezTo>
                      <a:pt x="2406" y="5549"/>
                      <a:pt x="2501" y="5549"/>
                      <a:pt x="2585" y="5561"/>
                    </a:cubicBezTo>
                    <a:lnTo>
                      <a:pt x="2763" y="5573"/>
                    </a:lnTo>
                    <a:lnTo>
                      <a:pt x="2954" y="5585"/>
                    </a:lnTo>
                    <a:cubicBezTo>
                      <a:pt x="3025" y="5597"/>
                      <a:pt x="3085" y="5609"/>
                      <a:pt x="3156" y="5621"/>
                    </a:cubicBezTo>
                    <a:lnTo>
                      <a:pt x="3335" y="5644"/>
                    </a:lnTo>
                    <a:lnTo>
                      <a:pt x="3561" y="5692"/>
                    </a:lnTo>
                    <a:lnTo>
                      <a:pt x="3716" y="5716"/>
                    </a:lnTo>
                    <a:cubicBezTo>
                      <a:pt x="3787" y="5740"/>
                      <a:pt x="3870" y="5763"/>
                      <a:pt x="3954" y="5787"/>
                    </a:cubicBezTo>
                    <a:lnTo>
                      <a:pt x="4109" y="5823"/>
                    </a:lnTo>
                    <a:lnTo>
                      <a:pt x="4370" y="5906"/>
                    </a:lnTo>
                    <a:lnTo>
                      <a:pt x="4501" y="5954"/>
                    </a:lnTo>
                    <a:cubicBezTo>
                      <a:pt x="4632" y="5990"/>
                      <a:pt x="4763" y="6037"/>
                      <a:pt x="4894" y="6097"/>
                    </a:cubicBezTo>
                    <a:lnTo>
                      <a:pt x="4894" y="6097"/>
                    </a:lnTo>
                    <a:cubicBezTo>
                      <a:pt x="5037" y="6156"/>
                      <a:pt x="5168" y="6204"/>
                      <a:pt x="5299" y="6275"/>
                    </a:cubicBezTo>
                    <a:lnTo>
                      <a:pt x="5430" y="6335"/>
                    </a:lnTo>
                    <a:cubicBezTo>
                      <a:pt x="5525" y="6371"/>
                      <a:pt x="5621" y="6418"/>
                      <a:pt x="5716" y="6466"/>
                    </a:cubicBezTo>
                    <a:lnTo>
                      <a:pt x="5871" y="6549"/>
                    </a:lnTo>
                    <a:cubicBezTo>
                      <a:pt x="5990" y="6609"/>
                      <a:pt x="6121" y="6680"/>
                      <a:pt x="6252" y="6752"/>
                    </a:cubicBezTo>
                    <a:cubicBezTo>
                      <a:pt x="6478" y="6883"/>
                      <a:pt x="6692" y="7025"/>
                      <a:pt x="6918" y="7180"/>
                    </a:cubicBezTo>
                    <a:lnTo>
                      <a:pt x="7002" y="7228"/>
                    </a:lnTo>
                    <a:cubicBezTo>
                      <a:pt x="7216" y="7383"/>
                      <a:pt x="7418" y="7537"/>
                      <a:pt x="7633" y="769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27"/>
              <p:cNvSpPr/>
              <p:nvPr/>
            </p:nvSpPr>
            <p:spPr>
              <a:xfrm>
                <a:off x="5113757" y="2971823"/>
                <a:ext cx="454250" cy="473000"/>
              </a:xfrm>
              <a:custGeom>
                <a:avLst/>
                <a:gdLst/>
                <a:ahLst/>
                <a:cxnLst/>
                <a:rect l="l" t="t" r="r" b="b"/>
                <a:pathLst>
                  <a:path w="18170" h="18920" extrusionOk="0">
                    <a:moveTo>
                      <a:pt x="18158" y="12204"/>
                    </a:moveTo>
                    <a:cubicBezTo>
                      <a:pt x="18158" y="12097"/>
                      <a:pt x="18146" y="11990"/>
                      <a:pt x="18146" y="11871"/>
                    </a:cubicBezTo>
                    <a:cubicBezTo>
                      <a:pt x="18134" y="11764"/>
                      <a:pt x="18122" y="11657"/>
                      <a:pt x="18110" y="11549"/>
                    </a:cubicBezTo>
                    <a:cubicBezTo>
                      <a:pt x="18110" y="11430"/>
                      <a:pt x="18098" y="11323"/>
                      <a:pt x="18075" y="11216"/>
                    </a:cubicBezTo>
                    <a:cubicBezTo>
                      <a:pt x="18063" y="11097"/>
                      <a:pt x="18051" y="10990"/>
                      <a:pt x="18027" y="10871"/>
                    </a:cubicBezTo>
                    <a:cubicBezTo>
                      <a:pt x="18015" y="10752"/>
                      <a:pt x="17991" y="10645"/>
                      <a:pt x="17967" y="10526"/>
                    </a:cubicBezTo>
                    <a:cubicBezTo>
                      <a:pt x="17956" y="10406"/>
                      <a:pt x="17920" y="10287"/>
                      <a:pt x="17896" y="10168"/>
                    </a:cubicBezTo>
                    <a:cubicBezTo>
                      <a:pt x="17872" y="10049"/>
                      <a:pt x="17848" y="9930"/>
                      <a:pt x="17813" y="9811"/>
                    </a:cubicBezTo>
                    <a:cubicBezTo>
                      <a:pt x="17789" y="9692"/>
                      <a:pt x="17753" y="9573"/>
                      <a:pt x="17717" y="9454"/>
                    </a:cubicBezTo>
                    <a:cubicBezTo>
                      <a:pt x="17694" y="9335"/>
                      <a:pt x="17658" y="9216"/>
                      <a:pt x="17610" y="9097"/>
                    </a:cubicBezTo>
                    <a:cubicBezTo>
                      <a:pt x="17575" y="8978"/>
                      <a:pt x="17539" y="8859"/>
                      <a:pt x="17503" y="8740"/>
                    </a:cubicBezTo>
                    <a:cubicBezTo>
                      <a:pt x="17467" y="8621"/>
                      <a:pt x="17420" y="8513"/>
                      <a:pt x="17384" y="8394"/>
                    </a:cubicBezTo>
                    <a:cubicBezTo>
                      <a:pt x="17336" y="8275"/>
                      <a:pt x="17301" y="8180"/>
                      <a:pt x="17253" y="8061"/>
                    </a:cubicBezTo>
                    <a:cubicBezTo>
                      <a:pt x="17217" y="7954"/>
                      <a:pt x="17170" y="7847"/>
                      <a:pt x="17122" y="7728"/>
                    </a:cubicBezTo>
                    <a:cubicBezTo>
                      <a:pt x="17075" y="7620"/>
                      <a:pt x="17027" y="7513"/>
                      <a:pt x="16979" y="7406"/>
                    </a:cubicBezTo>
                    <a:cubicBezTo>
                      <a:pt x="16932" y="7299"/>
                      <a:pt x="16884" y="7192"/>
                      <a:pt x="16836" y="7073"/>
                    </a:cubicBezTo>
                    <a:cubicBezTo>
                      <a:pt x="16789" y="6966"/>
                      <a:pt x="16717" y="6835"/>
                      <a:pt x="16658" y="6716"/>
                    </a:cubicBezTo>
                    <a:cubicBezTo>
                      <a:pt x="16598" y="6608"/>
                      <a:pt x="16527" y="6454"/>
                      <a:pt x="16455" y="6311"/>
                    </a:cubicBezTo>
                    <a:cubicBezTo>
                      <a:pt x="16348" y="6108"/>
                      <a:pt x="16229" y="5906"/>
                      <a:pt x="16122" y="5715"/>
                    </a:cubicBezTo>
                    <a:cubicBezTo>
                      <a:pt x="15955" y="5442"/>
                      <a:pt x="15789" y="5180"/>
                      <a:pt x="15610" y="4918"/>
                    </a:cubicBezTo>
                    <a:cubicBezTo>
                      <a:pt x="15479" y="4703"/>
                      <a:pt x="15336" y="4501"/>
                      <a:pt x="15181" y="4299"/>
                    </a:cubicBezTo>
                    <a:cubicBezTo>
                      <a:pt x="15086" y="4168"/>
                      <a:pt x="14979" y="4037"/>
                      <a:pt x="14884" y="3906"/>
                    </a:cubicBezTo>
                    <a:cubicBezTo>
                      <a:pt x="14800" y="3798"/>
                      <a:pt x="14717" y="3691"/>
                      <a:pt x="14622" y="3584"/>
                    </a:cubicBezTo>
                    <a:cubicBezTo>
                      <a:pt x="14538" y="3477"/>
                      <a:pt x="14455" y="3370"/>
                      <a:pt x="14360" y="3275"/>
                    </a:cubicBezTo>
                    <a:cubicBezTo>
                      <a:pt x="14277" y="3179"/>
                      <a:pt x="14181" y="3072"/>
                      <a:pt x="14098" y="2977"/>
                    </a:cubicBezTo>
                    <a:cubicBezTo>
                      <a:pt x="14003" y="2882"/>
                      <a:pt x="13907" y="2775"/>
                      <a:pt x="13824" y="2679"/>
                    </a:cubicBezTo>
                    <a:cubicBezTo>
                      <a:pt x="13729" y="2572"/>
                      <a:pt x="13634" y="2489"/>
                      <a:pt x="13538" y="2394"/>
                    </a:cubicBezTo>
                    <a:cubicBezTo>
                      <a:pt x="13431" y="2298"/>
                      <a:pt x="13336" y="2203"/>
                      <a:pt x="13241" y="2120"/>
                    </a:cubicBezTo>
                    <a:cubicBezTo>
                      <a:pt x="13134" y="2024"/>
                      <a:pt x="13038" y="1941"/>
                      <a:pt x="12943" y="1858"/>
                    </a:cubicBezTo>
                    <a:cubicBezTo>
                      <a:pt x="12836" y="1763"/>
                      <a:pt x="12741" y="1691"/>
                      <a:pt x="12645" y="1608"/>
                    </a:cubicBezTo>
                    <a:cubicBezTo>
                      <a:pt x="12538" y="1524"/>
                      <a:pt x="12443" y="1453"/>
                      <a:pt x="12348" y="1382"/>
                    </a:cubicBezTo>
                    <a:cubicBezTo>
                      <a:pt x="12241" y="1298"/>
                      <a:pt x="12145" y="1227"/>
                      <a:pt x="12050" y="1167"/>
                    </a:cubicBezTo>
                    <a:cubicBezTo>
                      <a:pt x="11943" y="1108"/>
                      <a:pt x="11848" y="1036"/>
                      <a:pt x="11752" y="977"/>
                    </a:cubicBezTo>
                    <a:cubicBezTo>
                      <a:pt x="11657" y="917"/>
                      <a:pt x="11562" y="858"/>
                      <a:pt x="11467" y="798"/>
                    </a:cubicBezTo>
                    <a:lnTo>
                      <a:pt x="11407" y="762"/>
                    </a:lnTo>
                    <a:cubicBezTo>
                      <a:pt x="11336" y="727"/>
                      <a:pt x="11264" y="679"/>
                      <a:pt x="11193" y="643"/>
                    </a:cubicBezTo>
                    <a:cubicBezTo>
                      <a:pt x="11098" y="596"/>
                      <a:pt x="11002" y="548"/>
                      <a:pt x="10919" y="500"/>
                    </a:cubicBezTo>
                    <a:cubicBezTo>
                      <a:pt x="10824" y="453"/>
                      <a:pt x="10728" y="417"/>
                      <a:pt x="10645" y="369"/>
                    </a:cubicBezTo>
                    <a:cubicBezTo>
                      <a:pt x="10550" y="334"/>
                      <a:pt x="10455" y="298"/>
                      <a:pt x="10371" y="262"/>
                    </a:cubicBezTo>
                    <a:lnTo>
                      <a:pt x="10097" y="155"/>
                    </a:lnTo>
                    <a:cubicBezTo>
                      <a:pt x="10002" y="119"/>
                      <a:pt x="9919" y="96"/>
                      <a:pt x="9824" y="72"/>
                    </a:cubicBezTo>
                    <a:cubicBezTo>
                      <a:pt x="9728" y="36"/>
                      <a:pt x="9657" y="12"/>
                      <a:pt x="9574" y="0"/>
                    </a:cubicBezTo>
                    <a:lnTo>
                      <a:pt x="1" y="5561"/>
                    </a:lnTo>
                    <a:cubicBezTo>
                      <a:pt x="84" y="5584"/>
                      <a:pt x="168" y="5608"/>
                      <a:pt x="251" y="5632"/>
                    </a:cubicBezTo>
                    <a:cubicBezTo>
                      <a:pt x="334" y="5656"/>
                      <a:pt x="430" y="5692"/>
                      <a:pt x="525" y="5715"/>
                    </a:cubicBezTo>
                    <a:cubicBezTo>
                      <a:pt x="620" y="5751"/>
                      <a:pt x="703" y="5787"/>
                      <a:pt x="799" y="5823"/>
                    </a:cubicBezTo>
                    <a:cubicBezTo>
                      <a:pt x="894" y="5858"/>
                      <a:pt x="977" y="5894"/>
                      <a:pt x="1073" y="5942"/>
                    </a:cubicBezTo>
                    <a:cubicBezTo>
                      <a:pt x="1156" y="5977"/>
                      <a:pt x="1251" y="6025"/>
                      <a:pt x="1334" y="6061"/>
                    </a:cubicBezTo>
                    <a:cubicBezTo>
                      <a:pt x="1430" y="6108"/>
                      <a:pt x="1525" y="6156"/>
                      <a:pt x="1608" y="6204"/>
                    </a:cubicBezTo>
                    <a:lnTo>
                      <a:pt x="1835" y="6323"/>
                    </a:lnTo>
                    <a:lnTo>
                      <a:pt x="1894" y="6370"/>
                    </a:lnTo>
                    <a:cubicBezTo>
                      <a:pt x="1989" y="6418"/>
                      <a:pt x="2085" y="6477"/>
                      <a:pt x="2180" y="6537"/>
                    </a:cubicBezTo>
                    <a:cubicBezTo>
                      <a:pt x="2275" y="6596"/>
                      <a:pt x="2370" y="6668"/>
                      <a:pt x="2477" y="6727"/>
                    </a:cubicBezTo>
                    <a:cubicBezTo>
                      <a:pt x="2573" y="6799"/>
                      <a:pt x="2668" y="6870"/>
                      <a:pt x="2775" y="6942"/>
                    </a:cubicBezTo>
                    <a:cubicBezTo>
                      <a:pt x="2870" y="7013"/>
                      <a:pt x="2966" y="7085"/>
                      <a:pt x="3073" y="7168"/>
                    </a:cubicBezTo>
                    <a:cubicBezTo>
                      <a:pt x="3168" y="7251"/>
                      <a:pt x="3275" y="7335"/>
                      <a:pt x="3370" y="7418"/>
                    </a:cubicBezTo>
                    <a:cubicBezTo>
                      <a:pt x="3466" y="7501"/>
                      <a:pt x="3573" y="7585"/>
                      <a:pt x="3668" y="7680"/>
                    </a:cubicBezTo>
                    <a:cubicBezTo>
                      <a:pt x="3763" y="7763"/>
                      <a:pt x="3859" y="7859"/>
                      <a:pt x="3966" y="7954"/>
                    </a:cubicBezTo>
                    <a:cubicBezTo>
                      <a:pt x="4061" y="8049"/>
                      <a:pt x="4156" y="8144"/>
                      <a:pt x="4251" y="8240"/>
                    </a:cubicBezTo>
                    <a:cubicBezTo>
                      <a:pt x="4347" y="8335"/>
                      <a:pt x="4430" y="8430"/>
                      <a:pt x="4525" y="8537"/>
                    </a:cubicBezTo>
                    <a:cubicBezTo>
                      <a:pt x="4621" y="8644"/>
                      <a:pt x="4704" y="8728"/>
                      <a:pt x="4787" y="8835"/>
                    </a:cubicBezTo>
                    <a:cubicBezTo>
                      <a:pt x="4871" y="8942"/>
                      <a:pt x="4966" y="9037"/>
                      <a:pt x="5049" y="9144"/>
                    </a:cubicBezTo>
                    <a:cubicBezTo>
                      <a:pt x="5133" y="9252"/>
                      <a:pt x="5228" y="9359"/>
                      <a:pt x="5311" y="9466"/>
                    </a:cubicBezTo>
                    <a:cubicBezTo>
                      <a:pt x="5394" y="9573"/>
                      <a:pt x="5514" y="9728"/>
                      <a:pt x="5609" y="9859"/>
                    </a:cubicBezTo>
                    <a:cubicBezTo>
                      <a:pt x="5764" y="10061"/>
                      <a:pt x="5906" y="10264"/>
                      <a:pt x="6037" y="10478"/>
                    </a:cubicBezTo>
                    <a:cubicBezTo>
                      <a:pt x="6216" y="10740"/>
                      <a:pt x="6383" y="11014"/>
                      <a:pt x="6549" y="11276"/>
                    </a:cubicBezTo>
                    <a:cubicBezTo>
                      <a:pt x="6657" y="11478"/>
                      <a:pt x="6776" y="11680"/>
                      <a:pt x="6883" y="11871"/>
                    </a:cubicBezTo>
                    <a:cubicBezTo>
                      <a:pt x="6954" y="12014"/>
                      <a:pt x="7026" y="12145"/>
                      <a:pt x="7085" y="12288"/>
                    </a:cubicBezTo>
                    <a:cubicBezTo>
                      <a:pt x="7157" y="12419"/>
                      <a:pt x="7204" y="12526"/>
                      <a:pt x="7264" y="12645"/>
                    </a:cubicBezTo>
                    <a:cubicBezTo>
                      <a:pt x="7323" y="12764"/>
                      <a:pt x="7371" y="12859"/>
                      <a:pt x="7419" y="12966"/>
                    </a:cubicBezTo>
                    <a:cubicBezTo>
                      <a:pt x="7466" y="13085"/>
                      <a:pt x="7514" y="13181"/>
                      <a:pt x="7550" y="13300"/>
                    </a:cubicBezTo>
                    <a:cubicBezTo>
                      <a:pt x="7597" y="13407"/>
                      <a:pt x="7645" y="13514"/>
                      <a:pt x="7692" y="13621"/>
                    </a:cubicBezTo>
                    <a:lnTo>
                      <a:pt x="7811" y="13954"/>
                    </a:lnTo>
                    <a:cubicBezTo>
                      <a:pt x="7859" y="14074"/>
                      <a:pt x="7895" y="14193"/>
                      <a:pt x="7931" y="14300"/>
                    </a:cubicBezTo>
                    <a:cubicBezTo>
                      <a:pt x="7966" y="14419"/>
                      <a:pt x="8014" y="14538"/>
                      <a:pt x="8050" y="14657"/>
                    </a:cubicBezTo>
                    <a:cubicBezTo>
                      <a:pt x="8085" y="14776"/>
                      <a:pt x="8121" y="14895"/>
                      <a:pt x="8145" y="15014"/>
                    </a:cubicBezTo>
                    <a:cubicBezTo>
                      <a:pt x="8181" y="15133"/>
                      <a:pt x="8216" y="15252"/>
                      <a:pt x="8240" y="15371"/>
                    </a:cubicBezTo>
                    <a:cubicBezTo>
                      <a:pt x="8276" y="15502"/>
                      <a:pt x="8300" y="15609"/>
                      <a:pt x="8323" y="15729"/>
                    </a:cubicBezTo>
                    <a:cubicBezTo>
                      <a:pt x="8347" y="15848"/>
                      <a:pt x="8383" y="15967"/>
                      <a:pt x="8395" y="16086"/>
                    </a:cubicBezTo>
                    <a:cubicBezTo>
                      <a:pt x="8419" y="16205"/>
                      <a:pt x="8442" y="16312"/>
                      <a:pt x="8454" y="16431"/>
                    </a:cubicBezTo>
                    <a:cubicBezTo>
                      <a:pt x="8478" y="16550"/>
                      <a:pt x="8490" y="16657"/>
                      <a:pt x="8502" y="16776"/>
                    </a:cubicBezTo>
                    <a:cubicBezTo>
                      <a:pt x="8526" y="16883"/>
                      <a:pt x="8538" y="16991"/>
                      <a:pt x="8550" y="17110"/>
                    </a:cubicBezTo>
                    <a:cubicBezTo>
                      <a:pt x="8550" y="17217"/>
                      <a:pt x="8562" y="17324"/>
                      <a:pt x="8573" y="17431"/>
                    </a:cubicBezTo>
                    <a:cubicBezTo>
                      <a:pt x="8573" y="17550"/>
                      <a:pt x="8585" y="17657"/>
                      <a:pt x="8585" y="17764"/>
                    </a:cubicBezTo>
                    <a:cubicBezTo>
                      <a:pt x="8585" y="17872"/>
                      <a:pt x="8585" y="17967"/>
                      <a:pt x="8585" y="18074"/>
                    </a:cubicBezTo>
                    <a:lnTo>
                      <a:pt x="8585" y="18086"/>
                    </a:lnTo>
                    <a:lnTo>
                      <a:pt x="8585" y="18396"/>
                    </a:lnTo>
                    <a:cubicBezTo>
                      <a:pt x="8585" y="18503"/>
                      <a:pt x="8573" y="18622"/>
                      <a:pt x="8562" y="18729"/>
                    </a:cubicBezTo>
                    <a:cubicBezTo>
                      <a:pt x="8562" y="18800"/>
                      <a:pt x="8550" y="18860"/>
                      <a:pt x="8550" y="18919"/>
                    </a:cubicBezTo>
                    <a:lnTo>
                      <a:pt x="18122" y="13359"/>
                    </a:lnTo>
                    <a:cubicBezTo>
                      <a:pt x="18122" y="13300"/>
                      <a:pt x="18134" y="13228"/>
                      <a:pt x="18134" y="13169"/>
                    </a:cubicBezTo>
                    <a:cubicBezTo>
                      <a:pt x="18146" y="13062"/>
                      <a:pt x="18158" y="12954"/>
                      <a:pt x="18158" y="12835"/>
                    </a:cubicBezTo>
                    <a:cubicBezTo>
                      <a:pt x="18158" y="12728"/>
                      <a:pt x="18170" y="12633"/>
                      <a:pt x="18170" y="12526"/>
                    </a:cubicBezTo>
                    <a:lnTo>
                      <a:pt x="18170" y="12514"/>
                    </a:lnTo>
                    <a:cubicBezTo>
                      <a:pt x="18158" y="12407"/>
                      <a:pt x="18158" y="12311"/>
                      <a:pt x="18158" y="1220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27"/>
              <p:cNvSpPr/>
              <p:nvPr/>
            </p:nvSpPr>
            <p:spPr>
              <a:xfrm>
                <a:off x="5322599" y="3304270"/>
                <a:ext cx="423875" cy="490850"/>
              </a:xfrm>
              <a:custGeom>
                <a:avLst/>
                <a:gdLst/>
                <a:ahLst/>
                <a:cxnLst/>
                <a:rect l="l" t="t" r="r" b="b"/>
                <a:pathLst>
                  <a:path w="16955" h="19634" extrusionOk="0">
                    <a:moveTo>
                      <a:pt x="16931" y="10204"/>
                    </a:moveTo>
                    <a:cubicBezTo>
                      <a:pt x="16931" y="10108"/>
                      <a:pt x="16931" y="10025"/>
                      <a:pt x="16919" y="9930"/>
                    </a:cubicBezTo>
                    <a:cubicBezTo>
                      <a:pt x="16919" y="9882"/>
                      <a:pt x="16919" y="9847"/>
                      <a:pt x="16907" y="9799"/>
                    </a:cubicBezTo>
                    <a:lnTo>
                      <a:pt x="16907" y="9751"/>
                    </a:lnTo>
                    <a:lnTo>
                      <a:pt x="16907" y="9656"/>
                    </a:lnTo>
                    <a:cubicBezTo>
                      <a:pt x="16895" y="9561"/>
                      <a:pt x="16884" y="9466"/>
                      <a:pt x="16872" y="9382"/>
                    </a:cubicBezTo>
                    <a:cubicBezTo>
                      <a:pt x="16860" y="9287"/>
                      <a:pt x="16848" y="9192"/>
                      <a:pt x="16836" y="9096"/>
                    </a:cubicBezTo>
                    <a:cubicBezTo>
                      <a:pt x="16836" y="9085"/>
                      <a:pt x="16836" y="9085"/>
                      <a:pt x="16836" y="9085"/>
                    </a:cubicBezTo>
                    <a:lnTo>
                      <a:pt x="16836" y="9073"/>
                    </a:lnTo>
                    <a:cubicBezTo>
                      <a:pt x="16824" y="8989"/>
                      <a:pt x="16812" y="8894"/>
                      <a:pt x="16788" y="8811"/>
                    </a:cubicBezTo>
                    <a:cubicBezTo>
                      <a:pt x="16776" y="8715"/>
                      <a:pt x="16753" y="8608"/>
                      <a:pt x="16729" y="8513"/>
                    </a:cubicBezTo>
                    <a:cubicBezTo>
                      <a:pt x="16729" y="8477"/>
                      <a:pt x="16717" y="8442"/>
                      <a:pt x="16705" y="8406"/>
                    </a:cubicBezTo>
                    <a:lnTo>
                      <a:pt x="16693" y="8346"/>
                    </a:lnTo>
                    <a:lnTo>
                      <a:pt x="16657" y="8215"/>
                    </a:lnTo>
                    <a:cubicBezTo>
                      <a:pt x="16633" y="8108"/>
                      <a:pt x="16610" y="8013"/>
                      <a:pt x="16586" y="7918"/>
                    </a:cubicBezTo>
                    <a:cubicBezTo>
                      <a:pt x="16562" y="7846"/>
                      <a:pt x="16538" y="7763"/>
                      <a:pt x="16514" y="7692"/>
                    </a:cubicBezTo>
                    <a:cubicBezTo>
                      <a:pt x="16514" y="7680"/>
                      <a:pt x="16514" y="7668"/>
                      <a:pt x="16503" y="7656"/>
                    </a:cubicBezTo>
                    <a:cubicBezTo>
                      <a:pt x="16503" y="7644"/>
                      <a:pt x="16503" y="7632"/>
                      <a:pt x="16503" y="7620"/>
                    </a:cubicBezTo>
                    <a:cubicBezTo>
                      <a:pt x="16467" y="7513"/>
                      <a:pt x="16431" y="7418"/>
                      <a:pt x="16407" y="7322"/>
                    </a:cubicBezTo>
                    <a:cubicBezTo>
                      <a:pt x="16372" y="7215"/>
                      <a:pt x="16336" y="7120"/>
                      <a:pt x="16300" y="7025"/>
                    </a:cubicBezTo>
                    <a:lnTo>
                      <a:pt x="16276" y="6977"/>
                    </a:lnTo>
                    <a:cubicBezTo>
                      <a:pt x="16276" y="6965"/>
                      <a:pt x="16276" y="6941"/>
                      <a:pt x="16264" y="6930"/>
                    </a:cubicBezTo>
                    <a:cubicBezTo>
                      <a:pt x="16241" y="6870"/>
                      <a:pt x="16217" y="6810"/>
                      <a:pt x="16193" y="6751"/>
                    </a:cubicBezTo>
                    <a:cubicBezTo>
                      <a:pt x="16157" y="6656"/>
                      <a:pt x="16122" y="6572"/>
                      <a:pt x="16086" y="6477"/>
                    </a:cubicBezTo>
                    <a:cubicBezTo>
                      <a:pt x="16062" y="6406"/>
                      <a:pt x="16026" y="6346"/>
                      <a:pt x="16002" y="6275"/>
                    </a:cubicBezTo>
                    <a:cubicBezTo>
                      <a:pt x="16002" y="6263"/>
                      <a:pt x="15991" y="6251"/>
                      <a:pt x="15991" y="6239"/>
                    </a:cubicBezTo>
                    <a:cubicBezTo>
                      <a:pt x="15991" y="6227"/>
                      <a:pt x="15979" y="6215"/>
                      <a:pt x="15967" y="6203"/>
                    </a:cubicBezTo>
                    <a:cubicBezTo>
                      <a:pt x="15931" y="6108"/>
                      <a:pt x="15895" y="6025"/>
                      <a:pt x="15848" y="5929"/>
                    </a:cubicBezTo>
                    <a:cubicBezTo>
                      <a:pt x="15800" y="5846"/>
                      <a:pt x="15752" y="5727"/>
                      <a:pt x="15693" y="5632"/>
                    </a:cubicBezTo>
                    <a:lnTo>
                      <a:pt x="15669" y="5584"/>
                    </a:lnTo>
                    <a:cubicBezTo>
                      <a:pt x="15669" y="5572"/>
                      <a:pt x="15657" y="5548"/>
                      <a:pt x="15645" y="5525"/>
                    </a:cubicBezTo>
                    <a:cubicBezTo>
                      <a:pt x="15610" y="5453"/>
                      <a:pt x="15562" y="5370"/>
                      <a:pt x="15526" y="5298"/>
                    </a:cubicBezTo>
                    <a:cubicBezTo>
                      <a:pt x="15479" y="5215"/>
                      <a:pt x="15407" y="5096"/>
                      <a:pt x="15360" y="5001"/>
                    </a:cubicBezTo>
                    <a:cubicBezTo>
                      <a:pt x="15336" y="4953"/>
                      <a:pt x="15300" y="4894"/>
                      <a:pt x="15276" y="4846"/>
                    </a:cubicBezTo>
                    <a:lnTo>
                      <a:pt x="15240" y="4786"/>
                    </a:lnTo>
                    <a:cubicBezTo>
                      <a:pt x="15193" y="4703"/>
                      <a:pt x="15133" y="4620"/>
                      <a:pt x="15098" y="4536"/>
                    </a:cubicBezTo>
                    <a:cubicBezTo>
                      <a:pt x="15014" y="4417"/>
                      <a:pt x="14943" y="4298"/>
                      <a:pt x="14871" y="4179"/>
                    </a:cubicBezTo>
                    <a:cubicBezTo>
                      <a:pt x="14848" y="4155"/>
                      <a:pt x="14848" y="4143"/>
                      <a:pt x="14824" y="4120"/>
                    </a:cubicBezTo>
                    <a:cubicBezTo>
                      <a:pt x="14717" y="3953"/>
                      <a:pt x="14598" y="3774"/>
                      <a:pt x="14467" y="3608"/>
                    </a:cubicBezTo>
                    <a:lnTo>
                      <a:pt x="14467" y="3608"/>
                    </a:lnTo>
                    <a:cubicBezTo>
                      <a:pt x="14395" y="3501"/>
                      <a:pt x="14312" y="3393"/>
                      <a:pt x="14217" y="3286"/>
                    </a:cubicBezTo>
                    <a:cubicBezTo>
                      <a:pt x="14133" y="3179"/>
                      <a:pt x="14074" y="3108"/>
                      <a:pt x="14014" y="3024"/>
                    </a:cubicBezTo>
                    <a:lnTo>
                      <a:pt x="14014" y="3024"/>
                    </a:lnTo>
                    <a:lnTo>
                      <a:pt x="14014" y="3024"/>
                    </a:lnTo>
                    <a:cubicBezTo>
                      <a:pt x="13943" y="2941"/>
                      <a:pt x="13859" y="2846"/>
                      <a:pt x="13788" y="2762"/>
                    </a:cubicBezTo>
                    <a:cubicBezTo>
                      <a:pt x="13716" y="2679"/>
                      <a:pt x="13645" y="2608"/>
                      <a:pt x="13574" y="2524"/>
                    </a:cubicBezTo>
                    <a:lnTo>
                      <a:pt x="13538" y="2488"/>
                    </a:lnTo>
                    <a:lnTo>
                      <a:pt x="13490" y="2441"/>
                    </a:lnTo>
                    <a:lnTo>
                      <a:pt x="13335" y="2274"/>
                    </a:lnTo>
                    <a:cubicBezTo>
                      <a:pt x="13264" y="2203"/>
                      <a:pt x="13181" y="2119"/>
                      <a:pt x="13097" y="2048"/>
                    </a:cubicBezTo>
                    <a:cubicBezTo>
                      <a:pt x="13074" y="2024"/>
                      <a:pt x="13050" y="2000"/>
                      <a:pt x="13026" y="1977"/>
                    </a:cubicBezTo>
                    <a:lnTo>
                      <a:pt x="12966" y="1917"/>
                    </a:lnTo>
                    <a:lnTo>
                      <a:pt x="12847" y="1810"/>
                    </a:lnTo>
                    <a:cubicBezTo>
                      <a:pt x="12764" y="1738"/>
                      <a:pt x="12681" y="1667"/>
                      <a:pt x="12597" y="1596"/>
                    </a:cubicBezTo>
                    <a:lnTo>
                      <a:pt x="12490" y="1500"/>
                    </a:lnTo>
                    <a:lnTo>
                      <a:pt x="12431" y="1453"/>
                    </a:lnTo>
                    <a:lnTo>
                      <a:pt x="12347" y="1381"/>
                    </a:lnTo>
                    <a:cubicBezTo>
                      <a:pt x="12264" y="1322"/>
                      <a:pt x="12181" y="1262"/>
                      <a:pt x="12097" y="1191"/>
                    </a:cubicBezTo>
                    <a:cubicBezTo>
                      <a:pt x="12038" y="1155"/>
                      <a:pt x="11978" y="1107"/>
                      <a:pt x="11919" y="1072"/>
                    </a:cubicBezTo>
                    <a:lnTo>
                      <a:pt x="11883" y="1048"/>
                    </a:lnTo>
                    <a:lnTo>
                      <a:pt x="11859" y="1024"/>
                    </a:lnTo>
                    <a:cubicBezTo>
                      <a:pt x="11776" y="964"/>
                      <a:pt x="11692" y="917"/>
                      <a:pt x="11609" y="857"/>
                    </a:cubicBezTo>
                    <a:cubicBezTo>
                      <a:pt x="11538" y="810"/>
                      <a:pt x="11454" y="762"/>
                      <a:pt x="11371" y="714"/>
                    </a:cubicBezTo>
                    <a:lnTo>
                      <a:pt x="11311" y="679"/>
                    </a:lnTo>
                    <a:cubicBezTo>
                      <a:pt x="11264" y="643"/>
                      <a:pt x="11204" y="607"/>
                      <a:pt x="11145" y="583"/>
                    </a:cubicBezTo>
                    <a:cubicBezTo>
                      <a:pt x="11085" y="548"/>
                      <a:pt x="10990" y="500"/>
                      <a:pt x="10907" y="464"/>
                    </a:cubicBezTo>
                    <a:lnTo>
                      <a:pt x="10883" y="441"/>
                    </a:lnTo>
                    <a:lnTo>
                      <a:pt x="10835" y="429"/>
                    </a:lnTo>
                    <a:lnTo>
                      <a:pt x="10692" y="357"/>
                    </a:lnTo>
                    <a:cubicBezTo>
                      <a:pt x="10609" y="322"/>
                      <a:pt x="10537" y="286"/>
                      <a:pt x="10466" y="262"/>
                    </a:cubicBezTo>
                    <a:lnTo>
                      <a:pt x="10430" y="250"/>
                    </a:lnTo>
                    <a:lnTo>
                      <a:pt x="10395" y="238"/>
                    </a:lnTo>
                    <a:cubicBezTo>
                      <a:pt x="10335" y="214"/>
                      <a:pt x="10287" y="191"/>
                      <a:pt x="10228" y="179"/>
                    </a:cubicBezTo>
                    <a:cubicBezTo>
                      <a:pt x="10156" y="143"/>
                      <a:pt x="10085" y="119"/>
                      <a:pt x="10002" y="95"/>
                    </a:cubicBezTo>
                    <a:lnTo>
                      <a:pt x="9990" y="95"/>
                    </a:lnTo>
                    <a:lnTo>
                      <a:pt x="9978" y="95"/>
                    </a:lnTo>
                    <a:cubicBezTo>
                      <a:pt x="9906" y="83"/>
                      <a:pt x="9835" y="60"/>
                      <a:pt x="9775" y="48"/>
                    </a:cubicBezTo>
                    <a:cubicBezTo>
                      <a:pt x="9704" y="24"/>
                      <a:pt x="9633" y="12"/>
                      <a:pt x="9573" y="0"/>
                    </a:cubicBezTo>
                    <a:lnTo>
                      <a:pt x="0" y="5560"/>
                    </a:lnTo>
                    <a:cubicBezTo>
                      <a:pt x="131" y="5584"/>
                      <a:pt x="262" y="5620"/>
                      <a:pt x="405" y="5667"/>
                    </a:cubicBezTo>
                    <a:lnTo>
                      <a:pt x="417" y="5667"/>
                    </a:lnTo>
                    <a:cubicBezTo>
                      <a:pt x="548" y="5703"/>
                      <a:pt x="691" y="5751"/>
                      <a:pt x="822" y="5798"/>
                    </a:cubicBezTo>
                    <a:lnTo>
                      <a:pt x="858" y="5810"/>
                    </a:lnTo>
                    <a:cubicBezTo>
                      <a:pt x="989" y="5870"/>
                      <a:pt x="1132" y="5929"/>
                      <a:pt x="1263" y="5989"/>
                    </a:cubicBezTo>
                    <a:lnTo>
                      <a:pt x="1310" y="6013"/>
                    </a:lnTo>
                    <a:cubicBezTo>
                      <a:pt x="1453" y="6084"/>
                      <a:pt x="1608" y="6156"/>
                      <a:pt x="1751" y="6251"/>
                    </a:cubicBezTo>
                    <a:cubicBezTo>
                      <a:pt x="1941" y="6358"/>
                      <a:pt x="2132" y="6477"/>
                      <a:pt x="2322" y="6608"/>
                    </a:cubicBezTo>
                    <a:lnTo>
                      <a:pt x="2358" y="6632"/>
                    </a:lnTo>
                    <a:cubicBezTo>
                      <a:pt x="2525" y="6751"/>
                      <a:pt x="2703" y="6882"/>
                      <a:pt x="2870" y="7013"/>
                    </a:cubicBezTo>
                    <a:lnTo>
                      <a:pt x="2917" y="7060"/>
                    </a:lnTo>
                    <a:cubicBezTo>
                      <a:pt x="3084" y="7191"/>
                      <a:pt x="3251" y="7334"/>
                      <a:pt x="3406" y="7477"/>
                    </a:cubicBezTo>
                    <a:lnTo>
                      <a:pt x="3465" y="7537"/>
                    </a:lnTo>
                    <a:cubicBezTo>
                      <a:pt x="3620" y="7680"/>
                      <a:pt x="3775" y="7846"/>
                      <a:pt x="3930" y="8001"/>
                    </a:cubicBezTo>
                    <a:lnTo>
                      <a:pt x="3965" y="8049"/>
                    </a:lnTo>
                    <a:cubicBezTo>
                      <a:pt x="4132" y="8215"/>
                      <a:pt x="4287" y="8406"/>
                      <a:pt x="4453" y="8584"/>
                    </a:cubicBezTo>
                    <a:lnTo>
                      <a:pt x="4453" y="8584"/>
                    </a:lnTo>
                    <a:cubicBezTo>
                      <a:pt x="4608" y="8775"/>
                      <a:pt x="4763" y="8977"/>
                      <a:pt x="4906" y="9180"/>
                    </a:cubicBezTo>
                    <a:lnTo>
                      <a:pt x="4906" y="9180"/>
                    </a:lnTo>
                    <a:cubicBezTo>
                      <a:pt x="5049" y="9370"/>
                      <a:pt x="5180" y="9561"/>
                      <a:pt x="5311" y="9751"/>
                    </a:cubicBezTo>
                    <a:cubicBezTo>
                      <a:pt x="5382" y="9870"/>
                      <a:pt x="5454" y="9989"/>
                      <a:pt x="5537" y="10108"/>
                    </a:cubicBezTo>
                    <a:cubicBezTo>
                      <a:pt x="5608" y="10228"/>
                      <a:pt x="5656" y="10311"/>
                      <a:pt x="5727" y="10418"/>
                    </a:cubicBezTo>
                    <a:cubicBezTo>
                      <a:pt x="5751" y="10466"/>
                      <a:pt x="5775" y="10513"/>
                      <a:pt x="5799" y="10573"/>
                    </a:cubicBezTo>
                    <a:cubicBezTo>
                      <a:pt x="5906" y="10740"/>
                      <a:pt x="6001" y="10918"/>
                      <a:pt x="6085" y="11097"/>
                    </a:cubicBezTo>
                    <a:cubicBezTo>
                      <a:pt x="6096" y="11109"/>
                      <a:pt x="6108" y="11132"/>
                      <a:pt x="6120" y="11156"/>
                    </a:cubicBezTo>
                    <a:cubicBezTo>
                      <a:pt x="6227" y="11371"/>
                      <a:pt x="6335" y="11585"/>
                      <a:pt x="6430" y="11811"/>
                    </a:cubicBezTo>
                    <a:cubicBezTo>
                      <a:pt x="6430" y="11823"/>
                      <a:pt x="6442" y="11835"/>
                      <a:pt x="6442" y="11847"/>
                    </a:cubicBezTo>
                    <a:cubicBezTo>
                      <a:pt x="6537" y="12061"/>
                      <a:pt x="6620" y="12275"/>
                      <a:pt x="6704" y="12502"/>
                    </a:cubicBezTo>
                    <a:cubicBezTo>
                      <a:pt x="6704" y="12514"/>
                      <a:pt x="6716" y="12525"/>
                      <a:pt x="6727" y="12537"/>
                    </a:cubicBezTo>
                    <a:cubicBezTo>
                      <a:pt x="6811" y="12764"/>
                      <a:pt x="6882" y="12990"/>
                      <a:pt x="6954" y="13216"/>
                    </a:cubicBezTo>
                    <a:cubicBezTo>
                      <a:pt x="6954" y="13228"/>
                      <a:pt x="6954" y="13240"/>
                      <a:pt x="6966" y="13252"/>
                    </a:cubicBezTo>
                    <a:cubicBezTo>
                      <a:pt x="7025" y="13466"/>
                      <a:pt x="7085" y="13692"/>
                      <a:pt x="7132" y="13907"/>
                    </a:cubicBezTo>
                    <a:lnTo>
                      <a:pt x="7144" y="13966"/>
                    </a:lnTo>
                    <a:cubicBezTo>
                      <a:pt x="7204" y="14192"/>
                      <a:pt x="7239" y="14407"/>
                      <a:pt x="7275" y="14633"/>
                    </a:cubicBezTo>
                    <a:cubicBezTo>
                      <a:pt x="7275" y="14633"/>
                      <a:pt x="7275" y="14645"/>
                      <a:pt x="7275" y="14645"/>
                    </a:cubicBezTo>
                    <a:cubicBezTo>
                      <a:pt x="7311" y="14871"/>
                      <a:pt x="7347" y="15085"/>
                      <a:pt x="7359" y="15311"/>
                    </a:cubicBezTo>
                    <a:lnTo>
                      <a:pt x="7359" y="15359"/>
                    </a:lnTo>
                    <a:cubicBezTo>
                      <a:pt x="7382" y="15585"/>
                      <a:pt x="7382" y="15812"/>
                      <a:pt x="7382" y="16014"/>
                    </a:cubicBezTo>
                    <a:lnTo>
                      <a:pt x="7382" y="16324"/>
                    </a:lnTo>
                    <a:lnTo>
                      <a:pt x="7382" y="16419"/>
                    </a:lnTo>
                    <a:cubicBezTo>
                      <a:pt x="7382" y="16490"/>
                      <a:pt x="7382" y="16550"/>
                      <a:pt x="7370" y="16621"/>
                    </a:cubicBezTo>
                    <a:cubicBezTo>
                      <a:pt x="7370" y="16657"/>
                      <a:pt x="7359" y="16705"/>
                      <a:pt x="7359" y="16740"/>
                    </a:cubicBezTo>
                    <a:cubicBezTo>
                      <a:pt x="7359" y="16776"/>
                      <a:pt x="7347" y="16859"/>
                      <a:pt x="7335" y="16907"/>
                    </a:cubicBezTo>
                    <a:lnTo>
                      <a:pt x="7323" y="17038"/>
                    </a:lnTo>
                    <a:lnTo>
                      <a:pt x="7299" y="17181"/>
                    </a:lnTo>
                    <a:lnTo>
                      <a:pt x="7263" y="17324"/>
                    </a:lnTo>
                    <a:lnTo>
                      <a:pt x="7239" y="17455"/>
                    </a:lnTo>
                    <a:lnTo>
                      <a:pt x="7192" y="17597"/>
                    </a:lnTo>
                    <a:cubicBezTo>
                      <a:pt x="7180" y="17645"/>
                      <a:pt x="7168" y="17681"/>
                      <a:pt x="7156" y="17717"/>
                    </a:cubicBezTo>
                    <a:cubicBezTo>
                      <a:pt x="7144" y="17788"/>
                      <a:pt x="7120" y="17848"/>
                      <a:pt x="7097" y="17907"/>
                    </a:cubicBezTo>
                    <a:cubicBezTo>
                      <a:pt x="7085" y="17931"/>
                      <a:pt x="7085" y="17967"/>
                      <a:pt x="7073" y="18002"/>
                    </a:cubicBezTo>
                    <a:cubicBezTo>
                      <a:pt x="7025" y="18098"/>
                      <a:pt x="6989" y="18193"/>
                      <a:pt x="6942" y="18288"/>
                    </a:cubicBezTo>
                    <a:lnTo>
                      <a:pt x="6930" y="18312"/>
                    </a:lnTo>
                    <a:cubicBezTo>
                      <a:pt x="6870" y="18431"/>
                      <a:pt x="6811" y="18550"/>
                      <a:pt x="6739" y="18669"/>
                    </a:cubicBezTo>
                    <a:cubicBezTo>
                      <a:pt x="6739" y="18669"/>
                      <a:pt x="6727" y="18681"/>
                      <a:pt x="6727" y="18693"/>
                    </a:cubicBezTo>
                    <a:cubicBezTo>
                      <a:pt x="6668" y="18776"/>
                      <a:pt x="6608" y="18860"/>
                      <a:pt x="6537" y="18943"/>
                    </a:cubicBezTo>
                    <a:lnTo>
                      <a:pt x="6489" y="19002"/>
                    </a:lnTo>
                    <a:cubicBezTo>
                      <a:pt x="6430" y="19074"/>
                      <a:pt x="6370" y="19145"/>
                      <a:pt x="6299" y="19217"/>
                    </a:cubicBezTo>
                    <a:lnTo>
                      <a:pt x="6287" y="19229"/>
                    </a:lnTo>
                    <a:cubicBezTo>
                      <a:pt x="6216" y="19300"/>
                      <a:pt x="6132" y="19372"/>
                      <a:pt x="6049" y="19431"/>
                    </a:cubicBezTo>
                    <a:lnTo>
                      <a:pt x="6001" y="19479"/>
                    </a:lnTo>
                    <a:cubicBezTo>
                      <a:pt x="5918" y="19538"/>
                      <a:pt x="5835" y="19586"/>
                      <a:pt x="5751" y="19633"/>
                    </a:cubicBezTo>
                    <a:lnTo>
                      <a:pt x="15324" y="14073"/>
                    </a:lnTo>
                    <a:cubicBezTo>
                      <a:pt x="15407" y="14026"/>
                      <a:pt x="15490" y="13966"/>
                      <a:pt x="15574" y="13907"/>
                    </a:cubicBezTo>
                    <a:lnTo>
                      <a:pt x="15621" y="13871"/>
                    </a:lnTo>
                    <a:cubicBezTo>
                      <a:pt x="15705" y="13799"/>
                      <a:pt x="15776" y="13740"/>
                      <a:pt x="15860" y="13668"/>
                    </a:cubicBezTo>
                    <a:lnTo>
                      <a:pt x="15871" y="13657"/>
                    </a:lnTo>
                    <a:cubicBezTo>
                      <a:pt x="15931" y="13585"/>
                      <a:pt x="16002" y="13514"/>
                      <a:pt x="16062" y="13442"/>
                    </a:cubicBezTo>
                    <a:lnTo>
                      <a:pt x="16110" y="13383"/>
                    </a:lnTo>
                    <a:cubicBezTo>
                      <a:pt x="16181" y="13299"/>
                      <a:pt x="16241" y="13216"/>
                      <a:pt x="16300" y="13121"/>
                    </a:cubicBezTo>
                    <a:lnTo>
                      <a:pt x="16300" y="13121"/>
                    </a:lnTo>
                    <a:cubicBezTo>
                      <a:pt x="16300" y="13121"/>
                      <a:pt x="16300" y="13109"/>
                      <a:pt x="16300" y="13109"/>
                    </a:cubicBezTo>
                    <a:cubicBezTo>
                      <a:pt x="16372" y="12990"/>
                      <a:pt x="16443" y="12883"/>
                      <a:pt x="16503" y="12752"/>
                    </a:cubicBezTo>
                    <a:cubicBezTo>
                      <a:pt x="16503" y="12752"/>
                      <a:pt x="16503" y="12740"/>
                      <a:pt x="16503" y="12740"/>
                    </a:cubicBezTo>
                    <a:lnTo>
                      <a:pt x="16503" y="12728"/>
                    </a:lnTo>
                    <a:cubicBezTo>
                      <a:pt x="16550" y="12633"/>
                      <a:pt x="16586" y="12537"/>
                      <a:pt x="16633" y="12442"/>
                    </a:cubicBezTo>
                    <a:cubicBezTo>
                      <a:pt x="16633" y="12430"/>
                      <a:pt x="16633" y="12418"/>
                      <a:pt x="16645" y="12418"/>
                    </a:cubicBezTo>
                    <a:lnTo>
                      <a:pt x="16657" y="12347"/>
                    </a:lnTo>
                    <a:cubicBezTo>
                      <a:pt x="16681" y="12287"/>
                      <a:pt x="16705" y="12228"/>
                      <a:pt x="16729" y="12168"/>
                    </a:cubicBezTo>
                    <a:cubicBezTo>
                      <a:pt x="16729" y="12144"/>
                      <a:pt x="16729" y="12133"/>
                      <a:pt x="16741" y="12121"/>
                    </a:cubicBezTo>
                    <a:cubicBezTo>
                      <a:pt x="16741" y="12097"/>
                      <a:pt x="16753" y="12073"/>
                      <a:pt x="16753" y="12049"/>
                    </a:cubicBezTo>
                    <a:lnTo>
                      <a:pt x="16800" y="11894"/>
                    </a:lnTo>
                    <a:cubicBezTo>
                      <a:pt x="16800" y="11883"/>
                      <a:pt x="16812" y="11859"/>
                      <a:pt x="16812" y="11835"/>
                    </a:cubicBezTo>
                    <a:cubicBezTo>
                      <a:pt x="16824" y="11811"/>
                      <a:pt x="16824" y="11787"/>
                      <a:pt x="16824" y="11763"/>
                    </a:cubicBezTo>
                    <a:lnTo>
                      <a:pt x="16860" y="11632"/>
                    </a:lnTo>
                    <a:lnTo>
                      <a:pt x="16872" y="11561"/>
                    </a:lnTo>
                    <a:lnTo>
                      <a:pt x="16884" y="11478"/>
                    </a:lnTo>
                    <a:lnTo>
                      <a:pt x="16895" y="11347"/>
                    </a:lnTo>
                    <a:cubicBezTo>
                      <a:pt x="16895" y="11335"/>
                      <a:pt x="16895" y="11311"/>
                      <a:pt x="16907" y="11287"/>
                    </a:cubicBezTo>
                    <a:cubicBezTo>
                      <a:pt x="16919" y="11263"/>
                      <a:pt x="16907" y="11216"/>
                      <a:pt x="16919" y="11180"/>
                    </a:cubicBezTo>
                    <a:cubicBezTo>
                      <a:pt x="16931" y="11144"/>
                      <a:pt x="16931" y="11097"/>
                      <a:pt x="16931" y="11061"/>
                    </a:cubicBezTo>
                    <a:lnTo>
                      <a:pt x="16931" y="11013"/>
                    </a:lnTo>
                    <a:cubicBezTo>
                      <a:pt x="16931" y="10966"/>
                      <a:pt x="16931" y="10906"/>
                      <a:pt x="16943" y="10859"/>
                    </a:cubicBezTo>
                    <a:lnTo>
                      <a:pt x="16943" y="10763"/>
                    </a:lnTo>
                    <a:lnTo>
                      <a:pt x="16943" y="10751"/>
                    </a:lnTo>
                    <a:cubicBezTo>
                      <a:pt x="16943" y="10656"/>
                      <a:pt x="16943" y="10573"/>
                      <a:pt x="16955" y="10478"/>
                    </a:cubicBezTo>
                    <a:lnTo>
                      <a:pt x="16955" y="10454"/>
                    </a:lnTo>
                    <a:cubicBezTo>
                      <a:pt x="16931" y="10370"/>
                      <a:pt x="16931" y="10287"/>
                      <a:pt x="16931" y="1020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27"/>
              <p:cNvSpPr/>
              <p:nvPr/>
            </p:nvSpPr>
            <p:spPr>
              <a:xfrm>
                <a:off x="4490263" y="2783945"/>
                <a:ext cx="1026050" cy="1021325"/>
              </a:xfrm>
              <a:custGeom>
                <a:avLst/>
                <a:gdLst/>
                <a:ahLst/>
                <a:cxnLst/>
                <a:rect l="l" t="t" r="r" b="b"/>
                <a:pathLst>
                  <a:path w="41042" h="40853" extrusionOk="0">
                    <a:moveTo>
                      <a:pt x="12806" y="1"/>
                    </a:moveTo>
                    <a:cubicBezTo>
                      <a:pt x="9929" y="1"/>
                      <a:pt x="7947" y="2281"/>
                      <a:pt x="7930" y="6228"/>
                    </a:cubicBezTo>
                    <a:cubicBezTo>
                      <a:pt x="7942" y="7097"/>
                      <a:pt x="8025" y="7966"/>
                      <a:pt x="8192" y="8824"/>
                    </a:cubicBezTo>
                    <a:cubicBezTo>
                      <a:pt x="7799" y="8514"/>
                      <a:pt x="7394" y="8240"/>
                      <a:pt x="6966" y="7990"/>
                    </a:cubicBezTo>
                    <a:cubicBezTo>
                      <a:pt x="5849" y="7343"/>
                      <a:pt x="4793" y="7037"/>
                      <a:pt x="3856" y="7037"/>
                    </a:cubicBezTo>
                    <a:cubicBezTo>
                      <a:pt x="1586" y="7037"/>
                      <a:pt x="21" y="8836"/>
                      <a:pt x="12" y="11955"/>
                    </a:cubicBezTo>
                    <a:cubicBezTo>
                      <a:pt x="0" y="16217"/>
                      <a:pt x="2906" y="21373"/>
                      <a:pt x="6561" y="23718"/>
                    </a:cubicBezTo>
                    <a:lnTo>
                      <a:pt x="35386" y="40089"/>
                    </a:lnTo>
                    <a:cubicBezTo>
                      <a:pt x="36284" y="40607"/>
                      <a:pt x="37134" y="40853"/>
                      <a:pt x="37889" y="40853"/>
                    </a:cubicBezTo>
                    <a:cubicBezTo>
                      <a:pt x="39736" y="40853"/>
                      <a:pt x="41013" y="39383"/>
                      <a:pt x="41029" y="36839"/>
                    </a:cubicBezTo>
                    <a:cubicBezTo>
                      <a:pt x="41041" y="33243"/>
                      <a:pt x="38505" y="28862"/>
                      <a:pt x="35386" y="27064"/>
                    </a:cubicBezTo>
                    <a:cubicBezTo>
                      <a:pt x="34838" y="26742"/>
                      <a:pt x="34255" y="26504"/>
                      <a:pt x="33636" y="26373"/>
                    </a:cubicBezTo>
                    <a:cubicBezTo>
                      <a:pt x="33659" y="26088"/>
                      <a:pt x="33683" y="25802"/>
                      <a:pt x="33683" y="25516"/>
                    </a:cubicBezTo>
                    <a:cubicBezTo>
                      <a:pt x="33695" y="21206"/>
                      <a:pt x="30659" y="15943"/>
                      <a:pt x="26909" y="13777"/>
                    </a:cubicBezTo>
                    <a:cubicBezTo>
                      <a:pt x="26337" y="13443"/>
                      <a:pt x="25718" y="13181"/>
                      <a:pt x="25075" y="13015"/>
                    </a:cubicBezTo>
                    <a:cubicBezTo>
                      <a:pt x="23944" y="8300"/>
                      <a:pt x="20646" y="3466"/>
                      <a:pt x="16741" y="1204"/>
                    </a:cubicBezTo>
                    <a:cubicBezTo>
                      <a:pt x="15327" y="387"/>
                      <a:pt x="13991" y="1"/>
                      <a:pt x="1280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58" name="Google Shape;1658;p27"/>
            <p:cNvSpPr/>
            <p:nvPr/>
          </p:nvSpPr>
          <p:spPr>
            <a:xfrm>
              <a:off x="3979488" y="2993900"/>
              <a:ext cx="264050" cy="127700"/>
            </a:xfrm>
            <a:custGeom>
              <a:avLst/>
              <a:gdLst/>
              <a:ahLst/>
              <a:cxnLst/>
              <a:rect l="l" t="t" r="r" b="b"/>
              <a:pathLst>
                <a:path w="10562" h="5108" extrusionOk="0">
                  <a:moveTo>
                    <a:pt x="12" y="2893"/>
                  </a:moveTo>
                  <a:cubicBezTo>
                    <a:pt x="12" y="2917"/>
                    <a:pt x="12" y="2953"/>
                    <a:pt x="24" y="2977"/>
                  </a:cubicBezTo>
                  <a:cubicBezTo>
                    <a:pt x="24" y="3000"/>
                    <a:pt x="36" y="3024"/>
                    <a:pt x="36" y="3048"/>
                  </a:cubicBezTo>
                  <a:cubicBezTo>
                    <a:pt x="48" y="3084"/>
                    <a:pt x="48" y="3108"/>
                    <a:pt x="60" y="3143"/>
                  </a:cubicBezTo>
                  <a:cubicBezTo>
                    <a:pt x="72" y="3167"/>
                    <a:pt x="84" y="3191"/>
                    <a:pt x="96" y="3203"/>
                  </a:cubicBezTo>
                  <a:cubicBezTo>
                    <a:pt x="108" y="3239"/>
                    <a:pt x="119" y="3262"/>
                    <a:pt x="131" y="3298"/>
                  </a:cubicBezTo>
                  <a:cubicBezTo>
                    <a:pt x="143" y="3322"/>
                    <a:pt x="155" y="3346"/>
                    <a:pt x="167" y="3358"/>
                  </a:cubicBezTo>
                  <a:cubicBezTo>
                    <a:pt x="191" y="3393"/>
                    <a:pt x="215" y="3429"/>
                    <a:pt x="238" y="3465"/>
                  </a:cubicBezTo>
                  <a:lnTo>
                    <a:pt x="286" y="3524"/>
                  </a:lnTo>
                  <a:cubicBezTo>
                    <a:pt x="322" y="3560"/>
                    <a:pt x="369" y="3608"/>
                    <a:pt x="405" y="3655"/>
                  </a:cubicBezTo>
                  <a:cubicBezTo>
                    <a:pt x="417" y="3667"/>
                    <a:pt x="441" y="3679"/>
                    <a:pt x="453" y="3691"/>
                  </a:cubicBezTo>
                  <a:lnTo>
                    <a:pt x="536" y="3774"/>
                  </a:lnTo>
                  <a:lnTo>
                    <a:pt x="619" y="3834"/>
                  </a:lnTo>
                  <a:cubicBezTo>
                    <a:pt x="655" y="3858"/>
                    <a:pt x="691" y="3881"/>
                    <a:pt x="727" y="3905"/>
                  </a:cubicBezTo>
                  <a:cubicBezTo>
                    <a:pt x="762" y="3917"/>
                    <a:pt x="798" y="3953"/>
                    <a:pt x="834" y="3965"/>
                  </a:cubicBezTo>
                  <a:cubicBezTo>
                    <a:pt x="917" y="4024"/>
                    <a:pt x="1012" y="4060"/>
                    <a:pt x="1108" y="4108"/>
                  </a:cubicBezTo>
                  <a:lnTo>
                    <a:pt x="1179" y="4143"/>
                  </a:lnTo>
                  <a:cubicBezTo>
                    <a:pt x="1262" y="4167"/>
                    <a:pt x="1334" y="4203"/>
                    <a:pt x="1405" y="4227"/>
                  </a:cubicBezTo>
                  <a:lnTo>
                    <a:pt x="1489" y="4251"/>
                  </a:lnTo>
                  <a:lnTo>
                    <a:pt x="1643" y="4298"/>
                  </a:lnTo>
                  <a:lnTo>
                    <a:pt x="1751" y="4322"/>
                  </a:lnTo>
                  <a:lnTo>
                    <a:pt x="1905" y="4358"/>
                  </a:lnTo>
                  <a:cubicBezTo>
                    <a:pt x="1953" y="4358"/>
                    <a:pt x="1989" y="4382"/>
                    <a:pt x="2024" y="4382"/>
                  </a:cubicBezTo>
                  <a:cubicBezTo>
                    <a:pt x="2120" y="4405"/>
                    <a:pt x="2239" y="4417"/>
                    <a:pt x="2346" y="4429"/>
                  </a:cubicBezTo>
                  <a:lnTo>
                    <a:pt x="2453" y="4441"/>
                  </a:lnTo>
                  <a:lnTo>
                    <a:pt x="2644" y="4453"/>
                  </a:lnTo>
                  <a:lnTo>
                    <a:pt x="2763" y="4453"/>
                  </a:lnTo>
                  <a:lnTo>
                    <a:pt x="2917" y="4453"/>
                  </a:lnTo>
                  <a:lnTo>
                    <a:pt x="3048" y="4453"/>
                  </a:lnTo>
                  <a:lnTo>
                    <a:pt x="3203" y="4441"/>
                  </a:lnTo>
                  <a:lnTo>
                    <a:pt x="3334" y="4429"/>
                  </a:lnTo>
                  <a:lnTo>
                    <a:pt x="3477" y="4417"/>
                  </a:lnTo>
                  <a:lnTo>
                    <a:pt x="3608" y="4393"/>
                  </a:lnTo>
                  <a:cubicBezTo>
                    <a:pt x="3656" y="4393"/>
                    <a:pt x="3715" y="4382"/>
                    <a:pt x="3763" y="4370"/>
                  </a:cubicBezTo>
                  <a:lnTo>
                    <a:pt x="3882" y="4346"/>
                  </a:lnTo>
                  <a:lnTo>
                    <a:pt x="4060" y="4298"/>
                  </a:lnTo>
                  <a:lnTo>
                    <a:pt x="4156" y="4274"/>
                  </a:lnTo>
                  <a:cubicBezTo>
                    <a:pt x="4263" y="4251"/>
                    <a:pt x="4358" y="4215"/>
                    <a:pt x="4465" y="4167"/>
                  </a:cubicBezTo>
                  <a:lnTo>
                    <a:pt x="4501" y="4155"/>
                  </a:lnTo>
                  <a:cubicBezTo>
                    <a:pt x="4632" y="4108"/>
                    <a:pt x="4763" y="4036"/>
                    <a:pt x="4882" y="3965"/>
                  </a:cubicBezTo>
                  <a:lnTo>
                    <a:pt x="9716" y="1179"/>
                  </a:lnTo>
                  <a:cubicBezTo>
                    <a:pt x="9966" y="1048"/>
                    <a:pt x="10180" y="857"/>
                    <a:pt x="10347" y="631"/>
                  </a:cubicBezTo>
                  <a:cubicBezTo>
                    <a:pt x="10478" y="452"/>
                    <a:pt x="10561" y="226"/>
                    <a:pt x="10561" y="0"/>
                  </a:cubicBezTo>
                  <a:lnTo>
                    <a:pt x="10561" y="667"/>
                  </a:lnTo>
                  <a:cubicBezTo>
                    <a:pt x="10561" y="1095"/>
                    <a:pt x="10275" y="1524"/>
                    <a:pt x="9716" y="1845"/>
                  </a:cubicBezTo>
                  <a:lnTo>
                    <a:pt x="4882" y="4632"/>
                  </a:lnTo>
                  <a:cubicBezTo>
                    <a:pt x="4763" y="4703"/>
                    <a:pt x="4632" y="4774"/>
                    <a:pt x="4501" y="4822"/>
                  </a:cubicBezTo>
                  <a:lnTo>
                    <a:pt x="4477" y="4834"/>
                  </a:lnTo>
                  <a:lnTo>
                    <a:pt x="4453" y="4834"/>
                  </a:lnTo>
                  <a:cubicBezTo>
                    <a:pt x="4358" y="4870"/>
                    <a:pt x="4251" y="4905"/>
                    <a:pt x="4156" y="4941"/>
                  </a:cubicBezTo>
                  <a:lnTo>
                    <a:pt x="4132" y="4941"/>
                  </a:lnTo>
                  <a:cubicBezTo>
                    <a:pt x="4108" y="4953"/>
                    <a:pt x="4072" y="4953"/>
                    <a:pt x="4048" y="4965"/>
                  </a:cubicBezTo>
                  <a:cubicBezTo>
                    <a:pt x="3989" y="4977"/>
                    <a:pt x="3941" y="4989"/>
                    <a:pt x="3870" y="5013"/>
                  </a:cubicBezTo>
                  <a:lnTo>
                    <a:pt x="3834" y="5013"/>
                  </a:lnTo>
                  <a:cubicBezTo>
                    <a:pt x="3810" y="5013"/>
                    <a:pt x="3787" y="5024"/>
                    <a:pt x="3751" y="5036"/>
                  </a:cubicBezTo>
                  <a:lnTo>
                    <a:pt x="3608" y="5060"/>
                  </a:lnTo>
                  <a:lnTo>
                    <a:pt x="3548" y="5072"/>
                  </a:lnTo>
                  <a:lnTo>
                    <a:pt x="3477" y="5072"/>
                  </a:lnTo>
                  <a:cubicBezTo>
                    <a:pt x="3429" y="5084"/>
                    <a:pt x="3382" y="5084"/>
                    <a:pt x="3334" y="5096"/>
                  </a:cubicBezTo>
                  <a:lnTo>
                    <a:pt x="3263" y="5096"/>
                  </a:lnTo>
                  <a:lnTo>
                    <a:pt x="3203" y="5096"/>
                  </a:lnTo>
                  <a:lnTo>
                    <a:pt x="3048" y="5108"/>
                  </a:lnTo>
                  <a:lnTo>
                    <a:pt x="2977" y="5108"/>
                  </a:lnTo>
                  <a:lnTo>
                    <a:pt x="2679" y="5108"/>
                  </a:lnTo>
                  <a:lnTo>
                    <a:pt x="2632" y="5108"/>
                  </a:lnTo>
                  <a:lnTo>
                    <a:pt x="2441" y="5096"/>
                  </a:lnTo>
                  <a:lnTo>
                    <a:pt x="2370" y="5096"/>
                  </a:lnTo>
                  <a:lnTo>
                    <a:pt x="2334" y="5096"/>
                  </a:lnTo>
                  <a:cubicBezTo>
                    <a:pt x="2227" y="5084"/>
                    <a:pt x="2120" y="5072"/>
                    <a:pt x="2013" y="5048"/>
                  </a:cubicBezTo>
                  <a:lnTo>
                    <a:pt x="2001" y="5048"/>
                  </a:lnTo>
                  <a:lnTo>
                    <a:pt x="1905" y="5024"/>
                  </a:lnTo>
                  <a:cubicBezTo>
                    <a:pt x="1858" y="5024"/>
                    <a:pt x="1798" y="5013"/>
                    <a:pt x="1751" y="4989"/>
                  </a:cubicBezTo>
                  <a:lnTo>
                    <a:pt x="1632" y="4965"/>
                  </a:lnTo>
                  <a:cubicBezTo>
                    <a:pt x="1584" y="4953"/>
                    <a:pt x="1536" y="4941"/>
                    <a:pt x="1489" y="4917"/>
                  </a:cubicBezTo>
                  <a:cubicBezTo>
                    <a:pt x="1477" y="4917"/>
                    <a:pt x="1465" y="4917"/>
                    <a:pt x="1453" y="4917"/>
                  </a:cubicBezTo>
                  <a:lnTo>
                    <a:pt x="1405" y="4893"/>
                  </a:lnTo>
                  <a:cubicBezTo>
                    <a:pt x="1322" y="4870"/>
                    <a:pt x="1251" y="4834"/>
                    <a:pt x="1179" y="4810"/>
                  </a:cubicBezTo>
                  <a:lnTo>
                    <a:pt x="1096" y="4774"/>
                  </a:lnTo>
                  <a:cubicBezTo>
                    <a:pt x="1000" y="4739"/>
                    <a:pt x="917" y="4691"/>
                    <a:pt x="822" y="4632"/>
                  </a:cubicBezTo>
                  <a:lnTo>
                    <a:pt x="798" y="4620"/>
                  </a:lnTo>
                  <a:cubicBezTo>
                    <a:pt x="762" y="4596"/>
                    <a:pt x="739" y="4584"/>
                    <a:pt x="715" y="4572"/>
                  </a:cubicBezTo>
                  <a:cubicBezTo>
                    <a:pt x="691" y="4548"/>
                    <a:pt x="643" y="4524"/>
                    <a:pt x="619" y="4501"/>
                  </a:cubicBezTo>
                  <a:cubicBezTo>
                    <a:pt x="584" y="4477"/>
                    <a:pt x="560" y="4453"/>
                    <a:pt x="536" y="4441"/>
                  </a:cubicBezTo>
                  <a:cubicBezTo>
                    <a:pt x="512" y="4417"/>
                    <a:pt x="477" y="4393"/>
                    <a:pt x="453" y="4358"/>
                  </a:cubicBezTo>
                  <a:cubicBezTo>
                    <a:pt x="441" y="4358"/>
                    <a:pt x="441" y="4358"/>
                    <a:pt x="429" y="4346"/>
                  </a:cubicBezTo>
                  <a:cubicBezTo>
                    <a:pt x="417" y="4334"/>
                    <a:pt x="417" y="4322"/>
                    <a:pt x="405" y="4322"/>
                  </a:cubicBezTo>
                  <a:cubicBezTo>
                    <a:pt x="358" y="4274"/>
                    <a:pt x="322" y="4227"/>
                    <a:pt x="286" y="4191"/>
                  </a:cubicBezTo>
                  <a:cubicBezTo>
                    <a:pt x="274" y="4179"/>
                    <a:pt x="262" y="4167"/>
                    <a:pt x="250" y="4155"/>
                  </a:cubicBezTo>
                  <a:cubicBezTo>
                    <a:pt x="250" y="4143"/>
                    <a:pt x="238" y="4143"/>
                    <a:pt x="238" y="4131"/>
                  </a:cubicBezTo>
                  <a:cubicBezTo>
                    <a:pt x="215" y="4096"/>
                    <a:pt x="191" y="4060"/>
                    <a:pt x="167" y="4024"/>
                  </a:cubicBezTo>
                  <a:cubicBezTo>
                    <a:pt x="155" y="4012"/>
                    <a:pt x="143" y="4001"/>
                    <a:pt x="143" y="3989"/>
                  </a:cubicBezTo>
                  <a:lnTo>
                    <a:pt x="131" y="3965"/>
                  </a:lnTo>
                  <a:cubicBezTo>
                    <a:pt x="119" y="3941"/>
                    <a:pt x="96" y="3905"/>
                    <a:pt x="84" y="3881"/>
                  </a:cubicBezTo>
                  <a:cubicBezTo>
                    <a:pt x="72" y="3846"/>
                    <a:pt x="72" y="3846"/>
                    <a:pt x="60" y="3822"/>
                  </a:cubicBezTo>
                  <a:cubicBezTo>
                    <a:pt x="60" y="3810"/>
                    <a:pt x="60" y="3810"/>
                    <a:pt x="60" y="3810"/>
                  </a:cubicBezTo>
                  <a:cubicBezTo>
                    <a:pt x="60" y="3798"/>
                    <a:pt x="48" y="3750"/>
                    <a:pt x="36" y="3715"/>
                  </a:cubicBezTo>
                  <a:cubicBezTo>
                    <a:pt x="36" y="3691"/>
                    <a:pt x="24" y="3679"/>
                    <a:pt x="24" y="3667"/>
                  </a:cubicBezTo>
                  <a:cubicBezTo>
                    <a:pt x="24" y="3655"/>
                    <a:pt x="24" y="3655"/>
                    <a:pt x="24" y="3643"/>
                  </a:cubicBezTo>
                  <a:cubicBezTo>
                    <a:pt x="24" y="3620"/>
                    <a:pt x="12" y="3584"/>
                    <a:pt x="12" y="3560"/>
                  </a:cubicBezTo>
                  <a:cubicBezTo>
                    <a:pt x="12" y="3524"/>
                    <a:pt x="12" y="3524"/>
                    <a:pt x="0" y="3500"/>
                  </a:cubicBezTo>
                  <a:lnTo>
                    <a:pt x="0" y="2810"/>
                  </a:lnTo>
                  <a:cubicBezTo>
                    <a:pt x="0" y="2834"/>
                    <a:pt x="12" y="2858"/>
                    <a:pt x="12" y="2893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27"/>
            <p:cNvSpPr/>
            <p:nvPr/>
          </p:nvSpPr>
          <p:spPr>
            <a:xfrm>
              <a:off x="4045863" y="2849525"/>
              <a:ext cx="24725" cy="219100"/>
            </a:xfrm>
            <a:custGeom>
              <a:avLst/>
              <a:gdLst/>
              <a:ahLst/>
              <a:cxnLst/>
              <a:rect l="l" t="t" r="r" b="b"/>
              <a:pathLst>
                <a:path w="989" h="8764" extrusionOk="0">
                  <a:moveTo>
                    <a:pt x="965" y="560"/>
                  </a:moveTo>
                  <a:lnTo>
                    <a:pt x="0" y="1"/>
                  </a:lnTo>
                  <a:lnTo>
                    <a:pt x="24" y="8216"/>
                  </a:lnTo>
                  <a:lnTo>
                    <a:pt x="989" y="876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27"/>
            <p:cNvSpPr/>
            <p:nvPr/>
          </p:nvSpPr>
          <p:spPr>
            <a:xfrm>
              <a:off x="4045863" y="2788200"/>
              <a:ext cx="130400" cy="75350"/>
            </a:xfrm>
            <a:custGeom>
              <a:avLst/>
              <a:gdLst/>
              <a:ahLst/>
              <a:cxnLst/>
              <a:rect l="l" t="t" r="r" b="b"/>
              <a:pathLst>
                <a:path w="5216" h="3014" extrusionOk="0">
                  <a:moveTo>
                    <a:pt x="4251" y="1"/>
                  </a:moveTo>
                  <a:lnTo>
                    <a:pt x="0" y="2454"/>
                  </a:lnTo>
                  <a:lnTo>
                    <a:pt x="965" y="3013"/>
                  </a:lnTo>
                  <a:lnTo>
                    <a:pt x="5215" y="560"/>
                  </a:lnTo>
                  <a:lnTo>
                    <a:pt x="4251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27"/>
            <p:cNvSpPr/>
            <p:nvPr/>
          </p:nvSpPr>
          <p:spPr>
            <a:xfrm>
              <a:off x="4069963" y="2802200"/>
              <a:ext cx="106900" cy="266425"/>
            </a:xfrm>
            <a:custGeom>
              <a:avLst/>
              <a:gdLst/>
              <a:ahLst/>
              <a:cxnLst/>
              <a:rect l="l" t="t" r="r" b="b"/>
              <a:pathLst>
                <a:path w="4276" h="10657" extrusionOk="0">
                  <a:moveTo>
                    <a:pt x="1" y="2453"/>
                  </a:moveTo>
                  <a:lnTo>
                    <a:pt x="25" y="10656"/>
                  </a:lnTo>
                  <a:lnTo>
                    <a:pt x="4275" y="8204"/>
                  </a:lnTo>
                  <a:lnTo>
                    <a:pt x="4251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27"/>
            <p:cNvSpPr/>
            <p:nvPr/>
          </p:nvSpPr>
          <p:spPr>
            <a:xfrm>
              <a:off x="3554138" y="3162650"/>
              <a:ext cx="30975" cy="29200"/>
            </a:xfrm>
            <a:custGeom>
              <a:avLst/>
              <a:gdLst/>
              <a:ahLst/>
              <a:cxnLst/>
              <a:rect l="l" t="t" r="r" b="b"/>
              <a:pathLst>
                <a:path w="1239" h="1168" extrusionOk="0">
                  <a:moveTo>
                    <a:pt x="965" y="549"/>
                  </a:moveTo>
                  <a:lnTo>
                    <a:pt x="965" y="549"/>
                  </a:lnTo>
                  <a:lnTo>
                    <a:pt x="965" y="596"/>
                  </a:lnTo>
                  <a:cubicBezTo>
                    <a:pt x="965" y="620"/>
                    <a:pt x="965" y="632"/>
                    <a:pt x="965" y="644"/>
                  </a:cubicBezTo>
                  <a:lnTo>
                    <a:pt x="965" y="691"/>
                  </a:lnTo>
                  <a:cubicBezTo>
                    <a:pt x="965" y="703"/>
                    <a:pt x="965" y="727"/>
                    <a:pt x="965" y="739"/>
                  </a:cubicBezTo>
                  <a:cubicBezTo>
                    <a:pt x="977" y="751"/>
                    <a:pt x="977" y="775"/>
                    <a:pt x="977" y="787"/>
                  </a:cubicBezTo>
                  <a:cubicBezTo>
                    <a:pt x="977" y="799"/>
                    <a:pt x="989" y="822"/>
                    <a:pt x="989" y="834"/>
                  </a:cubicBezTo>
                  <a:cubicBezTo>
                    <a:pt x="1000" y="846"/>
                    <a:pt x="1000" y="870"/>
                    <a:pt x="1012" y="882"/>
                  </a:cubicBezTo>
                  <a:lnTo>
                    <a:pt x="1036" y="941"/>
                  </a:lnTo>
                  <a:cubicBezTo>
                    <a:pt x="1048" y="965"/>
                    <a:pt x="1060" y="989"/>
                    <a:pt x="1072" y="1001"/>
                  </a:cubicBezTo>
                  <a:cubicBezTo>
                    <a:pt x="1108" y="1072"/>
                    <a:pt x="1167" y="1132"/>
                    <a:pt x="1239" y="1168"/>
                  </a:cubicBezTo>
                  <a:lnTo>
                    <a:pt x="274" y="608"/>
                  </a:lnTo>
                  <a:cubicBezTo>
                    <a:pt x="203" y="572"/>
                    <a:pt x="155" y="513"/>
                    <a:pt x="107" y="441"/>
                  </a:cubicBezTo>
                  <a:cubicBezTo>
                    <a:pt x="96" y="429"/>
                    <a:pt x="84" y="406"/>
                    <a:pt x="72" y="382"/>
                  </a:cubicBezTo>
                  <a:cubicBezTo>
                    <a:pt x="60" y="358"/>
                    <a:pt x="60" y="346"/>
                    <a:pt x="48" y="322"/>
                  </a:cubicBezTo>
                  <a:cubicBezTo>
                    <a:pt x="36" y="310"/>
                    <a:pt x="36" y="299"/>
                    <a:pt x="36" y="275"/>
                  </a:cubicBezTo>
                  <a:cubicBezTo>
                    <a:pt x="36" y="263"/>
                    <a:pt x="24" y="251"/>
                    <a:pt x="24" y="227"/>
                  </a:cubicBezTo>
                  <a:lnTo>
                    <a:pt x="12" y="179"/>
                  </a:lnTo>
                  <a:cubicBezTo>
                    <a:pt x="12" y="168"/>
                    <a:pt x="12" y="156"/>
                    <a:pt x="0" y="132"/>
                  </a:cubicBezTo>
                  <a:lnTo>
                    <a:pt x="0" y="84"/>
                  </a:lnTo>
                  <a:lnTo>
                    <a:pt x="0" y="48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D40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27"/>
            <p:cNvSpPr/>
            <p:nvPr/>
          </p:nvSpPr>
          <p:spPr>
            <a:xfrm>
              <a:off x="3552338" y="1956550"/>
              <a:ext cx="973075" cy="1221025"/>
            </a:xfrm>
            <a:custGeom>
              <a:avLst/>
              <a:gdLst/>
              <a:ahLst/>
              <a:cxnLst/>
              <a:rect l="l" t="t" r="r" b="b"/>
              <a:pathLst>
                <a:path w="38923" h="48841" extrusionOk="0">
                  <a:moveTo>
                    <a:pt x="1" y="22670"/>
                  </a:moveTo>
                  <a:lnTo>
                    <a:pt x="1" y="22623"/>
                  </a:lnTo>
                  <a:lnTo>
                    <a:pt x="1" y="22575"/>
                  </a:lnTo>
                  <a:lnTo>
                    <a:pt x="1" y="22539"/>
                  </a:lnTo>
                  <a:lnTo>
                    <a:pt x="1" y="22480"/>
                  </a:lnTo>
                  <a:lnTo>
                    <a:pt x="1" y="22480"/>
                  </a:lnTo>
                  <a:lnTo>
                    <a:pt x="1" y="22444"/>
                  </a:lnTo>
                  <a:cubicBezTo>
                    <a:pt x="1" y="22420"/>
                    <a:pt x="1" y="22408"/>
                    <a:pt x="13" y="22385"/>
                  </a:cubicBezTo>
                  <a:cubicBezTo>
                    <a:pt x="13" y="22373"/>
                    <a:pt x="25" y="22361"/>
                    <a:pt x="25" y="22337"/>
                  </a:cubicBezTo>
                  <a:lnTo>
                    <a:pt x="37" y="22289"/>
                  </a:lnTo>
                  <a:cubicBezTo>
                    <a:pt x="37" y="22277"/>
                    <a:pt x="49" y="22254"/>
                    <a:pt x="49" y="22242"/>
                  </a:cubicBezTo>
                  <a:lnTo>
                    <a:pt x="49" y="22242"/>
                  </a:lnTo>
                  <a:lnTo>
                    <a:pt x="49" y="22242"/>
                  </a:lnTo>
                  <a:cubicBezTo>
                    <a:pt x="49" y="22218"/>
                    <a:pt x="60" y="22206"/>
                    <a:pt x="72" y="22194"/>
                  </a:cubicBezTo>
                  <a:cubicBezTo>
                    <a:pt x="72" y="22170"/>
                    <a:pt x="72" y="22158"/>
                    <a:pt x="84" y="22146"/>
                  </a:cubicBezTo>
                  <a:lnTo>
                    <a:pt x="96" y="22099"/>
                  </a:lnTo>
                  <a:cubicBezTo>
                    <a:pt x="108" y="22075"/>
                    <a:pt x="108" y="22063"/>
                    <a:pt x="120" y="22051"/>
                  </a:cubicBezTo>
                  <a:cubicBezTo>
                    <a:pt x="120" y="22039"/>
                    <a:pt x="132" y="22027"/>
                    <a:pt x="132" y="22015"/>
                  </a:cubicBezTo>
                  <a:lnTo>
                    <a:pt x="132" y="22015"/>
                  </a:lnTo>
                  <a:lnTo>
                    <a:pt x="132" y="22015"/>
                  </a:lnTo>
                  <a:cubicBezTo>
                    <a:pt x="132" y="21992"/>
                    <a:pt x="144" y="21980"/>
                    <a:pt x="156" y="21968"/>
                  </a:cubicBezTo>
                  <a:lnTo>
                    <a:pt x="179" y="21908"/>
                  </a:lnTo>
                  <a:cubicBezTo>
                    <a:pt x="191" y="21896"/>
                    <a:pt x="203" y="21873"/>
                    <a:pt x="215" y="21861"/>
                  </a:cubicBezTo>
                  <a:cubicBezTo>
                    <a:pt x="227" y="21837"/>
                    <a:pt x="239" y="21813"/>
                    <a:pt x="251" y="21789"/>
                  </a:cubicBezTo>
                  <a:lnTo>
                    <a:pt x="251" y="21777"/>
                  </a:lnTo>
                  <a:lnTo>
                    <a:pt x="251" y="21777"/>
                  </a:lnTo>
                  <a:cubicBezTo>
                    <a:pt x="275" y="21730"/>
                    <a:pt x="299" y="21694"/>
                    <a:pt x="322" y="21658"/>
                  </a:cubicBezTo>
                  <a:cubicBezTo>
                    <a:pt x="346" y="21623"/>
                    <a:pt x="358" y="21599"/>
                    <a:pt x="382" y="21563"/>
                  </a:cubicBezTo>
                  <a:lnTo>
                    <a:pt x="382" y="21563"/>
                  </a:lnTo>
                  <a:cubicBezTo>
                    <a:pt x="394" y="21551"/>
                    <a:pt x="406" y="21527"/>
                    <a:pt x="430" y="21515"/>
                  </a:cubicBezTo>
                  <a:lnTo>
                    <a:pt x="465" y="21468"/>
                  </a:lnTo>
                  <a:lnTo>
                    <a:pt x="501" y="21420"/>
                  </a:lnTo>
                  <a:lnTo>
                    <a:pt x="537" y="21384"/>
                  </a:lnTo>
                  <a:lnTo>
                    <a:pt x="549" y="21373"/>
                  </a:lnTo>
                  <a:lnTo>
                    <a:pt x="549" y="21373"/>
                  </a:lnTo>
                  <a:lnTo>
                    <a:pt x="572" y="21349"/>
                  </a:lnTo>
                  <a:lnTo>
                    <a:pt x="608" y="21301"/>
                  </a:lnTo>
                  <a:lnTo>
                    <a:pt x="656" y="21265"/>
                  </a:lnTo>
                  <a:lnTo>
                    <a:pt x="703" y="21230"/>
                  </a:lnTo>
                  <a:lnTo>
                    <a:pt x="727" y="21206"/>
                  </a:lnTo>
                  <a:lnTo>
                    <a:pt x="727" y="21206"/>
                  </a:lnTo>
                  <a:lnTo>
                    <a:pt x="739" y="21194"/>
                  </a:lnTo>
                  <a:lnTo>
                    <a:pt x="775" y="21158"/>
                  </a:lnTo>
                  <a:lnTo>
                    <a:pt x="822" y="21134"/>
                  </a:lnTo>
                  <a:lnTo>
                    <a:pt x="858" y="21111"/>
                  </a:lnTo>
                  <a:lnTo>
                    <a:pt x="906" y="21075"/>
                  </a:lnTo>
                  <a:lnTo>
                    <a:pt x="918" y="21075"/>
                  </a:lnTo>
                  <a:lnTo>
                    <a:pt x="37232" y="120"/>
                  </a:lnTo>
                  <a:lnTo>
                    <a:pt x="37256" y="96"/>
                  </a:lnTo>
                  <a:lnTo>
                    <a:pt x="37303" y="72"/>
                  </a:lnTo>
                  <a:lnTo>
                    <a:pt x="37339" y="60"/>
                  </a:lnTo>
                  <a:lnTo>
                    <a:pt x="37375" y="48"/>
                  </a:lnTo>
                  <a:lnTo>
                    <a:pt x="37410" y="25"/>
                  </a:lnTo>
                  <a:lnTo>
                    <a:pt x="37482" y="25"/>
                  </a:lnTo>
                  <a:lnTo>
                    <a:pt x="37506" y="25"/>
                  </a:lnTo>
                  <a:lnTo>
                    <a:pt x="37541" y="13"/>
                  </a:lnTo>
                  <a:lnTo>
                    <a:pt x="37589" y="1"/>
                  </a:lnTo>
                  <a:lnTo>
                    <a:pt x="37625" y="1"/>
                  </a:lnTo>
                  <a:lnTo>
                    <a:pt x="37648" y="1"/>
                  </a:lnTo>
                  <a:lnTo>
                    <a:pt x="37768" y="1"/>
                  </a:lnTo>
                  <a:cubicBezTo>
                    <a:pt x="37779" y="1"/>
                    <a:pt x="37803" y="1"/>
                    <a:pt x="37815" y="13"/>
                  </a:cubicBezTo>
                  <a:lnTo>
                    <a:pt x="37815" y="13"/>
                  </a:lnTo>
                  <a:cubicBezTo>
                    <a:pt x="37839" y="13"/>
                    <a:pt x="37863" y="13"/>
                    <a:pt x="37887" y="25"/>
                  </a:cubicBezTo>
                  <a:cubicBezTo>
                    <a:pt x="37910" y="37"/>
                    <a:pt x="37934" y="48"/>
                    <a:pt x="37958" y="60"/>
                  </a:cubicBezTo>
                  <a:lnTo>
                    <a:pt x="38922" y="620"/>
                  </a:lnTo>
                  <a:cubicBezTo>
                    <a:pt x="38875" y="596"/>
                    <a:pt x="38827" y="572"/>
                    <a:pt x="38780" y="560"/>
                  </a:cubicBezTo>
                  <a:lnTo>
                    <a:pt x="38780" y="560"/>
                  </a:lnTo>
                  <a:cubicBezTo>
                    <a:pt x="38720" y="560"/>
                    <a:pt x="38672" y="560"/>
                    <a:pt x="38613" y="560"/>
                  </a:cubicBezTo>
                  <a:lnTo>
                    <a:pt x="38613" y="560"/>
                  </a:lnTo>
                  <a:cubicBezTo>
                    <a:pt x="38553" y="572"/>
                    <a:pt x="38494" y="584"/>
                    <a:pt x="38434" y="608"/>
                  </a:cubicBezTo>
                  <a:lnTo>
                    <a:pt x="38434" y="608"/>
                  </a:lnTo>
                  <a:cubicBezTo>
                    <a:pt x="38363" y="632"/>
                    <a:pt x="38303" y="656"/>
                    <a:pt x="38244" y="691"/>
                  </a:cubicBezTo>
                  <a:lnTo>
                    <a:pt x="1930" y="21658"/>
                  </a:lnTo>
                  <a:cubicBezTo>
                    <a:pt x="1858" y="21694"/>
                    <a:pt x="1787" y="21742"/>
                    <a:pt x="1727" y="21789"/>
                  </a:cubicBezTo>
                  <a:lnTo>
                    <a:pt x="1727" y="21789"/>
                  </a:lnTo>
                  <a:cubicBezTo>
                    <a:pt x="1668" y="21837"/>
                    <a:pt x="1608" y="21896"/>
                    <a:pt x="1561" y="21956"/>
                  </a:cubicBezTo>
                  <a:lnTo>
                    <a:pt x="1561" y="21956"/>
                  </a:lnTo>
                  <a:cubicBezTo>
                    <a:pt x="1501" y="22015"/>
                    <a:pt x="1442" y="22087"/>
                    <a:pt x="1394" y="22146"/>
                  </a:cubicBezTo>
                  <a:lnTo>
                    <a:pt x="1394" y="22146"/>
                  </a:lnTo>
                  <a:cubicBezTo>
                    <a:pt x="1346" y="22218"/>
                    <a:pt x="1299" y="22289"/>
                    <a:pt x="1251" y="22361"/>
                  </a:cubicBezTo>
                  <a:cubicBezTo>
                    <a:pt x="1251" y="22373"/>
                    <a:pt x="1251" y="22373"/>
                    <a:pt x="1251" y="22373"/>
                  </a:cubicBezTo>
                  <a:cubicBezTo>
                    <a:pt x="1215" y="22444"/>
                    <a:pt x="1180" y="22527"/>
                    <a:pt x="1144" y="22599"/>
                  </a:cubicBezTo>
                  <a:lnTo>
                    <a:pt x="1144" y="22599"/>
                  </a:lnTo>
                  <a:cubicBezTo>
                    <a:pt x="1108" y="22682"/>
                    <a:pt x="1072" y="22754"/>
                    <a:pt x="1049" y="22837"/>
                  </a:cubicBezTo>
                  <a:lnTo>
                    <a:pt x="1049" y="22837"/>
                  </a:lnTo>
                  <a:cubicBezTo>
                    <a:pt x="1025" y="22920"/>
                    <a:pt x="1013" y="22992"/>
                    <a:pt x="1001" y="23075"/>
                  </a:cubicBezTo>
                  <a:lnTo>
                    <a:pt x="1001" y="23075"/>
                  </a:lnTo>
                  <a:cubicBezTo>
                    <a:pt x="989" y="23158"/>
                    <a:pt x="977" y="23230"/>
                    <a:pt x="977" y="23313"/>
                  </a:cubicBezTo>
                  <a:lnTo>
                    <a:pt x="1049" y="48840"/>
                  </a:lnTo>
                  <a:lnTo>
                    <a:pt x="96" y="48281"/>
                  </a:lnTo>
                  <a:lnTo>
                    <a:pt x="1" y="2273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27"/>
            <p:cNvSpPr/>
            <p:nvPr/>
          </p:nvSpPr>
          <p:spPr>
            <a:xfrm>
              <a:off x="3576463" y="1969250"/>
              <a:ext cx="957875" cy="1224425"/>
            </a:xfrm>
            <a:custGeom>
              <a:avLst/>
              <a:gdLst/>
              <a:ahLst/>
              <a:cxnLst/>
              <a:rect l="l" t="t" r="r" b="b"/>
              <a:pathLst>
                <a:path w="38315" h="48977" extrusionOk="0">
                  <a:moveTo>
                    <a:pt x="37709" y="1"/>
                  </a:moveTo>
                  <a:cubicBezTo>
                    <a:pt x="37576" y="1"/>
                    <a:pt x="37425" y="44"/>
                    <a:pt x="37267" y="136"/>
                  </a:cubicBezTo>
                  <a:lnTo>
                    <a:pt x="965" y="21103"/>
                  </a:lnTo>
                  <a:cubicBezTo>
                    <a:pt x="393" y="21472"/>
                    <a:pt x="36" y="22091"/>
                    <a:pt x="0" y="22770"/>
                  </a:cubicBezTo>
                  <a:lnTo>
                    <a:pt x="72" y="48285"/>
                  </a:lnTo>
                  <a:cubicBezTo>
                    <a:pt x="72" y="48723"/>
                    <a:pt x="287" y="48977"/>
                    <a:pt x="604" y="48977"/>
                  </a:cubicBezTo>
                  <a:cubicBezTo>
                    <a:pt x="733" y="48977"/>
                    <a:pt x="880" y="48934"/>
                    <a:pt x="1036" y="48844"/>
                  </a:cubicBezTo>
                  <a:lnTo>
                    <a:pt x="37350" y="27877"/>
                  </a:lnTo>
                  <a:cubicBezTo>
                    <a:pt x="37922" y="27508"/>
                    <a:pt x="38279" y="26877"/>
                    <a:pt x="38315" y="26210"/>
                  </a:cubicBezTo>
                  <a:lnTo>
                    <a:pt x="38243" y="683"/>
                  </a:lnTo>
                  <a:cubicBezTo>
                    <a:pt x="38243" y="248"/>
                    <a:pt x="38025" y="1"/>
                    <a:pt x="37709" y="1"/>
                  </a:cubicBezTo>
                  <a:close/>
                </a:path>
              </a:pathLst>
            </a:custGeom>
            <a:solidFill>
              <a:srgbClr val="A0A0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27"/>
            <p:cNvSpPr/>
            <p:nvPr/>
          </p:nvSpPr>
          <p:spPr>
            <a:xfrm>
              <a:off x="3576463" y="1969350"/>
              <a:ext cx="957875" cy="1224300"/>
            </a:xfrm>
            <a:custGeom>
              <a:avLst/>
              <a:gdLst/>
              <a:ahLst/>
              <a:cxnLst/>
              <a:rect l="l" t="t" r="r" b="b"/>
              <a:pathLst>
                <a:path w="38315" h="48972" extrusionOk="0">
                  <a:moveTo>
                    <a:pt x="72" y="48281"/>
                  </a:moveTo>
                  <a:lnTo>
                    <a:pt x="96" y="48495"/>
                  </a:lnTo>
                  <a:lnTo>
                    <a:pt x="143" y="48673"/>
                  </a:lnTo>
                  <a:lnTo>
                    <a:pt x="238" y="48816"/>
                  </a:lnTo>
                  <a:lnTo>
                    <a:pt x="357" y="48912"/>
                  </a:lnTo>
                  <a:lnTo>
                    <a:pt x="500" y="48959"/>
                  </a:lnTo>
                  <a:lnTo>
                    <a:pt x="667" y="48971"/>
                  </a:lnTo>
                  <a:lnTo>
                    <a:pt x="846" y="48923"/>
                  </a:lnTo>
                  <a:lnTo>
                    <a:pt x="1036" y="48840"/>
                  </a:lnTo>
                  <a:lnTo>
                    <a:pt x="37350" y="27873"/>
                  </a:lnTo>
                  <a:lnTo>
                    <a:pt x="37541" y="27742"/>
                  </a:lnTo>
                  <a:lnTo>
                    <a:pt x="37719" y="27564"/>
                  </a:lnTo>
                  <a:lnTo>
                    <a:pt x="37886" y="27373"/>
                  </a:lnTo>
                  <a:lnTo>
                    <a:pt x="38029" y="27159"/>
                  </a:lnTo>
                  <a:lnTo>
                    <a:pt x="38148" y="26921"/>
                  </a:lnTo>
                  <a:lnTo>
                    <a:pt x="38231" y="26683"/>
                  </a:lnTo>
                  <a:lnTo>
                    <a:pt x="38291" y="26445"/>
                  </a:lnTo>
                  <a:lnTo>
                    <a:pt x="38315" y="26206"/>
                  </a:lnTo>
                  <a:lnTo>
                    <a:pt x="38243" y="679"/>
                  </a:lnTo>
                  <a:lnTo>
                    <a:pt x="38219" y="465"/>
                  </a:lnTo>
                  <a:lnTo>
                    <a:pt x="38160" y="298"/>
                  </a:lnTo>
                  <a:lnTo>
                    <a:pt x="38076" y="156"/>
                  </a:lnTo>
                  <a:lnTo>
                    <a:pt x="37957" y="60"/>
                  </a:lnTo>
                  <a:lnTo>
                    <a:pt x="37815" y="13"/>
                  </a:lnTo>
                  <a:lnTo>
                    <a:pt x="37648" y="1"/>
                  </a:lnTo>
                  <a:lnTo>
                    <a:pt x="37469" y="48"/>
                  </a:lnTo>
                  <a:lnTo>
                    <a:pt x="37267" y="132"/>
                  </a:lnTo>
                  <a:lnTo>
                    <a:pt x="965" y="21099"/>
                  </a:lnTo>
                  <a:lnTo>
                    <a:pt x="762" y="21230"/>
                  </a:lnTo>
                  <a:lnTo>
                    <a:pt x="584" y="21396"/>
                  </a:lnTo>
                  <a:lnTo>
                    <a:pt x="417" y="21599"/>
                  </a:lnTo>
                  <a:lnTo>
                    <a:pt x="274" y="21813"/>
                  </a:lnTo>
                  <a:lnTo>
                    <a:pt x="155" y="22051"/>
                  </a:lnTo>
                  <a:lnTo>
                    <a:pt x="72" y="22289"/>
                  </a:lnTo>
                  <a:lnTo>
                    <a:pt x="12" y="22527"/>
                  </a:lnTo>
                  <a:lnTo>
                    <a:pt x="0" y="22766"/>
                  </a:lnTo>
                  <a:lnTo>
                    <a:pt x="72" y="4828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27"/>
            <p:cNvSpPr/>
            <p:nvPr/>
          </p:nvSpPr>
          <p:spPr>
            <a:xfrm>
              <a:off x="3597288" y="1989600"/>
              <a:ext cx="919200" cy="1168625"/>
            </a:xfrm>
            <a:custGeom>
              <a:avLst/>
              <a:gdLst/>
              <a:ahLst/>
              <a:cxnLst/>
              <a:rect l="l" t="t" r="r" b="b"/>
              <a:pathLst>
                <a:path w="36768" h="46745" extrusionOk="0">
                  <a:moveTo>
                    <a:pt x="36696" y="0"/>
                  </a:moveTo>
                  <a:lnTo>
                    <a:pt x="1" y="21194"/>
                  </a:lnTo>
                  <a:lnTo>
                    <a:pt x="72" y="46744"/>
                  </a:lnTo>
                  <a:lnTo>
                    <a:pt x="36767" y="25563"/>
                  </a:lnTo>
                  <a:lnTo>
                    <a:pt x="36696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27"/>
            <p:cNvSpPr/>
            <p:nvPr/>
          </p:nvSpPr>
          <p:spPr>
            <a:xfrm>
              <a:off x="3981863" y="3106100"/>
              <a:ext cx="524200" cy="225050"/>
            </a:xfrm>
            <a:custGeom>
              <a:avLst/>
              <a:gdLst/>
              <a:ahLst/>
              <a:cxnLst/>
              <a:rect l="l" t="t" r="r" b="b"/>
              <a:pathLst>
                <a:path w="20968" h="9002" extrusionOk="0">
                  <a:moveTo>
                    <a:pt x="1" y="5299"/>
                  </a:moveTo>
                  <a:cubicBezTo>
                    <a:pt x="1" y="5299"/>
                    <a:pt x="1" y="5311"/>
                    <a:pt x="1" y="5311"/>
                  </a:cubicBezTo>
                  <a:cubicBezTo>
                    <a:pt x="13" y="5347"/>
                    <a:pt x="36" y="5382"/>
                    <a:pt x="60" y="5418"/>
                  </a:cubicBezTo>
                  <a:lnTo>
                    <a:pt x="72" y="5430"/>
                  </a:lnTo>
                  <a:cubicBezTo>
                    <a:pt x="96" y="5466"/>
                    <a:pt x="120" y="5501"/>
                    <a:pt x="155" y="5525"/>
                  </a:cubicBezTo>
                  <a:cubicBezTo>
                    <a:pt x="167" y="5549"/>
                    <a:pt x="203" y="5561"/>
                    <a:pt x="227" y="5585"/>
                  </a:cubicBezTo>
                  <a:cubicBezTo>
                    <a:pt x="251" y="5597"/>
                    <a:pt x="263" y="5620"/>
                    <a:pt x="286" y="5632"/>
                  </a:cubicBezTo>
                  <a:lnTo>
                    <a:pt x="4942" y="8406"/>
                  </a:lnTo>
                  <a:cubicBezTo>
                    <a:pt x="5001" y="8442"/>
                    <a:pt x="5073" y="8466"/>
                    <a:pt x="5144" y="8490"/>
                  </a:cubicBezTo>
                  <a:lnTo>
                    <a:pt x="5227" y="8526"/>
                  </a:lnTo>
                  <a:cubicBezTo>
                    <a:pt x="5263" y="8537"/>
                    <a:pt x="5299" y="8537"/>
                    <a:pt x="5335" y="8549"/>
                  </a:cubicBezTo>
                  <a:cubicBezTo>
                    <a:pt x="5370" y="8561"/>
                    <a:pt x="5418" y="8561"/>
                    <a:pt x="5466" y="8573"/>
                  </a:cubicBezTo>
                  <a:lnTo>
                    <a:pt x="5489" y="8573"/>
                  </a:lnTo>
                  <a:cubicBezTo>
                    <a:pt x="5549" y="8573"/>
                    <a:pt x="5608" y="8585"/>
                    <a:pt x="5680" y="8585"/>
                  </a:cubicBezTo>
                  <a:lnTo>
                    <a:pt x="5716" y="8585"/>
                  </a:lnTo>
                  <a:cubicBezTo>
                    <a:pt x="5763" y="8585"/>
                    <a:pt x="5835" y="8585"/>
                    <a:pt x="5882" y="8573"/>
                  </a:cubicBezTo>
                  <a:lnTo>
                    <a:pt x="5918" y="8573"/>
                  </a:lnTo>
                  <a:cubicBezTo>
                    <a:pt x="5966" y="8573"/>
                    <a:pt x="6025" y="8561"/>
                    <a:pt x="6085" y="8549"/>
                  </a:cubicBezTo>
                  <a:lnTo>
                    <a:pt x="6120" y="8537"/>
                  </a:lnTo>
                  <a:cubicBezTo>
                    <a:pt x="6168" y="8526"/>
                    <a:pt x="6216" y="8514"/>
                    <a:pt x="6263" y="8502"/>
                  </a:cubicBezTo>
                  <a:cubicBezTo>
                    <a:pt x="6275" y="8502"/>
                    <a:pt x="6287" y="8490"/>
                    <a:pt x="6287" y="8490"/>
                  </a:cubicBezTo>
                  <a:cubicBezTo>
                    <a:pt x="6347" y="8466"/>
                    <a:pt x="6406" y="8442"/>
                    <a:pt x="6454" y="8418"/>
                  </a:cubicBezTo>
                  <a:lnTo>
                    <a:pt x="20646" y="441"/>
                  </a:lnTo>
                  <a:cubicBezTo>
                    <a:pt x="20825" y="358"/>
                    <a:pt x="20944" y="191"/>
                    <a:pt x="20968" y="1"/>
                  </a:cubicBezTo>
                  <a:lnTo>
                    <a:pt x="20968" y="441"/>
                  </a:lnTo>
                  <a:cubicBezTo>
                    <a:pt x="20944" y="644"/>
                    <a:pt x="20825" y="810"/>
                    <a:pt x="20646" y="882"/>
                  </a:cubicBezTo>
                  <a:lnTo>
                    <a:pt x="6454" y="8859"/>
                  </a:lnTo>
                  <a:cubicBezTo>
                    <a:pt x="6406" y="8883"/>
                    <a:pt x="6359" y="8918"/>
                    <a:pt x="6311" y="8930"/>
                  </a:cubicBezTo>
                  <a:lnTo>
                    <a:pt x="6299" y="8930"/>
                  </a:lnTo>
                  <a:lnTo>
                    <a:pt x="6275" y="8930"/>
                  </a:lnTo>
                  <a:cubicBezTo>
                    <a:pt x="6239" y="8942"/>
                    <a:pt x="6204" y="8954"/>
                    <a:pt x="6180" y="8966"/>
                  </a:cubicBezTo>
                  <a:lnTo>
                    <a:pt x="6120" y="8978"/>
                  </a:lnTo>
                  <a:lnTo>
                    <a:pt x="6097" y="8990"/>
                  </a:lnTo>
                  <a:lnTo>
                    <a:pt x="6061" y="8990"/>
                  </a:lnTo>
                  <a:cubicBezTo>
                    <a:pt x="6025" y="8990"/>
                    <a:pt x="5989" y="9002"/>
                    <a:pt x="5954" y="9002"/>
                  </a:cubicBezTo>
                  <a:lnTo>
                    <a:pt x="5918" y="9002"/>
                  </a:lnTo>
                  <a:lnTo>
                    <a:pt x="5894" y="9002"/>
                  </a:lnTo>
                  <a:lnTo>
                    <a:pt x="5847" y="9002"/>
                  </a:lnTo>
                  <a:lnTo>
                    <a:pt x="5751" y="9002"/>
                  </a:lnTo>
                  <a:lnTo>
                    <a:pt x="5632" y="9002"/>
                  </a:lnTo>
                  <a:cubicBezTo>
                    <a:pt x="5597" y="9002"/>
                    <a:pt x="5561" y="9002"/>
                    <a:pt x="5513" y="8990"/>
                  </a:cubicBezTo>
                  <a:lnTo>
                    <a:pt x="5501" y="8990"/>
                  </a:lnTo>
                  <a:lnTo>
                    <a:pt x="5477" y="8990"/>
                  </a:lnTo>
                  <a:lnTo>
                    <a:pt x="5382" y="8978"/>
                  </a:lnTo>
                  <a:cubicBezTo>
                    <a:pt x="5370" y="8978"/>
                    <a:pt x="5358" y="8978"/>
                    <a:pt x="5347" y="8966"/>
                  </a:cubicBezTo>
                  <a:lnTo>
                    <a:pt x="5239" y="8942"/>
                  </a:lnTo>
                  <a:lnTo>
                    <a:pt x="5180" y="8930"/>
                  </a:lnTo>
                  <a:lnTo>
                    <a:pt x="5156" y="8918"/>
                  </a:lnTo>
                  <a:cubicBezTo>
                    <a:pt x="5085" y="8895"/>
                    <a:pt x="5013" y="8859"/>
                    <a:pt x="4954" y="8823"/>
                  </a:cubicBezTo>
                  <a:lnTo>
                    <a:pt x="298" y="6049"/>
                  </a:lnTo>
                  <a:lnTo>
                    <a:pt x="286" y="6037"/>
                  </a:lnTo>
                  <a:cubicBezTo>
                    <a:pt x="274" y="6025"/>
                    <a:pt x="251" y="6013"/>
                    <a:pt x="239" y="6001"/>
                  </a:cubicBezTo>
                  <a:cubicBezTo>
                    <a:pt x="215" y="5990"/>
                    <a:pt x="191" y="5966"/>
                    <a:pt x="167" y="5942"/>
                  </a:cubicBezTo>
                  <a:lnTo>
                    <a:pt x="167" y="5942"/>
                  </a:lnTo>
                  <a:cubicBezTo>
                    <a:pt x="143" y="5930"/>
                    <a:pt x="120" y="5906"/>
                    <a:pt x="96" y="5870"/>
                  </a:cubicBezTo>
                  <a:cubicBezTo>
                    <a:pt x="96" y="5870"/>
                    <a:pt x="84" y="5859"/>
                    <a:pt x="84" y="5859"/>
                  </a:cubicBezTo>
                  <a:lnTo>
                    <a:pt x="72" y="5835"/>
                  </a:lnTo>
                  <a:cubicBezTo>
                    <a:pt x="72" y="5835"/>
                    <a:pt x="60" y="5823"/>
                    <a:pt x="60" y="5811"/>
                  </a:cubicBezTo>
                  <a:cubicBezTo>
                    <a:pt x="48" y="5787"/>
                    <a:pt x="36" y="5775"/>
                    <a:pt x="24" y="5751"/>
                  </a:cubicBezTo>
                  <a:cubicBezTo>
                    <a:pt x="24" y="5751"/>
                    <a:pt x="24" y="5739"/>
                    <a:pt x="24" y="5739"/>
                  </a:cubicBezTo>
                  <a:lnTo>
                    <a:pt x="24" y="5728"/>
                  </a:lnTo>
                  <a:cubicBezTo>
                    <a:pt x="24" y="5716"/>
                    <a:pt x="24" y="5704"/>
                    <a:pt x="13" y="5692"/>
                  </a:cubicBezTo>
                  <a:cubicBezTo>
                    <a:pt x="13" y="5668"/>
                    <a:pt x="13" y="5644"/>
                    <a:pt x="13" y="5632"/>
                  </a:cubicBezTo>
                  <a:lnTo>
                    <a:pt x="13" y="5620"/>
                  </a:lnTo>
                  <a:lnTo>
                    <a:pt x="13" y="5168"/>
                  </a:lnTo>
                  <a:cubicBezTo>
                    <a:pt x="1" y="5216"/>
                    <a:pt x="1" y="5251"/>
                    <a:pt x="1" y="529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27"/>
            <p:cNvSpPr/>
            <p:nvPr/>
          </p:nvSpPr>
          <p:spPr>
            <a:xfrm>
              <a:off x="3978888" y="3021150"/>
              <a:ext cx="529850" cy="299750"/>
            </a:xfrm>
            <a:custGeom>
              <a:avLst/>
              <a:gdLst/>
              <a:ahLst/>
              <a:cxnLst/>
              <a:rect l="l" t="t" r="r" b="b"/>
              <a:pathLst>
                <a:path w="21194" h="11990" extrusionOk="0">
                  <a:moveTo>
                    <a:pt x="15349" y="1"/>
                  </a:moveTo>
                  <a:cubicBezTo>
                    <a:pt x="15100" y="1"/>
                    <a:pt x="14851" y="57"/>
                    <a:pt x="14621" y="172"/>
                  </a:cubicBezTo>
                  <a:lnTo>
                    <a:pt x="429" y="8149"/>
                  </a:lnTo>
                  <a:cubicBezTo>
                    <a:pt x="1" y="8387"/>
                    <a:pt x="1" y="8780"/>
                    <a:pt x="417" y="9030"/>
                  </a:cubicBezTo>
                  <a:lnTo>
                    <a:pt x="5061" y="11804"/>
                  </a:lnTo>
                  <a:cubicBezTo>
                    <a:pt x="5299" y="11927"/>
                    <a:pt x="5565" y="11989"/>
                    <a:pt x="5832" y="11989"/>
                  </a:cubicBezTo>
                  <a:cubicBezTo>
                    <a:pt x="6086" y="11989"/>
                    <a:pt x="6341" y="11932"/>
                    <a:pt x="6573" y="11816"/>
                  </a:cubicBezTo>
                  <a:lnTo>
                    <a:pt x="20765" y="3839"/>
                  </a:lnTo>
                  <a:cubicBezTo>
                    <a:pt x="21182" y="3601"/>
                    <a:pt x="21194" y="3208"/>
                    <a:pt x="20777" y="2958"/>
                  </a:cubicBezTo>
                  <a:lnTo>
                    <a:pt x="16134" y="196"/>
                  </a:lnTo>
                  <a:cubicBezTo>
                    <a:pt x="15887" y="66"/>
                    <a:pt x="15617" y="1"/>
                    <a:pt x="15349" y="1"/>
                  </a:cubicBezTo>
                  <a:close/>
                </a:path>
              </a:pathLst>
            </a:custGeom>
            <a:solidFill>
              <a:srgbClr val="6C35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27"/>
            <p:cNvSpPr/>
            <p:nvPr/>
          </p:nvSpPr>
          <p:spPr>
            <a:xfrm>
              <a:off x="3981563" y="3021275"/>
              <a:ext cx="524500" cy="299475"/>
            </a:xfrm>
            <a:custGeom>
              <a:avLst/>
              <a:gdLst/>
              <a:ahLst/>
              <a:cxnLst/>
              <a:rect l="l" t="t" r="r" b="b"/>
              <a:pathLst>
                <a:path w="20980" h="11979" extrusionOk="0">
                  <a:moveTo>
                    <a:pt x="4954" y="11799"/>
                  </a:moveTo>
                  <a:lnTo>
                    <a:pt x="5120" y="11871"/>
                  </a:lnTo>
                  <a:lnTo>
                    <a:pt x="5299" y="11930"/>
                  </a:lnTo>
                  <a:lnTo>
                    <a:pt x="5501" y="11966"/>
                  </a:lnTo>
                  <a:lnTo>
                    <a:pt x="5704" y="11978"/>
                  </a:lnTo>
                  <a:lnTo>
                    <a:pt x="5906" y="11978"/>
                  </a:lnTo>
                  <a:lnTo>
                    <a:pt x="6109" y="11942"/>
                  </a:lnTo>
                  <a:lnTo>
                    <a:pt x="6299" y="11883"/>
                  </a:lnTo>
                  <a:lnTo>
                    <a:pt x="6466" y="11811"/>
                  </a:lnTo>
                  <a:lnTo>
                    <a:pt x="20658" y="3834"/>
                  </a:lnTo>
                  <a:lnTo>
                    <a:pt x="20789" y="3739"/>
                  </a:lnTo>
                  <a:lnTo>
                    <a:pt x="20896" y="3632"/>
                  </a:lnTo>
                  <a:lnTo>
                    <a:pt x="20956" y="3513"/>
                  </a:lnTo>
                  <a:lnTo>
                    <a:pt x="20980" y="3394"/>
                  </a:lnTo>
                  <a:lnTo>
                    <a:pt x="20956" y="3275"/>
                  </a:lnTo>
                  <a:lnTo>
                    <a:pt x="20908" y="3167"/>
                  </a:lnTo>
                  <a:lnTo>
                    <a:pt x="20813" y="3060"/>
                  </a:lnTo>
                  <a:lnTo>
                    <a:pt x="20670" y="2953"/>
                  </a:lnTo>
                  <a:lnTo>
                    <a:pt x="16027" y="191"/>
                  </a:lnTo>
                  <a:lnTo>
                    <a:pt x="15860" y="108"/>
                  </a:lnTo>
                  <a:lnTo>
                    <a:pt x="15669" y="48"/>
                  </a:lnTo>
                  <a:lnTo>
                    <a:pt x="15479" y="12"/>
                  </a:lnTo>
                  <a:lnTo>
                    <a:pt x="15276" y="0"/>
                  </a:lnTo>
                  <a:lnTo>
                    <a:pt x="15062" y="0"/>
                  </a:lnTo>
                  <a:lnTo>
                    <a:pt x="14872" y="36"/>
                  </a:lnTo>
                  <a:lnTo>
                    <a:pt x="14681" y="96"/>
                  </a:lnTo>
                  <a:lnTo>
                    <a:pt x="14514" y="167"/>
                  </a:lnTo>
                  <a:lnTo>
                    <a:pt x="322" y="8144"/>
                  </a:lnTo>
                  <a:lnTo>
                    <a:pt x="179" y="8240"/>
                  </a:lnTo>
                  <a:lnTo>
                    <a:pt x="84" y="8347"/>
                  </a:lnTo>
                  <a:lnTo>
                    <a:pt x="25" y="8466"/>
                  </a:lnTo>
                  <a:lnTo>
                    <a:pt x="1" y="8585"/>
                  </a:lnTo>
                  <a:lnTo>
                    <a:pt x="13" y="8704"/>
                  </a:lnTo>
                  <a:lnTo>
                    <a:pt x="72" y="8811"/>
                  </a:lnTo>
                  <a:lnTo>
                    <a:pt x="167" y="8930"/>
                  </a:lnTo>
                  <a:lnTo>
                    <a:pt x="310" y="9025"/>
                  </a:lnTo>
                  <a:lnTo>
                    <a:pt x="4954" y="1179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27"/>
            <p:cNvSpPr/>
            <p:nvPr/>
          </p:nvSpPr>
          <p:spPr>
            <a:xfrm>
              <a:off x="4019663" y="3036300"/>
              <a:ext cx="436700" cy="257875"/>
            </a:xfrm>
            <a:custGeom>
              <a:avLst/>
              <a:gdLst/>
              <a:ahLst/>
              <a:cxnLst/>
              <a:rect l="l" t="t" r="r" b="b"/>
              <a:pathLst>
                <a:path w="17468" h="10315" extrusionOk="0">
                  <a:moveTo>
                    <a:pt x="13246" y="1"/>
                  </a:moveTo>
                  <a:cubicBezTo>
                    <a:pt x="13229" y="1"/>
                    <a:pt x="13211" y="7"/>
                    <a:pt x="13193" y="19"/>
                  </a:cubicBezTo>
                  <a:lnTo>
                    <a:pt x="12478" y="411"/>
                  </a:lnTo>
                  <a:cubicBezTo>
                    <a:pt x="12455" y="423"/>
                    <a:pt x="12455" y="471"/>
                    <a:pt x="12478" y="483"/>
                  </a:cubicBezTo>
                  <a:lnTo>
                    <a:pt x="13169" y="900"/>
                  </a:lnTo>
                  <a:cubicBezTo>
                    <a:pt x="13187" y="906"/>
                    <a:pt x="13208" y="909"/>
                    <a:pt x="13229" y="909"/>
                  </a:cubicBezTo>
                  <a:cubicBezTo>
                    <a:pt x="13249" y="909"/>
                    <a:pt x="13270" y="906"/>
                    <a:pt x="13288" y="900"/>
                  </a:cubicBezTo>
                  <a:lnTo>
                    <a:pt x="14002" y="495"/>
                  </a:lnTo>
                  <a:cubicBezTo>
                    <a:pt x="14026" y="483"/>
                    <a:pt x="14026" y="435"/>
                    <a:pt x="14002" y="435"/>
                  </a:cubicBezTo>
                  <a:lnTo>
                    <a:pt x="13300" y="19"/>
                  </a:lnTo>
                  <a:cubicBezTo>
                    <a:pt x="13282" y="7"/>
                    <a:pt x="13264" y="1"/>
                    <a:pt x="13246" y="1"/>
                  </a:cubicBezTo>
                  <a:close/>
                  <a:moveTo>
                    <a:pt x="12371" y="536"/>
                  </a:moveTo>
                  <a:cubicBezTo>
                    <a:pt x="12350" y="536"/>
                    <a:pt x="12330" y="542"/>
                    <a:pt x="12312" y="554"/>
                  </a:cubicBezTo>
                  <a:lnTo>
                    <a:pt x="11597" y="947"/>
                  </a:lnTo>
                  <a:cubicBezTo>
                    <a:pt x="11574" y="971"/>
                    <a:pt x="11574" y="995"/>
                    <a:pt x="11597" y="1019"/>
                  </a:cubicBezTo>
                  <a:lnTo>
                    <a:pt x="12300" y="1423"/>
                  </a:lnTo>
                  <a:cubicBezTo>
                    <a:pt x="12318" y="1435"/>
                    <a:pt x="12336" y="1441"/>
                    <a:pt x="12353" y="1441"/>
                  </a:cubicBezTo>
                  <a:cubicBezTo>
                    <a:pt x="12371" y="1441"/>
                    <a:pt x="12389" y="1435"/>
                    <a:pt x="12407" y="1423"/>
                  </a:cubicBezTo>
                  <a:lnTo>
                    <a:pt x="13121" y="1031"/>
                  </a:lnTo>
                  <a:cubicBezTo>
                    <a:pt x="13157" y="1007"/>
                    <a:pt x="13157" y="983"/>
                    <a:pt x="13121" y="959"/>
                  </a:cubicBezTo>
                  <a:lnTo>
                    <a:pt x="12431" y="554"/>
                  </a:lnTo>
                  <a:cubicBezTo>
                    <a:pt x="12413" y="542"/>
                    <a:pt x="12392" y="536"/>
                    <a:pt x="12371" y="536"/>
                  </a:cubicBezTo>
                  <a:close/>
                  <a:moveTo>
                    <a:pt x="14074" y="548"/>
                  </a:moveTo>
                  <a:cubicBezTo>
                    <a:pt x="14053" y="548"/>
                    <a:pt x="14032" y="554"/>
                    <a:pt x="14014" y="566"/>
                  </a:cubicBezTo>
                  <a:lnTo>
                    <a:pt x="13312" y="971"/>
                  </a:lnTo>
                  <a:cubicBezTo>
                    <a:pt x="13276" y="983"/>
                    <a:pt x="13276" y="1019"/>
                    <a:pt x="13312" y="1031"/>
                  </a:cubicBezTo>
                  <a:lnTo>
                    <a:pt x="14002" y="1447"/>
                  </a:lnTo>
                  <a:cubicBezTo>
                    <a:pt x="14020" y="1453"/>
                    <a:pt x="14041" y="1456"/>
                    <a:pt x="14062" y="1456"/>
                  </a:cubicBezTo>
                  <a:cubicBezTo>
                    <a:pt x="14083" y="1456"/>
                    <a:pt x="14104" y="1453"/>
                    <a:pt x="14122" y="1447"/>
                  </a:cubicBezTo>
                  <a:lnTo>
                    <a:pt x="14824" y="1042"/>
                  </a:lnTo>
                  <a:cubicBezTo>
                    <a:pt x="14860" y="1031"/>
                    <a:pt x="14860" y="995"/>
                    <a:pt x="14824" y="983"/>
                  </a:cubicBezTo>
                  <a:lnTo>
                    <a:pt x="14133" y="566"/>
                  </a:lnTo>
                  <a:cubicBezTo>
                    <a:pt x="14116" y="554"/>
                    <a:pt x="14095" y="548"/>
                    <a:pt x="14074" y="548"/>
                  </a:cubicBezTo>
                  <a:close/>
                  <a:moveTo>
                    <a:pt x="11502" y="1057"/>
                  </a:moveTo>
                  <a:cubicBezTo>
                    <a:pt x="11481" y="1057"/>
                    <a:pt x="11460" y="1060"/>
                    <a:pt x="11443" y="1066"/>
                  </a:cubicBezTo>
                  <a:lnTo>
                    <a:pt x="10740" y="1471"/>
                  </a:lnTo>
                  <a:cubicBezTo>
                    <a:pt x="10704" y="1495"/>
                    <a:pt x="10704" y="1519"/>
                    <a:pt x="10740" y="1543"/>
                  </a:cubicBezTo>
                  <a:lnTo>
                    <a:pt x="11431" y="1947"/>
                  </a:lnTo>
                  <a:cubicBezTo>
                    <a:pt x="11449" y="1959"/>
                    <a:pt x="11469" y="1965"/>
                    <a:pt x="11490" y="1965"/>
                  </a:cubicBezTo>
                  <a:cubicBezTo>
                    <a:pt x="11511" y="1965"/>
                    <a:pt x="11532" y="1959"/>
                    <a:pt x="11550" y="1947"/>
                  </a:cubicBezTo>
                  <a:lnTo>
                    <a:pt x="12252" y="1554"/>
                  </a:lnTo>
                  <a:cubicBezTo>
                    <a:pt x="12288" y="1531"/>
                    <a:pt x="12288" y="1507"/>
                    <a:pt x="12252" y="1483"/>
                  </a:cubicBezTo>
                  <a:lnTo>
                    <a:pt x="11562" y="1066"/>
                  </a:lnTo>
                  <a:cubicBezTo>
                    <a:pt x="11544" y="1060"/>
                    <a:pt x="11523" y="1057"/>
                    <a:pt x="11502" y="1057"/>
                  </a:cubicBezTo>
                  <a:close/>
                  <a:moveTo>
                    <a:pt x="13193" y="1084"/>
                  </a:moveTo>
                  <a:cubicBezTo>
                    <a:pt x="13172" y="1084"/>
                    <a:pt x="13151" y="1090"/>
                    <a:pt x="13133" y="1102"/>
                  </a:cubicBezTo>
                  <a:lnTo>
                    <a:pt x="12431" y="1495"/>
                  </a:lnTo>
                  <a:cubicBezTo>
                    <a:pt x="12407" y="1519"/>
                    <a:pt x="12407" y="1543"/>
                    <a:pt x="12431" y="1566"/>
                  </a:cubicBezTo>
                  <a:lnTo>
                    <a:pt x="13121" y="1971"/>
                  </a:lnTo>
                  <a:cubicBezTo>
                    <a:pt x="13139" y="1983"/>
                    <a:pt x="13160" y="1989"/>
                    <a:pt x="13181" y="1989"/>
                  </a:cubicBezTo>
                  <a:cubicBezTo>
                    <a:pt x="13202" y="1989"/>
                    <a:pt x="13223" y="1983"/>
                    <a:pt x="13240" y="1971"/>
                  </a:cubicBezTo>
                  <a:lnTo>
                    <a:pt x="13955" y="1578"/>
                  </a:lnTo>
                  <a:cubicBezTo>
                    <a:pt x="13979" y="1554"/>
                    <a:pt x="13979" y="1531"/>
                    <a:pt x="13955" y="1507"/>
                  </a:cubicBezTo>
                  <a:lnTo>
                    <a:pt x="13252" y="1102"/>
                  </a:lnTo>
                  <a:cubicBezTo>
                    <a:pt x="13234" y="1090"/>
                    <a:pt x="13214" y="1084"/>
                    <a:pt x="13193" y="1084"/>
                  </a:cubicBezTo>
                  <a:close/>
                  <a:moveTo>
                    <a:pt x="14979" y="1081"/>
                  </a:moveTo>
                  <a:cubicBezTo>
                    <a:pt x="14958" y="1081"/>
                    <a:pt x="14937" y="1084"/>
                    <a:pt x="14919" y="1090"/>
                  </a:cubicBezTo>
                  <a:lnTo>
                    <a:pt x="14217" y="1495"/>
                  </a:lnTo>
                  <a:cubicBezTo>
                    <a:pt x="14181" y="1507"/>
                    <a:pt x="14181" y="1543"/>
                    <a:pt x="14217" y="1566"/>
                  </a:cubicBezTo>
                  <a:lnTo>
                    <a:pt x="14907" y="1971"/>
                  </a:lnTo>
                  <a:cubicBezTo>
                    <a:pt x="14925" y="1983"/>
                    <a:pt x="14946" y="1989"/>
                    <a:pt x="14967" y="1989"/>
                  </a:cubicBezTo>
                  <a:cubicBezTo>
                    <a:pt x="14988" y="1989"/>
                    <a:pt x="15009" y="1983"/>
                    <a:pt x="15026" y="1971"/>
                  </a:cubicBezTo>
                  <a:lnTo>
                    <a:pt x="15729" y="1578"/>
                  </a:lnTo>
                  <a:cubicBezTo>
                    <a:pt x="15765" y="1566"/>
                    <a:pt x="15765" y="1519"/>
                    <a:pt x="15729" y="1507"/>
                  </a:cubicBezTo>
                  <a:lnTo>
                    <a:pt x="15038" y="1090"/>
                  </a:lnTo>
                  <a:cubicBezTo>
                    <a:pt x="15020" y="1084"/>
                    <a:pt x="15000" y="1081"/>
                    <a:pt x="14979" y="1081"/>
                  </a:cubicBezTo>
                  <a:close/>
                  <a:moveTo>
                    <a:pt x="10591" y="1584"/>
                  </a:moveTo>
                  <a:cubicBezTo>
                    <a:pt x="10573" y="1584"/>
                    <a:pt x="10556" y="1590"/>
                    <a:pt x="10538" y="1602"/>
                  </a:cubicBezTo>
                  <a:lnTo>
                    <a:pt x="9823" y="1995"/>
                  </a:lnTo>
                  <a:cubicBezTo>
                    <a:pt x="9800" y="2019"/>
                    <a:pt x="9800" y="2043"/>
                    <a:pt x="9823" y="2066"/>
                  </a:cubicBezTo>
                  <a:lnTo>
                    <a:pt x="10526" y="2483"/>
                  </a:lnTo>
                  <a:cubicBezTo>
                    <a:pt x="10544" y="2489"/>
                    <a:pt x="10562" y="2492"/>
                    <a:pt x="10579" y="2492"/>
                  </a:cubicBezTo>
                  <a:cubicBezTo>
                    <a:pt x="10597" y="2492"/>
                    <a:pt x="10615" y="2489"/>
                    <a:pt x="10633" y="2483"/>
                  </a:cubicBezTo>
                  <a:lnTo>
                    <a:pt x="11347" y="2078"/>
                  </a:lnTo>
                  <a:cubicBezTo>
                    <a:pt x="11383" y="2054"/>
                    <a:pt x="11383" y="2031"/>
                    <a:pt x="11347" y="2007"/>
                  </a:cubicBezTo>
                  <a:lnTo>
                    <a:pt x="10645" y="1602"/>
                  </a:lnTo>
                  <a:cubicBezTo>
                    <a:pt x="10627" y="1590"/>
                    <a:pt x="10609" y="1584"/>
                    <a:pt x="10591" y="1584"/>
                  </a:cubicBezTo>
                  <a:close/>
                  <a:moveTo>
                    <a:pt x="12331" y="1608"/>
                  </a:moveTo>
                  <a:cubicBezTo>
                    <a:pt x="12312" y="1608"/>
                    <a:pt x="12294" y="1614"/>
                    <a:pt x="12276" y="1626"/>
                  </a:cubicBezTo>
                  <a:lnTo>
                    <a:pt x="11562" y="2019"/>
                  </a:lnTo>
                  <a:cubicBezTo>
                    <a:pt x="11538" y="2043"/>
                    <a:pt x="11538" y="2066"/>
                    <a:pt x="11562" y="2090"/>
                  </a:cubicBezTo>
                  <a:lnTo>
                    <a:pt x="12264" y="2495"/>
                  </a:lnTo>
                  <a:cubicBezTo>
                    <a:pt x="12282" y="2507"/>
                    <a:pt x="12300" y="2513"/>
                    <a:pt x="12318" y="2513"/>
                  </a:cubicBezTo>
                  <a:cubicBezTo>
                    <a:pt x="12336" y="2513"/>
                    <a:pt x="12353" y="2507"/>
                    <a:pt x="12371" y="2495"/>
                  </a:cubicBezTo>
                  <a:lnTo>
                    <a:pt x="13086" y="2102"/>
                  </a:lnTo>
                  <a:cubicBezTo>
                    <a:pt x="13121" y="2078"/>
                    <a:pt x="13121" y="2054"/>
                    <a:pt x="13086" y="2031"/>
                  </a:cubicBezTo>
                  <a:lnTo>
                    <a:pt x="12395" y="1626"/>
                  </a:lnTo>
                  <a:cubicBezTo>
                    <a:pt x="12371" y="1614"/>
                    <a:pt x="12350" y="1608"/>
                    <a:pt x="12331" y="1608"/>
                  </a:cubicBezTo>
                  <a:close/>
                  <a:moveTo>
                    <a:pt x="14098" y="1617"/>
                  </a:moveTo>
                  <a:cubicBezTo>
                    <a:pt x="14077" y="1617"/>
                    <a:pt x="14056" y="1620"/>
                    <a:pt x="14038" y="1626"/>
                  </a:cubicBezTo>
                  <a:lnTo>
                    <a:pt x="13336" y="2031"/>
                  </a:lnTo>
                  <a:cubicBezTo>
                    <a:pt x="13300" y="2043"/>
                    <a:pt x="13300" y="2078"/>
                    <a:pt x="13336" y="2090"/>
                  </a:cubicBezTo>
                  <a:lnTo>
                    <a:pt x="14026" y="2507"/>
                  </a:lnTo>
                  <a:cubicBezTo>
                    <a:pt x="14044" y="2519"/>
                    <a:pt x="14065" y="2525"/>
                    <a:pt x="14086" y="2525"/>
                  </a:cubicBezTo>
                  <a:cubicBezTo>
                    <a:pt x="14107" y="2525"/>
                    <a:pt x="14127" y="2519"/>
                    <a:pt x="14145" y="2507"/>
                  </a:cubicBezTo>
                  <a:lnTo>
                    <a:pt x="14860" y="2114"/>
                  </a:lnTo>
                  <a:cubicBezTo>
                    <a:pt x="14884" y="2090"/>
                    <a:pt x="14884" y="2054"/>
                    <a:pt x="14860" y="2043"/>
                  </a:cubicBezTo>
                  <a:lnTo>
                    <a:pt x="14157" y="1626"/>
                  </a:lnTo>
                  <a:cubicBezTo>
                    <a:pt x="14139" y="1620"/>
                    <a:pt x="14119" y="1617"/>
                    <a:pt x="14098" y="1617"/>
                  </a:cubicBezTo>
                  <a:close/>
                  <a:moveTo>
                    <a:pt x="9704" y="2120"/>
                  </a:moveTo>
                  <a:cubicBezTo>
                    <a:pt x="9683" y="2120"/>
                    <a:pt x="9663" y="2126"/>
                    <a:pt x="9645" y="2138"/>
                  </a:cubicBezTo>
                  <a:lnTo>
                    <a:pt x="8942" y="2531"/>
                  </a:lnTo>
                  <a:cubicBezTo>
                    <a:pt x="8907" y="2555"/>
                    <a:pt x="8907" y="2578"/>
                    <a:pt x="8942" y="2602"/>
                  </a:cubicBezTo>
                  <a:lnTo>
                    <a:pt x="9633" y="3007"/>
                  </a:lnTo>
                  <a:cubicBezTo>
                    <a:pt x="9651" y="3019"/>
                    <a:pt x="9672" y="3025"/>
                    <a:pt x="9692" y="3025"/>
                  </a:cubicBezTo>
                  <a:cubicBezTo>
                    <a:pt x="9713" y="3025"/>
                    <a:pt x="9734" y="3019"/>
                    <a:pt x="9752" y="3007"/>
                  </a:cubicBezTo>
                  <a:lnTo>
                    <a:pt x="10454" y="2614"/>
                  </a:lnTo>
                  <a:cubicBezTo>
                    <a:pt x="10490" y="2590"/>
                    <a:pt x="10490" y="2566"/>
                    <a:pt x="10454" y="2543"/>
                  </a:cubicBezTo>
                  <a:lnTo>
                    <a:pt x="9764" y="2138"/>
                  </a:lnTo>
                  <a:cubicBezTo>
                    <a:pt x="9746" y="2126"/>
                    <a:pt x="9725" y="2120"/>
                    <a:pt x="9704" y="2120"/>
                  </a:cubicBezTo>
                  <a:close/>
                  <a:moveTo>
                    <a:pt x="11431" y="2144"/>
                  </a:moveTo>
                  <a:cubicBezTo>
                    <a:pt x="11410" y="2144"/>
                    <a:pt x="11389" y="2150"/>
                    <a:pt x="11371" y="2162"/>
                  </a:cubicBezTo>
                  <a:lnTo>
                    <a:pt x="10657" y="2555"/>
                  </a:lnTo>
                  <a:cubicBezTo>
                    <a:pt x="10621" y="2566"/>
                    <a:pt x="10621" y="2602"/>
                    <a:pt x="10657" y="2614"/>
                  </a:cubicBezTo>
                  <a:lnTo>
                    <a:pt x="11347" y="3031"/>
                  </a:lnTo>
                  <a:cubicBezTo>
                    <a:pt x="11365" y="3037"/>
                    <a:pt x="11386" y="3040"/>
                    <a:pt x="11407" y="3040"/>
                  </a:cubicBezTo>
                  <a:cubicBezTo>
                    <a:pt x="11428" y="3040"/>
                    <a:pt x="11449" y="3037"/>
                    <a:pt x="11466" y="3031"/>
                  </a:cubicBezTo>
                  <a:lnTo>
                    <a:pt x="12181" y="2626"/>
                  </a:lnTo>
                  <a:cubicBezTo>
                    <a:pt x="12205" y="2614"/>
                    <a:pt x="12205" y="2578"/>
                    <a:pt x="12181" y="2566"/>
                  </a:cubicBezTo>
                  <a:lnTo>
                    <a:pt x="11490" y="2162"/>
                  </a:lnTo>
                  <a:cubicBezTo>
                    <a:pt x="11472" y="2150"/>
                    <a:pt x="11452" y="2144"/>
                    <a:pt x="11431" y="2144"/>
                  </a:cubicBezTo>
                  <a:close/>
                  <a:moveTo>
                    <a:pt x="13217" y="2144"/>
                  </a:moveTo>
                  <a:cubicBezTo>
                    <a:pt x="13196" y="2144"/>
                    <a:pt x="13175" y="2150"/>
                    <a:pt x="13157" y="2162"/>
                  </a:cubicBezTo>
                  <a:lnTo>
                    <a:pt x="12467" y="2555"/>
                  </a:lnTo>
                  <a:cubicBezTo>
                    <a:pt x="12443" y="2566"/>
                    <a:pt x="12443" y="2602"/>
                    <a:pt x="12467" y="2614"/>
                  </a:cubicBezTo>
                  <a:lnTo>
                    <a:pt x="13169" y="3031"/>
                  </a:lnTo>
                  <a:cubicBezTo>
                    <a:pt x="13187" y="3043"/>
                    <a:pt x="13205" y="3049"/>
                    <a:pt x="13223" y="3049"/>
                  </a:cubicBezTo>
                  <a:cubicBezTo>
                    <a:pt x="13240" y="3049"/>
                    <a:pt x="13258" y="3043"/>
                    <a:pt x="13276" y="3031"/>
                  </a:cubicBezTo>
                  <a:lnTo>
                    <a:pt x="13991" y="2638"/>
                  </a:lnTo>
                  <a:cubicBezTo>
                    <a:pt x="14026" y="2614"/>
                    <a:pt x="14026" y="2578"/>
                    <a:pt x="13991" y="2566"/>
                  </a:cubicBezTo>
                  <a:lnTo>
                    <a:pt x="13276" y="2162"/>
                  </a:lnTo>
                  <a:cubicBezTo>
                    <a:pt x="13258" y="2150"/>
                    <a:pt x="13237" y="2144"/>
                    <a:pt x="13217" y="2144"/>
                  </a:cubicBezTo>
                  <a:close/>
                  <a:moveTo>
                    <a:pt x="16681" y="2168"/>
                  </a:moveTo>
                  <a:cubicBezTo>
                    <a:pt x="16661" y="2168"/>
                    <a:pt x="16640" y="2174"/>
                    <a:pt x="16622" y="2185"/>
                  </a:cubicBezTo>
                  <a:lnTo>
                    <a:pt x="15919" y="2590"/>
                  </a:lnTo>
                  <a:cubicBezTo>
                    <a:pt x="15884" y="2602"/>
                    <a:pt x="15884" y="2638"/>
                    <a:pt x="15919" y="2650"/>
                  </a:cubicBezTo>
                  <a:lnTo>
                    <a:pt x="16610" y="3067"/>
                  </a:lnTo>
                  <a:cubicBezTo>
                    <a:pt x="16628" y="3072"/>
                    <a:pt x="16649" y="3075"/>
                    <a:pt x="16669" y="3075"/>
                  </a:cubicBezTo>
                  <a:cubicBezTo>
                    <a:pt x="16690" y="3075"/>
                    <a:pt x="16711" y="3072"/>
                    <a:pt x="16729" y="3067"/>
                  </a:cubicBezTo>
                  <a:lnTo>
                    <a:pt x="17443" y="2662"/>
                  </a:lnTo>
                  <a:cubicBezTo>
                    <a:pt x="17467" y="2650"/>
                    <a:pt x="17467" y="2614"/>
                    <a:pt x="17443" y="2602"/>
                  </a:cubicBezTo>
                  <a:lnTo>
                    <a:pt x="16741" y="2185"/>
                  </a:lnTo>
                  <a:cubicBezTo>
                    <a:pt x="16723" y="2174"/>
                    <a:pt x="16702" y="2168"/>
                    <a:pt x="16681" y="2168"/>
                  </a:cubicBezTo>
                  <a:close/>
                  <a:moveTo>
                    <a:pt x="8835" y="2632"/>
                  </a:moveTo>
                  <a:cubicBezTo>
                    <a:pt x="8814" y="2632"/>
                    <a:pt x="8793" y="2638"/>
                    <a:pt x="8776" y="2650"/>
                  </a:cubicBezTo>
                  <a:lnTo>
                    <a:pt x="8073" y="3055"/>
                  </a:lnTo>
                  <a:cubicBezTo>
                    <a:pt x="8037" y="3067"/>
                    <a:pt x="8037" y="3102"/>
                    <a:pt x="8073" y="3114"/>
                  </a:cubicBezTo>
                  <a:lnTo>
                    <a:pt x="8764" y="3531"/>
                  </a:lnTo>
                  <a:cubicBezTo>
                    <a:pt x="8782" y="3537"/>
                    <a:pt x="8799" y="3540"/>
                    <a:pt x="8817" y="3540"/>
                  </a:cubicBezTo>
                  <a:cubicBezTo>
                    <a:pt x="8835" y="3540"/>
                    <a:pt x="8853" y="3537"/>
                    <a:pt x="8871" y="3531"/>
                  </a:cubicBezTo>
                  <a:lnTo>
                    <a:pt x="9585" y="3126"/>
                  </a:lnTo>
                  <a:cubicBezTo>
                    <a:pt x="9621" y="3114"/>
                    <a:pt x="9621" y="3078"/>
                    <a:pt x="9585" y="3067"/>
                  </a:cubicBezTo>
                  <a:lnTo>
                    <a:pt x="8895" y="2650"/>
                  </a:lnTo>
                  <a:cubicBezTo>
                    <a:pt x="8877" y="2638"/>
                    <a:pt x="8856" y="2632"/>
                    <a:pt x="8835" y="2632"/>
                  </a:cubicBezTo>
                  <a:close/>
                  <a:moveTo>
                    <a:pt x="12312" y="2656"/>
                  </a:moveTo>
                  <a:cubicBezTo>
                    <a:pt x="12291" y="2656"/>
                    <a:pt x="12270" y="2662"/>
                    <a:pt x="12252" y="2674"/>
                  </a:cubicBezTo>
                  <a:lnTo>
                    <a:pt x="11562" y="3078"/>
                  </a:lnTo>
                  <a:cubicBezTo>
                    <a:pt x="11526" y="3090"/>
                    <a:pt x="11526" y="3126"/>
                    <a:pt x="11562" y="3150"/>
                  </a:cubicBezTo>
                  <a:lnTo>
                    <a:pt x="12240" y="3555"/>
                  </a:lnTo>
                  <a:cubicBezTo>
                    <a:pt x="12258" y="3561"/>
                    <a:pt x="12276" y="3564"/>
                    <a:pt x="12294" y="3564"/>
                  </a:cubicBezTo>
                  <a:cubicBezTo>
                    <a:pt x="12312" y="3564"/>
                    <a:pt x="12330" y="3561"/>
                    <a:pt x="12347" y="3555"/>
                  </a:cubicBezTo>
                  <a:lnTo>
                    <a:pt x="13062" y="3162"/>
                  </a:lnTo>
                  <a:cubicBezTo>
                    <a:pt x="13098" y="3138"/>
                    <a:pt x="13098" y="3102"/>
                    <a:pt x="13062" y="3090"/>
                  </a:cubicBezTo>
                  <a:lnTo>
                    <a:pt x="12371" y="2674"/>
                  </a:lnTo>
                  <a:cubicBezTo>
                    <a:pt x="12353" y="2662"/>
                    <a:pt x="12333" y="2656"/>
                    <a:pt x="12312" y="2656"/>
                  </a:cubicBezTo>
                  <a:close/>
                  <a:moveTo>
                    <a:pt x="10538" y="2668"/>
                  </a:moveTo>
                  <a:cubicBezTo>
                    <a:pt x="10517" y="2668"/>
                    <a:pt x="10496" y="2674"/>
                    <a:pt x="10478" y="2686"/>
                  </a:cubicBezTo>
                  <a:lnTo>
                    <a:pt x="9776" y="3078"/>
                  </a:lnTo>
                  <a:cubicBezTo>
                    <a:pt x="9740" y="3102"/>
                    <a:pt x="9740" y="3126"/>
                    <a:pt x="9776" y="3150"/>
                  </a:cubicBezTo>
                  <a:lnTo>
                    <a:pt x="10466" y="3555"/>
                  </a:lnTo>
                  <a:cubicBezTo>
                    <a:pt x="10484" y="3567"/>
                    <a:pt x="10505" y="3573"/>
                    <a:pt x="10526" y="3573"/>
                  </a:cubicBezTo>
                  <a:cubicBezTo>
                    <a:pt x="10547" y="3573"/>
                    <a:pt x="10567" y="3567"/>
                    <a:pt x="10585" y="3555"/>
                  </a:cubicBezTo>
                  <a:lnTo>
                    <a:pt x="11288" y="3162"/>
                  </a:lnTo>
                  <a:cubicBezTo>
                    <a:pt x="11324" y="3138"/>
                    <a:pt x="11324" y="3114"/>
                    <a:pt x="11288" y="3090"/>
                  </a:cubicBezTo>
                  <a:lnTo>
                    <a:pt x="10597" y="2686"/>
                  </a:lnTo>
                  <a:cubicBezTo>
                    <a:pt x="10579" y="2674"/>
                    <a:pt x="10559" y="2668"/>
                    <a:pt x="10538" y="2668"/>
                  </a:cubicBezTo>
                  <a:close/>
                  <a:moveTo>
                    <a:pt x="15800" y="2703"/>
                  </a:moveTo>
                  <a:cubicBezTo>
                    <a:pt x="15779" y="2703"/>
                    <a:pt x="15759" y="2709"/>
                    <a:pt x="15741" y="2721"/>
                  </a:cubicBezTo>
                  <a:lnTo>
                    <a:pt x="15038" y="3114"/>
                  </a:lnTo>
                  <a:cubicBezTo>
                    <a:pt x="15014" y="3138"/>
                    <a:pt x="15014" y="3162"/>
                    <a:pt x="15038" y="3186"/>
                  </a:cubicBezTo>
                  <a:lnTo>
                    <a:pt x="15741" y="3602"/>
                  </a:lnTo>
                  <a:cubicBezTo>
                    <a:pt x="15759" y="3608"/>
                    <a:pt x="15776" y="3611"/>
                    <a:pt x="15794" y="3611"/>
                  </a:cubicBezTo>
                  <a:cubicBezTo>
                    <a:pt x="15812" y="3611"/>
                    <a:pt x="15830" y="3608"/>
                    <a:pt x="15848" y="3602"/>
                  </a:cubicBezTo>
                  <a:lnTo>
                    <a:pt x="16550" y="3197"/>
                  </a:lnTo>
                  <a:cubicBezTo>
                    <a:pt x="16586" y="3174"/>
                    <a:pt x="16586" y="3150"/>
                    <a:pt x="16550" y="3126"/>
                  </a:cubicBezTo>
                  <a:lnTo>
                    <a:pt x="15860" y="2721"/>
                  </a:lnTo>
                  <a:cubicBezTo>
                    <a:pt x="15842" y="2709"/>
                    <a:pt x="15821" y="2703"/>
                    <a:pt x="15800" y="2703"/>
                  </a:cubicBezTo>
                  <a:close/>
                  <a:moveTo>
                    <a:pt x="15812" y="1650"/>
                  </a:moveTo>
                  <a:lnTo>
                    <a:pt x="13336" y="3114"/>
                  </a:lnTo>
                  <a:cubicBezTo>
                    <a:pt x="13300" y="3126"/>
                    <a:pt x="13300" y="3174"/>
                    <a:pt x="13336" y="3197"/>
                  </a:cubicBezTo>
                  <a:lnTo>
                    <a:pt x="14050" y="3626"/>
                  </a:lnTo>
                  <a:lnTo>
                    <a:pt x="14098" y="3626"/>
                  </a:lnTo>
                  <a:lnTo>
                    <a:pt x="16538" y="2162"/>
                  </a:lnTo>
                  <a:cubicBezTo>
                    <a:pt x="16574" y="2138"/>
                    <a:pt x="16574" y="2090"/>
                    <a:pt x="16538" y="2078"/>
                  </a:cubicBezTo>
                  <a:lnTo>
                    <a:pt x="15824" y="1650"/>
                  </a:lnTo>
                  <a:close/>
                  <a:moveTo>
                    <a:pt x="7959" y="3156"/>
                  </a:moveTo>
                  <a:cubicBezTo>
                    <a:pt x="7939" y="3156"/>
                    <a:pt x="7918" y="3162"/>
                    <a:pt x="7895" y="3174"/>
                  </a:cubicBezTo>
                  <a:lnTo>
                    <a:pt x="7192" y="3567"/>
                  </a:lnTo>
                  <a:cubicBezTo>
                    <a:pt x="7168" y="3578"/>
                    <a:pt x="7168" y="3614"/>
                    <a:pt x="7192" y="3638"/>
                  </a:cubicBezTo>
                  <a:lnTo>
                    <a:pt x="7883" y="4043"/>
                  </a:lnTo>
                  <a:cubicBezTo>
                    <a:pt x="7900" y="4055"/>
                    <a:pt x="7921" y="4061"/>
                    <a:pt x="7942" y="4061"/>
                  </a:cubicBezTo>
                  <a:cubicBezTo>
                    <a:pt x="7963" y="4061"/>
                    <a:pt x="7984" y="4055"/>
                    <a:pt x="8002" y="4043"/>
                  </a:cubicBezTo>
                  <a:lnTo>
                    <a:pt x="8716" y="3650"/>
                  </a:lnTo>
                  <a:cubicBezTo>
                    <a:pt x="8752" y="3626"/>
                    <a:pt x="8752" y="3602"/>
                    <a:pt x="8716" y="3578"/>
                  </a:cubicBezTo>
                  <a:lnTo>
                    <a:pt x="8014" y="3174"/>
                  </a:lnTo>
                  <a:cubicBezTo>
                    <a:pt x="7996" y="3162"/>
                    <a:pt x="7978" y="3156"/>
                    <a:pt x="7959" y="3156"/>
                  </a:cubicBezTo>
                  <a:close/>
                  <a:moveTo>
                    <a:pt x="9664" y="3180"/>
                  </a:moveTo>
                  <a:cubicBezTo>
                    <a:pt x="9645" y="3180"/>
                    <a:pt x="9627" y="3186"/>
                    <a:pt x="9609" y="3197"/>
                  </a:cubicBezTo>
                  <a:lnTo>
                    <a:pt x="8895" y="3602"/>
                  </a:lnTo>
                  <a:cubicBezTo>
                    <a:pt x="8859" y="3626"/>
                    <a:pt x="8859" y="3650"/>
                    <a:pt x="8895" y="3674"/>
                  </a:cubicBezTo>
                  <a:lnTo>
                    <a:pt x="9585" y="4079"/>
                  </a:lnTo>
                  <a:cubicBezTo>
                    <a:pt x="9603" y="4090"/>
                    <a:pt x="9624" y="4096"/>
                    <a:pt x="9645" y="4096"/>
                  </a:cubicBezTo>
                  <a:cubicBezTo>
                    <a:pt x="9666" y="4096"/>
                    <a:pt x="9686" y="4090"/>
                    <a:pt x="9704" y="4079"/>
                  </a:cubicBezTo>
                  <a:lnTo>
                    <a:pt x="10407" y="3686"/>
                  </a:lnTo>
                  <a:cubicBezTo>
                    <a:pt x="10442" y="3662"/>
                    <a:pt x="10442" y="3638"/>
                    <a:pt x="10407" y="3614"/>
                  </a:cubicBezTo>
                  <a:lnTo>
                    <a:pt x="9728" y="3197"/>
                  </a:lnTo>
                  <a:cubicBezTo>
                    <a:pt x="9704" y="3186"/>
                    <a:pt x="9683" y="3180"/>
                    <a:pt x="9664" y="3180"/>
                  </a:cubicBezTo>
                  <a:close/>
                  <a:moveTo>
                    <a:pt x="11431" y="3192"/>
                  </a:moveTo>
                  <a:cubicBezTo>
                    <a:pt x="11410" y="3192"/>
                    <a:pt x="11389" y="3197"/>
                    <a:pt x="11371" y="3209"/>
                  </a:cubicBezTo>
                  <a:lnTo>
                    <a:pt x="10669" y="3614"/>
                  </a:lnTo>
                  <a:cubicBezTo>
                    <a:pt x="10633" y="3626"/>
                    <a:pt x="10633" y="3662"/>
                    <a:pt x="10669" y="3674"/>
                  </a:cubicBezTo>
                  <a:lnTo>
                    <a:pt x="11359" y="4090"/>
                  </a:lnTo>
                  <a:cubicBezTo>
                    <a:pt x="11377" y="4102"/>
                    <a:pt x="11398" y="4108"/>
                    <a:pt x="11419" y="4108"/>
                  </a:cubicBezTo>
                  <a:cubicBezTo>
                    <a:pt x="11440" y="4108"/>
                    <a:pt x="11460" y="4102"/>
                    <a:pt x="11478" y="4090"/>
                  </a:cubicBezTo>
                  <a:lnTo>
                    <a:pt x="12181" y="3698"/>
                  </a:lnTo>
                  <a:cubicBezTo>
                    <a:pt x="12217" y="3674"/>
                    <a:pt x="12217" y="3638"/>
                    <a:pt x="12181" y="3626"/>
                  </a:cubicBezTo>
                  <a:lnTo>
                    <a:pt x="11490" y="3209"/>
                  </a:lnTo>
                  <a:cubicBezTo>
                    <a:pt x="11472" y="3197"/>
                    <a:pt x="11452" y="3192"/>
                    <a:pt x="11431" y="3192"/>
                  </a:cubicBezTo>
                  <a:close/>
                  <a:moveTo>
                    <a:pt x="13145" y="3227"/>
                  </a:moveTo>
                  <a:cubicBezTo>
                    <a:pt x="13124" y="3227"/>
                    <a:pt x="13104" y="3233"/>
                    <a:pt x="13086" y="3245"/>
                  </a:cubicBezTo>
                  <a:lnTo>
                    <a:pt x="12383" y="3650"/>
                  </a:lnTo>
                  <a:cubicBezTo>
                    <a:pt x="12347" y="3662"/>
                    <a:pt x="12347" y="3698"/>
                    <a:pt x="12383" y="3709"/>
                  </a:cubicBezTo>
                  <a:lnTo>
                    <a:pt x="13074" y="4126"/>
                  </a:lnTo>
                  <a:cubicBezTo>
                    <a:pt x="13092" y="4132"/>
                    <a:pt x="13112" y="4135"/>
                    <a:pt x="13133" y="4135"/>
                  </a:cubicBezTo>
                  <a:cubicBezTo>
                    <a:pt x="13154" y="4135"/>
                    <a:pt x="13175" y="4132"/>
                    <a:pt x="13193" y="4126"/>
                  </a:cubicBezTo>
                  <a:lnTo>
                    <a:pt x="13907" y="3721"/>
                  </a:lnTo>
                  <a:cubicBezTo>
                    <a:pt x="13931" y="3721"/>
                    <a:pt x="13931" y="3662"/>
                    <a:pt x="13907" y="3662"/>
                  </a:cubicBezTo>
                  <a:lnTo>
                    <a:pt x="13205" y="3245"/>
                  </a:lnTo>
                  <a:cubicBezTo>
                    <a:pt x="13187" y="3233"/>
                    <a:pt x="13166" y="3227"/>
                    <a:pt x="13145" y="3227"/>
                  </a:cubicBezTo>
                  <a:close/>
                  <a:moveTo>
                    <a:pt x="14931" y="3227"/>
                  </a:moveTo>
                  <a:cubicBezTo>
                    <a:pt x="14910" y="3227"/>
                    <a:pt x="14889" y="3233"/>
                    <a:pt x="14872" y="3245"/>
                  </a:cubicBezTo>
                  <a:lnTo>
                    <a:pt x="14169" y="3650"/>
                  </a:lnTo>
                  <a:cubicBezTo>
                    <a:pt x="14133" y="3662"/>
                    <a:pt x="14133" y="3698"/>
                    <a:pt x="14169" y="3709"/>
                  </a:cubicBezTo>
                  <a:lnTo>
                    <a:pt x="14860" y="4126"/>
                  </a:lnTo>
                  <a:cubicBezTo>
                    <a:pt x="14878" y="4132"/>
                    <a:pt x="14898" y="4135"/>
                    <a:pt x="14919" y="4135"/>
                  </a:cubicBezTo>
                  <a:cubicBezTo>
                    <a:pt x="14940" y="4135"/>
                    <a:pt x="14961" y="4132"/>
                    <a:pt x="14979" y="4126"/>
                  </a:cubicBezTo>
                  <a:lnTo>
                    <a:pt x="15693" y="3721"/>
                  </a:lnTo>
                  <a:cubicBezTo>
                    <a:pt x="15717" y="3709"/>
                    <a:pt x="15717" y="3674"/>
                    <a:pt x="15693" y="3662"/>
                  </a:cubicBezTo>
                  <a:lnTo>
                    <a:pt x="14991" y="3245"/>
                  </a:lnTo>
                  <a:cubicBezTo>
                    <a:pt x="14973" y="3233"/>
                    <a:pt x="14952" y="3227"/>
                    <a:pt x="14931" y="3227"/>
                  </a:cubicBezTo>
                  <a:close/>
                  <a:moveTo>
                    <a:pt x="7066" y="3665"/>
                  </a:moveTo>
                  <a:cubicBezTo>
                    <a:pt x="7046" y="3665"/>
                    <a:pt x="7025" y="3668"/>
                    <a:pt x="7002" y="3674"/>
                  </a:cubicBezTo>
                  <a:lnTo>
                    <a:pt x="6299" y="4079"/>
                  </a:lnTo>
                  <a:cubicBezTo>
                    <a:pt x="6263" y="4079"/>
                    <a:pt x="6263" y="4138"/>
                    <a:pt x="6299" y="4138"/>
                  </a:cubicBezTo>
                  <a:lnTo>
                    <a:pt x="6990" y="4555"/>
                  </a:lnTo>
                  <a:cubicBezTo>
                    <a:pt x="7008" y="4567"/>
                    <a:pt x="7028" y="4573"/>
                    <a:pt x="7049" y="4573"/>
                  </a:cubicBezTo>
                  <a:cubicBezTo>
                    <a:pt x="7070" y="4573"/>
                    <a:pt x="7091" y="4567"/>
                    <a:pt x="7109" y="4555"/>
                  </a:cubicBezTo>
                  <a:lnTo>
                    <a:pt x="7823" y="4162"/>
                  </a:lnTo>
                  <a:cubicBezTo>
                    <a:pt x="7847" y="4150"/>
                    <a:pt x="7847" y="4102"/>
                    <a:pt x="7823" y="4090"/>
                  </a:cubicBezTo>
                  <a:lnTo>
                    <a:pt x="7121" y="3674"/>
                  </a:lnTo>
                  <a:cubicBezTo>
                    <a:pt x="7103" y="3668"/>
                    <a:pt x="7085" y="3665"/>
                    <a:pt x="7066" y="3665"/>
                  </a:cubicBezTo>
                  <a:close/>
                  <a:moveTo>
                    <a:pt x="8788" y="3703"/>
                  </a:moveTo>
                  <a:cubicBezTo>
                    <a:pt x="8767" y="3703"/>
                    <a:pt x="8746" y="3709"/>
                    <a:pt x="8728" y="3721"/>
                  </a:cubicBezTo>
                  <a:lnTo>
                    <a:pt x="8026" y="4126"/>
                  </a:lnTo>
                  <a:cubicBezTo>
                    <a:pt x="7990" y="4138"/>
                    <a:pt x="7990" y="4174"/>
                    <a:pt x="8026" y="4186"/>
                  </a:cubicBezTo>
                  <a:lnTo>
                    <a:pt x="8716" y="4602"/>
                  </a:lnTo>
                  <a:cubicBezTo>
                    <a:pt x="8734" y="4608"/>
                    <a:pt x="8752" y="4611"/>
                    <a:pt x="8771" y="4611"/>
                  </a:cubicBezTo>
                  <a:cubicBezTo>
                    <a:pt x="8790" y="4611"/>
                    <a:pt x="8811" y="4608"/>
                    <a:pt x="8835" y="4602"/>
                  </a:cubicBezTo>
                  <a:lnTo>
                    <a:pt x="9538" y="4198"/>
                  </a:lnTo>
                  <a:cubicBezTo>
                    <a:pt x="9573" y="4186"/>
                    <a:pt x="9573" y="4150"/>
                    <a:pt x="9538" y="4138"/>
                  </a:cubicBezTo>
                  <a:lnTo>
                    <a:pt x="8847" y="3721"/>
                  </a:lnTo>
                  <a:cubicBezTo>
                    <a:pt x="8829" y="3709"/>
                    <a:pt x="8808" y="3703"/>
                    <a:pt x="8788" y="3703"/>
                  </a:cubicBezTo>
                  <a:close/>
                  <a:moveTo>
                    <a:pt x="10562" y="3715"/>
                  </a:moveTo>
                  <a:cubicBezTo>
                    <a:pt x="10541" y="3715"/>
                    <a:pt x="10520" y="3721"/>
                    <a:pt x="10502" y="3733"/>
                  </a:cubicBezTo>
                  <a:lnTo>
                    <a:pt x="9788" y="4138"/>
                  </a:lnTo>
                  <a:cubicBezTo>
                    <a:pt x="9764" y="4150"/>
                    <a:pt x="9764" y="4186"/>
                    <a:pt x="9788" y="4198"/>
                  </a:cubicBezTo>
                  <a:lnTo>
                    <a:pt x="10490" y="4614"/>
                  </a:lnTo>
                  <a:cubicBezTo>
                    <a:pt x="10508" y="4620"/>
                    <a:pt x="10526" y="4623"/>
                    <a:pt x="10544" y="4623"/>
                  </a:cubicBezTo>
                  <a:cubicBezTo>
                    <a:pt x="10562" y="4623"/>
                    <a:pt x="10579" y="4620"/>
                    <a:pt x="10597" y="4614"/>
                  </a:cubicBezTo>
                  <a:lnTo>
                    <a:pt x="11312" y="4210"/>
                  </a:lnTo>
                  <a:cubicBezTo>
                    <a:pt x="11347" y="4198"/>
                    <a:pt x="11347" y="4162"/>
                    <a:pt x="11312" y="4150"/>
                  </a:cubicBezTo>
                  <a:lnTo>
                    <a:pt x="10621" y="3733"/>
                  </a:lnTo>
                  <a:cubicBezTo>
                    <a:pt x="10603" y="3721"/>
                    <a:pt x="10582" y="3715"/>
                    <a:pt x="10562" y="3715"/>
                  </a:cubicBezTo>
                  <a:close/>
                  <a:moveTo>
                    <a:pt x="14026" y="3760"/>
                  </a:moveTo>
                  <a:cubicBezTo>
                    <a:pt x="14005" y="3760"/>
                    <a:pt x="13985" y="3763"/>
                    <a:pt x="13967" y="3769"/>
                  </a:cubicBezTo>
                  <a:lnTo>
                    <a:pt x="13264" y="4174"/>
                  </a:lnTo>
                  <a:cubicBezTo>
                    <a:pt x="13229" y="4186"/>
                    <a:pt x="13229" y="4221"/>
                    <a:pt x="13264" y="4233"/>
                  </a:cubicBezTo>
                  <a:lnTo>
                    <a:pt x="13955" y="4650"/>
                  </a:lnTo>
                  <a:cubicBezTo>
                    <a:pt x="13973" y="4662"/>
                    <a:pt x="13994" y="4668"/>
                    <a:pt x="14014" y="4668"/>
                  </a:cubicBezTo>
                  <a:cubicBezTo>
                    <a:pt x="14035" y="4668"/>
                    <a:pt x="14056" y="4662"/>
                    <a:pt x="14074" y="4650"/>
                  </a:cubicBezTo>
                  <a:lnTo>
                    <a:pt x="14776" y="4257"/>
                  </a:lnTo>
                  <a:cubicBezTo>
                    <a:pt x="14812" y="4245"/>
                    <a:pt x="14812" y="4198"/>
                    <a:pt x="14776" y="4186"/>
                  </a:cubicBezTo>
                  <a:lnTo>
                    <a:pt x="14086" y="3769"/>
                  </a:lnTo>
                  <a:cubicBezTo>
                    <a:pt x="14068" y="3763"/>
                    <a:pt x="14047" y="3760"/>
                    <a:pt x="14026" y="3760"/>
                  </a:cubicBezTo>
                  <a:close/>
                  <a:moveTo>
                    <a:pt x="12252" y="3763"/>
                  </a:moveTo>
                  <a:cubicBezTo>
                    <a:pt x="12231" y="3763"/>
                    <a:pt x="12211" y="3769"/>
                    <a:pt x="12193" y="3781"/>
                  </a:cubicBezTo>
                  <a:lnTo>
                    <a:pt x="11490" y="4186"/>
                  </a:lnTo>
                  <a:cubicBezTo>
                    <a:pt x="11455" y="4198"/>
                    <a:pt x="11455" y="4233"/>
                    <a:pt x="11490" y="4245"/>
                  </a:cubicBezTo>
                  <a:lnTo>
                    <a:pt x="12181" y="4662"/>
                  </a:lnTo>
                  <a:cubicBezTo>
                    <a:pt x="12199" y="4668"/>
                    <a:pt x="12219" y="4671"/>
                    <a:pt x="12240" y="4671"/>
                  </a:cubicBezTo>
                  <a:cubicBezTo>
                    <a:pt x="12261" y="4671"/>
                    <a:pt x="12282" y="4668"/>
                    <a:pt x="12300" y="4662"/>
                  </a:cubicBezTo>
                  <a:lnTo>
                    <a:pt x="13014" y="4269"/>
                  </a:lnTo>
                  <a:cubicBezTo>
                    <a:pt x="13038" y="4245"/>
                    <a:pt x="13038" y="4210"/>
                    <a:pt x="13014" y="4198"/>
                  </a:cubicBezTo>
                  <a:lnTo>
                    <a:pt x="12312" y="3781"/>
                  </a:lnTo>
                  <a:cubicBezTo>
                    <a:pt x="12294" y="3769"/>
                    <a:pt x="12273" y="3763"/>
                    <a:pt x="12252" y="3763"/>
                  </a:cubicBezTo>
                  <a:close/>
                  <a:moveTo>
                    <a:pt x="6176" y="4189"/>
                  </a:moveTo>
                  <a:cubicBezTo>
                    <a:pt x="6156" y="4189"/>
                    <a:pt x="6138" y="4192"/>
                    <a:pt x="6121" y="4198"/>
                  </a:cubicBezTo>
                  <a:lnTo>
                    <a:pt x="5406" y="4602"/>
                  </a:lnTo>
                  <a:cubicBezTo>
                    <a:pt x="5370" y="4614"/>
                    <a:pt x="5370" y="4650"/>
                    <a:pt x="5406" y="4674"/>
                  </a:cubicBezTo>
                  <a:lnTo>
                    <a:pt x="6097" y="5079"/>
                  </a:lnTo>
                  <a:cubicBezTo>
                    <a:pt x="6115" y="5091"/>
                    <a:pt x="6135" y="5097"/>
                    <a:pt x="6156" y="5097"/>
                  </a:cubicBezTo>
                  <a:cubicBezTo>
                    <a:pt x="6177" y="5097"/>
                    <a:pt x="6198" y="5091"/>
                    <a:pt x="6216" y="5079"/>
                  </a:cubicBezTo>
                  <a:lnTo>
                    <a:pt x="6930" y="4686"/>
                  </a:lnTo>
                  <a:cubicBezTo>
                    <a:pt x="6954" y="4662"/>
                    <a:pt x="6954" y="4638"/>
                    <a:pt x="6930" y="4614"/>
                  </a:cubicBezTo>
                  <a:lnTo>
                    <a:pt x="6240" y="4198"/>
                  </a:lnTo>
                  <a:cubicBezTo>
                    <a:pt x="6216" y="4192"/>
                    <a:pt x="6195" y="4189"/>
                    <a:pt x="6176" y="4189"/>
                  </a:cubicBezTo>
                  <a:close/>
                  <a:moveTo>
                    <a:pt x="7895" y="4215"/>
                  </a:moveTo>
                  <a:cubicBezTo>
                    <a:pt x="7874" y="4215"/>
                    <a:pt x="7853" y="4221"/>
                    <a:pt x="7835" y="4233"/>
                  </a:cubicBezTo>
                  <a:lnTo>
                    <a:pt x="7133" y="4626"/>
                  </a:lnTo>
                  <a:cubicBezTo>
                    <a:pt x="7097" y="4650"/>
                    <a:pt x="7097" y="4674"/>
                    <a:pt x="7133" y="4698"/>
                  </a:cubicBezTo>
                  <a:lnTo>
                    <a:pt x="7823" y="5114"/>
                  </a:lnTo>
                  <a:cubicBezTo>
                    <a:pt x="7841" y="5120"/>
                    <a:pt x="7862" y="5123"/>
                    <a:pt x="7883" y="5123"/>
                  </a:cubicBezTo>
                  <a:cubicBezTo>
                    <a:pt x="7903" y="5123"/>
                    <a:pt x="7924" y="5120"/>
                    <a:pt x="7942" y="5114"/>
                  </a:cubicBezTo>
                  <a:lnTo>
                    <a:pt x="8645" y="4710"/>
                  </a:lnTo>
                  <a:cubicBezTo>
                    <a:pt x="8680" y="4698"/>
                    <a:pt x="8680" y="4662"/>
                    <a:pt x="8645" y="4650"/>
                  </a:cubicBezTo>
                  <a:lnTo>
                    <a:pt x="7954" y="4233"/>
                  </a:lnTo>
                  <a:cubicBezTo>
                    <a:pt x="7936" y="4221"/>
                    <a:pt x="7915" y="4215"/>
                    <a:pt x="7895" y="4215"/>
                  </a:cubicBezTo>
                  <a:close/>
                  <a:moveTo>
                    <a:pt x="9669" y="4239"/>
                  </a:moveTo>
                  <a:cubicBezTo>
                    <a:pt x="9648" y="4239"/>
                    <a:pt x="9627" y="4245"/>
                    <a:pt x="9609" y="4257"/>
                  </a:cubicBezTo>
                  <a:lnTo>
                    <a:pt x="8918" y="4650"/>
                  </a:lnTo>
                  <a:cubicBezTo>
                    <a:pt x="8883" y="4662"/>
                    <a:pt x="8883" y="4698"/>
                    <a:pt x="8918" y="4721"/>
                  </a:cubicBezTo>
                  <a:lnTo>
                    <a:pt x="9597" y="5138"/>
                  </a:lnTo>
                  <a:cubicBezTo>
                    <a:pt x="9615" y="5144"/>
                    <a:pt x="9636" y="5147"/>
                    <a:pt x="9657" y="5147"/>
                  </a:cubicBezTo>
                  <a:cubicBezTo>
                    <a:pt x="9677" y="5147"/>
                    <a:pt x="9698" y="5144"/>
                    <a:pt x="9716" y="5138"/>
                  </a:cubicBezTo>
                  <a:lnTo>
                    <a:pt x="10431" y="4733"/>
                  </a:lnTo>
                  <a:cubicBezTo>
                    <a:pt x="10454" y="4721"/>
                    <a:pt x="10454" y="4686"/>
                    <a:pt x="10431" y="4662"/>
                  </a:cubicBezTo>
                  <a:lnTo>
                    <a:pt x="9728" y="4257"/>
                  </a:lnTo>
                  <a:cubicBezTo>
                    <a:pt x="9710" y="4245"/>
                    <a:pt x="9689" y="4239"/>
                    <a:pt x="9669" y="4239"/>
                  </a:cubicBezTo>
                  <a:close/>
                  <a:moveTo>
                    <a:pt x="11383" y="4287"/>
                  </a:moveTo>
                  <a:cubicBezTo>
                    <a:pt x="11362" y="4287"/>
                    <a:pt x="11341" y="4293"/>
                    <a:pt x="11324" y="4305"/>
                  </a:cubicBezTo>
                  <a:lnTo>
                    <a:pt x="10609" y="4698"/>
                  </a:lnTo>
                  <a:cubicBezTo>
                    <a:pt x="10585" y="4721"/>
                    <a:pt x="10585" y="4745"/>
                    <a:pt x="10609" y="4769"/>
                  </a:cubicBezTo>
                  <a:lnTo>
                    <a:pt x="11312" y="5186"/>
                  </a:lnTo>
                  <a:cubicBezTo>
                    <a:pt x="11329" y="5192"/>
                    <a:pt x="11347" y="5195"/>
                    <a:pt x="11365" y="5195"/>
                  </a:cubicBezTo>
                  <a:cubicBezTo>
                    <a:pt x="11383" y="5195"/>
                    <a:pt x="11401" y="5192"/>
                    <a:pt x="11419" y="5186"/>
                  </a:cubicBezTo>
                  <a:lnTo>
                    <a:pt x="12133" y="4781"/>
                  </a:lnTo>
                  <a:cubicBezTo>
                    <a:pt x="12169" y="4769"/>
                    <a:pt x="12169" y="4733"/>
                    <a:pt x="12133" y="4721"/>
                  </a:cubicBezTo>
                  <a:lnTo>
                    <a:pt x="11443" y="4305"/>
                  </a:lnTo>
                  <a:cubicBezTo>
                    <a:pt x="11425" y="4293"/>
                    <a:pt x="11404" y="4287"/>
                    <a:pt x="11383" y="4287"/>
                  </a:cubicBezTo>
                  <a:close/>
                  <a:moveTo>
                    <a:pt x="5287" y="4701"/>
                  </a:moveTo>
                  <a:cubicBezTo>
                    <a:pt x="5266" y="4701"/>
                    <a:pt x="5245" y="4704"/>
                    <a:pt x="5228" y="4710"/>
                  </a:cubicBezTo>
                  <a:lnTo>
                    <a:pt x="4525" y="5114"/>
                  </a:lnTo>
                  <a:cubicBezTo>
                    <a:pt x="4489" y="5126"/>
                    <a:pt x="4489" y="5162"/>
                    <a:pt x="4525" y="5174"/>
                  </a:cubicBezTo>
                  <a:lnTo>
                    <a:pt x="5216" y="5591"/>
                  </a:lnTo>
                  <a:cubicBezTo>
                    <a:pt x="5233" y="5603"/>
                    <a:pt x="5254" y="5608"/>
                    <a:pt x="5275" y="5608"/>
                  </a:cubicBezTo>
                  <a:cubicBezTo>
                    <a:pt x="5296" y="5608"/>
                    <a:pt x="5317" y="5603"/>
                    <a:pt x="5335" y="5591"/>
                  </a:cubicBezTo>
                  <a:lnTo>
                    <a:pt x="6037" y="5198"/>
                  </a:lnTo>
                  <a:cubicBezTo>
                    <a:pt x="6073" y="5174"/>
                    <a:pt x="6073" y="5150"/>
                    <a:pt x="6037" y="5126"/>
                  </a:cubicBezTo>
                  <a:lnTo>
                    <a:pt x="5347" y="4710"/>
                  </a:lnTo>
                  <a:cubicBezTo>
                    <a:pt x="5329" y="4704"/>
                    <a:pt x="5308" y="4701"/>
                    <a:pt x="5287" y="4701"/>
                  </a:cubicBezTo>
                  <a:close/>
                  <a:moveTo>
                    <a:pt x="7002" y="4739"/>
                  </a:moveTo>
                  <a:cubicBezTo>
                    <a:pt x="6981" y="4739"/>
                    <a:pt x="6960" y="4745"/>
                    <a:pt x="6942" y="4757"/>
                  </a:cubicBezTo>
                  <a:lnTo>
                    <a:pt x="6240" y="5150"/>
                  </a:lnTo>
                  <a:cubicBezTo>
                    <a:pt x="6204" y="5174"/>
                    <a:pt x="6204" y="5198"/>
                    <a:pt x="6240" y="5222"/>
                  </a:cubicBezTo>
                  <a:lnTo>
                    <a:pt x="6930" y="5638"/>
                  </a:lnTo>
                  <a:cubicBezTo>
                    <a:pt x="6948" y="5644"/>
                    <a:pt x="6969" y="5647"/>
                    <a:pt x="6990" y="5647"/>
                  </a:cubicBezTo>
                  <a:cubicBezTo>
                    <a:pt x="7010" y="5647"/>
                    <a:pt x="7031" y="5644"/>
                    <a:pt x="7049" y="5638"/>
                  </a:cubicBezTo>
                  <a:lnTo>
                    <a:pt x="7752" y="5233"/>
                  </a:lnTo>
                  <a:cubicBezTo>
                    <a:pt x="7787" y="5222"/>
                    <a:pt x="7787" y="5186"/>
                    <a:pt x="7752" y="5162"/>
                  </a:cubicBezTo>
                  <a:lnTo>
                    <a:pt x="7061" y="4757"/>
                  </a:lnTo>
                  <a:cubicBezTo>
                    <a:pt x="7043" y="4745"/>
                    <a:pt x="7022" y="4739"/>
                    <a:pt x="7002" y="4739"/>
                  </a:cubicBezTo>
                  <a:close/>
                  <a:moveTo>
                    <a:pt x="8788" y="4748"/>
                  </a:moveTo>
                  <a:cubicBezTo>
                    <a:pt x="8767" y="4748"/>
                    <a:pt x="8746" y="4751"/>
                    <a:pt x="8728" y="4757"/>
                  </a:cubicBezTo>
                  <a:lnTo>
                    <a:pt x="8026" y="5162"/>
                  </a:lnTo>
                  <a:cubicBezTo>
                    <a:pt x="7990" y="5174"/>
                    <a:pt x="7990" y="5210"/>
                    <a:pt x="8026" y="5222"/>
                  </a:cubicBezTo>
                  <a:lnTo>
                    <a:pt x="8716" y="5638"/>
                  </a:lnTo>
                  <a:cubicBezTo>
                    <a:pt x="8734" y="5650"/>
                    <a:pt x="8755" y="5656"/>
                    <a:pt x="8776" y="5656"/>
                  </a:cubicBezTo>
                  <a:cubicBezTo>
                    <a:pt x="8796" y="5656"/>
                    <a:pt x="8817" y="5650"/>
                    <a:pt x="8835" y="5638"/>
                  </a:cubicBezTo>
                  <a:lnTo>
                    <a:pt x="9550" y="5245"/>
                  </a:lnTo>
                  <a:cubicBezTo>
                    <a:pt x="9573" y="5233"/>
                    <a:pt x="9573" y="5186"/>
                    <a:pt x="9550" y="5174"/>
                  </a:cubicBezTo>
                  <a:lnTo>
                    <a:pt x="8847" y="4757"/>
                  </a:lnTo>
                  <a:cubicBezTo>
                    <a:pt x="8829" y="4751"/>
                    <a:pt x="8808" y="4748"/>
                    <a:pt x="8788" y="4748"/>
                  </a:cubicBezTo>
                  <a:close/>
                  <a:moveTo>
                    <a:pt x="10502" y="4808"/>
                  </a:moveTo>
                  <a:cubicBezTo>
                    <a:pt x="10481" y="4808"/>
                    <a:pt x="10460" y="4811"/>
                    <a:pt x="10442" y="4817"/>
                  </a:cubicBezTo>
                  <a:lnTo>
                    <a:pt x="9740" y="5222"/>
                  </a:lnTo>
                  <a:cubicBezTo>
                    <a:pt x="9704" y="5233"/>
                    <a:pt x="9704" y="5269"/>
                    <a:pt x="9740" y="5293"/>
                  </a:cubicBezTo>
                  <a:lnTo>
                    <a:pt x="10431" y="5698"/>
                  </a:lnTo>
                  <a:cubicBezTo>
                    <a:pt x="10448" y="5710"/>
                    <a:pt x="10469" y="5716"/>
                    <a:pt x="10490" y="5716"/>
                  </a:cubicBezTo>
                  <a:cubicBezTo>
                    <a:pt x="10511" y="5716"/>
                    <a:pt x="10532" y="5710"/>
                    <a:pt x="10550" y="5698"/>
                  </a:cubicBezTo>
                  <a:lnTo>
                    <a:pt x="11252" y="5305"/>
                  </a:lnTo>
                  <a:cubicBezTo>
                    <a:pt x="11288" y="5281"/>
                    <a:pt x="11288" y="5257"/>
                    <a:pt x="11252" y="5233"/>
                  </a:cubicBezTo>
                  <a:lnTo>
                    <a:pt x="10562" y="4817"/>
                  </a:lnTo>
                  <a:cubicBezTo>
                    <a:pt x="10544" y="4811"/>
                    <a:pt x="10523" y="4808"/>
                    <a:pt x="10502" y="4808"/>
                  </a:cubicBezTo>
                  <a:close/>
                  <a:moveTo>
                    <a:pt x="4399" y="5204"/>
                  </a:moveTo>
                  <a:cubicBezTo>
                    <a:pt x="4379" y="5204"/>
                    <a:pt x="4358" y="5210"/>
                    <a:pt x="4335" y="5222"/>
                  </a:cubicBezTo>
                  <a:lnTo>
                    <a:pt x="3632" y="5614"/>
                  </a:lnTo>
                  <a:cubicBezTo>
                    <a:pt x="3596" y="5638"/>
                    <a:pt x="3596" y="5662"/>
                    <a:pt x="3632" y="5686"/>
                  </a:cubicBezTo>
                  <a:lnTo>
                    <a:pt x="4323" y="6103"/>
                  </a:lnTo>
                  <a:cubicBezTo>
                    <a:pt x="4341" y="6109"/>
                    <a:pt x="4361" y="6112"/>
                    <a:pt x="4382" y="6112"/>
                  </a:cubicBezTo>
                  <a:cubicBezTo>
                    <a:pt x="4403" y="6112"/>
                    <a:pt x="4424" y="6109"/>
                    <a:pt x="4442" y="6103"/>
                  </a:cubicBezTo>
                  <a:lnTo>
                    <a:pt x="5144" y="5698"/>
                  </a:lnTo>
                  <a:cubicBezTo>
                    <a:pt x="5180" y="5686"/>
                    <a:pt x="5180" y="5650"/>
                    <a:pt x="5144" y="5626"/>
                  </a:cubicBezTo>
                  <a:lnTo>
                    <a:pt x="4454" y="5222"/>
                  </a:lnTo>
                  <a:cubicBezTo>
                    <a:pt x="4436" y="5210"/>
                    <a:pt x="4418" y="5204"/>
                    <a:pt x="4399" y="5204"/>
                  </a:cubicBezTo>
                  <a:close/>
                  <a:moveTo>
                    <a:pt x="6121" y="5251"/>
                  </a:moveTo>
                  <a:cubicBezTo>
                    <a:pt x="6100" y="5251"/>
                    <a:pt x="6079" y="5257"/>
                    <a:pt x="6061" y="5269"/>
                  </a:cubicBezTo>
                  <a:lnTo>
                    <a:pt x="5359" y="5662"/>
                  </a:lnTo>
                  <a:cubicBezTo>
                    <a:pt x="5323" y="5686"/>
                    <a:pt x="5323" y="5710"/>
                    <a:pt x="5359" y="5734"/>
                  </a:cubicBezTo>
                  <a:lnTo>
                    <a:pt x="6049" y="6138"/>
                  </a:lnTo>
                  <a:cubicBezTo>
                    <a:pt x="6067" y="6150"/>
                    <a:pt x="6085" y="6156"/>
                    <a:pt x="6104" y="6156"/>
                  </a:cubicBezTo>
                  <a:cubicBezTo>
                    <a:pt x="6123" y="6156"/>
                    <a:pt x="6144" y="6150"/>
                    <a:pt x="6168" y="6138"/>
                  </a:cubicBezTo>
                  <a:lnTo>
                    <a:pt x="6871" y="5745"/>
                  </a:lnTo>
                  <a:cubicBezTo>
                    <a:pt x="6906" y="5722"/>
                    <a:pt x="6906" y="5698"/>
                    <a:pt x="6871" y="5674"/>
                  </a:cubicBezTo>
                  <a:lnTo>
                    <a:pt x="6180" y="5269"/>
                  </a:lnTo>
                  <a:cubicBezTo>
                    <a:pt x="6162" y="5257"/>
                    <a:pt x="6141" y="5251"/>
                    <a:pt x="6121" y="5251"/>
                  </a:cubicBezTo>
                  <a:close/>
                  <a:moveTo>
                    <a:pt x="7877" y="5263"/>
                  </a:moveTo>
                  <a:cubicBezTo>
                    <a:pt x="7859" y="5263"/>
                    <a:pt x="7841" y="5269"/>
                    <a:pt x="7823" y="5281"/>
                  </a:cubicBezTo>
                  <a:lnTo>
                    <a:pt x="7121" y="5686"/>
                  </a:lnTo>
                  <a:cubicBezTo>
                    <a:pt x="7097" y="5698"/>
                    <a:pt x="7097" y="5734"/>
                    <a:pt x="7121" y="5757"/>
                  </a:cubicBezTo>
                  <a:lnTo>
                    <a:pt x="7823" y="6162"/>
                  </a:lnTo>
                  <a:cubicBezTo>
                    <a:pt x="7841" y="6174"/>
                    <a:pt x="7859" y="6180"/>
                    <a:pt x="7877" y="6180"/>
                  </a:cubicBezTo>
                  <a:cubicBezTo>
                    <a:pt x="7895" y="6180"/>
                    <a:pt x="7912" y="6174"/>
                    <a:pt x="7930" y="6162"/>
                  </a:cubicBezTo>
                  <a:lnTo>
                    <a:pt x="8645" y="5769"/>
                  </a:lnTo>
                  <a:cubicBezTo>
                    <a:pt x="8680" y="5745"/>
                    <a:pt x="8680" y="5722"/>
                    <a:pt x="8645" y="5698"/>
                  </a:cubicBezTo>
                  <a:lnTo>
                    <a:pt x="7930" y="5281"/>
                  </a:lnTo>
                  <a:cubicBezTo>
                    <a:pt x="7912" y="5269"/>
                    <a:pt x="7895" y="5263"/>
                    <a:pt x="7877" y="5263"/>
                  </a:cubicBezTo>
                  <a:close/>
                  <a:moveTo>
                    <a:pt x="9609" y="5320"/>
                  </a:moveTo>
                  <a:cubicBezTo>
                    <a:pt x="9588" y="5320"/>
                    <a:pt x="9567" y="5323"/>
                    <a:pt x="9550" y="5329"/>
                  </a:cubicBezTo>
                  <a:lnTo>
                    <a:pt x="8847" y="5734"/>
                  </a:lnTo>
                  <a:cubicBezTo>
                    <a:pt x="8811" y="5745"/>
                    <a:pt x="8811" y="5781"/>
                    <a:pt x="8847" y="5793"/>
                  </a:cubicBezTo>
                  <a:lnTo>
                    <a:pt x="9538" y="6210"/>
                  </a:lnTo>
                  <a:cubicBezTo>
                    <a:pt x="9555" y="6222"/>
                    <a:pt x="9576" y="6228"/>
                    <a:pt x="9597" y="6228"/>
                  </a:cubicBezTo>
                  <a:cubicBezTo>
                    <a:pt x="9618" y="6228"/>
                    <a:pt x="9639" y="6222"/>
                    <a:pt x="9657" y="6210"/>
                  </a:cubicBezTo>
                  <a:lnTo>
                    <a:pt x="10359" y="5817"/>
                  </a:lnTo>
                  <a:cubicBezTo>
                    <a:pt x="10395" y="5793"/>
                    <a:pt x="10395" y="5769"/>
                    <a:pt x="10359" y="5745"/>
                  </a:cubicBezTo>
                  <a:lnTo>
                    <a:pt x="9669" y="5329"/>
                  </a:lnTo>
                  <a:cubicBezTo>
                    <a:pt x="9651" y="5323"/>
                    <a:pt x="9630" y="5320"/>
                    <a:pt x="9609" y="5320"/>
                  </a:cubicBezTo>
                  <a:close/>
                  <a:moveTo>
                    <a:pt x="3495" y="5739"/>
                  </a:moveTo>
                  <a:cubicBezTo>
                    <a:pt x="3477" y="5739"/>
                    <a:pt x="3459" y="5745"/>
                    <a:pt x="3442" y="5757"/>
                  </a:cubicBezTo>
                  <a:lnTo>
                    <a:pt x="2727" y="6150"/>
                  </a:lnTo>
                  <a:cubicBezTo>
                    <a:pt x="2703" y="6174"/>
                    <a:pt x="2703" y="6198"/>
                    <a:pt x="2727" y="6222"/>
                  </a:cubicBezTo>
                  <a:lnTo>
                    <a:pt x="3418" y="6638"/>
                  </a:lnTo>
                  <a:cubicBezTo>
                    <a:pt x="3442" y="6644"/>
                    <a:pt x="3462" y="6647"/>
                    <a:pt x="3482" y="6647"/>
                  </a:cubicBezTo>
                  <a:cubicBezTo>
                    <a:pt x="3501" y="6647"/>
                    <a:pt x="3519" y="6644"/>
                    <a:pt x="3537" y="6638"/>
                  </a:cubicBezTo>
                  <a:lnTo>
                    <a:pt x="4251" y="6234"/>
                  </a:lnTo>
                  <a:cubicBezTo>
                    <a:pt x="4287" y="6222"/>
                    <a:pt x="4287" y="6186"/>
                    <a:pt x="4251" y="6162"/>
                  </a:cubicBezTo>
                  <a:lnTo>
                    <a:pt x="3549" y="5757"/>
                  </a:lnTo>
                  <a:cubicBezTo>
                    <a:pt x="3531" y="5745"/>
                    <a:pt x="3513" y="5739"/>
                    <a:pt x="3495" y="5739"/>
                  </a:cubicBezTo>
                  <a:close/>
                  <a:moveTo>
                    <a:pt x="5228" y="5760"/>
                  </a:moveTo>
                  <a:cubicBezTo>
                    <a:pt x="5207" y="5760"/>
                    <a:pt x="5186" y="5763"/>
                    <a:pt x="5168" y="5769"/>
                  </a:cubicBezTo>
                  <a:lnTo>
                    <a:pt x="4466" y="6174"/>
                  </a:lnTo>
                  <a:cubicBezTo>
                    <a:pt x="4430" y="6186"/>
                    <a:pt x="4430" y="6222"/>
                    <a:pt x="4466" y="6245"/>
                  </a:cubicBezTo>
                  <a:lnTo>
                    <a:pt x="5156" y="6650"/>
                  </a:lnTo>
                  <a:cubicBezTo>
                    <a:pt x="5174" y="6662"/>
                    <a:pt x="5192" y="6668"/>
                    <a:pt x="5211" y="6668"/>
                  </a:cubicBezTo>
                  <a:cubicBezTo>
                    <a:pt x="5231" y="6668"/>
                    <a:pt x="5251" y="6662"/>
                    <a:pt x="5275" y="6650"/>
                  </a:cubicBezTo>
                  <a:lnTo>
                    <a:pt x="5978" y="6257"/>
                  </a:lnTo>
                  <a:cubicBezTo>
                    <a:pt x="6013" y="6234"/>
                    <a:pt x="6013" y="6210"/>
                    <a:pt x="5978" y="6186"/>
                  </a:cubicBezTo>
                  <a:lnTo>
                    <a:pt x="5287" y="5769"/>
                  </a:lnTo>
                  <a:cubicBezTo>
                    <a:pt x="5269" y="5763"/>
                    <a:pt x="5248" y="5760"/>
                    <a:pt x="5228" y="5760"/>
                  </a:cubicBezTo>
                  <a:close/>
                  <a:moveTo>
                    <a:pt x="7013" y="5784"/>
                  </a:moveTo>
                  <a:cubicBezTo>
                    <a:pt x="6993" y="5784"/>
                    <a:pt x="6972" y="5787"/>
                    <a:pt x="6954" y="5793"/>
                  </a:cubicBezTo>
                  <a:lnTo>
                    <a:pt x="6240" y="6198"/>
                  </a:lnTo>
                  <a:cubicBezTo>
                    <a:pt x="6216" y="6210"/>
                    <a:pt x="6216" y="6245"/>
                    <a:pt x="6240" y="6257"/>
                  </a:cubicBezTo>
                  <a:lnTo>
                    <a:pt x="6942" y="6674"/>
                  </a:lnTo>
                  <a:cubicBezTo>
                    <a:pt x="6960" y="6686"/>
                    <a:pt x="6978" y="6692"/>
                    <a:pt x="6996" y="6692"/>
                  </a:cubicBezTo>
                  <a:cubicBezTo>
                    <a:pt x="7013" y="6692"/>
                    <a:pt x="7031" y="6686"/>
                    <a:pt x="7049" y="6674"/>
                  </a:cubicBezTo>
                  <a:lnTo>
                    <a:pt x="7764" y="6281"/>
                  </a:lnTo>
                  <a:cubicBezTo>
                    <a:pt x="7799" y="6257"/>
                    <a:pt x="7799" y="6234"/>
                    <a:pt x="7764" y="6210"/>
                  </a:cubicBezTo>
                  <a:lnTo>
                    <a:pt x="7073" y="5793"/>
                  </a:lnTo>
                  <a:cubicBezTo>
                    <a:pt x="7055" y="5787"/>
                    <a:pt x="7034" y="5784"/>
                    <a:pt x="7013" y="5784"/>
                  </a:cubicBezTo>
                  <a:close/>
                  <a:moveTo>
                    <a:pt x="8716" y="5844"/>
                  </a:moveTo>
                  <a:cubicBezTo>
                    <a:pt x="8695" y="5844"/>
                    <a:pt x="8674" y="5847"/>
                    <a:pt x="8657" y="5853"/>
                  </a:cubicBezTo>
                  <a:lnTo>
                    <a:pt x="7954" y="6257"/>
                  </a:lnTo>
                  <a:cubicBezTo>
                    <a:pt x="7918" y="6269"/>
                    <a:pt x="7918" y="6305"/>
                    <a:pt x="7954" y="6317"/>
                  </a:cubicBezTo>
                  <a:lnTo>
                    <a:pt x="8645" y="6734"/>
                  </a:lnTo>
                  <a:cubicBezTo>
                    <a:pt x="8662" y="6746"/>
                    <a:pt x="8683" y="6751"/>
                    <a:pt x="8704" y="6751"/>
                  </a:cubicBezTo>
                  <a:cubicBezTo>
                    <a:pt x="8725" y="6751"/>
                    <a:pt x="8746" y="6746"/>
                    <a:pt x="8764" y="6734"/>
                  </a:cubicBezTo>
                  <a:lnTo>
                    <a:pt x="9478" y="6341"/>
                  </a:lnTo>
                  <a:cubicBezTo>
                    <a:pt x="9502" y="6317"/>
                    <a:pt x="9502" y="6293"/>
                    <a:pt x="9478" y="6269"/>
                  </a:cubicBezTo>
                  <a:lnTo>
                    <a:pt x="8776" y="5853"/>
                  </a:lnTo>
                  <a:cubicBezTo>
                    <a:pt x="8758" y="5847"/>
                    <a:pt x="8737" y="5844"/>
                    <a:pt x="8716" y="5844"/>
                  </a:cubicBezTo>
                  <a:close/>
                  <a:moveTo>
                    <a:pt x="2608" y="6240"/>
                  </a:moveTo>
                  <a:cubicBezTo>
                    <a:pt x="2587" y="6240"/>
                    <a:pt x="2566" y="6245"/>
                    <a:pt x="2549" y="6257"/>
                  </a:cubicBezTo>
                  <a:lnTo>
                    <a:pt x="1834" y="6650"/>
                  </a:lnTo>
                  <a:cubicBezTo>
                    <a:pt x="1810" y="6662"/>
                    <a:pt x="1810" y="6710"/>
                    <a:pt x="1834" y="6722"/>
                  </a:cubicBezTo>
                  <a:lnTo>
                    <a:pt x="2537" y="7138"/>
                  </a:lnTo>
                  <a:cubicBezTo>
                    <a:pt x="2555" y="7144"/>
                    <a:pt x="2572" y="7147"/>
                    <a:pt x="2590" y="7147"/>
                  </a:cubicBezTo>
                  <a:cubicBezTo>
                    <a:pt x="2608" y="7147"/>
                    <a:pt x="2626" y="7144"/>
                    <a:pt x="2644" y="7138"/>
                  </a:cubicBezTo>
                  <a:lnTo>
                    <a:pt x="3358" y="6734"/>
                  </a:lnTo>
                  <a:cubicBezTo>
                    <a:pt x="3394" y="6722"/>
                    <a:pt x="3394" y="6686"/>
                    <a:pt x="3358" y="6662"/>
                  </a:cubicBezTo>
                  <a:lnTo>
                    <a:pt x="2668" y="6257"/>
                  </a:lnTo>
                  <a:cubicBezTo>
                    <a:pt x="2650" y="6245"/>
                    <a:pt x="2629" y="6240"/>
                    <a:pt x="2608" y="6240"/>
                  </a:cubicBezTo>
                  <a:close/>
                  <a:moveTo>
                    <a:pt x="6109" y="6287"/>
                  </a:moveTo>
                  <a:cubicBezTo>
                    <a:pt x="6088" y="6287"/>
                    <a:pt x="6067" y="6293"/>
                    <a:pt x="6049" y="6305"/>
                  </a:cubicBezTo>
                  <a:lnTo>
                    <a:pt x="5347" y="6698"/>
                  </a:lnTo>
                  <a:cubicBezTo>
                    <a:pt x="5311" y="6722"/>
                    <a:pt x="5311" y="6746"/>
                    <a:pt x="5347" y="6769"/>
                  </a:cubicBezTo>
                  <a:lnTo>
                    <a:pt x="6037" y="7186"/>
                  </a:lnTo>
                  <a:cubicBezTo>
                    <a:pt x="6055" y="7192"/>
                    <a:pt x="6076" y="7195"/>
                    <a:pt x="6097" y="7195"/>
                  </a:cubicBezTo>
                  <a:cubicBezTo>
                    <a:pt x="6118" y="7195"/>
                    <a:pt x="6138" y="7192"/>
                    <a:pt x="6156" y="7186"/>
                  </a:cubicBezTo>
                  <a:lnTo>
                    <a:pt x="6859" y="6781"/>
                  </a:lnTo>
                  <a:cubicBezTo>
                    <a:pt x="6894" y="6769"/>
                    <a:pt x="6894" y="6734"/>
                    <a:pt x="6859" y="6710"/>
                  </a:cubicBezTo>
                  <a:lnTo>
                    <a:pt x="6168" y="6305"/>
                  </a:lnTo>
                  <a:cubicBezTo>
                    <a:pt x="6150" y="6293"/>
                    <a:pt x="6129" y="6287"/>
                    <a:pt x="6109" y="6287"/>
                  </a:cubicBezTo>
                  <a:close/>
                  <a:moveTo>
                    <a:pt x="4323" y="6296"/>
                  </a:moveTo>
                  <a:cubicBezTo>
                    <a:pt x="4302" y="6296"/>
                    <a:pt x="4281" y="6299"/>
                    <a:pt x="4263" y="6305"/>
                  </a:cubicBezTo>
                  <a:lnTo>
                    <a:pt x="3561" y="6710"/>
                  </a:lnTo>
                  <a:cubicBezTo>
                    <a:pt x="3525" y="6722"/>
                    <a:pt x="3525" y="6757"/>
                    <a:pt x="3561" y="6781"/>
                  </a:cubicBezTo>
                  <a:lnTo>
                    <a:pt x="4251" y="7186"/>
                  </a:lnTo>
                  <a:cubicBezTo>
                    <a:pt x="4269" y="7198"/>
                    <a:pt x="4290" y="7204"/>
                    <a:pt x="4311" y="7204"/>
                  </a:cubicBezTo>
                  <a:cubicBezTo>
                    <a:pt x="4332" y="7204"/>
                    <a:pt x="4352" y="7198"/>
                    <a:pt x="4370" y="7186"/>
                  </a:cubicBezTo>
                  <a:lnTo>
                    <a:pt x="5073" y="6793"/>
                  </a:lnTo>
                  <a:cubicBezTo>
                    <a:pt x="5108" y="6769"/>
                    <a:pt x="5108" y="6746"/>
                    <a:pt x="5073" y="6722"/>
                  </a:cubicBezTo>
                  <a:lnTo>
                    <a:pt x="4382" y="6305"/>
                  </a:lnTo>
                  <a:cubicBezTo>
                    <a:pt x="4364" y="6299"/>
                    <a:pt x="4343" y="6296"/>
                    <a:pt x="4323" y="6296"/>
                  </a:cubicBezTo>
                  <a:close/>
                  <a:moveTo>
                    <a:pt x="7823" y="6359"/>
                  </a:moveTo>
                  <a:cubicBezTo>
                    <a:pt x="7802" y="6359"/>
                    <a:pt x="7781" y="6365"/>
                    <a:pt x="7764" y="6376"/>
                  </a:cubicBezTo>
                  <a:lnTo>
                    <a:pt x="7061" y="6769"/>
                  </a:lnTo>
                  <a:cubicBezTo>
                    <a:pt x="7025" y="6793"/>
                    <a:pt x="7025" y="6817"/>
                    <a:pt x="7061" y="6841"/>
                  </a:cubicBezTo>
                  <a:lnTo>
                    <a:pt x="7752" y="7246"/>
                  </a:lnTo>
                  <a:cubicBezTo>
                    <a:pt x="7770" y="7258"/>
                    <a:pt x="7790" y="7263"/>
                    <a:pt x="7811" y="7263"/>
                  </a:cubicBezTo>
                  <a:cubicBezTo>
                    <a:pt x="7832" y="7263"/>
                    <a:pt x="7853" y="7258"/>
                    <a:pt x="7871" y="7246"/>
                  </a:cubicBezTo>
                  <a:lnTo>
                    <a:pt x="8585" y="6853"/>
                  </a:lnTo>
                  <a:cubicBezTo>
                    <a:pt x="8609" y="6829"/>
                    <a:pt x="8609" y="6805"/>
                    <a:pt x="8585" y="6781"/>
                  </a:cubicBezTo>
                  <a:lnTo>
                    <a:pt x="7883" y="6376"/>
                  </a:lnTo>
                  <a:cubicBezTo>
                    <a:pt x="7865" y="6365"/>
                    <a:pt x="7844" y="6359"/>
                    <a:pt x="7823" y="6359"/>
                  </a:cubicBezTo>
                  <a:close/>
                  <a:moveTo>
                    <a:pt x="1715" y="6737"/>
                  </a:moveTo>
                  <a:cubicBezTo>
                    <a:pt x="1694" y="6737"/>
                    <a:pt x="1674" y="6740"/>
                    <a:pt x="1656" y="6746"/>
                  </a:cubicBezTo>
                  <a:lnTo>
                    <a:pt x="941" y="7150"/>
                  </a:lnTo>
                  <a:cubicBezTo>
                    <a:pt x="917" y="7162"/>
                    <a:pt x="917" y="7198"/>
                    <a:pt x="941" y="7210"/>
                  </a:cubicBezTo>
                  <a:lnTo>
                    <a:pt x="1644" y="7627"/>
                  </a:lnTo>
                  <a:cubicBezTo>
                    <a:pt x="1662" y="7639"/>
                    <a:pt x="1679" y="7644"/>
                    <a:pt x="1697" y="7644"/>
                  </a:cubicBezTo>
                  <a:cubicBezTo>
                    <a:pt x="1715" y="7644"/>
                    <a:pt x="1733" y="7639"/>
                    <a:pt x="1751" y="7627"/>
                  </a:cubicBezTo>
                  <a:lnTo>
                    <a:pt x="2465" y="7234"/>
                  </a:lnTo>
                  <a:cubicBezTo>
                    <a:pt x="2501" y="7222"/>
                    <a:pt x="2501" y="7174"/>
                    <a:pt x="2465" y="7162"/>
                  </a:cubicBezTo>
                  <a:lnTo>
                    <a:pt x="1775" y="6746"/>
                  </a:lnTo>
                  <a:cubicBezTo>
                    <a:pt x="1757" y="6740"/>
                    <a:pt x="1736" y="6737"/>
                    <a:pt x="1715" y="6737"/>
                  </a:cubicBezTo>
                  <a:close/>
                  <a:moveTo>
                    <a:pt x="5216" y="6823"/>
                  </a:moveTo>
                  <a:cubicBezTo>
                    <a:pt x="5195" y="6823"/>
                    <a:pt x="5174" y="6829"/>
                    <a:pt x="5156" y="6841"/>
                  </a:cubicBezTo>
                  <a:lnTo>
                    <a:pt x="4454" y="7234"/>
                  </a:lnTo>
                  <a:cubicBezTo>
                    <a:pt x="4418" y="7258"/>
                    <a:pt x="4418" y="7281"/>
                    <a:pt x="4454" y="7305"/>
                  </a:cubicBezTo>
                  <a:lnTo>
                    <a:pt x="5144" y="7722"/>
                  </a:lnTo>
                  <a:cubicBezTo>
                    <a:pt x="5162" y="7728"/>
                    <a:pt x="5183" y="7731"/>
                    <a:pt x="5204" y="7731"/>
                  </a:cubicBezTo>
                  <a:cubicBezTo>
                    <a:pt x="5225" y="7731"/>
                    <a:pt x="5245" y="7728"/>
                    <a:pt x="5263" y="7722"/>
                  </a:cubicBezTo>
                  <a:lnTo>
                    <a:pt x="5966" y="7317"/>
                  </a:lnTo>
                  <a:cubicBezTo>
                    <a:pt x="6001" y="7305"/>
                    <a:pt x="6001" y="7269"/>
                    <a:pt x="5966" y="7246"/>
                  </a:cubicBezTo>
                  <a:lnTo>
                    <a:pt x="5275" y="6841"/>
                  </a:lnTo>
                  <a:cubicBezTo>
                    <a:pt x="5257" y="6829"/>
                    <a:pt x="5236" y="6823"/>
                    <a:pt x="5216" y="6823"/>
                  </a:cubicBezTo>
                  <a:close/>
                  <a:moveTo>
                    <a:pt x="6930" y="6868"/>
                  </a:moveTo>
                  <a:cubicBezTo>
                    <a:pt x="6909" y="6868"/>
                    <a:pt x="6888" y="6871"/>
                    <a:pt x="6871" y="6877"/>
                  </a:cubicBezTo>
                  <a:lnTo>
                    <a:pt x="6168" y="7281"/>
                  </a:lnTo>
                  <a:cubicBezTo>
                    <a:pt x="6132" y="7293"/>
                    <a:pt x="6132" y="7329"/>
                    <a:pt x="6168" y="7341"/>
                  </a:cubicBezTo>
                  <a:lnTo>
                    <a:pt x="6859" y="7758"/>
                  </a:lnTo>
                  <a:cubicBezTo>
                    <a:pt x="6877" y="7769"/>
                    <a:pt x="6897" y="7775"/>
                    <a:pt x="6918" y="7775"/>
                  </a:cubicBezTo>
                  <a:cubicBezTo>
                    <a:pt x="6939" y="7775"/>
                    <a:pt x="6960" y="7769"/>
                    <a:pt x="6978" y="7758"/>
                  </a:cubicBezTo>
                  <a:lnTo>
                    <a:pt x="7692" y="7365"/>
                  </a:lnTo>
                  <a:cubicBezTo>
                    <a:pt x="7716" y="7341"/>
                    <a:pt x="7716" y="7317"/>
                    <a:pt x="7692" y="7293"/>
                  </a:cubicBezTo>
                  <a:lnTo>
                    <a:pt x="6990" y="6877"/>
                  </a:lnTo>
                  <a:cubicBezTo>
                    <a:pt x="6972" y="6871"/>
                    <a:pt x="6951" y="6868"/>
                    <a:pt x="6930" y="6868"/>
                  </a:cubicBezTo>
                  <a:close/>
                  <a:moveTo>
                    <a:pt x="803" y="7237"/>
                  </a:moveTo>
                  <a:cubicBezTo>
                    <a:pt x="784" y="7237"/>
                    <a:pt x="763" y="7240"/>
                    <a:pt x="739" y="7246"/>
                  </a:cubicBezTo>
                  <a:lnTo>
                    <a:pt x="36" y="7650"/>
                  </a:lnTo>
                  <a:cubicBezTo>
                    <a:pt x="1" y="7650"/>
                    <a:pt x="1" y="7710"/>
                    <a:pt x="36" y="7710"/>
                  </a:cubicBezTo>
                  <a:lnTo>
                    <a:pt x="727" y="8127"/>
                  </a:lnTo>
                  <a:cubicBezTo>
                    <a:pt x="745" y="8139"/>
                    <a:pt x="766" y="8145"/>
                    <a:pt x="787" y="8145"/>
                  </a:cubicBezTo>
                  <a:cubicBezTo>
                    <a:pt x="807" y="8145"/>
                    <a:pt x="828" y="8139"/>
                    <a:pt x="846" y="8127"/>
                  </a:cubicBezTo>
                  <a:lnTo>
                    <a:pt x="1560" y="7734"/>
                  </a:lnTo>
                  <a:cubicBezTo>
                    <a:pt x="1584" y="7722"/>
                    <a:pt x="1584" y="7674"/>
                    <a:pt x="1560" y="7662"/>
                  </a:cubicBezTo>
                  <a:lnTo>
                    <a:pt x="858" y="7246"/>
                  </a:lnTo>
                  <a:cubicBezTo>
                    <a:pt x="840" y="7240"/>
                    <a:pt x="822" y="7237"/>
                    <a:pt x="803" y="7237"/>
                  </a:cubicBezTo>
                  <a:close/>
                  <a:moveTo>
                    <a:pt x="4323" y="7323"/>
                  </a:moveTo>
                  <a:cubicBezTo>
                    <a:pt x="4302" y="7323"/>
                    <a:pt x="4281" y="7329"/>
                    <a:pt x="4263" y="7341"/>
                  </a:cubicBezTo>
                  <a:lnTo>
                    <a:pt x="3561" y="7734"/>
                  </a:lnTo>
                  <a:cubicBezTo>
                    <a:pt x="3525" y="7758"/>
                    <a:pt x="3525" y="7781"/>
                    <a:pt x="3561" y="7805"/>
                  </a:cubicBezTo>
                  <a:lnTo>
                    <a:pt x="4251" y="8222"/>
                  </a:lnTo>
                  <a:cubicBezTo>
                    <a:pt x="4269" y="8228"/>
                    <a:pt x="4290" y="8231"/>
                    <a:pt x="4311" y="8231"/>
                  </a:cubicBezTo>
                  <a:cubicBezTo>
                    <a:pt x="4332" y="8231"/>
                    <a:pt x="4352" y="8228"/>
                    <a:pt x="4370" y="8222"/>
                  </a:cubicBezTo>
                  <a:lnTo>
                    <a:pt x="5073" y="7817"/>
                  </a:lnTo>
                  <a:cubicBezTo>
                    <a:pt x="5108" y="7805"/>
                    <a:pt x="5108" y="7758"/>
                    <a:pt x="5073" y="7746"/>
                  </a:cubicBezTo>
                  <a:lnTo>
                    <a:pt x="4382" y="7341"/>
                  </a:lnTo>
                  <a:cubicBezTo>
                    <a:pt x="4364" y="7329"/>
                    <a:pt x="4343" y="7323"/>
                    <a:pt x="4323" y="7323"/>
                  </a:cubicBezTo>
                  <a:close/>
                  <a:moveTo>
                    <a:pt x="6025" y="7394"/>
                  </a:moveTo>
                  <a:cubicBezTo>
                    <a:pt x="6004" y="7394"/>
                    <a:pt x="5984" y="7400"/>
                    <a:pt x="5966" y="7412"/>
                  </a:cubicBezTo>
                  <a:lnTo>
                    <a:pt x="5263" y="7817"/>
                  </a:lnTo>
                  <a:cubicBezTo>
                    <a:pt x="5228" y="7829"/>
                    <a:pt x="5228" y="7865"/>
                    <a:pt x="5263" y="7877"/>
                  </a:cubicBezTo>
                  <a:lnTo>
                    <a:pt x="5954" y="8293"/>
                  </a:lnTo>
                  <a:cubicBezTo>
                    <a:pt x="5972" y="8299"/>
                    <a:pt x="5993" y="8302"/>
                    <a:pt x="6013" y="8302"/>
                  </a:cubicBezTo>
                  <a:cubicBezTo>
                    <a:pt x="6034" y="8302"/>
                    <a:pt x="6055" y="8299"/>
                    <a:pt x="6073" y="8293"/>
                  </a:cubicBezTo>
                  <a:lnTo>
                    <a:pt x="6775" y="7889"/>
                  </a:lnTo>
                  <a:cubicBezTo>
                    <a:pt x="6811" y="7877"/>
                    <a:pt x="6811" y="7841"/>
                    <a:pt x="6775" y="7829"/>
                  </a:cubicBezTo>
                  <a:lnTo>
                    <a:pt x="6085" y="7412"/>
                  </a:lnTo>
                  <a:cubicBezTo>
                    <a:pt x="6067" y="7400"/>
                    <a:pt x="6046" y="7394"/>
                    <a:pt x="6025" y="7394"/>
                  </a:cubicBezTo>
                  <a:close/>
                  <a:moveTo>
                    <a:pt x="13098" y="4284"/>
                  </a:moveTo>
                  <a:cubicBezTo>
                    <a:pt x="13086" y="4284"/>
                    <a:pt x="13074" y="4287"/>
                    <a:pt x="13062" y="4293"/>
                  </a:cubicBezTo>
                  <a:lnTo>
                    <a:pt x="7073" y="7781"/>
                  </a:lnTo>
                  <a:cubicBezTo>
                    <a:pt x="7025" y="7805"/>
                    <a:pt x="7025" y="7877"/>
                    <a:pt x="7073" y="7900"/>
                  </a:cubicBezTo>
                  <a:lnTo>
                    <a:pt x="7752" y="8305"/>
                  </a:lnTo>
                  <a:cubicBezTo>
                    <a:pt x="7764" y="8311"/>
                    <a:pt x="7775" y="8314"/>
                    <a:pt x="7787" y="8314"/>
                  </a:cubicBezTo>
                  <a:cubicBezTo>
                    <a:pt x="7799" y="8314"/>
                    <a:pt x="7811" y="8311"/>
                    <a:pt x="7823" y="8305"/>
                  </a:cubicBezTo>
                  <a:lnTo>
                    <a:pt x="13812" y="4817"/>
                  </a:lnTo>
                  <a:cubicBezTo>
                    <a:pt x="13848" y="4793"/>
                    <a:pt x="13848" y="4721"/>
                    <a:pt x="13812" y="4698"/>
                  </a:cubicBezTo>
                  <a:lnTo>
                    <a:pt x="13133" y="4293"/>
                  </a:lnTo>
                  <a:cubicBezTo>
                    <a:pt x="13121" y="4287"/>
                    <a:pt x="13109" y="4284"/>
                    <a:pt x="13098" y="4284"/>
                  </a:cubicBezTo>
                  <a:close/>
                  <a:moveTo>
                    <a:pt x="3382" y="6799"/>
                  </a:moveTo>
                  <a:cubicBezTo>
                    <a:pt x="3373" y="6799"/>
                    <a:pt x="3364" y="6805"/>
                    <a:pt x="3358" y="6817"/>
                  </a:cubicBezTo>
                  <a:lnTo>
                    <a:pt x="3370" y="6817"/>
                  </a:lnTo>
                  <a:lnTo>
                    <a:pt x="858" y="8198"/>
                  </a:lnTo>
                  <a:cubicBezTo>
                    <a:pt x="822" y="8210"/>
                    <a:pt x="822" y="8258"/>
                    <a:pt x="858" y="8270"/>
                  </a:cubicBezTo>
                  <a:lnTo>
                    <a:pt x="1584" y="8710"/>
                  </a:lnTo>
                  <a:lnTo>
                    <a:pt x="1632" y="8710"/>
                  </a:lnTo>
                  <a:lnTo>
                    <a:pt x="4204" y="7317"/>
                  </a:lnTo>
                  <a:cubicBezTo>
                    <a:pt x="4227" y="7305"/>
                    <a:pt x="4227" y="7258"/>
                    <a:pt x="4204" y="7246"/>
                  </a:cubicBezTo>
                  <a:lnTo>
                    <a:pt x="3406" y="6817"/>
                  </a:lnTo>
                  <a:cubicBezTo>
                    <a:pt x="3400" y="6805"/>
                    <a:pt x="3391" y="6799"/>
                    <a:pt x="3382" y="6799"/>
                  </a:cubicBezTo>
                  <a:close/>
                  <a:moveTo>
                    <a:pt x="3394" y="7811"/>
                  </a:moveTo>
                  <a:cubicBezTo>
                    <a:pt x="3373" y="7811"/>
                    <a:pt x="3352" y="7817"/>
                    <a:pt x="3334" y="7829"/>
                  </a:cubicBezTo>
                  <a:lnTo>
                    <a:pt x="2668" y="8234"/>
                  </a:lnTo>
                  <a:cubicBezTo>
                    <a:pt x="2632" y="8246"/>
                    <a:pt x="2632" y="8281"/>
                    <a:pt x="2668" y="8293"/>
                  </a:cubicBezTo>
                  <a:lnTo>
                    <a:pt x="3358" y="8710"/>
                  </a:lnTo>
                  <a:cubicBezTo>
                    <a:pt x="3376" y="8722"/>
                    <a:pt x="3397" y="8728"/>
                    <a:pt x="3418" y="8728"/>
                  </a:cubicBezTo>
                  <a:cubicBezTo>
                    <a:pt x="3439" y="8728"/>
                    <a:pt x="3459" y="8722"/>
                    <a:pt x="3477" y="8710"/>
                  </a:cubicBezTo>
                  <a:lnTo>
                    <a:pt x="4180" y="8317"/>
                  </a:lnTo>
                  <a:cubicBezTo>
                    <a:pt x="4216" y="8305"/>
                    <a:pt x="4216" y="8258"/>
                    <a:pt x="4180" y="8246"/>
                  </a:cubicBezTo>
                  <a:lnTo>
                    <a:pt x="3454" y="7829"/>
                  </a:lnTo>
                  <a:cubicBezTo>
                    <a:pt x="3436" y="7817"/>
                    <a:pt x="3415" y="7811"/>
                    <a:pt x="3394" y="7811"/>
                  </a:cubicBezTo>
                  <a:close/>
                  <a:moveTo>
                    <a:pt x="5132" y="7903"/>
                  </a:moveTo>
                  <a:cubicBezTo>
                    <a:pt x="5111" y="7903"/>
                    <a:pt x="5091" y="7906"/>
                    <a:pt x="5073" y="7912"/>
                  </a:cubicBezTo>
                  <a:lnTo>
                    <a:pt x="4370" y="8317"/>
                  </a:lnTo>
                  <a:cubicBezTo>
                    <a:pt x="4335" y="8329"/>
                    <a:pt x="4335" y="8365"/>
                    <a:pt x="4370" y="8377"/>
                  </a:cubicBezTo>
                  <a:lnTo>
                    <a:pt x="5061" y="8793"/>
                  </a:lnTo>
                  <a:cubicBezTo>
                    <a:pt x="5079" y="8805"/>
                    <a:pt x="5100" y="8811"/>
                    <a:pt x="5120" y="8811"/>
                  </a:cubicBezTo>
                  <a:cubicBezTo>
                    <a:pt x="5141" y="8811"/>
                    <a:pt x="5162" y="8805"/>
                    <a:pt x="5180" y="8793"/>
                  </a:cubicBezTo>
                  <a:lnTo>
                    <a:pt x="5882" y="8389"/>
                  </a:lnTo>
                  <a:cubicBezTo>
                    <a:pt x="5918" y="8377"/>
                    <a:pt x="5918" y="8353"/>
                    <a:pt x="5882" y="8329"/>
                  </a:cubicBezTo>
                  <a:lnTo>
                    <a:pt x="5192" y="7912"/>
                  </a:lnTo>
                  <a:cubicBezTo>
                    <a:pt x="5174" y="7906"/>
                    <a:pt x="5153" y="7903"/>
                    <a:pt x="5132" y="7903"/>
                  </a:cubicBezTo>
                  <a:close/>
                  <a:moveTo>
                    <a:pt x="6911" y="7918"/>
                  </a:moveTo>
                  <a:cubicBezTo>
                    <a:pt x="6891" y="7918"/>
                    <a:pt x="6871" y="7924"/>
                    <a:pt x="6847" y="7936"/>
                  </a:cubicBezTo>
                  <a:lnTo>
                    <a:pt x="6144" y="8329"/>
                  </a:lnTo>
                  <a:cubicBezTo>
                    <a:pt x="6121" y="8353"/>
                    <a:pt x="6121" y="8377"/>
                    <a:pt x="6144" y="8401"/>
                  </a:cubicBezTo>
                  <a:lnTo>
                    <a:pt x="6835" y="8805"/>
                  </a:lnTo>
                  <a:cubicBezTo>
                    <a:pt x="6853" y="8817"/>
                    <a:pt x="6874" y="8823"/>
                    <a:pt x="6894" y="8823"/>
                  </a:cubicBezTo>
                  <a:cubicBezTo>
                    <a:pt x="6915" y="8823"/>
                    <a:pt x="6936" y="8817"/>
                    <a:pt x="6954" y="8805"/>
                  </a:cubicBezTo>
                  <a:lnTo>
                    <a:pt x="7668" y="8412"/>
                  </a:lnTo>
                  <a:cubicBezTo>
                    <a:pt x="7704" y="8389"/>
                    <a:pt x="7704" y="8365"/>
                    <a:pt x="7668" y="8341"/>
                  </a:cubicBezTo>
                  <a:lnTo>
                    <a:pt x="6966" y="7936"/>
                  </a:lnTo>
                  <a:cubicBezTo>
                    <a:pt x="6948" y="7924"/>
                    <a:pt x="6930" y="7918"/>
                    <a:pt x="6911" y="7918"/>
                  </a:cubicBezTo>
                  <a:close/>
                  <a:moveTo>
                    <a:pt x="2525" y="8311"/>
                  </a:moveTo>
                  <a:cubicBezTo>
                    <a:pt x="2504" y="8311"/>
                    <a:pt x="2483" y="8317"/>
                    <a:pt x="2465" y="8329"/>
                  </a:cubicBezTo>
                  <a:lnTo>
                    <a:pt x="1763" y="8734"/>
                  </a:lnTo>
                  <a:cubicBezTo>
                    <a:pt x="1727" y="8746"/>
                    <a:pt x="1727" y="8782"/>
                    <a:pt x="1763" y="8793"/>
                  </a:cubicBezTo>
                  <a:lnTo>
                    <a:pt x="2453" y="9210"/>
                  </a:lnTo>
                  <a:cubicBezTo>
                    <a:pt x="2471" y="9222"/>
                    <a:pt x="2489" y="9228"/>
                    <a:pt x="2508" y="9228"/>
                  </a:cubicBezTo>
                  <a:cubicBezTo>
                    <a:pt x="2528" y="9228"/>
                    <a:pt x="2549" y="9222"/>
                    <a:pt x="2572" y="9210"/>
                  </a:cubicBezTo>
                  <a:lnTo>
                    <a:pt x="3275" y="8817"/>
                  </a:lnTo>
                  <a:cubicBezTo>
                    <a:pt x="3311" y="8805"/>
                    <a:pt x="3311" y="8758"/>
                    <a:pt x="3275" y="8746"/>
                  </a:cubicBezTo>
                  <a:lnTo>
                    <a:pt x="2584" y="8329"/>
                  </a:lnTo>
                  <a:cubicBezTo>
                    <a:pt x="2566" y="8317"/>
                    <a:pt x="2546" y="8311"/>
                    <a:pt x="2525" y="8311"/>
                  </a:cubicBezTo>
                  <a:close/>
                  <a:moveTo>
                    <a:pt x="4227" y="8395"/>
                  </a:moveTo>
                  <a:cubicBezTo>
                    <a:pt x="4207" y="8395"/>
                    <a:pt x="4186" y="8401"/>
                    <a:pt x="4168" y="8412"/>
                  </a:cubicBezTo>
                  <a:lnTo>
                    <a:pt x="3477" y="8805"/>
                  </a:lnTo>
                  <a:cubicBezTo>
                    <a:pt x="3442" y="8817"/>
                    <a:pt x="3442" y="8853"/>
                    <a:pt x="3477" y="8877"/>
                  </a:cubicBezTo>
                  <a:lnTo>
                    <a:pt x="4168" y="9282"/>
                  </a:lnTo>
                  <a:cubicBezTo>
                    <a:pt x="4186" y="9293"/>
                    <a:pt x="4207" y="9299"/>
                    <a:pt x="4227" y="9299"/>
                  </a:cubicBezTo>
                  <a:cubicBezTo>
                    <a:pt x="4248" y="9299"/>
                    <a:pt x="4269" y="9293"/>
                    <a:pt x="4287" y="9282"/>
                  </a:cubicBezTo>
                  <a:lnTo>
                    <a:pt x="4989" y="8889"/>
                  </a:lnTo>
                  <a:cubicBezTo>
                    <a:pt x="5025" y="8865"/>
                    <a:pt x="5025" y="8841"/>
                    <a:pt x="4989" y="8817"/>
                  </a:cubicBezTo>
                  <a:lnTo>
                    <a:pt x="4287" y="8412"/>
                  </a:lnTo>
                  <a:cubicBezTo>
                    <a:pt x="4269" y="8401"/>
                    <a:pt x="4248" y="8395"/>
                    <a:pt x="4227" y="8395"/>
                  </a:cubicBezTo>
                  <a:close/>
                  <a:moveTo>
                    <a:pt x="6021" y="8418"/>
                  </a:moveTo>
                  <a:cubicBezTo>
                    <a:pt x="6001" y="8418"/>
                    <a:pt x="5984" y="8424"/>
                    <a:pt x="5966" y="8436"/>
                  </a:cubicBezTo>
                  <a:lnTo>
                    <a:pt x="5251" y="8829"/>
                  </a:lnTo>
                  <a:cubicBezTo>
                    <a:pt x="5228" y="8853"/>
                    <a:pt x="5228" y="8877"/>
                    <a:pt x="5251" y="8901"/>
                  </a:cubicBezTo>
                  <a:lnTo>
                    <a:pt x="5954" y="9305"/>
                  </a:lnTo>
                  <a:cubicBezTo>
                    <a:pt x="5972" y="9317"/>
                    <a:pt x="5990" y="9323"/>
                    <a:pt x="6007" y="9323"/>
                  </a:cubicBezTo>
                  <a:cubicBezTo>
                    <a:pt x="6025" y="9323"/>
                    <a:pt x="6043" y="9317"/>
                    <a:pt x="6061" y="9305"/>
                  </a:cubicBezTo>
                  <a:lnTo>
                    <a:pt x="6775" y="8912"/>
                  </a:lnTo>
                  <a:cubicBezTo>
                    <a:pt x="6811" y="8889"/>
                    <a:pt x="6811" y="8865"/>
                    <a:pt x="6775" y="8841"/>
                  </a:cubicBezTo>
                  <a:lnTo>
                    <a:pt x="6085" y="8436"/>
                  </a:lnTo>
                  <a:cubicBezTo>
                    <a:pt x="6061" y="8424"/>
                    <a:pt x="6040" y="8418"/>
                    <a:pt x="6021" y="8418"/>
                  </a:cubicBezTo>
                  <a:close/>
                  <a:moveTo>
                    <a:pt x="3323" y="8883"/>
                  </a:moveTo>
                  <a:cubicBezTo>
                    <a:pt x="3302" y="8883"/>
                    <a:pt x="3281" y="8889"/>
                    <a:pt x="3263" y="8901"/>
                  </a:cubicBezTo>
                  <a:lnTo>
                    <a:pt x="2561" y="9305"/>
                  </a:lnTo>
                  <a:cubicBezTo>
                    <a:pt x="2525" y="9317"/>
                    <a:pt x="2525" y="9353"/>
                    <a:pt x="2561" y="9365"/>
                  </a:cubicBezTo>
                  <a:lnTo>
                    <a:pt x="3251" y="9782"/>
                  </a:lnTo>
                  <a:cubicBezTo>
                    <a:pt x="3269" y="9788"/>
                    <a:pt x="3290" y="9791"/>
                    <a:pt x="3311" y="9791"/>
                  </a:cubicBezTo>
                  <a:cubicBezTo>
                    <a:pt x="3331" y="9791"/>
                    <a:pt x="3352" y="9788"/>
                    <a:pt x="3370" y="9782"/>
                  </a:cubicBezTo>
                  <a:lnTo>
                    <a:pt x="4085" y="9377"/>
                  </a:lnTo>
                  <a:cubicBezTo>
                    <a:pt x="4108" y="9365"/>
                    <a:pt x="4108" y="9329"/>
                    <a:pt x="4085" y="9317"/>
                  </a:cubicBezTo>
                  <a:lnTo>
                    <a:pt x="3382" y="8901"/>
                  </a:lnTo>
                  <a:cubicBezTo>
                    <a:pt x="3364" y="8889"/>
                    <a:pt x="3343" y="8883"/>
                    <a:pt x="3323" y="8883"/>
                  </a:cubicBezTo>
                  <a:close/>
                  <a:moveTo>
                    <a:pt x="5128" y="8907"/>
                  </a:moveTo>
                  <a:cubicBezTo>
                    <a:pt x="5108" y="8907"/>
                    <a:pt x="5091" y="8912"/>
                    <a:pt x="5073" y="8924"/>
                  </a:cubicBezTo>
                  <a:lnTo>
                    <a:pt x="4358" y="9317"/>
                  </a:lnTo>
                  <a:cubicBezTo>
                    <a:pt x="4335" y="9329"/>
                    <a:pt x="4335" y="9377"/>
                    <a:pt x="4358" y="9389"/>
                  </a:cubicBezTo>
                  <a:lnTo>
                    <a:pt x="5061" y="9805"/>
                  </a:lnTo>
                  <a:cubicBezTo>
                    <a:pt x="5079" y="9811"/>
                    <a:pt x="5097" y="9814"/>
                    <a:pt x="5114" y="9814"/>
                  </a:cubicBezTo>
                  <a:cubicBezTo>
                    <a:pt x="5132" y="9814"/>
                    <a:pt x="5150" y="9811"/>
                    <a:pt x="5168" y="9805"/>
                  </a:cubicBezTo>
                  <a:lnTo>
                    <a:pt x="5882" y="9401"/>
                  </a:lnTo>
                  <a:cubicBezTo>
                    <a:pt x="5918" y="9389"/>
                    <a:pt x="5918" y="9353"/>
                    <a:pt x="5882" y="9341"/>
                  </a:cubicBezTo>
                  <a:lnTo>
                    <a:pt x="5192" y="8924"/>
                  </a:lnTo>
                  <a:cubicBezTo>
                    <a:pt x="5168" y="8912"/>
                    <a:pt x="5147" y="8907"/>
                    <a:pt x="5128" y="8907"/>
                  </a:cubicBezTo>
                  <a:close/>
                  <a:moveTo>
                    <a:pt x="4216" y="9407"/>
                  </a:moveTo>
                  <a:cubicBezTo>
                    <a:pt x="4195" y="9407"/>
                    <a:pt x="4174" y="9413"/>
                    <a:pt x="4156" y="9424"/>
                  </a:cubicBezTo>
                  <a:lnTo>
                    <a:pt x="3454" y="9829"/>
                  </a:lnTo>
                  <a:cubicBezTo>
                    <a:pt x="3418" y="9841"/>
                    <a:pt x="3418" y="9877"/>
                    <a:pt x="3454" y="9889"/>
                  </a:cubicBezTo>
                  <a:lnTo>
                    <a:pt x="4144" y="10305"/>
                  </a:lnTo>
                  <a:cubicBezTo>
                    <a:pt x="4162" y="10311"/>
                    <a:pt x="4183" y="10314"/>
                    <a:pt x="4204" y="10314"/>
                  </a:cubicBezTo>
                  <a:cubicBezTo>
                    <a:pt x="4224" y="10314"/>
                    <a:pt x="4245" y="10311"/>
                    <a:pt x="4263" y="10305"/>
                  </a:cubicBezTo>
                  <a:lnTo>
                    <a:pt x="4978" y="9901"/>
                  </a:lnTo>
                  <a:cubicBezTo>
                    <a:pt x="5001" y="9889"/>
                    <a:pt x="5001" y="9853"/>
                    <a:pt x="4978" y="9841"/>
                  </a:cubicBezTo>
                  <a:lnTo>
                    <a:pt x="4275" y="9424"/>
                  </a:lnTo>
                  <a:cubicBezTo>
                    <a:pt x="4257" y="9413"/>
                    <a:pt x="4236" y="9407"/>
                    <a:pt x="4216" y="9407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27"/>
            <p:cNvSpPr/>
            <p:nvPr/>
          </p:nvSpPr>
          <p:spPr>
            <a:xfrm>
              <a:off x="4010438" y="2155100"/>
              <a:ext cx="448300" cy="417025"/>
            </a:xfrm>
            <a:custGeom>
              <a:avLst/>
              <a:gdLst/>
              <a:ahLst/>
              <a:cxnLst/>
              <a:rect l="l" t="t" r="r" b="b"/>
              <a:pathLst>
                <a:path w="17932" h="16681" extrusionOk="0">
                  <a:moveTo>
                    <a:pt x="13717" y="1524"/>
                  </a:moveTo>
                  <a:cubicBezTo>
                    <a:pt x="16348" y="0"/>
                    <a:pt x="17848" y="6025"/>
                    <a:pt x="17931" y="6334"/>
                  </a:cubicBezTo>
                  <a:lnTo>
                    <a:pt x="10192" y="10799"/>
                  </a:lnTo>
                  <a:cubicBezTo>
                    <a:pt x="8014" y="12061"/>
                    <a:pt x="5823" y="13300"/>
                    <a:pt x="3644" y="14562"/>
                  </a:cubicBezTo>
                  <a:cubicBezTo>
                    <a:pt x="2537" y="15205"/>
                    <a:pt x="1417" y="15847"/>
                    <a:pt x="310" y="16502"/>
                  </a:cubicBezTo>
                  <a:lnTo>
                    <a:pt x="24" y="16681"/>
                  </a:lnTo>
                  <a:cubicBezTo>
                    <a:pt x="1" y="16681"/>
                    <a:pt x="394" y="14871"/>
                    <a:pt x="441" y="14716"/>
                  </a:cubicBezTo>
                  <a:cubicBezTo>
                    <a:pt x="489" y="14562"/>
                    <a:pt x="548" y="14395"/>
                    <a:pt x="608" y="14228"/>
                  </a:cubicBezTo>
                  <a:cubicBezTo>
                    <a:pt x="1084" y="12847"/>
                    <a:pt x="1846" y="11383"/>
                    <a:pt x="2930" y="10478"/>
                  </a:cubicBezTo>
                  <a:cubicBezTo>
                    <a:pt x="2977" y="10442"/>
                    <a:pt x="3025" y="10406"/>
                    <a:pt x="3084" y="10371"/>
                  </a:cubicBezTo>
                  <a:cubicBezTo>
                    <a:pt x="3608" y="10073"/>
                    <a:pt x="3763" y="10752"/>
                    <a:pt x="3977" y="11418"/>
                  </a:cubicBezTo>
                  <a:cubicBezTo>
                    <a:pt x="4204" y="12073"/>
                    <a:pt x="4477" y="12680"/>
                    <a:pt x="5239" y="12240"/>
                  </a:cubicBezTo>
                  <a:cubicBezTo>
                    <a:pt x="5275" y="12216"/>
                    <a:pt x="5311" y="12204"/>
                    <a:pt x="5347" y="12180"/>
                  </a:cubicBezTo>
                  <a:cubicBezTo>
                    <a:pt x="7073" y="11025"/>
                    <a:pt x="6109" y="7608"/>
                    <a:pt x="8204" y="6203"/>
                  </a:cubicBezTo>
                  <a:cubicBezTo>
                    <a:pt x="8275" y="6156"/>
                    <a:pt x="8347" y="6108"/>
                    <a:pt x="8406" y="6072"/>
                  </a:cubicBezTo>
                  <a:cubicBezTo>
                    <a:pt x="10966" y="4596"/>
                    <a:pt x="8787" y="10585"/>
                    <a:pt x="10847" y="9549"/>
                  </a:cubicBezTo>
                  <a:lnTo>
                    <a:pt x="10919" y="9501"/>
                  </a:lnTo>
                  <a:cubicBezTo>
                    <a:pt x="12883" y="8370"/>
                    <a:pt x="10514" y="4132"/>
                    <a:pt x="13336" y="1786"/>
                  </a:cubicBezTo>
                  <a:cubicBezTo>
                    <a:pt x="13455" y="1691"/>
                    <a:pt x="13574" y="1596"/>
                    <a:pt x="13717" y="1524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27"/>
            <p:cNvSpPr/>
            <p:nvPr/>
          </p:nvSpPr>
          <p:spPr>
            <a:xfrm>
              <a:off x="4051513" y="2226225"/>
              <a:ext cx="410500" cy="322700"/>
            </a:xfrm>
            <a:custGeom>
              <a:avLst/>
              <a:gdLst/>
              <a:ahLst/>
              <a:cxnLst/>
              <a:rect l="l" t="t" r="r" b="b"/>
              <a:pathLst>
                <a:path w="16420" h="12908" extrusionOk="0">
                  <a:moveTo>
                    <a:pt x="3013" y="3918"/>
                  </a:moveTo>
                  <a:cubicBezTo>
                    <a:pt x="3132" y="3847"/>
                    <a:pt x="3251" y="3787"/>
                    <a:pt x="3370" y="3751"/>
                  </a:cubicBezTo>
                  <a:cubicBezTo>
                    <a:pt x="6192" y="2846"/>
                    <a:pt x="3858" y="9800"/>
                    <a:pt x="5823" y="8669"/>
                  </a:cubicBezTo>
                  <a:lnTo>
                    <a:pt x="5894" y="8609"/>
                  </a:lnTo>
                  <a:cubicBezTo>
                    <a:pt x="7978" y="7264"/>
                    <a:pt x="6442" y="3430"/>
                    <a:pt x="8442" y="2275"/>
                  </a:cubicBezTo>
                  <a:lnTo>
                    <a:pt x="8514" y="2239"/>
                  </a:lnTo>
                  <a:cubicBezTo>
                    <a:pt x="10609" y="1120"/>
                    <a:pt x="9657" y="5752"/>
                    <a:pt x="11383" y="4906"/>
                  </a:cubicBezTo>
                  <a:cubicBezTo>
                    <a:pt x="11419" y="4882"/>
                    <a:pt x="11454" y="4871"/>
                    <a:pt x="11490" y="4847"/>
                  </a:cubicBezTo>
                  <a:cubicBezTo>
                    <a:pt x="12252" y="4406"/>
                    <a:pt x="12526" y="3466"/>
                    <a:pt x="12740" y="2573"/>
                  </a:cubicBezTo>
                  <a:cubicBezTo>
                    <a:pt x="12955" y="1668"/>
                    <a:pt x="13109" y="799"/>
                    <a:pt x="13633" y="501"/>
                  </a:cubicBezTo>
                  <a:cubicBezTo>
                    <a:pt x="13681" y="465"/>
                    <a:pt x="13729" y="441"/>
                    <a:pt x="13788" y="429"/>
                  </a:cubicBezTo>
                  <a:cubicBezTo>
                    <a:pt x="15062" y="1"/>
                    <a:pt x="15788" y="1549"/>
                    <a:pt x="15824" y="1632"/>
                  </a:cubicBezTo>
                  <a:lnTo>
                    <a:pt x="16419" y="3418"/>
                  </a:lnTo>
                  <a:lnTo>
                    <a:pt x="1" y="12907"/>
                  </a:lnTo>
                  <a:cubicBezTo>
                    <a:pt x="24" y="12538"/>
                    <a:pt x="477" y="5382"/>
                    <a:pt x="3013" y="391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27"/>
            <p:cNvSpPr/>
            <p:nvPr/>
          </p:nvSpPr>
          <p:spPr>
            <a:xfrm>
              <a:off x="3968163" y="2370900"/>
              <a:ext cx="25" cy="284275"/>
            </a:xfrm>
            <a:custGeom>
              <a:avLst/>
              <a:gdLst/>
              <a:ahLst/>
              <a:cxnLst/>
              <a:rect l="l" t="t" r="r" b="b"/>
              <a:pathLst>
                <a:path w="1" h="11371" fill="none" extrusionOk="0">
                  <a:moveTo>
                    <a:pt x="1" y="0"/>
                  </a:moveTo>
                  <a:lnTo>
                    <a:pt x="1" y="11371"/>
                  </a:lnTo>
                </a:path>
              </a:pathLst>
            </a:cu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27"/>
            <p:cNvSpPr/>
            <p:nvPr/>
          </p:nvSpPr>
          <p:spPr>
            <a:xfrm>
              <a:off x="3952688" y="2330125"/>
              <a:ext cx="527775" cy="303325"/>
            </a:xfrm>
            <a:custGeom>
              <a:avLst/>
              <a:gdLst/>
              <a:ahLst/>
              <a:cxnLst/>
              <a:rect l="l" t="t" r="r" b="b"/>
              <a:pathLst>
                <a:path w="21111" h="12133" fill="none" extrusionOk="0">
                  <a:moveTo>
                    <a:pt x="1" y="12133"/>
                  </a:moveTo>
                  <a:lnTo>
                    <a:pt x="21111" y="0"/>
                  </a:lnTo>
                </a:path>
              </a:pathLst>
            </a:cu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27"/>
            <p:cNvSpPr/>
            <p:nvPr/>
          </p:nvSpPr>
          <p:spPr>
            <a:xfrm>
              <a:off x="3646113" y="2778375"/>
              <a:ext cx="246175" cy="245375"/>
            </a:xfrm>
            <a:custGeom>
              <a:avLst/>
              <a:gdLst/>
              <a:ahLst/>
              <a:cxnLst/>
              <a:rect l="l" t="t" r="r" b="b"/>
              <a:pathLst>
                <a:path w="9847" h="9815" extrusionOk="0">
                  <a:moveTo>
                    <a:pt x="6769" y="0"/>
                  </a:moveTo>
                  <a:cubicBezTo>
                    <a:pt x="6484" y="0"/>
                    <a:pt x="6162" y="93"/>
                    <a:pt x="5823" y="287"/>
                  </a:cubicBezTo>
                  <a:cubicBezTo>
                    <a:pt x="4894" y="834"/>
                    <a:pt x="4096" y="2001"/>
                    <a:pt x="3822" y="3120"/>
                  </a:cubicBezTo>
                  <a:cubicBezTo>
                    <a:pt x="3667" y="3156"/>
                    <a:pt x="3525" y="3216"/>
                    <a:pt x="3382" y="3299"/>
                  </a:cubicBezTo>
                  <a:cubicBezTo>
                    <a:pt x="2477" y="3823"/>
                    <a:pt x="1751" y="5085"/>
                    <a:pt x="1751" y="6121"/>
                  </a:cubicBezTo>
                  <a:cubicBezTo>
                    <a:pt x="1751" y="6192"/>
                    <a:pt x="1762" y="6264"/>
                    <a:pt x="1762" y="6323"/>
                  </a:cubicBezTo>
                  <a:cubicBezTo>
                    <a:pt x="1620" y="6359"/>
                    <a:pt x="1477" y="6418"/>
                    <a:pt x="1358" y="6502"/>
                  </a:cubicBezTo>
                  <a:cubicBezTo>
                    <a:pt x="608" y="6930"/>
                    <a:pt x="0" y="7990"/>
                    <a:pt x="0" y="8847"/>
                  </a:cubicBezTo>
                  <a:cubicBezTo>
                    <a:pt x="0" y="9458"/>
                    <a:pt x="308" y="9815"/>
                    <a:pt x="757" y="9815"/>
                  </a:cubicBezTo>
                  <a:cubicBezTo>
                    <a:pt x="938" y="9815"/>
                    <a:pt x="1142" y="9756"/>
                    <a:pt x="1358" y="9633"/>
                  </a:cubicBezTo>
                  <a:lnTo>
                    <a:pt x="8275" y="5704"/>
                  </a:lnTo>
                  <a:cubicBezTo>
                    <a:pt x="9156" y="5144"/>
                    <a:pt x="9847" y="3894"/>
                    <a:pt x="9847" y="2870"/>
                  </a:cubicBezTo>
                  <a:cubicBezTo>
                    <a:pt x="9847" y="2121"/>
                    <a:pt x="9471" y="1687"/>
                    <a:pt x="8927" y="1687"/>
                  </a:cubicBezTo>
                  <a:cubicBezTo>
                    <a:pt x="8702" y="1687"/>
                    <a:pt x="8448" y="1761"/>
                    <a:pt x="8180" y="1918"/>
                  </a:cubicBezTo>
                  <a:cubicBezTo>
                    <a:pt x="8073" y="1977"/>
                    <a:pt x="7978" y="2049"/>
                    <a:pt x="7882" y="2120"/>
                  </a:cubicBezTo>
                  <a:cubicBezTo>
                    <a:pt x="7918" y="1918"/>
                    <a:pt x="7942" y="1704"/>
                    <a:pt x="7942" y="1501"/>
                  </a:cubicBezTo>
                  <a:cubicBezTo>
                    <a:pt x="7942" y="547"/>
                    <a:pt x="7463" y="0"/>
                    <a:pt x="676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27"/>
            <p:cNvSpPr/>
            <p:nvPr/>
          </p:nvSpPr>
          <p:spPr>
            <a:xfrm>
              <a:off x="3720513" y="2747725"/>
              <a:ext cx="80100" cy="162250"/>
            </a:xfrm>
            <a:custGeom>
              <a:avLst/>
              <a:gdLst/>
              <a:ahLst/>
              <a:cxnLst/>
              <a:rect l="l" t="t" r="r" b="b"/>
              <a:pathLst>
                <a:path w="3204" h="6490" extrusionOk="0">
                  <a:moveTo>
                    <a:pt x="1644" y="72"/>
                  </a:moveTo>
                  <a:cubicBezTo>
                    <a:pt x="1751" y="1"/>
                    <a:pt x="1858" y="1"/>
                    <a:pt x="1930" y="84"/>
                  </a:cubicBezTo>
                  <a:lnTo>
                    <a:pt x="3061" y="1560"/>
                  </a:lnTo>
                  <a:cubicBezTo>
                    <a:pt x="3204" y="1739"/>
                    <a:pt x="3037" y="2156"/>
                    <a:pt x="2787" y="2310"/>
                  </a:cubicBezTo>
                  <a:lnTo>
                    <a:pt x="2763" y="2322"/>
                  </a:lnTo>
                  <a:cubicBezTo>
                    <a:pt x="2561" y="2441"/>
                    <a:pt x="2442" y="2656"/>
                    <a:pt x="2430" y="2894"/>
                  </a:cubicBezTo>
                  <a:lnTo>
                    <a:pt x="2430" y="5227"/>
                  </a:lnTo>
                  <a:cubicBezTo>
                    <a:pt x="2418" y="5466"/>
                    <a:pt x="2299" y="5680"/>
                    <a:pt x="2108" y="5799"/>
                  </a:cubicBezTo>
                  <a:lnTo>
                    <a:pt x="1084" y="6394"/>
                  </a:lnTo>
                  <a:cubicBezTo>
                    <a:pt x="906" y="6489"/>
                    <a:pt x="751" y="6406"/>
                    <a:pt x="751" y="6204"/>
                  </a:cubicBezTo>
                  <a:lnTo>
                    <a:pt x="751" y="3858"/>
                  </a:lnTo>
                  <a:cubicBezTo>
                    <a:pt x="751" y="3644"/>
                    <a:pt x="608" y="3561"/>
                    <a:pt x="418" y="3668"/>
                  </a:cubicBezTo>
                  <a:cubicBezTo>
                    <a:pt x="156" y="3822"/>
                    <a:pt x="1" y="3572"/>
                    <a:pt x="144" y="3239"/>
                  </a:cubicBezTo>
                  <a:lnTo>
                    <a:pt x="1370" y="405"/>
                  </a:lnTo>
                  <a:cubicBezTo>
                    <a:pt x="1418" y="263"/>
                    <a:pt x="1513" y="143"/>
                    <a:pt x="1644" y="7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27"/>
            <p:cNvSpPr/>
            <p:nvPr/>
          </p:nvSpPr>
          <p:spPr>
            <a:xfrm>
              <a:off x="3621988" y="2435025"/>
              <a:ext cx="287575" cy="359850"/>
            </a:xfrm>
            <a:custGeom>
              <a:avLst/>
              <a:gdLst/>
              <a:ahLst/>
              <a:cxnLst/>
              <a:rect l="l" t="t" r="r" b="b"/>
              <a:pathLst>
                <a:path w="11503" h="14394" extrusionOk="0">
                  <a:moveTo>
                    <a:pt x="11347" y="0"/>
                  </a:moveTo>
                  <a:cubicBezTo>
                    <a:pt x="11308" y="0"/>
                    <a:pt x="11263" y="14"/>
                    <a:pt x="11217" y="43"/>
                  </a:cubicBezTo>
                  <a:lnTo>
                    <a:pt x="287" y="6353"/>
                  </a:lnTo>
                  <a:cubicBezTo>
                    <a:pt x="120" y="6460"/>
                    <a:pt x="13" y="6639"/>
                    <a:pt x="1" y="6841"/>
                  </a:cubicBezTo>
                  <a:cubicBezTo>
                    <a:pt x="1" y="6970"/>
                    <a:pt x="69" y="7043"/>
                    <a:pt x="164" y="7043"/>
                  </a:cubicBezTo>
                  <a:cubicBezTo>
                    <a:pt x="201" y="7043"/>
                    <a:pt x="243" y="7031"/>
                    <a:pt x="287" y="7008"/>
                  </a:cubicBezTo>
                  <a:lnTo>
                    <a:pt x="11217" y="698"/>
                  </a:lnTo>
                  <a:cubicBezTo>
                    <a:pt x="11383" y="590"/>
                    <a:pt x="11490" y="400"/>
                    <a:pt x="11502" y="198"/>
                  </a:cubicBezTo>
                  <a:cubicBezTo>
                    <a:pt x="11502" y="73"/>
                    <a:pt x="11439" y="0"/>
                    <a:pt x="11347" y="0"/>
                  </a:cubicBezTo>
                  <a:close/>
                  <a:moveTo>
                    <a:pt x="8868" y="2461"/>
                  </a:moveTo>
                  <a:cubicBezTo>
                    <a:pt x="8830" y="2461"/>
                    <a:pt x="8787" y="2472"/>
                    <a:pt x="8740" y="2495"/>
                  </a:cubicBezTo>
                  <a:lnTo>
                    <a:pt x="311" y="7377"/>
                  </a:lnTo>
                  <a:cubicBezTo>
                    <a:pt x="144" y="7484"/>
                    <a:pt x="37" y="7663"/>
                    <a:pt x="25" y="7865"/>
                  </a:cubicBezTo>
                  <a:cubicBezTo>
                    <a:pt x="25" y="7993"/>
                    <a:pt x="92" y="8066"/>
                    <a:pt x="188" y="8066"/>
                  </a:cubicBezTo>
                  <a:cubicBezTo>
                    <a:pt x="225" y="8066"/>
                    <a:pt x="267" y="8055"/>
                    <a:pt x="311" y="8032"/>
                  </a:cubicBezTo>
                  <a:lnTo>
                    <a:pt x="8752" y="3150"/>
                  </a:lnTo>
                  <a:cubicBezTo>
                    <a:pt x="8919" y="3043"/>
                    <a:pt x="9026" y="2865"/>
                    <a:pt x="9038" y="2662"/>
                  </a:cubicBezTo>
                  <a:cubicBezTo>
                    <a:pt x="9029" y="2534"/>
                    <a:pt x="8965" y="2461"/>
                    <a:pt x="8868" y="2461"/>
                  </a:cubicBezTo>
                  <a:close/>
                  <a:moveTo>
                    <a:pt x="11347" y="3679"/>
                  </a:moveTo>
                  <a:cubicBezTo>
                    <a:pt x="11308" y="3679"/>
                    <a:pt x="11263" y="3693"/>
                    <a:pt x="11217" y="3722"/>
                  </a:cubicBezTo>
                  <a:lnTo>
                    <a:pt x="287" y="10032"/>
                  </a:lnTo>
                  <a:cubicBezTo>
                    <a:pt x="120" y="10139"/>
                    <a:pt x="13" y="10318"/>
                    <a:pt x="1" y="10508"/>
                  </a:cubicBezTo>
                  <a:cubicBezTo>
                    <a:pt x="1" y="10642"/>
                    <a:pt x="65" y="10717"/>
                    <a:pt x="157" y="10717"/>
                  </a:cubicBezTo>
                  <a:cubicBezTo>
                    <a:pt x="196" y="10717"/>
                    <a:pt x="240" y="10703"/>
                    <a:pt x="287" y="10675"/>
                  </a:cubicBezTo>
                  <a:lnTo>
                    <a:pt x="11217" y="4365"/>
                  </a:lnTo>
                  <a:cubicBezTo>
                    <a:pt x="11383" y="4258"/>
                    <a:pt x="11490" y="4079"/>
                    <a:pt x="11502" y="3877"/>
                  </a:cubicBezTo>
                  <a:cubicBezTo>
                    <a:pt x="11502" y="3752"/>
                    <a:pt x="11439" y="3679"/>
                    <a:pt x="11347" y="3679"/>
                  </a:cubicBezTo>
                  <a:close/>
                  <a:moveTo>
                    <a:pt x="8881" y="6132"/>
                  </a:moveTo>
                  <a:cubicBezTo>
                    <a:pt x="8842" y="6132"/>
                    <a:pt x="8798" y="6146"/>
                    <a:pt x="8752" y="6174"/>
                  </a:cubicBezTo>
                  <a:lnTo>
                    <a:pt x="311" y="11044"/>
                  </a:lnTo>
                  <a:cubicBezTo>
                    <a:pt x="144" y="11151"/>
                    <a:pt x="37" y="11342"/>
                    <a:pt x="25" y="11532"/>
                  </a:cubicBezTo>
                  <a:cubicBezTo>
                    <a:pt x="25" y="11661"/>
                    <a:pt x="86" y="11734"/>
                    <a:pt x="183" y="11734"/>
                  </a:cubicBezTo>
                  <a:cubicBezTo>
                    <a:pt x="220" y="11734"/>
                    <a:pt x="264" y="11722"/>
                    <a:pt x="311" y="11699"/>
                  </a:cubicBezTo>
                  <a:lnTo>
                    <a:pt x="8752" y="6829"/>
                  </a:lnTo>
                  <a:cubicBezTo>
                    <a:pt x="8919" y="6710"/>
                    <a:pt x="9026" y="6532"/>
                    <a:pt x="9038" y="6341"/>
                  </a:cubicBezTo>
                  <a:cubicBezTo>
                    <a:pt x="9038" y="6208"/>
                    <a:pt x="8973" y="6132"/>
                    <a:pt x="8881" y="6132"/>
                  </a:cubicBezTo>
                  <a:close/>
                  <a:moveTo>
                    <a:pt x="11341" y="6330"/>
                  </a:moveTo>
                  <a:cubicBezTo>
                    <a:pt x="11303" y="6330"/>
                    <a:pt x="11261" y="6341"/>
                    <a:pt x="11217" y="6365"/>
                  </a:cubicBezTo>
                  <a:lnTo>
                    <a:pt x="287" y="12675"/>
                  </a:lnTo>
                  <a:cubicBezTo>
                    <a:pt x="120" y="12782"/>
                    <a:pt x="13" y="12961"/>
                    <a:pt x="1" y="13163"/>
                  </a:cubicBezTo>
                  <a:cubicBezTo>
                    <a:pt x="1" y="13292"/>
                    <a:pt x="69" y="13365"/>
                    <a:pt x="164" y="13365"/>
                  </a:cubicBezTo>
                  <a:cubicBezTo>
                    <a:pt x="201" y="13365"/>
                    <a:pt x="243" y="13354"/>
                    <a:pt x="287" y="13330"/>
                  </a:cubicBezTo>
                  <a:lnTo>
                    <a:pt x="11217" y="7020"/>
                  </a:lnTo>
                  <a:cubicBezTo>
                    <a:pt x="11383" y="6913"/>
                    <a:pt x="11490" y="6722"/>
                    <a:pt x="11502" y="6520"/>
                  </a:cubicBezTo>
                  <a:cubicBezTo>
                    <a:pt x="11502" y="6401"/>
                    <a:pt x="11435" y="6330"/>
                    <a:pt x="11341" y="6330"/>
                  </a:cubicBezTo>
                  <a:close/>
                  <a:moveTo>
                    <a:pt x="8875" y="8788"/>
                  </a:moveTo>
                  <a:cubicBezTo>
                    <a:pt x="8835" y="8788"/>
                    <a:pt x="8790" y="8801"/>
                    <a:pt x="8740" y="8830"/>
                  </a:cubicBezTo>
                  <a:lnTo>
                    <a:pt x="8752" y="8830"/>
                  </a:lnTo>
                  <a:lnTo>
                    <a:pt x="311" y="13711"/>
                  </a:lnTo>
                  <a:cubicBezTo>
                    <a:pt x="144" y="13818"/>
                    <a:pt x="37" y="13997"/>
                    <a:pt x="25" y="14187"/>
                  </a:cubicBezTo>
                  <a:cubicBezTo>
                    <a:pt x="25" y="14315"/>
                    <a:pt x="92" y="14394"/>
                    <a:pt x="186" y="14394"/>
                  </a:cubicBezTo>
                  <a:cubicBezTo>
                    <a:pt x="224" y="14394"/>
                    <a:pt x="266" y="14381"/>
                    <a:pt x="311" y="14354"/>
                  </a:cubicBezTo>
                  <a:lnTo>
                    <a:pt x="8752" y="9484"/>
                  </a:lnTo>
                  <a:cubicBezTo>
                    <a:pt x="8919" y="9377"/>
                    <a:pt x="9026" y="9187"/>
                    <a:pt x="9038" y="8996"/>
                  </a:cubicBezTo>
                  <a:cubicBezTo>
                    <a:pt x="9029" y="8863"/>
                    <a:pt x="8968" y="8788"/>
                    <a:pt x="8875" y="878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27"/>
            <p:cNvSpPr/>
            <p:nvPr/>
          </p:nvSpPr>
          <p:spPr>
            <a:xfrm>
              <a:off x="3982463" y="2408100"/>
              <a:ext cx="489075" cy="431025"/>
            </a:xfrm>
            <a:custGeom>
              <a:avLst/>
              <a:gdLst/>
              <a:ahLst/>
              <a:cxnLst/>
              <a:rect l="l" t="t" r="r" b="b"/>
              <a:pathLst>
                <a:path w="19563" h="17241" extrusionOk="0">
                  <a:moveTo>
                    <a:pt x="8799" y="6347"/>
                  </a:moveTo>
                  <a:cubicBezTo>
                    <a:pt x="8787" y="6501"/>
                    <a:pt x="8704" y="6632"/>
                    <a:pt x="8585" y="6716"/>
                  </a:cubicBezTo>
                  <a:lnTo>
                    <a:pt x="215" y="11550"/>
                  </a:lnTo>
                  <a:cubicBezTo>
                    <a:pt x="96" y="11621"/>
                    <a:pt x="0" y="11562"/>
                    <a:pt x="0" y="11431"/>
                  </a:cubicBezTo>
                  <a:cubicBezTo>
                    <a:pt x="0" y="11276"/>
                    <a:pt x="84" y="11133"/>
                    <a:pt x="215" y="11050"/>
                  </a:cubicBezTo>
                  <a:lnTo>
                    <a:pt x="8585" y="6216"/>
                  </a:lnTo>
                  <a:cubicBezTo>
                    <a:pt x="8704" y="6156"/>
                    <a:pt x="8799" y="6204"/>
                    <a:pt x="8799" y="6347"/>
                  </a:cubicBezTo>
                  <a:close/>
                  <a:moveTo>
                    <a:pt x="227" y="12335"/>
                  </a:moveTo>
                  <a:lnTo>
                    <a:pt x="6692" y="8609"/>
                  </a:lnTo>
                  <a:cubicBezTo>
                    <a:pt x="6811" y="8525"/>
                    <a:pt x="6894" y="8383"/>
                    <a:pt x="6906" y="8228"/>
                  </a:cubicBezTo>
                  <a:cubicBezTo>
                    <a:pt x="6906" y="8097"/>
                    <a:pt x="6811" y="8037"/>
                    <a:pt x="6692" y="8109"/>
                  </a:cubicBezTo>
                  <a:lnTo>
                    <a:pt x="227" y="11835"/>
                  </a:lnTo>
                  <a:cubicBezTo>
                    <a:pt x="96" y="11919"/>
                    <a:pt x="24" y="12050"/>
                    <a:pt x="12" y="12204"/>
                  </a:cubicBezTo>
                  <a:cubicBezTo>
                    <a:pt x="12" y="12347"/>
                    <a:pt x="108" y="12407"/>
                    <a:pt x="227" y="12335"/>
                  </a:cubicBezTo>
                  <a:close/>
                  <a:moveTo>
                    <a:pt x="8585" y="9025"/>
                  </a:moveTo>
                  <a:lnTo>
                    <a:pt x="215" y="13859"/>
                  </a:lnTo>
                  <a:cubicBezTo>
                    <a:pt x="84" y="13943"/>
                    <a:pt x="0" y="14086"/>
                    <a:pt x="0" y="14240"/>
                  </a:cubicBezTo>
                  <a:cubicBezTo>
                    <a:pt x="0" y="14371"/>
                    <a:pt x="96" y="14431"/>
                    <a:pt x="215" y="14359"/>
                  </a:cubicBezTo>
                  <a:lnTo>
                    <a:pt x="8585" y="9526"/>
                  </a:lnTo>
                  <a:cubicBezTo>
                    <a:pt x="8704" y="9442"/>
                    <a:pt x="8787" y="9311"/>
                    <a:pt x="8799" y="9156"/>
                  </a:cubicBezTo>
                  <a:cubicBezTo>
                    <a:pt x="8799" y="9014"/>
                    <a:pt x="8704" y="8966"/>
                    <a:pt x="8585" y="9025"/>
                  </a:cubicBezTo>
                  <a:close/>
                  <a:moveTo>
                    <a:pt x="227" y="15145"/>
                  </a:moveTo>
                  <a:lnTo>
                    <a:pt x="6692" y="11419"/>
                  </a:lnTo>
                  <a:cubicBezTo>
                    <a:pt x="6811" y="11335"/>
                    <a:pt x="6894" y="11192"/>
                    <a:pt x="6906" y="11038"/>
                  </a:cubicBezTo>
                  <a:cubicBezTo>
                    <a:pt x="6906" y="10907"/>
                    <a:pt x="6811" y="10847"/>
                    <a:pt x="6692" y="10919"/>
                  </a:cubicBezTo>
                  <a:lnTo>
                    <a:pt x="227" y="14645"/>
                  </a:lnTo>
                  <a:cubicBezTo>
                    <a:pt x="96" y="14729"/>
                    <a:pt x="24" y="14860"/>
                    <a:pt x="12" y="15014"/>
                  </a:cubicBezTo>
                  <a:cubicBezTo>
                    <a:pt x="12" y="15157"/>
                    <a:pt x="108" y="15217"/>
                    <a:pt x="227" y="15145"/>
                  </a:cubicBezTo>
                  <a:close/>
                  <a:moveTo>
                    <a:pt x="8585" y="11061"/>
                  </a:moveTo>
                  <a:lnTo>
                    <a:pt x="215" y="15895"/>
                  </a:lnTo>
                  <a:cubicBezTo>
                    <a:pt x="84" y="15979"/>
                    <a:pt x="0" y="16110"/>
                    <a:pt x="0" y="16264"/>
                  </a:cubicBezTo>
                  <a:cubicBezTo>
                    <a:pt x="0" y="16407"/>
                    <a:pt x="96" y="16467"/>
                    <a:pt x="215" y="16395"/>
                  </a:cubicBezTo>
                  <a:lnTo>
                    <a:pt x="8585" y="11562"/>
                  </a:lnTo>
                  <a:cubicBezTo>
                    <a:pt x="8704" y="11478"/>
                    <a:pt x="8787" y="11335"/>
                    <a:pt x="8799" y="11181"/>
                  </a:cubicBezTo>
                  <a:cubicBezTo>
                    <a:pt x="8799" y="11050"/>
                    <a:pt x="8704" y="10990"/>
                    <a:pt x="8585" y="11061"/>
                  </a:cubicBezTo>
                  <a:close/>
                  <a:moveTo>
                    <a:pt x="6692" y="12943"/>
                  </a:moveTo>
                  <a:lnTo>
                    <a:pt x="227" y="16669"/>
                  </a:lnTo>
                  <a:cubicBezTo>
                    <a:pt x="96" y="16753"/>
                    <a:pt x="24" y="16896"/>
                    <a:pt x="12" y="17050"/>
                  </a:cubicBezTo>
                  <a:cubicBezTo>
                    <a:pt x="12" y="17181"/>
                    <a:pt x="108" y="17241"/>
                    <a:pt x="227" y="17169"/>
                  </a:cubicBezTo>
                  <a:lnTo>
                    <a:pt x="6692" y="13443"/>
                  </a:lnTo>
                  <a:cubicBezTo>
                    <a:pt x="6811" y="13359"/>
                    <a:pt x="6894" y="13216"/>
                    <a:pt x="6906" y="13062"/>
                  </a:cubicBezTo>
                  <a:cubicBezTo>
                    <a:pt x="6906" y="12931"/>
                    <a:pt x="6811" y="12871"/>
                    <a:pt x="6692" y="12943"/>
                  </a:cubicBezTo>
                  <a:close/>
                  <a:moveTo>
                    <a:pt x="10978" y="5394"/>
                  </a:moveTo>
                  <a:lnTo>
                    <a:pt x="19348" y="560"/>
                  </a:lnTo>
                  <a:cubicBezTo>
                    <a:pt x="19467" y="477"/>
                    <a:pt x="19550" y="334"/>
                    <a:pt x="19562" y="191"/>
                  </a:cubicBezTo>
                  <a:cubicBezTo>
                    <a:pt x="19562" y="48"/>
                    <a:pt x="19467" y="1"/>
                    <a:pt x="19348" y="60"/>
                  </a:cubicBezTo>
                  <a:lnTo>
                    <a:pt x="10978" y="4894"/>
                  </a:lnTo>
                  <a:cubicBezTo>
                    <a:pt x="10847" y="4977"/>
                    <a:pt x="10764" y="5120"/>
                    <a:pt x="10764" y="5275"/>
                  </a:cubicBezTo>
                  <a:cubicBezTo>
                    <a:pt x="10764" y="5406"/>
                    <a:pt x="10859" y="5466"/>
                    <a:pt x="10978" y="5394"/>
                  </a:cubicBezTo>
                  <a:close/>
                  <a:moveTo>
                    <a:pt x="17455" y="1953"/>
                  </a:moveTo>
                  <a:lnTo>
                    <a:pt x="10990" y="5680"/>
                  </a:lnTo>
                  <a:cubicBezTo>
                    <a:pt x="10871" y="5763"/>
                    <a:pt x="10787" y="5894"/>
                    <a:pt x="10776" y="6049"/>
                  </a:cubicBezTo>
                  <a:cubicBezTo>
                    <a:pt x="10776" y="6192"/>
                    <a:pt x="10871" y="6251"/>
                    <a:pt x="11002" y="6180"/>
                  </a:cubicBezTo>
                  <a:lnTo>
                    <a:pt x="17455" y="2453"/>
                  </a:lnTo>
                  <a:cubicBezTo>
                    <a:pt x="17574" y="2370"/>
                    <a:pt x="17657" y="2227"/>
                    <a:pt x="17669" y="2084"/>
                  </a:cubicBezTo>
                  <a:cubicBezTo>
                    <a:pt x="17669" y="1929"/>
                    <a:pt x="17574" y="1870"/>
                    <a:pt x="17455" y="1941"/>
                  </a:cubicBezTo>
                  <a:close/>
                  <a:moveTo>
                    <a:pt x="19348" y="2882"/>
                  </a:moveTo>
                  <a:lnTo>
                    <a:pt x="10978" y="7704"/>
                  </a:lnTo>
                  <a:cubicBezTo>
                    <a:pt x="10847" y="7787"/>
                    <a:pt x="10764" y="7930"/>
                    <a:pt x="10764" y="8085"/>
                  </a:cubicBezTo>
                  <a:cubicBezTo>
                    <a:pt x="10764" y="8216"/>
                    <a:pt x="10859" y="8275"/>
                    <a:pt x="10978" y="8204"/>
                  </a:cubicBezTo>
                  <a:lnTo>
                    <a:pt x="19348" y="3370"/>
                  </a:lnTo>
                  <a:cubicBezTo>
                    <a:pt x="19467" y="3287"/>
                    <a:pt x="19550" y="3156"/>
                    <a:pt x="19562" y="3001"/>
                  </a:cubicBezTo>
                  <a:cubicBezTo>
                    <a:pt x="19562" y="2858"/>
                    <a:pt x="19467" y="2799"/>
                    <a:pt x="19348" y="2882"/>
                  </a:cubicBezTo>
                  <a:close/>
                  <a:moveTo>
                    <a:pt x="11002" y="8978"/>
                  </a:moveTo>
                  <a:lnTo>
                    <a:pt x="17455" y="5263"/>
                  </a:lnTo>
                  <a:cubicBezTo>
                    <a:pt x="17586" y="5180"/>
                    <a:pt x="17657" y="5037"/>
                    <a:pt x="17669" y="4882"/>
                  </a:cubicBezTo>
                  <a:cubicBezTo>
                    <a:pt x="17669" y="4751"/>
                    <a:pt x="17574" y="4692"/>
                    <a:pt x="17455" y="4763"/>
                  </a:cubicBezTo>
                  <a:lnTo>
                    <a:pt x="10990" y="8490"/>
                  </a:lnTo>
                  <a:cubicBezTo>
                    <a:pt x="10871" y="8573"/>
                    <a:pt x="10787" y="8704"/>
                    <a:pt x="10776" y="8859"/>
                  </a:cubicBezTo>
                  <a:cubicBezTo>
                    <a:pt x="10776" y="9002"/>
                    <a:pt x="10871" y="9049"/>
                    <a:pt x="11002" y="8978"/>
                  </a:cubicBezTo>
                  <a:close/>
                  <a:moveTo>
                    <a:pt x="19348" y="4894"/>
                  </a:moveTo>
                  <a:lnTo>
                    <a:pt x="10978" y="9728"/>
                  </a:lnTo>
                  <a:cubicBezTo>
                    <a:pt x="10847" y="9811"/>
                    <a:pt x="10764" y="9942"/>
                    <a:pt x="10764" y="10097"/>
                  </a:cubicBezTo>
                  <a:cubicBezTo>
                    <a:pt x="10764" y="10240"/>
                    <a:pt x="10859" y="10299"/>
                    <a:pt x="10978" y="10228"/>
                  </a:cubicBezTo>
                  <a:lnTo>
                    <a:pt x="19348" y="5406"/>
                  </a:lnTo>
                  <a:cubicBezTo>
                    <a:pt x="19467" y="5323"/>
                    <a:pt x="19550" y="5180"/>
                    <a:pt x="19562" y="5037"/>
                  </a:cubicBezTo>
                  <a:cubicBezTo>
                    <a:pt x="19562" y="4882"/>
                    <a:pt x="19467" y="4835"/>
                    <a:pt x="19348" y="4894"/>
                  </a:cubicBezTo>
                  <a:close/>
                  <a:moveTo>
                    <a:pt x="17455" y="6775"/>
                  </a:moveTo>
                  <a:lnTo>
                    <a:pt x="10990" y="10514"/>
                  </a:lnTo>
                  <a:cubicBezTo>
                    <a:pt x="10871" y="10597"/>
                    <a:pt x="10787" y="10740"/>
                    <a:pt x="10776" y="10883"/>
                  </a:cubicBezTo>
                  <a:cubicBezTo>
                    <a:pt x="10776" y="11026"/>
                    <a:pt x="10871" y="11085"/>
                    <a:pt x="11002" y="11014"/>
                  </a:cubicBezTo>
                  <a:lnTo>
                    <a:pt x="17455" y="7287"/>
                  </a:lnTo>
                  <a:cubicBezTo>
                    <a:pt x="17586" y="7204"/>
                    <a:pt x="17657" y="7061"/>
                    <a:pt x="17669" y="6906"/>
                  </a:cubicBezTo>
                  <a:cubicBezTo>
                    <a:pt x="17669" y="6775"/>
                    <a:pt x="17574" y="6716"/>
                    <a:pt x="17455" y="6787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27"/>
            <p:cNvSpPr/>
            <p:nvPr/>
          </p:nvSpPr>
          <p:spPr>
            <a:xfrm>
              <a:off x="3308863" y="2388488"/>
              <a:ext cx="674525" cy="1025150"/>
            </a:xfrm>
            <a:custGeom>
              <a:avLst/>
              <a:gdLst/>
              <a:ahLst/>
              <a:cxnLst/>
              <a:rect l="l" t="t" r="r" b="b"/>
              <a:pathLst>
                <a:path w="26981" h="41006" extrusionOk="0">
                  <a:moveTo>
                    <a:pt x="72" y="41006"/>
                  </a:moveTo>
                  <a:lnTo>
                    <a:pt x="1" y="15538"/>
                  </a:lnTo>
                  <a:lnTo>
                    <a:pt x="26909" y="1"/>
                  </a:lnTo>
                  <a:lnTo>
                    <a:pt x="26980" y="25468"/>
                  </a:lnTo>
                  <a:close/>
                </a:path>
              </a:pathLst>
            </a:custGeom>
            <a:gradFill>
              <a:gsLst>
                <a:gs pos="0">
                  <a:srgbClr val="A0FDF1">
                    <a:alpha val="41568"/>
                  </a:srgbClr>
                </a:gs>
                <a:gs pos="100000">
                  <a:srgbClr val="FFFFFF">
                    <a:alpha val="37254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27"/>
            <p:cNvSpPr/>
            <p:nvPr/>
          </p:nvSpPr>
          <p:spPr>
            <a:xfrm>
              <a:off x="3743438" y="2542050"/>
              <a:ext cx="131900" cy="95575"/>
            </a:xfrm>
            <a:custGeom>
              <a:avLst/>
              <a:gdLst/>
              <a:ahLst/>
              <a:cxnLst/>
              <a:rect l="l" t="t" r="r" b="b"/>
              <a:pathLst>
                <a:path w="5276" h="3823" extrusionOk="0">
                  <a:moveTo>
                    <a:pt x="4835" y="143"/>
                  </a:moveTo>
                  <a:cubicBezTo>
                    <a:pt x="5073" y="0"/>
                    <a:pt x="5275" y="108"/>
                    <a:pt x="5275" y="393"/>
                  </a:cubicBezTo>
                  <a:cubicBezTo>
                    <a:pt x="5251" y="691"/>
                    <a:pt x="5097" y="965"/>
                    <a:pt x="4847" y="1131"/>
                  </a:cubicBezTo>
                  <a:lnTo>
                    <a:pt x="429" y="3679"/>
                  </a:lnTo>
                  <a:cubicBezTo>
                    <a:pt x="191" y="3822"/>
                    <a:pt x="1" y="3703"/>
                    <a:pt x="1" y="3429"/>
                  </a:cubicBezTo>
                  <a:cubicBezTo>
                    <a:pt x="13" y="3132"/>
                    <a:pt x="179" y="2846"/>
                    <a:pt x="429" y="2691"/>
                  </a:cubicBezTo>
                  <a:close/>
                </a:path>
              </a:pathLst>
            </a:custGeom>
            <a:solidFill>
              <a:srgbClr val="4565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27"/>
            <p:cNvSpPr/>
            <p:nvPr/>
          </p:nvSpPr>
          <p:spPr>
            <a:xfrm>
              <a:off x="4301838" y="1738075"/>
              <a:ext cx="535825" cy="814425"/>
            </a:xfrm>
            <a:custGeom>
              <a:avLst/>
              <a:gdLst/>
              <a:ahLst/>
              <a:cxnLst/>
              <a:rect l="l" t="t" r="r" b="b"/>
              <a:pathLst>
                <a:path w="21433" h="32577" extrusionOk="0">
                  <a:moveTo>
                    <a:pt x="60" y="32576"/>
                  </a:moveTo>
                  <a:lnTo>
                    <a:pt x="1" y="12347"/>
                  </a:lnTo>
                  <a:lnTo>
                    <a:pt x="21373" y="1"/>
                  </a:lnTo>
                  <a:lnTo>
                    <a:pt x="21432" y="20229"/>
                  </a:lnTo>
                  <a:close/>
                </a:path>
              </a:pathLst>
            </a:custGeom>
            <a:gradFill>
              <a:gsLst>
                <a:gs pos="0">
                  <a:srgbClr val="A0FDF1">
                    <a:alpha val="41568"/>
                  </a:srgbClr>
                </a:gs>
                <a:gs pos="100000">
                  <a:srgbClr val="FFFFFF">
                    <a:alpha val="37254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27"/>
            <p:cNvSpPr/>
            <p:nvPr/>
          </p:nvSpPr>
          <p:spPr>
            <a:xfrm>
              <a:off x="4321788" y="1809825"/>
              <a:ext cx="430425" cy="672725"/>
            </a:xfrm>
            <a:custGeom>
              <a:avLst/>
              <a:gdLst/>
              <a:ahLst/>
              <a:cxnLst/>
              <a:rect l="l" t="t" r="r" b="b"/>
              <a:pathLst>
                <a:path w="17217" h="26909" extrusionOk="0">
                  <a:moveTo>
                    <a:pt x="12" y="13585"/>
                  </a:moveTo>
                  <a:lnTo>
                    <a:pt x="1" y="13514"/>
                  </a:lnTo>
                  <a:lnTo>
                    <a:pt x="1" y="13430"/>
                  </a:lnTo>
                  <a:lnTo>
                    <a:pt x="24" y="13335"/>
                  </a:lnTo>
                  <a:lnTo>
                    <a:pt x="60" y="13252"/>
                  </a:lnTo>
                  <a:lnTo>
                    <a:pt x="96" y="13168"/>
                  </a:lnTo>
                  <a:lnTo>
                    <a:pt x="143" y="13085"/>
                  </a:lnTo>
                  <a:lnTo>
                    <a:pt x="203" y="13025"/>
                  </a:lnTo>
                  <a:lnTo>
                    <a:pt x="274" y="12954"/>
                  </a:lnTo>
                  <a:lnTo>
                    <a:pt x="346" y="12906"/>
                  </a:lnTo>
                  <a:lnTo>
                    <a:pt x="11276" y="6596"/>
                  </a:lnTo>
                  <a:lnTo>
                    <a:pt x="11347" y="6572"/>
                  </a:lnTo>
                  <a:lnTo>
                    <a:pt x="11407" y="6548"/>
                  </a:lnTo>
                  <a:lnTo>
                    <a:pt x="11466" y="6548"/>
                  </a:lnTo>
                  <a:lnTo>
                    <a:pt x="11514" y="6572"/>
                  </a:lnTo>
                  <a:lnTo>
                    <a:pt x="11514" y="6572"/>
                  </a:lnTo>
                  <a:lnTo>
                    <a:pt x="11562" y="6608"/>
                  </a:lnTo>
                  <a:lnTo>
                    <a:pt x="11597" y="6656"/>
                  </a:lnTo>
                  <a:lnTo>
                    <a:pt x="11597" y="6656"/>
                  </a:lnTo>
                  <a:lnTo>
                    <a:pt x="11609" y="6715"/>
                  </a:lnTo>
                  <a:lnTo>
                    <a:pt x="11621" y="6799"/>
                  </a:lnTo>
                  <a:lnTo>
                    <a:pt x="11609" y="6882"/>
                  </a:lnTo>
                  <a:lnTo>
                    <a:pt x="11597" y="6965"/>
                  </a:lnTo>
                  <a:lnTo>
                    <a:pt x="11562" y="7049"/>
                  </a:lnTo>
                  <a:lnTo>
                    <a:pt x="11514" y="7132"/>
                  </a:lnTo>
                  <a:lnTo>
                    <a:pt x="11466" y="7203"/>
                  </a:lnTo>
                  <a:lnTo>
                    <a:pt x="11407" y="7275"/>
                  </a:lnTo>
                  <a:lnTo>
                    <a:pt x="11407" y="7275"/>
                  </a:lnTo>
                  <a:lnTo>
                    <a:pt x="11347" y="7334"/>
                  </a:lnTo>
                  <a:lnTo>
                    <a:pt x="11276" y="7382"/>
                  </a:lnTo>
                  <a:lnTo>
                    <a:pt x="346" y="13716"/>
                  </a:lnTo>
                  <a:lnTo>
                    <a:pt x="286" y="13740"/>
                  </a:lnTo>
                  <a:lnTo>
                    <a:pt x="215" y="13752"/>
                  </a:lnTo>
                  <a:lnTo>
                    <a:pt x="215" y="13752"/>
                  </a:lnTo>
                  <a:lnTo>
                    <a:pt x="155" y="13752"/>
                  </a:lnTo>
                  <a:lnTo>
                    <a:pt x="108" y="13740"/>
                  </a:lnTo>
                  <a:lnTo>
                    <a:pt x="108" y="13740"/>
                  </a:lnTo>
                  <a:lnTo>
                    <a:pt x="60" y="13704"/>
                  </a:lnTo>
                  <a:lnTo>
                    <a:pt x="36" y="13657"/>
                  </a:lnTo>
                  <a:close/>
                  <a:moveTo>
                    <a:pt x="48" y="17085"/>
                  </a:moveTo>
                  <a:lnTo>
                    <a:pt x="48" y="17085"/>
                  </a:lnTo>
                  <a:lnTo>
                    <a:pt x="72" y="17133"/>
                  </a:lnTo>
                  <a:lnTo>
                    <a:pt x="120" y="17169"/>
                  </a:lnTo>
                  <a:lnTo>
                    <a:pt x="167" y="17181"/>
                  </a:lnTo>
                  <a:lnTo>
                    <a:pt x="227" y="17181"/>
                  </a:lnTo>
                  <a:lnTo>
                    <a:pt x="286" y="17169"/>
                  </a:lnTo>
                  <a:lnTo>
                    <a:pt x="358" y="17133"/>
                  </a:lnTo>
                  <a:lnTo>
                    <a:pt x="10347" y="11371"/>
                  </a:lnTo>
                  <a:lnTo>
                    <a:pt x="10419" y="11335"/>
                  </a:lnTo>
                  <a:lnTo>
                    <a:pt x="10490" y="11263"/>
                  </a:lnTo>
                  <a:lnTo>
                    <a:pt x="10538" y="11204"/>
                  </a:lnTo>
                  <a:lnTo>
                    <a:pt x="10597" y="11120"/>
                  </a:lnTo>
                  <a:lnTo>
                    <a:pt x="10597" y="11120"/>
                  </a:lnTo>
                  <a:lnTo>
                    <a:pt x="10633" y="11037"/>
                  </a:lnTo>
                  <a:lnTo>
                    <a:pt x="10669" y="10954"/>
                  </a:lnTo>
                  <a:lnTo>
                    <a:pt x="10680" y="10870"/>
                  </a:lnTo>
                  <a:lnTo>
                    <a:pt x="10680" y="10787"/>
                  </a:lnTo>
                  <a:lnTo>
                    <a:pt x="10680" y="10704"/>
                  </a:lnTo>
                  <a:lnTo>
                    <a:pt x="10657" y="10644"/>
                  </a:lnTo>
                  <a:lnTo>
                    <a:pt x="10657" y="10644"/>
                  </a:lnTo>
                  <a:lnTo>
                    <a:pt x="10621" y="10597"/>
                  </a:lnTo>
                  <a:lnTo>
                    <a:pt x="10585" y="10561"/>
                  </a:lnTo>
                  <a:lnTo>
                    <a:pt x="10585" y="10561"/>
                  </a:lnTo>
                  <a:lnTo>
                    <a:pt x="10538" y="10549"/>
                  </a:lnTo>
                  <a:lnTo>
                    <a:pt x="10478" y="10549"/>
                  </a:lnTo>
                  <a:lnTo>
                    <a:pt x="10407" y="10561"/>
                  </a:lnTo>
                  <a:lnTo>
                    <a:pt x="10335" y="10597"/>
                  </a:lnTo>
                  <a:lnTo>
                    <a:pt x="358" y="16347"/>
                  </a:lnTo>
                  <a:lnTo>
                    <a:pt x="286" y="16395"/>
                  </a:lnTo>
                  <a:lnTo>
                    <a:pt x="227" y="16454"/>
                  </a:lnTo>
                  <a:lnTo>
                    <a:pt x="167" y="16526"/>
                  </a:lnTo>
                  <a:lnTo>
                    <a:pt x="120" y="16609"/>
                  </a:lnTo>
                  <a:lnTo>
                    <a:pt x="120" y="16609"/>
                  </a:lnTo>
                  <a:lnTo>
                    <a:pt x="72" y="16693"/>
                  </a:lnTo>
                  <a:lnTo>
                    <a:pt x="48" y="16776"/>
                  </a:lnTo>
                  <a:lnTo>
                    <a:pt x="24" y="16859"/>
                  </a:lnTo>
                  <a:lnTo>
                    <a:pt x="12" y="16943"/>
                  </a:lnTo>
                  <a:lnTo>
                    <a:pt x="24" y="17014"/>
                  </a:lnTo>
                  <a:close/>
                  <a:moveTo>
                    <a:pt x="8133" y="16800"/>
                  </a:moveTo>
                  <a:lnTo>
                    <a:pt x="8097" y="16764"/>
                  </a:lnTo>
                  <a:lnTo>
                    <a:pt x="8049" y="16752"/>
                  </a:lnTo>
                  <a:lnTo>
                    <a:pt x="7990" y="16752"/>
                  </a:lnTo>
                  <a:lnTo>
                    <a:pt x="7918" y="16764"/>
                  </a:lnTo>
                  <a:lnTo>
                    <a:pt x="7859" y="16788"/>
                  </a:lnTo>
                  <a:lnTo>
                    <a:pt x="370" y="21110"/>
                  </a:lnTo>
                  <a:lnTo>
                    <a:pt x="298" y="21157"/>
                  </a:lnTo>
                  <a:lnTo>
                    <a:pt x="239" y="21217"/>
                  </a:lnTo>
                  <a:lnTo>
                    <a:pt x="179" y="21288"/>
                  </a:lnTo>
                  <a:lnTo>
                    <a:pt x="132" y="21360"/>
                  </a:lnTo>
                  <a:lnTo>
                    <a:pt x="132" y="21360"/>
                  </a:lnTo>
                  <a:lnTo>
                    <a:pt x="84" y="21443"/>
                  </a:lnTo>
                  <a:lnTo>
                    <a:pt x="48" y="21527"/>
                  </a:lnTo>
                  <a:lnTo>
                    <a:pt x="48" y="21527"/>
                  </a:lnTo>
                  <a:lnTo>
                    <a:pt x="36" y="21610"/>
                  </a:lnTo>
                  <a:lnTo>
                    <a:pt x="24" y="21693"/>
                  </a:lnTo>
                  <a:lnTo>
                    <a:pt x="36" y="21777"/>
                  </a:lnTo>
                  <a:lnTo>
                    <a:pt x="60" y="21836"/>
                  </a:lnTo>
                  <a:lnTo>
                    <a:pt x="84" y="21884"/>
                  </a:lnTo>
                  <a:lnTo>
                    <a:pt x="132" y="21919"/>
                  </a:lnTo>
                  <a:lnTo>
                    <a:pt x="179" y="21943"/>
                  </a:lnTo>
                  <a:lnTo>
                    <a:pt x="239" y="21943"/>
                  </a:lnTo>
                  <a:lnTo>
                    <a:pt x="298" y="21931"/>
                  </a:lnTo>
                  <a:lnTo>
                    <a:pt x="370" y="21896"/>
                  </a:lnTo>
                  <a:lnTo>
                    <a:pt x="7859" y="17574"/>
                  </a:lnTo>
                  <a:lnTo>
                    <a:pt x="7918" y="17526"/>
                  </a:lnTo>
                  <a:lnTo>
                    <a:pt x="7990" y="17466"/>
                  </a:lnTo>
                  <a:lnTo>
                    <a:pt x="8049" y="17395"/>
                  </a:lnTo>
                  <a:lnTo>
                    <a:pt x="8097" y="17324"/>
                  </a:lnTo>
                  <a:lnTo>
                    <a:pt x="8133" y="17240"/>
                  </a:lnTo>
                  <a:lnTo>
                    <a:pt x="8168" y="17145"/>
                  </a:lnTo>
                  <a:lnTo>
                    <a:pt x="8192" y="17062"/>
                  </a:lnTo>
                  <a:lnTo>
                    <a:pt x="8192" y="16978"/>
                  </a:lnTo>
                  <a:lnTo>
                    <a:pt x="8180" y="16907"/>
                  </a:lnTo>
                  <a:lnTo>
                    <a:pt x="8168" y="16847"/>
                  </a:lnTo>
                  <a:close/>
                  <a:moveTo>
                    <a:pt x="11371" y="14049"/>
                  </a:moveTo>
                  <a:lnTo>
                    <a:pt x="11442" y="13990"/>
                  </a:lnTo>
                  <a:lnTo>
                    <a:pt x="11442" y="13990"/>
                  </a:lnTo>
                  <a:lnTo>
                    <a:pt x="11490" y="13918"/>
                  </a:lnTo>
                  <a:lnTo>
                    <a:pt x="11550" y="13835"/>
                  </a:lnTo>
                  <a:lnTo>
                    <a:pt x="11585" y="13752"/>
                  </a:lnTo>
                  <a:lnTo>
                    <a:pt x="11621" y="13668"/>
                  </a:lnTo>
                  <a:lnTo>
                    <a:pt x="11633" y="13585"/>
                  </a:lnTo>
                  <a:lnTo>
                    <a:pt x="11633" y="13502"/>
                  </a:lnTo>
                  <a:lnTo>
                    <a:pt x="11633" y="13430"/>
                  </a:lnTo>
                  <a:lnTo>
                    <a:pt x="11609" y="13359"/>
                  </a:lnTo>
                  <a:lnTo>
                    <a:pt x="11573" y="13311"/>
                  </a:lnTo>
                  <a:lnTo>
                    <a:pt x="11538" y="13276"/>
                  </a:lnTo>
                  <a:lnTo>
                    <a:pt x="11538" y="13276"/>
                  </a:lnTo>
                  <a:lnTo>
                    <a:pt x="11490" y="13264"/>
                  </a:lnTo>
                  <a:lnTo>
                    <a:pt x="11431" y="13264"/>
                  </a:lnTo>
                  <a:lnTo>
                    <a:pt x="11359" y="13276"/>
                  </a:lnTo>
                  <a:lnTo>
                    <a:pt x="11288" y="13311"/>
                  </a:lnTo>
                  <a:lnTo>
                    <a:pt x="358" y="19622"/>
                  </a:lnTo>
                  <a:lnTo>
                    <a:pt x="298" y="19669"/>
                  </a:lnTo>
                  <a:lnTo>
                    <a:pt x="239" y="19729"/>
                  </a:lnTo>
                  <a:lnTo>
                    <a:pt x="239" y="19729"/>
                  </a:lnTo>
                  <a:lnTo>
                    <a:pt x="179" y="19788"/>
                  </a:lnTo>
                  <a:lnTo>
                    <a:pt x="132" y="19872"/>
                  </a:lnTo>
                  <a:lnTo>
                    <a:pt x="84" y="19955"/>
                  </a:lnTo>
                  <a:lnTo>
                    <a:pt x="48" y="20038"/>
                  </a:lnTo>
                  <a:lnTo>
                    <a:pt x="36" y="20122"/>
                  </a:lnTo>
                  <a:lnTo>
                    <a:pt x="24" y="20205"/>
                  </a:lnTo>
                  <a:lnTo>
                    <a:pt x="36" y="20288"/>
                  </a:lnTo>
                  <a:lnTo>
                    <a:pt x="48" y="20348"/>
                  </a:lnTo>
                  <a:lnTo>
                    <a:pt x="84" y="20395"/>
                  </a:lnTo>
                  <a:lnTo>
                    <a:pt x="132" y="20431"/>
                  </a:lnTo>
                  <a:lnTo>
                    <a:pt x="132" y="20431"/>
                  </a:lnTo>
                  <a:lnTo>
                    <a:pt x="179" y="20455"/>
                  </a:lnTo>
                  <a:lnTo>
                    <a:pt x="239" y="20455"/>
                  </a:lnTo>
                  <a:lnTo>
                    <a:pt x="239" y="20455"/>
                  </a:lnTo>
                  <a:lnTo>
                    <a:pt x="298" y="20431"/>
                  </a:lnTo>
                  <a:lnTo>
                    <a:pt x="370" y="20407"/>
                  </a:lnTo>
                  <a:lnTo>
                    <a:pt x="11300" y="14097"/>
                  </a:lnTo>
                  <a:close/>
                  <a:moveTo>
                    <a:pt x="15812" y="9287"/>
                  </a:moveTo>
                  <a:lnTo>
                    <a:pt x="358" y="18217"/>
                  </a:lnTo>
                  <a:cubicBezTo>
                    <a:pt x="155" y="18348"/>
                    <a:pt x="24" y="18562"/>
                    <a:pt x="24" y="18812"/>
                  </a:cubicBezTo>
                  <a:cubicBezTo>
                    <a:pt x="24" y="19026"/>
                    <a:pt x="167" y="19110"/>
                    <a:pt x="370" y="19002"/>
                  </a:cubicBezTo>
                  <a:lnTo>
                    <a:pt x="15812" y="10085"/>
                  </a:lnTo>
                  <a:cubicBezTo>
                    <a:pt x="16014" y="9954"/>
                    <a:pt x="16145" y="9727"/>
                    <a:pt x="16157" y="9489"/>
                  </a:cubicBezTo>
                  <a:cubicBezTo>
                    <a:pt x="16157" y="9275"/>
                    <a:pt x="16003" y="9180"/>
                    <a:pt x="15812" y="9287"/>
                  </a:cubicBezTo>
                  <a:close/>
                  <a:moveTo>
                    <a:pt x="8168" y="21812"/>
                  </a:moveTo>
                  <a:lnTo>
                    <a:pt x="8133" y="21765"/>
                  </a:lnTo>
                  <a:lnTo>
                    <a:pt x="8097" y="21729"/>
                  </a:lnTo>
                  <a:lnTo>
                    <a:pt x="8049" y="21717"/>
                  </a:lnTo>
                  <a:lnTo>
                    <a:pt x="7990" y="21717"/>
                  </a:lnTo>
                  <a:lnTo>
                    <a:pt x="7918" y="21729"/>
                  </a:lnTo>
                  <a:lnTo>
                    <a:pt x="7859" y="21753"/>
                  </a:lnTo>
                  <a:lnTo>
                    <a:pt x="370" y="26075"/>
                  </a:lnTo>
                  <a:lnTo>
                    <a:pt x="298" y="26122"/>
                  </a:lnTo>
                  <a:lnTo>
                    <a:pt x="239" y="26182"/>
                  </a:lnTo>
                  <a:lnTo>
                    <a:pt x="179" y="26253"/>
                  </a:lnTo>
                  <a:lnTo>
                    <a:pt x="132" y="26337"/>
                  </a:lnTo>
                  <a:lnTo>
                    <a:pt x="132" y="26337"/>
                  </a:lnTo>
                  <a:lnTo>
                    <a:pt x="84" y="26408"/>
                  </a:lnTo>
                  <a:lnTo>
                    <a:pt x="60" y="26503"/>
                  </a:lnTo>
                  <a:lnTo>
                    <a:pt x="36" y="26587"/>
                  </a:lnTo>
                  <a:lnTo>
                    <a:pt x="24" y="26670"/>
                  </a:lnTo>
                  <a:lnTo>
                    <a:pt x="36" y="26741"/>
                  </a:lnTo>
                  <a:lnTo>
                    <a:pt x="60" y="26813"/>
                  </a:lnTo>
                  <a:lnTo>
                    <a:pt x="84" y="26861"/>
                  </a:lnTo>
                  <a:lnTo>
                    <a:pt x="132" y="26896"/>
                  </a:lnTo>
                  <a:lnTo>
                    <a:pt x="179" y="26908"/>
                  </a:lnTo>
                  <a:lnTo>
                    <a:pt x="239" y="26908"/>
                  </a:lnTo>
                  <a:lnTo>
                    <a:pt x="310" y="26896"/>
                  </a:lnTo>
                  <a:lnTo>
                    <a:pt x="370" y="26861"/>
                  </a:lnTo>
                  <a:lnTo>
                    <a:pt x="7859" y="22550"/>
                  </a:lnTo>
                  <a:lnTo>
                    <a:pt x="7930" y="22503"/>
                  </a:lnTo>
                  <a:lnTo>
                    <a:pt x="7990" y="22443"/>
                  </a:lnTo>
                  <a:lnTo>
                    <a:pt x="8049" y="22372"/>
                  </a:lnTo>
                  <a:lnTo>
                    <a:pt x="8097" y="22289"/>
                  </a:lnTo>
                  <a:lnTo>
                    <a:pt x="8144" y="22205"/>
                  </a:lnTo>
                  <a:lnTo>
                    <a:pt x="8168" y="22122"/>
                  </a:lnTo>
                  <a:lnTo>
                    <a:pt x="8192" y="22038"/>
                  </a:lnTo>
                  <a:lnTo>
                    <a:pt x="8192" y="21955"/>
                  </a:lnTo>
                  <a:lnTo>
                    <a:pt x="8180" y="21872"/>
                  </a:lnTo>
                  <a:close/>
                  <a:moveTo>
                    <a:pt x="11621" y="18324"/>
                  </a:moveTo>
                  <a:lnTo>
                    <a:pt x="11585" y="18276"/>
                  </a:lnTo>
                  <a:lnTo>
                    <a:pt x="11550" y="18240"/>
                  </a:lnTo>
                  <a:lnTo>
                    <a:pt x="11490" y="18217"/>
                  </a:lnTo>
                  <a:lnTo>
                    <a:pt x="11431" y="18217"/>
                  </a:lnTo>
                  <a:lnTo>
                    <a:pt x="11371" y="18240"/>
                  </a:lnTo>
                  <a:lnTo>
                    <a:pt x="11300" y="18264"/>
                  </a:lnTo>
                  <a:lnTo>
                    <a:pt x="370" y="24575"/>
                  </a:lnTo>
                  <a:lnTo>
                    <a:pt x="298" y="24622"/>
                  </a:lnTo>
                  <a:lnTo>
                    <a:pt x="227" y="24682"/>
                  </a:lnTo>
                  <a:lnTo>
                    <a:pt x="227" y="24682"/>
                  </a:lnTo>
                  <a:lnTo>
                    <a:pt x="179" y="24753"/>
                  </a:lnTo>
                  <a:lnTo>
                    <a:pt x="120" y="24836"/>
                  </a:lnTo>
                  <a:lnTo>
                    <a:pt x="84" y="24920"/>
                  </a:lnTo>
                  <a:lnTo>
                    <a:pt x="48" y="25003"/>
                  </a:lnTo>
                  <a:lnTo>
                    <a:pt x="36" y="25086"/>
                  </a:lnTo>
                  <a:lnTo>
                    <a:pt x="24" y="25170"/>
                  </a:lnTo>
                  <a:lnTo>
                    <a:pt x="36" y="25241"/>
                  </a:lnTo>
                  <a:lnTo>
                    <a:pt x="48" y="25313"/>
                  </a:lnTo>
                  <a:lnTo>
                    <a:pt x="84" y="25360"/>
                  </a:lnTo>
                  <a:lnTo>
                    <a:pt x="132" y="25396"/>
                  </a:lnTo>
                  <a:lnTo>
                    <a:pt x="132" y="25396"/>
                  </a:lnTo>
                  <a:lnTo>
                    <a:pt x="179" y="25408"/>
                  </a:lnTo>
                  <a:lnTo>
                    <a:pt x="239" y="25408"/>
                  </a:lnTo>
                  <a:lnTo>
                    <a:pt x="298" y="25396"/>
                  </a:lnTo>
                  <a:lnTo>
                    <a:pt x="370" y="25360"/>
                  </a:lnTo>
                  <a:lnTo>
                    <a:pt x="11300" y="19074"/>
                  </a:lnTo>
                  <a:lnTo>
                    <a:pt x="11371" y="19014"/>
                  </a:lnTo>
                  <a:lnTo>
                    <a:pt x="11442" y="18955"/>
                  </a:lnTo>
                  <a:lnTo>
                    <a:pt x="11442" y="18955"/>
                  </a:lnTo>
                  <a:lnTo>
                    <a:pt x="11490" y="18883"/>
                  </a:lnTo>
                  <a:lnTo>
                    <a:pt x="11550" y="18812"/>
                  </a:lnTo>
                  <a:lnTo>
                    <a:pt x="11550" y="18812"/>
                  </a:lnTo>
                  <a:lnTo>
                    <a:pt x="11585" y="18729"/>
                  </a:lnTo>
                  <a:lnTo>
                    <a:pt x="11621" y="18645"/>
                  </a:lnTo>
                  <a:lnTo>
                    <a:pt x="11633" y="18550"/>
                  </a:lnTo>
                  <a:lnTo>
                    <a:pt x="11633" y="18467"/>
                  </a:lnTo>
                  <a:lnTo>
                    <a:pt x="11633" y="18395"/>
                  </a:lnTo>
                  <a:close/>
                  <a:moveTo>
                    <a:pt x="15812" y="14252"/>
                  </a:moveTo>
                  <a:lnTo>
                    <a:pt x="358" y="23181"/>
                  </a:lnTo>
                  <a:cubicBezTo>
                    <a:pt x="155" y="23312"/>
                    <a:pt x="36" y="23527"/>
                    <a:pt x="24" y="23777"/>
                  </a:cubicBezTo>
                  <a:cubicBezTo>
                    <a:pt x="24" y="23991"/>
                    <a:pt x="167" y="24074"/>
                    <a:pt x="370" y="23967"/>
                  </a:cubicBezTo>
                  <a:lnTo>
                    <a:pt x="15812" y="15050"/>
                  </a:lnTo>
                  <a:cubicBezTo>
                    <a:pt x="16014" y="14919"/>
                    <a:pt x="16145" y="14692"/>
                    <a:pt x="16157" y="14454"/>
                  </a:cubicBezTo>
                  <a:cubicBezTo>
                    <a:pt x="16157" y="14240"/>
                    <a:pt x="16003" y="14145"/>
                    <a:pt x="15812" y="14252"/>
                  </a:cubicBezTo>
                  <a:close/>
                  <a:moveTo>
                    <a:pt x="36" y="15133"/>
                  </a:moveTo>
                  <a:lnTo>
                    <a:pt x="72" y="15180"/>
                  </a:lnTo>
                  <a:lnTo>
                    <a:pt x="108" y="15216"/>
                  </a:lnTo>
                  <a:lnTo>
                    <a:pt x="108" y="15216"/>
                  </a:lnTo>
                  <a:lnTo>
                    <a:pt x="167" y="15240"/>
                  </a:lnTo>
                  <a:lnTo>
                    <a:pt x="215" y="15240"/>
                  </a:lnTo>
                  <a:lnTo>
                    <a:pt x="215" y="15240"/>
                  </a:lnTo>
                  <a:lnTo>
                    <a:pt x="286" y="15228"/>
                  </a:lnTo>
                  <a:lnTo>
                    <a:pt x="358" y="15192"/>
                  </a:lnTo>
                  <a:lnTo>
                    <a:pt x="7835" y="10870"/>
                  </a:lnTo>
                  <a:lnTo>
                    <a:pt x="7906" y="10835"/>
                  </a:lnTo>
                  <a:lnTo>
                    <a:pt x="7966" y="10763"/>
                  </a:lnTo>
                  <a:lnTo>
                    <a:pt x="8025" y="10704"/>
                  </a:lnTo>
                  <a:lnTo>
                    <a:pt x="8073" y="10620"/>
                  </a:lnTo>
                  <a:lnTo>
                    <a:pt x="8121" y="10537"/>
                  </a:lnTo>
                  <a:lnTo>
                    <a:pt x="8144" y="10454"/>
                  </a:lnTo>
                  <a:lnTo>
                    <a:pt x="8168" y="10370"/>
                  </a:lnTo>
                  <a:lnTo>
                    <a:pt x="8168" y="10287"/>
                  </a:lnTo>
                  <a:lnTo>
                    <a:pt x="8168" y="10204"/>
                  </a:lnTo>
                  <a:lnTo>
                    <a:pt x="8144" y="10144"/>
                  </a:lnTo>
                  <a:lnTo>
                    <a:pt x="8144" y="10144"/>
                  </a:lnTo>
                  <a:lnTo>
                    <a:pt x="8121" y="10097"/>
                  </a:lnTo>
                  <a:lnTo>
                    <a:pt x="8073" y="10061"/>
                  </a:lnTo>
                  <a:lnTo>
                    <a:pt x="8073" y="10061"/>
                  </a:lnTo>
                  <a:lnTo>
                    <a:pt x="8025" y="10037"/>
                  </a:lnTo>
                  <a:lnTo>
                    <a:pt x="7966" y="10037"/>
                  </a:lnTo>
                  <a:lnTo>
                    <a:pt x="7906" y="10061"/>
                  </a:lnTo>
                  <a:lnTo>
                    <a:pt x="7835" y="10085"/>
                  </a:lnTo>
                  <a:lnTo>
                    <a:pt x="346" y="14407"/>
                  </a:lnTo>
                  <a:lnTo>
                    <a:pt x="286" y="14454"/>
                  </a:lnTo>
                  <a:lnTo>
                    <a:pt x="215" y="14514"/>
                  </a:lnTo>
                  <a:lnTo>
                    <a:pt x="155" y="14585"/>
                  </a:lnTo>
                  <a:lnTo>
                    <a:pt x="108" y="14657"/>
                  </a:lnTo>
                  <a:lnTo>
                    <a:pt x="72" y="14740"/>
                  </a:lnTo>
                  <a:lnTo>
                    <a:pt x="36" y="14823"/>
                  </a:lnTo>
                  <a:lnTo>
                    <a:pt x="12" y="14919"/>
                  </a:lnTo>
                  <a:lnTo>
                    <a:pt x="12" y="15002"/>
                  </a:lnTo>
                  <a:lnTo>
                    <a:pt x="12" y="15073"/>
                  </a:lnTo>
                  <a:close/>
                  <a:moveTo>
                    <a:pt x="17217" y="6929"/>
                  </a:moveTo>
                  <a:lnTo>
                    <a:pt x="17193" y="6870"/>
                  </a:lnTo>
                  <a:lnTo>
                    <a:pt x="17157" y="6822"/>
                  </a:lnTo>
                  <a:lnTo>
                    <a:pt x="17122" y="6787"/>
                  </a:lnTo>
                  <a:lnTo>
                    <a:pt x="17062" y="6763"/>
                  </a:lnTo>
                  <a:lnTo>
                    <a:pt x="17003" y="6763"/>
                  </a:lnTo>
                  <a:lnTo>
                    <a:pt x="16943" y="6787"/>
                  </a:lnTo>
                  <a:lnTo>
                    <a:pt x="16872" y="6810"/>
                  </a:lnTo>
                  <a:lnTo>
                    <a:pt x="13371" y="8834"/>
                  </a:lnTo>
                  <a:lnTo>
                    <a:pt x="13300" y="8882"/>
                  </a:lnTo>
                  <a:lnTo>
                    <a:pt x="13240" y="8942"/>
                  </a:lnTo>
                  <a:lnTo>
                    <a:pt x="13240" y="8942"/>
                  </a:lnTo>
                  <a:lnTo>
                    <a:pt x="13181" y="9013"/>
                  </a:lnTo>
                  <a:lnTo>
                    <a:pt x="13133" y="9096"/>
                  </a:lnTo>
                  <a:lnTo>
                    <a:pt x="13086" y="9180"/>
                  </a:lnTo>
                  <a:lnTo>
                    <a:pt x="13050" y="9263"/>
                  </a:lnTo>
                  <a:lnTo>
                    <a:pt x="13050" y="9263"/>
                  </a:lnTo>
                  <a:lnTo>
                    <a:pt x="13038" y="9346"/>
                  </a:lnTo>
                  <a:lnTo>
                    <a:pt x="13026" y="9430"/>
                  </a:lnTo>
                  <a:lnTo>
                    <a:pt x="13038" y="9501"/>
                  </a:lnTo>
                  <a:lnTo>
                    <a:pt x="13062" y="9573"/>
                  </a:lnTo>
                  <a:lnTo>
                    <a:pt x="13086" y="9620"/>
                  </a:lnTo>
                  <a:lnTo>
                    <a:pt x="13133" y="9656"/>
                  </a:lnTo>
                  <a:lnTo>
                    <a:pt x="13133" y="9656"/>
                  </a:lnTo>
                  <a:lnTo>
                    <a:pt x="13181" y="9668"/>
                  </a:lnTo>
                  <a:lnTo>
                    <a:pt x="13240" y="9668"/>
                  </a:lnTo>
                  <a:lnTo>
                    <a:pt x="13300" y="9656"/>
                  </a:lnTo>
                  <a:lnTo>
                    <a:pt x="13371" y="9620"/>
                  </a:lnTo>
                  <a:lnTo>
                    <a:pt x="16872" y="7608"/>
                  </a:lnTo>
                  <a:lnTo>
                    <a:pt x="16943" y="7561"/>
                  </a:lnTo>
                  <a:lnTo>
                    <a:pt x="17015" y="7501"/>
                  </a:lnTo>
                  <a:lnTo>
                    <a:pt x="17062" y="7430"/>
                  </a:lnTo>
                  <a:lnTo>
                    <a:pt x="17122" y="7358"/>
                  </a:lnTo>
                  <a:lnTo>
                    <a:pt x="17157" y="7275"/>
                  </a:lnTo>
                  <a:lnTo>
                    <a:pt x="17193" y="7180"/>
                  </a:lnTo>
                  <a:lnTo>
                    <a:pt x="17217" y="7096"/>
                  </a:lnTo>
                  <a:lnTo>
                    <a:pt x="17217" y="7013"/>
                  </a:lnTo>
                  <a:close/>
                  <a:moveTo>
                    <a:pt x="346" y="12299"/>
                  </a:moveTo>
                  <a:lnTo>
                    <a:pt x="15800" y="3381"/>
                  </a:lnTo>
                  <a:cubicBezTo>
                    <a:pt x="16003" y="3250"/>
                    <a:pt x="16122" y="3024"/>
                    <a:pt x="16134" y="2786"/>
                  </a:cubicBezTo>
                  <a:cubicBezTo>
                    <a:pt x="16134" y="2572"/>
                    <a:pt x="15991" y="2477"/>
                    <a:pt x="15788" y="2596"/>
                  </a:cubicBezTo>
                  <a:lnTo>
                    <a:pt x="346" y="11513"/>
                  </a:lnTo>
                  <a:cubicBezTo>
                    <a:pt x="143" y="11644"/>
                    <a:pt x="12" y="11859"/>
                    <a:pt x="1" y="12109"/>
                  </a:cubicBezTo>
                  <a:cubicBezTo>
                    <a:pt x="1" y="12323"/>
                    <a:pt x="155" y="12406"/>
                    <a:pt x="346" y="12299"/>
                  </a:cubicBezTo>
                  <a:close/>
                  <a:moveTo>
                    <a:pt x="346" y="10442"/>
                  </a:moveTo>
                  <a:lnTo>
                    <a:pt x="10335" y="4667"/>
                  </a:lnTo>
                  <a:cubicBezTo>
                    <a:pt x="10538" y="4536"/>
                    <a:pt x="10657" y="4322"/>
                    <a:pt x="10669" y="4072"/>
                  </a:cubicBezTo>
                  <a:cubicBezTo>
                    <a:pt x="10669" y="3858"/>
                    <a:pt x="10526" y="3774"/>
                    <a:pt x="10323" y="3881"/>
                  </a:cubicBezTo>
                  <a:lnTo>
                    <a:pt x="346" y="9644"/>
                  </a:lnTo>
                  <a:cubicBezTo>
                    <a:pt x="143" y="9775"/>
                    <a:pt x="12" y="10001"/>
                    <a:pt x="1" y="10239"/>
                  </a:cubicBezTo>
                  <a:cubicBezTo>
                    <a:pt x="1" y="10454"/>
                    <a:pt x="155" y="10549"/>
                    <a:pt x="346" y="10442"/>
                  </a:cubicBezTo>
                  <a:close/>
                  <a:moveTo>
                    <a:pt x="13359" y="2929"/>
                  </a:moveTo>
                  <a:lnTo>
                    <a:pt x="16860" y="905"/>
                  </a:lnTo>
                  <a:cubicBezTo>
                    <a:pt x="17062" y="774"/>
                    <a:pt x="17193" y="548"/>
                    <a:pt x="17205" y="310"/>
                  </a:cubicBezTo>
                  <a:cubicBezTo>
                    <a:pt x="17205" y="83"/>
                    <a:pt x="17050" y="0"/>
                    <a:pt x="16860" y="107"/>
                  </a:cubicBezTo>
                  <a:lnTo>
                    <a:pt x="13347" y="2131"/>
                  </a:lnTo>
                  <a:cubicBezTo>
                    <a:pt x="13145" y="2262"/>
                    <a:pt x="13026" y="2488"/>
                    <a:pt x="13014" y="2727"/>
                  </a:cubicBezTo>
                  <a:cubicBezTo>
                    <a:pt x="13014" y="2941"/>
                    <a:pt x="13169" y="3036"/>
                    <a:pt x="13359" y="292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27"/>
            <p:cNvSpPr/>
            <p:nvPr/>
          </p:nvSpPr>
          <p:spPr>
            <a:xfrm>
              <a:off x="3871438" y="1749437"/>
              <a:ext cx="1060575" cy="832750"/>
            </a:xfrm>
            <a:custGeom>
              <a:avLst/>
              <a:gdLst/>
              <a:ahLst/>
              <a:cxnLst/>
              <a:rect l="l" t="t" r="r" b="b"/>
              <a:pathLst>
                <a:path w="42423" h="33310" extrusionOk="0">
                  <a:moveTo>
                    <a:pt x="2867" y="1"/>
                  </a:moveTo>
                  <a:cubicBezTo>
                    <a:pt x="1359" y="1"/>
                    <a:pt x="0" y="1217"/>
                    <a:pt x="0" y="2877"/>
                  </a:cubicBezTo>
                  <a:lnTo>
                    <a:pt x="0" y="22224"/>
                  </a:lnTo>
                  <a:cubicBezTo>
                    <a:pt x="0" y="22344"/>
                    <a:pt x="90" y="22403"/>
                    <a:pt x="179" y="22403"/>
                  </a:cubicBezTo>
                  <a:cubicBezTo>
                    <a:pt x="268" y="22403"/>
                    <a:pt x="358" y="22344"/>
                    <a:pt x="358" y="22224"/>
                  </a:cubicBezTo>
                  <a:lnTo>
                    <a:pt x="358" y="2877"/>
                  </a:lnTo>
                  <a:cubicBezTo>
                    <a:pt x="367" y="1432"/>
                    <a:pt x="1552" y="371"/>
                    <a:pt x="2864" y="371"/>
                  </a:cubicBezTo>
                  <a:cubicBezTo>
                    <a:pt x="3217" y="371"/>
                    <a:pt x="3579" y="448"/>
                    <a:pt x="3929" y="615"/>
                  </a:cubicBezTo>
                  <a:lnTo>
                    <a:pt x="40636" y="18022"/>
                  </a:lnTo>
                  <a:cubicBezTo>
                    <a:pt x="41506" y="18438"/>
                    <a:pt x="42065" y="19319"/>
                    <a:pt x="42065" y="20284"/>
                  </a:cubicBezTo>
                  <a:lnTo>
                    <a:pt x="42065" y="33119"/>
                  </a:lnTo>
                  <a:cubicBezTo>
                    <a:pt x="42065" y="33226"/>
                    <a:pt x="42149" y="33309"/>
                    <a:pt x="42244" y="33309"/>
                  </a:cubicBezTo>
                  <a:cubicBezTo>
                    <a:pt x="42339" y="33297"/>
                    <a:pt x="42422" y="33214"/>
                    <a:pt x="42422" y="33119"/>
                  </a:cubicBezTo>
                  <a:lnTo>
                    <a:pt x="42422" y="20272"/>
                  </a:lnTo>
                  <a:cubicBezTo>
                    <a:pt x="42422" y="19165"/>
                    <a:pt x="41779" y="18164"/>
                    <a:pt x="40791" y="17688"/>
                  </a:cubicBezTo>
                  <a:lnTo>
                    <a:pt x="4096" y="281"/>
                  </a:lnTo>
                  <a:cubicBezTo>
                    <a:pt x="3691" y="89"/>
                    <a:pt x="3274" y="1"/>
                    <a:pt x="2867" y="1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27"/>
            <p:cNvSpPr/>
            <p:nvPr/>
          </p:nvSpPr>
          <p:spPr>
            <a:xfrm>
              <a:off x="3992588" y="1644937"/>
              <a:ext cx="1060875" cy="836925"/>
            </a:xfrm>
            <a:custGeom>
              <a:avLst/>
              <a:gdLst/>
              <a:ahLst/>
              <a:cxnLst/>
              <a:rect l="l" t="t" r="r" b="b"/>
              <a:pathLst>
                <a:path w="42435" h="33477" extrusionOk="0">
                  <a:moveTo>
                    <a:pt x="2563" y="0"/>
                  </a:moveTo>
                  <a:cubicBezTo>
                    <a:pt x="1215" y="0"/>
                    <a:pt x="0" y="1082"/>
                    <a:pt x="0" y="2556"/>
                  </a:cubicBezTo>
                  <a:lnTo>
                    <a:pt x="0" y="23797"/>
                  </a:lnTo>
                  <a:cubicBezTo>
                    <a:pt x="0" y="23916"/>
                    <a:pt x="92" y="23976"/>
                    <a:pt x="185" y="23976"/>
                  </a:cubicBezTo>
                  <a:cubicBezTo>
                    <a:pt x="277" y="23976"/>
                    <a:pt x="369" y="23916"/>
                    <a:pt x="369" y="23797"/>
                  </a:cubicBezTo>
                  <a:lnTo>
                    <a:pt x="369" y="2556"/>
                  </a:lnTo>
                  <a:cubicBezTo>
                    <a:pt x="369" y="1291"/>
                    <a:pt x="1410" y="365"/>
                    <a:pt x="2561" y="365"/>
                  </a:cubicBezTo>
                  <a:cubicBezTo>
                    <a:pt x="2872" y="365"/>
                    <a:pt x="3191" y="433"/>
                    <a:pt x="3501" y="580"/>
                  </a:cubicBezTo>
                  <a:lnTo>
                    <a:pt x="40815" y="18273"/>
                  </a:lnTo>
                  <a:cubicBezTo>
                    <a:pt x="41577" y="18642"/>
                    <a:pt x="42065" y="19416"/>
                    <a:pt x="42065" y="20261"/>
                  </a:cubicBezTo>
                  <a:lnTo>
                    <a:pt x="42065" y="33298"/>
                  </a:lnTo>
                  <a:cubicBezTo>
                    <a:pt x="42065" y="33393"/>
                    <a:pt x="42148" y="33477"/>
                    <a:pt x="42256" y="33477"/>
                  </a:cubicBezTo>
                  <a:cubicBezTo>
                    <a:pt x="42351" y="33477"/>
                    <a:pt x="42434" y="33393"/>
                    <a:pt x="42434" y="33298"/>
                  </a:cubicBezTo>
                  <a:lnTo>
                    <a:pt x="42434" y="20261"/>
                  </a:lnTo>
                  <a:cubicBezTo>
                    <a:pt x="42434" y="19273"/>
                    <a:pt x="41863" y="18368"/>
                    <a:pt x="40982" y="17951"/>
                  </a:cubicBezTo>
                  <a:lnTo>
                    <a:pt x="3655" y="246"/>
                  </a:lnTo>
                  <a:cubicBezTo>
                    <a:pt x="3296" y="78"/>
                    <a:pt x="2925" y="0"/>
                    <a:pt x="2563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27"/>
            <p:cNvSpPr/>
            <p:nvPr/>
          </p:nvSpPr>
          <p:spPr>
            <a:xfrm>
              <a:off x="3871438" y="1749437"/>
              <a:ext cx="1060575" cy="832750"/>
            </a:xfrm>
            <a:custGeom>
              <a:avLst/>
              <a:gdLst/>
              <a:ahLst/>
              <a:cxnLst/>
              <a:rect l="l" t="t" r="r" b="b"/>
              <a:pathLst>
                <a:path w="42423" h="33310" extrusionOk="0">
                  <a:moveTo>
                    <a:pt x="2867" y="1"/>
                  </a:moveTo>
                  <a:cubicBezTo>
                    <a:pt x="1359" y="1"/>
                    <a:pt x="0" y="1217"/>
                    <a:pt x="0" y="2877"/>
                  </a:cubicBezTo>
                  <a:lnTo>
                    <a:pt x="0" y="22224"/>
                  </a:lnTo>
                  <a:cubicBezTo>
                    <a:pt x="0" y="22344"/>
                    <a:pt x="90" y="22403"/>
                    <a:pt x="179" y="22403"/>
                  </a:cubicBezTo>
                  <a:cubicBezTo>
                    <a:pt x="268" y="22403"/>
                    <a:pt x="358" y="22344"/>
                    <a:pt x="358" y="22224"/>
                  </a:cubicBezTo>
                  <a:lnTo>
                    <a:pt x="358" y="2877"/>
                  </a:lnTo>
                  <a:cubicBezTo>
                    <a:pt x="367" y="1432"/>
                    <a:pt x="1552" y="371"/>
                    <a:pt x="2864" y="371"/>
                  </a:cubicBezTo>
                  <a:cubicBezTo>
                    <a:pt x="3217" y="371"/>
                    <a:pt x="3579" y="448"/>
                    <a:pt x="3929" y="615"/>
                  </a:cubicBezTo>
                  <a:lnTo>
                    <a:pt x="40636" y="18022"/>
                  </a:lnTo>
                  <a:cubicBezTo>
                    <a:pt x="41506" y="18438"/>
                    <a:pt x="42065" y="19319"/>
                    <a:pt x="42065" y="20284"/>
                  </a:cubicBezTo>
                  <a:lnTo>
                    <a:pt x="42065" y="33119"/>
                  </a:lnTo>
                  <a:cubicBezTo>
                    <a:pt x="42065" y="33226"/>
                    <a:pt x="42149" y="33309"/>
                    <a:pt x="42244" y="33309"/>
                  </a:cubicBezTo>
                  <a:cubicBezTo>
                    <a:pt x="42339" y="33297"/>
                    <a:pt x="42422" y="33214"/>
                    <a:pt x="42422" y="33119"/>
                  </a:cubicBezTo>
                  <a:lnTo>
                    <a:pt x="42422" y="20272"/>
                  </a:lnTo>
                  <a:cubicBezTo>
                    <a:pt x="42422" y="19165"/>
                    <a:pt x="41779" y="18164"/>
                    <a:pt x="40791" y="17688"/>
                  </a:cubicBezTo>
                  <a:lnTo>
                    <a:pt x="4096" y="281"/>
                  </a:lnTo>
                  <a:cubicBezTo>
                    <a:pt x="3691" y="89"/>
                    <a:pt x="3274" y="1"/>
                    <a:pt x="28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27"/>
            <p:cNvSpPr/>
            <p:nvPr/>
          </p:nvSpPr>
          <p:spPr>
            <a:xfrm>
              <a:off x="3992588" y="1644937"/>
              <a:ext cx="1060875" cy="836925"/>
            </a:xfrm>
            <a:custGeom>
              <a:avLst/>
              <a:gdLst/>
              <a:ahLst/>
              <a:cxnLst/>
              <a:rect l="l" t="t" r="r" b="b"/>
              <a:pathLst>
                <a:path w="42435" h="33477" extrusionOk="0">
                  <a:moveTo>
                    <a:pt x="2563" y="0"/>
                  </a:moveTo>
                  <a:cubicBezTo>
                    <a:pt x="1215" y="0"/>
                    <a:pt x="0" y="1082"/>
                    <a:pt x="0" y="2556"/>
                  </a:cubicBezTo>
                  <a:lnTo>
                    <a:pt x="0" y="23797"/>
                  </a:lnTo>
                  <a:cubicBezTo>
                    <a:pt x="0" y="23916"/>
                    <a:pt x="92" y="23976"/>
                    <a:pt x="185" y="23976"/>
                  </a:cubicBezTo>
                  <a:cubicBezTo>
                    <a:pt x="277" y="23976"/>
                    <a:pt x="369" y="23916"/>
                    <a:pt x="369" y="23797"/>
                  </a:cubicBezTo>
                  <a:lnTo>
                    <a:pt x="369" y="2556"/>
                  </a:lnTo>
                  <a:cubicBezTo>
                    <a:pt x="369" y="1291"/>
                    <a:pt x="1410" y="365"/>
                    <a:pt x="2561" y="365"/>
                  </a:cubicBezTo>
                  <a:cubicBezTo>
                    <a:pt x="2872" y="365"/>
                    <a:pt x="3191" y="433"/>
                    <a:pt x="3501" y="580"/>
                  </a:cubicBezTo>
                  <a:lnTo>
                    <a:pt x="40815" y="18273"/>
                  </a:lnTo>
                  <a:cubicBezTo>
                    <a:pt x="41577" y="18642"/>
                    <a:pt x="42065" y="19416"/>
                    <a:pt x="42065" y="20261"/>
                  </a:cubicBezTo>
                  <a:lnTo>
                    <a:pt x="42065" y="33298"/>
                  </a:lnTo>
                  <a:cubicBezTo>
                    <a:pt x="42065" y="33393"/>
                    <a:pt x="42148" y="33477"/>
                    <a:pt x="42256" y="33477"/>
                  </a:cubicBezTo>
                  <a:cubicBezTo>
                    <a:pt x="42351" y="33477"/>
                    <a:pt x="42434" y="33393"/>
                    <a:pt x="42434" y="33298"/>
                  </a:cubicBezTo>
                  <a:lnTo>
                    <a:pt x="42434" y="20261"/>
                  </a:lnTo>
                  <a:cubicBezTo>
                    <a:pt x="42434" y="19273"/>
                    <a:pt x="41863" y="18368"/>
                    <a:pt x="40982" y="17951"/>
                  </a:cubicBezTo>
                  <a:lnTo>
                    <a:pt x="3655" y="246"/>
                  </a:lnTo>
                  <a:cubicBezTo>
                    <a:pt x="3296" y="78"/>
                    <a:pt x="2925" y="0"/>
                    <a:pt x="25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27"/>
            <p:cNvSpPr/>
            <p:nvPr/>
          </p:nvSpPr>
          <p:spPr>
            <a:xfrm>
              <a:off x="3369288" y="2576313"/>
              <a:ext cx="508725" cy="768875"/>
            </a:xfrm>
            <a:custGeom>
              <a:avLst/>
              <a:gdLst/>
              <a:ahLst/>
              <a:cxnLst/>
              <a:rect l="l" t="t" r="r" b="b"/>
              <a:pathLst>
                <a:path w="20349" h="30755" extrusionOk="0">
                  <a:moveTo>
                    <a:pt x="24" y="13979"/>
                  </a:moveTo>
                  <a:lnTo>
                    <a:pt x="12" y="13883"/>
                  </a:lnTo>
                  <a:lnTo>
                    <a:pt x="24" y="13788"/>
                  </a:lnTo>
                  <a:lnTo>
                    <a:pt x="48" y="13669"/>
                  </a:lnTo>
                  <a:lnTo>
                    <a:pt x="84" y="13562"/>
                  </a:lnTo>
                  <a:lnTo>
                    <a:pt x="132" y="13467"/>
                  </a:lnTo>
                  <a:lnTo>
                    <a:pt x="203" y="13359"/>
                  </a:lnTo>
                  <a:lnTo>
                    <a:pt x="274" y="13276"/>
                  </a:lnTo>
                  <a:lnTo>
                    <a:pt x="358" y="13193"/>
                  </a:lnTo>
                  <a:lnTo>
                    <a:pt x="441" y="13133"/>
                  </a:lnTo>
                  <a:lnTo>
                    <a:pt x="14205" y="5192"/>
                  </a:lnTo>
                  <a:lnTo>
                    <a:pt x="14300" y="5144"/>
                  </a:lnTo>
                  <a:lnTo>
                    <a:pt x="14371" y="5132"/>
                  </a:lnTo>
                  <a:lnTo>
                    <a:pt x="14455" y="5132"/>
                  </a:lnTo>
                  <a:lnTo>
                    <a:pt x="14514" y="5156"/>
                  </a:lnTo>
                  <a:lnTo>
                    <a:pt x="14574" y="5204"/>
                  </a:lnTo>
                  <a:lnTo>
                    <a:pt x="14610" y="5263"/>
                  </a:lnTo>
                  <a:lnTo>
                    <a:pt x="14633" y="5347"/>
                  </a:lnTo>
                  <a:lnTo>
                    <a:pt x="14645" y="5442"/>
                  </a:lnTo>
                  <a:lnTo>
                    <a:pt x="14633" y="5537"/>
                  </a:lnTo>
                  <a:lnTo>
                    <a:pt x="14610" y="5644"/>
                  </a:lnTo>
                  <a:lnTo>
                    <a:pt x="14574" y="5763"/>
                  </a:lnTo>
                  <a:lnTo>
                    <a:pt x="14514" y="5858"/>
                  </a:lnTo>
                  <a:lnTo>
                    <a:pt x="14455" y="5966"/>
                  </a:lnTo>
                  <a:lnTo>
                    <a:pt x="14383" y="6049"/>
                  </a:lnTo>
                  <a:lnTo>
                    <a:pt x="14300" y="6120"/>
                  </a:lnTo>
                  <a:lnTo>
                    <a:pt x="14205" y="6180"/>
                  </a:lnTo>
                  <a:lnTo>
                    <a:pt x="453" y="14133"/>
                  </a:lnTo>
                  <a:lnTo>
                    <a:pt x="358" y="14181"/>
                  </a:lnTo>
                  <a:lnTo>
                    <a:pt x="274" y="14193"/>
                  </a:lnTo>
                  <a:lnTo>
                    <a:pt x="203" y="14193"/>
                  </a:lnTo>
                  <a:lnTo>
                    <a:pt x="143" y="14169"/>
                  </a:lnTo>
                  <a:lnTo>
                    <a:pt x="84" y="14121"/>
                  </a:lnTo>
                  <a:lnTo>
                    <a:pt x="48" y="14062"/>
                  </a:lnTo>
                  <a:close/>
                  <a:moveTo>
                    <a:pt x="60" y="18384"/>
                  </a:moveTo>
                  <a:lnTo>
                    <a:pt x="96" y="18455"/>
                  </a:lnTo>
                  <a:lnTo>
                    <a:pt x="155" y="18491"/>
                  </a:lnTo>
                  <a:lnTo>
                    <a:pt x="215" y="18515"/>
                  </a:lnTo>
                  <a:lnTo>
                    <a:pt x="286" y="18515"/>
                  </a:lnTo>
                  <a:lnTo>
                    <a:pt x="370" y="18503"/>
                  </a:lnTo>
                  <a:lnTo>
                    <a:pt x="453" y="18455"/>
                  </a:lnTo>
                  <a:lnTo>
                    <a:pt x="13026" y="11204"/>
                  </a:lnTo>
                  <a:lnTo>
                    <a:pt x="13109" y="11145"/>
                  </a:lnTo>
                  <a:lnTo>
                    <a:pt x="13193" y="11062"/>
                  </a:lnTo>
                  <a:lnTo>
                    <a:pt x="13264" y="10978"/>
                  </a:lnTo>
                  <a:lnTo>
                    <a:pt x="13336" y="10883"/>
                  </a:lnTo>
                  <a:lnTo>
                    <a:pt x="13383" y="10776"/>
                  </a:lnTo>
                  <a:lnTo>
                    <a:pt x="13431" y="10669"/>
                  </a:lnTo>
                  <a:lnTo>
                    <a:pt x="13455" y="10561"/>
                  </a:lnTo>
                  <a:lnTo>
                    <a:pt x="13455" y="10454"/>
                  </a:lnTo>
                  <a:lnTo>
                    <a:pt x="13455" y="10359"/>
                  </a:lnTo>
                  <a:lnTo>
                    <a:pt x="13431" y="10276"/>
                  </a:lnTo>
                  <a:lnTo>
                    <a:pt x="13383" y="10216"/>
                  </a:lnTo>
                  <a:lnTo>
                    <a:pt x="13336" y="10169"/>
                  </a:lnTo>
                  <a:lnTo>
                    <a:pt x="13264" y="10145"/>
                  </a:lnTo>
                  <a:lnTo>
                    <a:pt x="13193" y="10145"/>
                  </a:lnTo>
                  <a:lnTo>
                    <a:pt x="13109" y="10169"/>
                  </a:lnTo>
                  <a:lnTo>
                    <a:pt x="13026" y="10204"/>
                  </a:lnTo>
                  <a:lnTo>
                    <a:pt x="453" y="17467"/>
                  </a:lnTo>
                  <a:lnTo>
                    <a:pt x="370" y="17527"/>
                  </a:lnTo>
                  <a:lnTo>
                    <a:pt x="286" y="17598"/>
                  </a:lnTo>
                  <a:lnTo>
                    <a:pt x="215" y="17693"/>
                  </a:lnTo>
                  <a:lnTo>
                    <a:pt x="143" y="17789"/>
                  </a:lnTo>
                  <a:lnTo>
                    <a:pt x="96" y="17896"/>
                  </a:lnTo>
                  <a:lnTo>
                    <a:pt x="60" y="18003"/>
                  </a:lnTo>
                  <a:lnTo>
                    <a:pt x="24" y="18110"/>
                  </a:lnTo>
                  <a:lnTo>
                    <a:pt x="24" y="18217"/>
                  </a:lnTo>
                  <a:lnTo>
                    <a:pt x="36" y="18312"/>
                  </a:lnTo>
                  <a:close/>
                  <a:moveTo>
                    <a:pt x="10252" y="18027"/>
                  </a:moveTo>
                  <a:lnTo>
                    <a:pt x="10192" y="17991"/>
                  </a:lnTo>
                  <a:lnTo>
                    <a:pt x="10133" y="17967"/>
                  </a:lnTo>
                  <a:lnTo>
                    <a:pt x="10061" y="17967"/>
                  </a:lnTo>
                  <a:lnTo>
                    <a:pt x="9978" y="17979"/>
                  </a:lnTo>
                  <a:lnTo>
                    <a:pt x="9895" y="18027"/>
                  </a:lnTo>
                  <a:lnTo>
                    <a:pt x="477" y="23456"/>
                  </a:lnTo>
                  <a:lnTo>
                    <a:pt x="382" y="23515"/>
                  </a:lnTo>
                  <a:lnTo>
                    <a:pt x="298" y="23599"/>
                  </a:lnTo>
                  <a:lnTo>
                    <a:pt x="227" y="23682"/>
                  </a:lnTo>
                  <a:lnTo>
                    <a:pt x="167" y="23777"/>
                  </a:lnTo>
                  <a:lnTo>
                    <a:pt x="108" y="23885"/>
                  </a:lnTo>
                  <a:lnTo>
                    <a:pt x="72" y="23992"/>
                  </a:lnTo>
                  <a:lnTo>
                    <a:pt x="48" y="24099"/>
                  </a:lnTo>
                  <a:lnTo>
                    <a:pt x="36" y="24206"/>
                  </a:lnTo>
                  <a:lnTo>
                    <a:pt x="48" y="24301"/>
                  </a:lnTo>
                  <a:lnTo>
                    <a:pt x="72" y="24385"/>
                  </a:lnTo>
                  <a:lnTo>
                    <a:pt x="120" y="24444"/>
                  </a:lnTo>
                  <a:lnTo>
                    <a:pt x="167" y="24492"/>
                  </a:lnTo>
                  <a:lnTo>
                    <a:pt x="227" y="24516"/>
                  </a:lnTo>
                  <a:lnTo>
                    <a:pt x="310" y="24516"/>
                  </a:lnTo>
                  <a:lnTo>
                    <a:pt x="393" y="24492"/>
                  </a:lnTo>
                  <a:lnTo>
                    <a:pt x="477" y="24456"/>
                  </a:lnTo>
                  <a:lnTo>
                    <a:pt x="9895" y="19015"/>
                  </a:lnTo>
                  <a:lnTo>
                    <a:pt x="9978" y="18955"/>
                  </a:lnTo>
                  <a:lnTo>
                    <a:pt x="10061" y="18872"/>
                  </a:lnTo>
                  <a:lnTo>
                    <a:pt x="10133" y="18789"/>
                  </a:lnTo>
                  <a:lnTo>
                    <a:pt x="10204" y="18693"/>
                  </a:lnTo>
                  <a:lnTo>
                    <a:pt x="10252" y="18586"/>
                  </a:lnTo>
                  <a:lnTo>
                    <a:pt x="10288" y="18479"/>
                  </a:lnTo>
                  <a:lnTo>
                    <a:pt x="10323" y="18372"/>
                  </a:lnTo>
                  <a:lnTo>
                    <a:pt x="10323" y="18265"/>
                  </a:lnTo>
                  <a:lnTo>
                    <a:pt x="10323" y="18170"/>
                  </a:lnTo>
                  <a:lnTo>
                    <a:pt x="10288" y="18086"/>
                  </a:lnTo>
                  <a:close/>
                  <a:moveTo>
                    <a:pt x="14324" y="14562"/>
                  </a:moveTo>
                  <a:lnTo>
                    <a:pt x="14407" y="14490"/>
                  </a:lnTo>
                  <a:lnTo>
                    <a:pt x="14479" y="14395"/>
                  </a:lnTo>
                  <a:lnTo>
                    <a:pt x="14538" y="14300"/>
                  </a:lnTo>
                  <a:lnTo>
                    <a:pt x="14598" y="14205"/>
                  </a:lnTo>
                  <a:lnTo>
                    <a:pt x="14633" y="14098"/>
                  </a:lnTo>
                  <a:lnTo>
                    <a:pt x="14657" y="13979"/>
                  </a:lnTo>
                  <a:lnTo>
                    <a:pt x="14669" y="13883"/>
                  </a:lnTo>
                  <a:lnTo>
                    <a:pt x="14657" y="13788"/>
                  </a:lnTo>
                  <a:lnTo>
                    <a:pt x="14633" y="13705"/>
                  </a:lnTo>
                  <a:lnTo>
                    <a:pt x="14598" y="13645"/>
                  </a:lnTo>
                  <a:lnTo>
                    <a:pt x="14538" y="13598"/>
                  </a:lnTo>
                  <a:lnTo>
                    <a:pt x="14479" y="13574"/>
                  </a:lnTo>
                  <a:lnTo>
                    <a:pt x="14395" y="13574"/>
                  </a:lnTo>
                  <a:lnTo>
                    <a:pt x="14324" y="13598"/>
                  </a:lnTo>
                  <a:lnTo>
                    <a:pt x="14229" y="13633"/>
                  </a:lnTo>
                  <a:lnTo>
                    <a:pt x="465" y="21575"/>
                  </a:lnTo>
                  <a:lnTo>
                    <a:pt x="382" y="21634"/>
                  </a:lnTo>
                  <a:lnTo>
                    <a:pt x="298" y="21718"/>
                  </a:lnTo>
                  <a:lnTo>
                    <a:pt x="227" y="21801"/>
                  </a:lnTo>
                  <a:lnTo>
                    <a:pt x="155" y="21896"/>
                  </a:lnTo>
                  <a:lnTo>
                    <a:pt x="108" y="22003"/>
                  </a:lnTo>
                  <a:lnTo>
                    <a:pt x="72" y="22110"/>
                  </a:lnTo>
                  <a:lnTo>
                    <a:pt x="48" y="22218"/>
                  </a:lnTo>
                  <a:lnTo>
                    <a:pt x="48" y="22325"/>
                  </a:lnTo>
                  <a:lnTo>
                    <a:pt x="48" y="22420"/>
                  </a:lnTo>
                  <a:lnTo>
                    <a:pt x="72" y="22503"/>
                  </a:lnTo>
                  <a:lnTo>
                    <a:pt x="120" y="22563"/>
                  </a:lnTo>
                  <a:lnTo>
                    <a:pt x="167" y="22599"/>
                  </a:lnTo>
                  <a:lnTo>
                    <a:pt x="239" y="22634"/>
                  </a:lnTo>
                  <a:lnTo>
                    <a:pt x="310" y="22634"/>
                  </a:lnTo>
                  <a:lnTo>
                    <a:pt x="393" y="22611"/>
                  </a:lnTo>
                  <a:lnTo>
                    <a:pt x="477" y="22575"/>
                  </a:lnTo>
                  <a:lnTo>
                    <a:pt x="14240" y="14621"/>
                  </a:lnTo>
                  <a:close/>
                  <a:moveTo>
                    <a:pt x="20348" y="8823"/>
                  </a:moveTo>
                  <a:cubicBezTo>
                    <a:pt x="20348" y="8549"/>
                    <a:pt x="20158" y="8442"/>
                    <a:pt x="19908" y="8573"/>
                  </a:cubicBezTo>
                  <a:lnTo>
                    <a:pt x="465" y="19813"/>
                  </a:lnTo>
                  <a:cubicBezTo>
                    <a:pt x="203" y="19967"/>
                    <a:pt x="48" y="20253"/>
                    <a:pt x="24" y="20551"/>
                  </a:cubicBezTo>
                  <a:cubicBezTo>
                    <a:pt x="24" y="20825"/>
                    <a:pt x="227" y="20932"/>
                    <a:pt x="465" y="20801"/>
                  </a:cubicBezTo>
                  <a:lnTo>
                    <a:pt x="19920" y="9573"/>
                  </a:lnTo>
                  <a:cubicBezTo>
                    <a:pt x="20170" y="9407"/>
                    <a:pt x="20325" y="9133"/>
                    <a:pt x="20348" y="8823"/>
                  </a:cubicBezTo>
                  <a:close/>
                  <a:moveTo>
                    <a:pt x="10288" y="24349"/>
                  </a:moveTo>
                  <a:lnTo>
                    <a:pt x="10252" y="24277"/>
                  </a:lnTo>
                  <a:lnTo>
                    <a:pt x="10192" y="24242"/>
                  </a:lnTo>
                  <a:lnTo>
                    <a:pt x="10133" y="24218"/>
                  </a:lnTo>
                  <a:lnTo>
                    <a:pt x="10061" y="24218"/>
                  </a:lnTo>
                  <a:lnTo>
                    <a:pt x="9978" y="24230"/>
                  </a:lnTo>
                  <a:lnTo>
                    <a:pt x="9895" y="24277"/>
                  </a:lnTo>
                  <a:lnTo>
                    <a:pt x="477" y="29707"/>
                  </a:lnTo>
                  <a:lnTo>
                    <a:pt x="382" y="29766"/>
                  </a:lnTo>
                  <a:lnTo>
                    <a:pt x="298" y="29838"/>
                  </a:lnTo>
                  <a:lnTo>
                    <a:pt x="227" y="29933"/>
                  </a:lnTo>
                  <a:lnTo>
                    <a:pt x="167" y="30028"/>
                  </a:lnTo>
                  <a:lnTo>
                    <a:pt x="108" y="30135"/>
                  </a:lnTo>
                  <a:lnTo>
                    <a:pt x="72" y="30242"/>
                  </a:lnTo>
                  <a:lnTo>
                    <a:pt x="48" y="30350"/>
                  </a:lnTo>
                  <a:lnTo>
                    <a:pt x="36" y="30457"/>
                  </a:lnTo>
                  <a:lnTo>
                    <a:pt x="48" y="30552"/>
                  </a:lnTo>
                  <a:lnTo>
                    <a:pt x="72" y="30635"/>
                  </a:lnTo>
                  <a:lnTo>
                    <a:pt x="120" y="30695"/>
                  </a:lnTo>
                  <a:lnTo>
                    <a:pt x="167" y="30731"/>
                  </a:lnTo>
                  <a:lnTo>
                    <a:pt x="227" y="30754"/>
                  </a:lnTo>
                  <a:lnTo>
                    <a:pt x="310" y="30754"/>
                  </a:lnTo>
                  <a:lnTo>
                    <a:pt x="393" y="30742"/>
                  </a:lnTo>
                  <a:lnTo>
                    <a:pt x="477" y="30707"/>
                  </a:lnTo>
                  <a:lnTo>
                    <a:pt x="9895" y="25266"/>
                  </a:lnTo>
                  <a:lnTo>
                    <a:pt x="9978" y="25206"/>
                  </a:lnTo>
                  <a:lnTo>
                    <a:pt x="10061" y="25123"/>
                  </a:lnTo>
                  <a:lnTo>
                    <a:pt x="10133" y="25039"/>
                  </a:lnTo>
                  <a:lnTo>
                    <a:pt x="10204" y="24944"/>
                  </a:lnTo>
                  <a:lnTo>
                    <a:pt x="10252" y="24837"/>
                  </a:lnTo>
                  <a:lnTo>
                    <a:pt x="10288" y="24730"/>
                  </a:lnTo>
                  <a:lnTo>
                    <a:pt x="10323" y="24623"/>
                  </a:lnTo>
                  <a:lnTo>
                    <a:pt x="10323" y="24516"/>
                  </a:lnTo>
                  <a:lnTo>
                    <a:pt x="10323" y="24420"/>
                  </a:lnTo>
                  <a:close/>
                  <a:moveTo>
                    <a:pt x="14312" y="19836"/>
                  </a:moveTo>
                  <a:cubicBezTo>
                    <a:pt x="14229" y="19860"/>
                    <a:pt x="548" y="27790"/>
                    <a:pt x="465" y="27825"/>
                  </a:cubicBezTo>
                  <a:cubicBezTo>
                    <a:pt x="203" y="27992"/>
                    <a:pt x="48" y="28266"/>
                    <a:pt x="24" y="28576"/>
                  </a:cubicBezTo>
                  <a:cubicBezTo>
                    <a:pt x="1" y="28766"/>
                    <a:pt x="191" y="28933"/>
                    <a:pt x="370" y="28861"/>
                  </a:cubicBezTo>
                  <a:cubicBezTo>
                    <a:pt x="453" y="28849"/>
                    <a:pt x="14145" y="20908"/>
                    <a:pt x="14229" y="20872"/>
                  </a:cubicBezTo>
                  <a:cubicBezTo>
                    <a:pt x="14455" y="20729"/>
                    <a:pt x="14598" y="20491"/>
                    <a:pt x="14645" y="20229"/>
                  </a:cubicBezTo>
                  <a:cubicBezTo>
                    <a:pt x="14717" y="20015"/>
                    <a:pt x="14562" y="19741"/>
                    <a:pt x="14324" y="19836"/>
                  </a:cubicBezTo>
                  <a:close/>
                  <a:moveTo>
                    <a:pt x="19908" y="14836"/>
                  </a:moveTo>
                  <a:lnTo>
                    <a:pt x="465" y="26063"/>
                  </a:lnTo>
                  <a:cubicBezTo>
                    <a:pt x="203" y="26218"/>
                    <a:pt x="48" y="26504"/>
                    <a:pt x="24" y="26802"/>
                  </a:cubicBezTo>
                  <a:cubicBezTo>
                    <a:pt x="24" y="27075"/>
                    <a:pt x="227" y="27194"/>
                    <a:pt x="465" y="27052"/>
                  </a:cubicBezTo>
                  <a:lnTo>
                    <a:pt x="19920" y="15824"/>
                  </a:lnTo>
                  <a:cubicBezTo>
                    <a:pt x="20170" y="15657"/>
                    <a:pt x="20325" y="15383"/>
                    <a:pt x="20348" y="15074"/>
                  </a:cubicBezTo>
                  <a:cubicBezTo>
                    <a:pt x="20348" y="14800"/>
                    <a:pt x="20158" y="14693"/>
                    <a:pt x="19908" y="14836"/>
                  </a:cubicBezTo>
                  <a:close/>
                  <a:moveTo>
                    <a:pt x="48" y="15943"/>
                  </a:moveTo>
                  <a:lnTo>
                    <a:pt x="96" y="16003"/>
                  </a:lnTo>
                  <a:lnTo>
                    <a:pt x="143" y="16038"/>
                  </a:lnTo>
                  <a:lnTo>
                    <a:pt x="203" y="16062"/>
                  </a:lnTo>
                  <a:lnTo>
                    <a:pt x="286" y="16062"/>
                  </a:lnTo>
                  <a:lnTo>
                    <a:pt x="358" y="16050"/>
                  </a:lnTo>
                  <a:lnTo>
                    <a:pt x="453" y="16003"/>
                  </a:lnTo>
                  <a:lnTo>
                    <a:pt x="9871" y="10585"/>
                  </a:lnTo>
                  <a:lnTo>
                    <a:pt x="9954" y="10526"/>
                  </a:lnTo>
                  <a:lnTo>
                    <a:pt x="10038" y="10442"/>
                  </a:lnTo>
                  <a:lnTo>
                    <a:pt x="10109" y="10359"/>
                  </a:lnTo>
                  <a:lnTo>
                    <a:pt x="10180" y="10252"/>
                  </a:lnTo>
                  <a:lnTo>
                    <a:pt x="10228" y="10157"/>
                  </a:lnTo>
                  <a:lnTo>
                    <a:pt x="10264" y="10049"/>
                  </a:lnTo>
                  <a:lnTo>
                    <a:pt x="10299" y="9942"/>
                  </a:lnTo>
                  <a:lnTo>
                    <a:pt x="10299" y="9835"/>
                  </a:lnTo>
                  <a:lnTo>
                    <a:pt x="10299" y="9740"/>
                  </a:lnTo>
                  <a:lnTo>
                    <a:pt x="10264" y="9657"/>
                  </a:lnTo>
                  <a:lnTo>
                    <a:pt x="10228" y="9597"/>
                  </a:lnTo>
                  <a:lnTo>
                    <a:pt x="10180" y="9549"/>
                  </a:lnTo>
                  <a:lnTo>
                    <a:pt x="10109" y="9526"/>
                  </a:lnTo>
                  <a:lnTo>
                    <a:pt x="10038" y="9526"/>
                  </a:lnTo>
                  <a:lnTo>
                    <a:pt x="9954" y="9549"/>
                  </a:lnTo>
                  <a:lnTo>
                    <a:pt x="9871" y="9585"/>
                  </a:lnTo>
                  <a:lnTo>
                    <a:pt x="453" y="15014"/>
                  </a:lnTo>
                  <a:lnTo>
                    <a:pt x="358" y="15074"/>
                  </a:lnTo>
                  <a:lnTo>
                    <a:pt x="274" y="15157"/>
                  </a:lnTo>
                  <a:lnTo>
                    <a:pt x="203" y="15241"/>
                  </a:lnTo>
                  <a:lnTo>
                    <a:pt x="155" y="15348"/>
                  </a:lnTo>
                  <a:lnTo>
                    <a:pt x="96" y="15443"/>
                  </a:lnTo>
                  <a:lnTo>
                    <a:pt x="60" y="15550"/>
                  </a:lnTo>
                  <a:lnTo>
                    <a:pt x="36" y="15657"/>
                  </a:lnTo>
                  <a:lnTo>
                    <a:pt x="24" y="15764"/>
                  </a:lnTo>
                  <a:lnTo>
                    <a:pt x="36" y="15860"/>
                  </a:lnTo>
                  <a:close/>
                  <a:moveTo>
                    <a:pt x="453" y="12371"/>
                  </a:moveTo>
                  <a:lnTo>
                    <a:pt x="19896" y="1132"/>
                  </a:lnTo>
                  <a:cubicBezTo>
                    <a:pt x="20158" y="965"/>
                    <a:pt x="20313" y="691"/>
                    <a:pt x="20336" y="382"/>
                  </a:cubicBezTo>
                  <a:cubicBezTo>
                    <a:pt x="20336" y="108"/>
                    <a:pt x="20134" y="1"/>
                    <a:pt x="19896" y="132"/>
                  </a:cubicBezTo>
                  <a:lnTo>
                    <a:pt x="441" y="11371"/>
                  </a:lnTo>
                  <a:cubicBezTo>
                    <a:pt x="179" y="11538"/>
                    <a:pt x="24" y="11812"/>
                    <a:pt x="1" y="12109"/>
                  </a:cubicBezTo>
                  <a:cubicBezTo>
                    <a:pt x="1" y="12395"/>
                    <a:pt x="203" y="12514"/>
                    <a:pt x="453" y="12371"/>
                  </a:cubicBezTo>
                  <a:close/>
                  <a:moveTo>
                    <a:pt x="453" y="10014"/>
                  </a:moveTo>
                  <a:lnTo>
                    <a:pt x="13014" y="2763"/>
                  </a:lnTo>
                  <a:cubicBezTo>
                    <a:pt x="13276" y="2596"/>
                    <a:pt x="13431" y="2322"/>
                    <a:pt x="13455" y="2013"/>
                  </a:cubicBezTo>
                  <a:cubicBezTo>
                    <a:pt x="13455" y="1739"/>
                    <a:pt x="13252" y="1632"/>
                    <a:pt x="13014" y="1775"/>
                  </a:cubicBezTo>
                  <a:lnTo>
                    <a:pt x="429" y="9026"/>
                  </a:lnTo>
                  <a:cubicBezTo>
                    <a:pt x="179" y="9192"/>
                    <a:pt x="12" y="9466"/>
                    <a:pt x="1" y="9764"/>
                  </a:cubicBezTo>
                  <a:cubicBezTo>
                    <a:pt x="1" y="10049"/>
                    <a:pt x="191" y="10157"/>
                    <a:pt x="429" y="1002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4" name="Google Shape;1694;p27"/>
          <p:cNvGrpSpPr/>
          <p:nvPr/>
        </p:nvGrpSpPr>
        <p:grpSpPr>
          <a:xfrm>
            <a:off x="1828850" y="2841350"/>
            <a:ext cx="1070200" cy="1008825"/>
            <a:chOff x="1828850" y="2765150"/>
            <a:chExt cx="1070200" cy="1008825"/>
          </a:xfrm>
        </p:grpSpPr>
        <p:sp>
          <p:nvSpPr>
            <p:cNvPr id="1695" name="Google Shape;1695;p27"/>
            <p:cNvSpPr/>
            <p:nvPr/>
          </p:nvSpPr>
          <p:spPr>
            <a:xfrm>
              <a:off x="1828850" y="2766100"/>
              <a:ext cx="1070200" cy="1007875"/>
            </a:xfrm>
            <a:custGeom>
              <a:avLst/>
              <a:gdLst/>
              <a:ahLst/>
              <a:cxnLst/>
              <a:rect l="l" t="t" r="r" b="b"/>
              <a:pathLst>
                <a:path w="42808" h="40315" extrusionOk="0">
                  <a:moveTo>
                    <a:pt x="42808" y="14416"/>
                  </a:moveTo>
                  <a:lnTo>
                    <a:pt x="0" y="40315"/>
                  </a:lnTo>
                  <a:lnTo>
                    <a:pt x="108" y="0"/>
                  </a:lnTo>
                </a:path>
              </a:pathLst>
            </a:cu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96" name="Google Shape;1696;p27"/>
            <p:cNvSpPr/>
            <p:nvPr/>
          </p:nvSpPr>
          <p:spPr>
            <a:xfrm>
              <a:off x="1828850" y="2765150"/>
              <a:ext cx="1070200" cy="1004800"/>
            </a:xfrm>
            <a:custGeom>
              <a:avLst/>
              <a:gdLst/>
              <a:ahLst/>
              <a:cxnLst/>
              <a:rect l="l" t="t" r="r" b="b"/>
              <a:pathLst>
                <a:path w="42808" h="40192" extrusionOk="0">
                  <a:moveTo>
                    <a:pt x="42808" y="14293"/>
                  </a:moveTo>
                  <a:lnTo>
                    <a:pt x="0" y="40192"/>
                  </a:lnTo>
                  <a:lnTo>
                    <a:pt x="108" y="0"/>
                  </a:lnTo>
                </a:path>
              </a:pathLst>
            </a:cu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97" name="Google Shape;1697;p27"/>
          <p:cNvGrpSpPr/>
          <p:nvPr/>
        </p:nvGrpSpPr>
        <p:grpSpPr>
          <a:xfrm>
            <a:off x="5659725" y="1818300"/>
            <a:ext cx="1895800" cy="1151888"/>
            <a:chOff x="5659725" y="1742100"/>
            <a:chExt cx="1895800" cy="1151888"/>
          </a:xfrm>
        </p:grpSpPr>
        <p:sp>
          <p:nvSpPr>
            <p:cNvPr id="1698" name="Google Shape;1698;p27"/>
            <p:cNvSpPr/>
            <p:nvPr/>
          </p:nvSpPr>
          <p:spPr>
            <a:xfrm>
              <a:off x="5659725" y="1746113"/>
              <a:ext cx="1895800" cy="1147875"/>
            </a:xfrm>
            <a:custGeom>
              <a:avLst/>
              <a:gdLst/>
              <a:ahLst/>
              <a:cxnLst/>
              <a:rect l="l" t="t" r="r" b="b"/>
              <a:pathLst>
                <a:path w="75832" h="45915" extrusionOk="0">
                  <a:moveTo>
                    <a:pt x="0" y="45915"/>
                  </a:moveTo>
                  <a:lnTo>
                    <a:pt x="75832" y="0"/>
                  </a:lnTo>
                  <a:lnTo>
                    <a:pt x="75594" y="39804"/>
                  </a:lnTo>
                </a:path>
              </a:pathLst>
            </a:cu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99" name="Google Shape;1699;p27"/>
            <p:cNvSpPr/>
            <p:nvPr/>
          </p:nvSpPr>
          <p:spPr>
            <a:xfrm>
              <a:off x="5659725" y="1742100"/>
              <a:ext cx="1895800" cy="1147875"/>
            </a:xfrm>
            <a:custGeom>
              <a:avLst/>
              <a:gdLst/>
              <a:ahLst/>
              <a:cxnLst/>
              <a:rect l="l" t="t" r="r" b="b"/>
              <a:pathLst>
                <a:path w="75832" h="45915" extrusionOk="0">
                  <a:moveTo>
                    <a:pt x="0" y="45915"/>
                  </a:moveTo>
                  <a:lnTo>
                    <a:pt x="75832" y="0"/>
                  </a:lnTo>
                  <a:lnTo>
                    <a:pt x="75594" y="39804"/>
                  </a:lnTo>
                </a:path>
              </a:pathLst>
            </a:cu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AE67389-F751-3499-D005-F2149FB76CB4}"/>
              </a:ext>
            </a:extLst>
          </p:cNvPr>
          <p:cNvSpPr/>
          <p:nvPr/>
        </p:nvSpPr>
        <p:spPr>
          <a:xfrm>
            <a:off x="740124" y="939018"/>
            <a:ext cx="2156407" cy="1799454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5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Roboto"/>
                <a:ea typeface="Roboto"/>
                <a:cs typeface="Roboto"/>
                <a:sym typeface="Roboto"/>
              </a:rPr>
              <a:t>A data warehouse is a specialized database designed for efficient storage, retrieval, and analysis of large data volumes, supporting complex queries and reporting.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3F83D16-63EF-278A-9AD0-F5E47D01CCEF}"/>
              </a:ext>
            </a:extLst>
          </p:cNvPr>
          <p:cNvSpPr/>
          <p:nvPr/>
        </p:nvSpPr>
        <p:spPr>
          <a:xfrm>
            <a:off x="6458789" y="2888205"/>
            <a:ext cx="2156407" cy="215483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5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Roboto"/>
                <a:ea typeface="Roboto"/>
                <a:cs typeface="Roboto"/>
                <a:sym typeface="Roboto"/>
              </a:rPr>
              <a:t>Data warehouses are central to data management, consolidating data from various sources into a unified repository, providing a holistic data view for better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7"/>
          <p:cNvSpPr/>
          <p:nvPr/>
        </p:nvSpPr>
        <p:spPr>
          <a:xfrm>
            <a:off x="2756431" y="1627851"/>
            <a:ext cx="1561250" cy="1362900"/>
          </a:xfrm>
          <a:custGeom>
            <a:avLst/>
            <a:gdLst/>
            <a:ahLst/>
            <a:cxnLst/>
            <a:rect l="l" t="t" r="r" b="b"/>
            <a:pathLst>
              <a:path w="62450" h="54516" extrusionOk="0">
                <a:moveTo>
                  <a:pt x="62450" y="54516"/>
                </a:moveTo>
                <a:lnTo>
                  <a:pt x="6906" y="16384"/>
                </a:lnTo>
                <a:lnTo>
                  <a:pt x="6906" y="0"/>
                </a:lnTo>
                <a:lnTo>
                  <a:pt x="0" y="0"/>
                </a:lnTo>
              </a:path>
            </a:pathLst>
          </a:custGeom>
          <a:noFill/>
          <a:ln w="762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Google Shape;271;p17"/>
          <p:cNvSpPr/>
          <p:nvPr/>
        </p:nvSpPr>
        <p:spPr>
          <a:xfrm flipH="1">
            <a:off x="5558768" y="1627851"/>
            <a:ext cx="1561250" cy="1362900"/>
          </a:xfrm>
          <a:custGeom>
            <a:avLst/>
            <a:gdLst/>
            <a:ahLst/>
            <a:cxnLst/>
            <a:rect l="l" t="t" r="r" b="b"/>
            <a:pathLst>
              <a:path w="62450" h="54516" extrusionOk="0">
                <a:moveTo>
                  <a:pt x="62450" y="54516"/>
                </a:moveTo>
                <a:lnTo>
                  <a:pt x="6906" y="16384"/>
                </a:lnTo>
                <a:lnTo>
                  <a:pt x="6906" y="0"/>
                </a:lnTo>
                <a:lnTo>
                  <a:pt x="0" y="0"/>
                </a:lnTo>
              </a:path>
            </a:pathLst>
          </a:custGeom>
          <a:noFill/>
          <a:ln w="762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Google Shape;272;p17"/>
          <p:cNvSpPr/>
          <p:nvPr/>
        </p:nvSpPr>
        <p:spPr>
          <a:xfrm>
            <a:off x="2756132" y="3231450"/>
            <a:ext cx="1631125" cy="839600"/>
          </a:xfrm>
          <a:custGeom>
            <a:avLst/>
            <a:gdLst/>
            <a:ahLst/>
            <a:cxnLst/>
            <a:rect l="l" t="t" r="r" b="b"/>
            <a:pathLst>
              <a:path w="65245" h="33584" extrusionOk="0">
                <a:moveTo>
                  <a:pt x="65245" y="13264"/>
                </a:moveTo>
                <a:lnTo>
                  <a:pt x="33918" y="33584"/>
                </a:lnTo>
                <a:lnTo>
                  <a:pt x="6260" y="33584"/>
                </a:lnTo>
                <a:lnTo>
                  <a:pt x="5978" y="0"/>
                </a:lnTo>
                <a:lnTo>
                  <a:pt x="0" y="51"/>
                </a:lnTo>
              </a:path>
            </a:pathLst>
          </a:custGeom>
          <a:noFill/>
          <a:ln w="762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Google Shape;273;p17"/>
          <p:cNvSpPr/>
          <p:nvPr/>
        </p:nvSpPr>
        <p:spPr>
          <a:xfrm>
            <a:off x="5487882" y="3231450"/>
            <a:ext cx="1619900" cy="839600"/>
          </a:xfrm>
          <a:custGeom>
            <a:avLst/>
            <a:gdLst/>
            <a:ahLst/>
            <a:cxnLst/>
            <a:rect l="l" t="t" r="r" b="b"/>
            <a:pathLst>
              <a:path w="64796" h="33584" extrusionOk="0">
                <a:moveTo>
                  <a:pt x="0" y="13635"/>
                </a:moveTo>
                <a:lnTo>
                  <a:pt x="30878" y="33584"/>
                </a:lnTo>
                <a:lnTo>
                  <a:pt x="58536" y="33584"/>
                </a:lnTo>
                <a:lnTo>
                  <a:pt x="58818" y="0"/>
                </a:lnTo>
                <a:lnTo>
                  <a:pt x="64796" y="51"/>
                </a:lnTo>
              </a:path>
            </a:pathLst>
          </a:custGeom>
          <a:noFill/>
          <a:ln w="762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274" name="Google Shape;274;p17"/>
          <p:cNvGrpSpPr/>
          <p:nvPr/>
        </p:nvGrpSpPr>
        <p:grpSpPr>
          <a:xfrm>
            <a:off x="3526457" y="2403814"/>
            <a:ext cx="2827819" cy="1666506"/>
            <a:chOff x="3189100" y="2403814"/>
            <a:chExt cx="2827819" cy="1666506"/>
          </a:xfrm>
        </p:grpSpPr>
        <p:cxnSp>
          <p:nvCxnSpPr>
            <p:cNvPr id="275" name="Google Shape;275;p17"/>
            <p:cNvCxnSpPr/>
            <p:nvPr/>
          </p:nvCxnSpPr>
          <p:spPr>
            <a:xfrm rot="10800000" flipH="1">
              <a:off x="4380086" y="3097333"/>
              <a:ext cx="1594500" cy="945600"/>
            </a:xfrm>
            <a:prstGeom prst="straightConnector1">
              <a:avLst/>
            </a:pr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" name="Google Shape;276;p17"/>
            <p:cNvCxnSpPr/>
            <p:nvPr/>
          </p:nvCxnSpPr>
          <p:spPr>
            <a:xfrm>
              <a:off x="3189100" y="3055719"/>
              <a:ext cx="1735800" cy="1014600"/>
            </a:xfrm>
            <a:prstGeom prst="straightConnector1">
              <a:avLst/>
            </a:pr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7" name="Google Shape;277;p17"/>
            <p:cNvCxnSpPr/>
            <p:nvPr/>
          </p:nvCxnSpPr>
          <p:spPr>
            <a:xfrm>
              <a:off x="4169825" y="2404544"/>
              <a:ext cx="1735800" cy="1014600"/>
            </a:xfrm>
            <a:prstGeom prst="straightConnector1">
              <a:avLst/>
            </a:pr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17"/>
            <p:cNvCxnSpPr/>
            <p:nvPr/>
          </p:nvCxnSpPr>
          <p:spPr>
            <a:xfrm rot="10800000" flipH="1">
              <a:off x="3301997" y="2439067"/>
              <a:ext cx="1594500" cy="945600"/>
            </a:xfrm>
            <a:prstGeom prst="straightConnector1">
              <a:avLst/>
            </a:pr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9" name="Google Shape;279;p17"/>
            <p:cNvCxnSpPr/>
            <p:nvPr/>
          </p:nvCxnSpPr>
          <p:spPr>
            <a:xfrm>
              <a:off x="3189100" y="3054989"/>
              <a:ext cx="1735800" cy="10146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0" name="Google Shape;280;p17"/>
            <p:cNvCxnSpPr/>
            <p:nvPr/>
          </p:nvCxnSpPr>
          <p:spPr>
            <a:xfrm>
              <a:off x="4169825" y="2403814"/>
              <a:ext cx="1735800" cy="10146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1" name="Google Shape;281;p17"/>
            <p:cNvCxnSpPr/>
            <p:nvPr/>
          </p:nvCxnSpPr>
          <p:spPr>
            <a:xfrm rot="10800000" flipH="1">
              <a:off x="3301997" y="2438336"/>
              <a:ext cx="1594500" cy="9456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2" name="Google Shape;282;p17"/>
            <p:cNvCxnSpPr/>
            <p:nvPr/>
          </p:nvCxnSpPr>
          <p:spPr>
            <a:xfrm rot="10800000" flipH="1">
              <a:off x="4422419" y="3069111"/>
              <a:ext cx="1594500" cy="9456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83" name="Google Shape;283;p17"/>
          <p:cNvSpPr txBox="1">
            <a:spLocks noGrp="1"/>
          </p:cNvSpPr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dirty="0">
                <a:solidFill>
                  <a:schemeClr val="accent1"/>
                </a:solidFill>
                <a:latin typeface="Eras Demi ITC" panose="020B0805030504020804" pitchFamily="34" charset="0"/>
              </a:rPr>
              <a:t>Anatomy of a Data Warehouse</a:t>
            </a:r>
            <a:endParaRPr lang="en-GB" sz="3600" b="1" dirty="0">
              <a:solidFill>
                <a:schemeClr val="accent1"/>
              </a:solidFill>
              <a:latin typeface="Eras Demi ITC" panose="020B0805030504020804" pitchFamily="34" charset="0"/>
            </a:endParaRPr>
          </a:p>
        </p:txBody>
      </p:sp>
      <p:sp>
        <p:nvSpPr>
          <p:cNvPr id="284" name="Google Shape;284;p17"/>
          <p:cNvSpPr/>
          <p:nvPr/>
        </p:nvSpPr>
        <p:spPr>
          <a:xfrm>
            <a:off x="2756431" y="1627851"/>
            <a:ext cx="1561250" cy="1362900"/>
          </a:xfrm>
          <a:custGeom>
            <a:avLst/>
            <a:gdLst/>
            <a:ahLst/>
            <a:cxnLst/>
            <a:rect l="l" t="t" r="r" b="b"/>
            <a:pathLst>
              <a:path w="62450" h="54516" extrusionOk="0">
                <a:moveTo>
                  <a:pt x="62450" y="54516"/>
                </a:moveTo>
                <a:lnTo>
                  <a:pt x="6906" y="16384"/>
                </a:lnTo>
                <a:lnTo>
                  <a:pt x="6906" y="0"/>
                </a:ln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285" name="Google Shape;285;p17"/>
          <p:cNvGrpSpPr/>
          <p:nvPr/>
        </p:nvGrpSpPr>
        <p:grpSpPr>
          <a:xfrm>
            <a:off x="249650" y="1373368"/>
            <a:ext cx="2428922" cy="1403004"/>
            <a:chOff x="52336" y="1373368"/>
            <a:chExt cx="2288878" cy="1403004"/>
          </a:xfrm>
        </p:grpSpPr>
        <p:sp>
          <p:nvSpPr>
            <p:cNvPr id="286" name="Google Shape;286;p17"/>
            <p:cNvSpPr txBox="1"/>
            <p:nvPr/>
          </p:nvSpPr>
          <p:spPr>
            <a:xfrm>
              <a:off x="134987" y="2166772"/>
              <a:ext cx="2202015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ETL is the process of Extracting data from source systems, Transforming it to meet specific requirements, and Loading it into a target database or data warehouse.</a:t>
              </a:r>
            </a:p>
          </p:txBody>
        </p:sp>
        <p:sp>
          <p:nvSpPr>
            <p:cNvPr id="287" name="Google Shape;287;p17"/>
            <p:cNvSpPr txBox="1"/>
            <p:nvPr/>
          </p:nvSpPr>
          <p:spPr>
            <a:xfrm>
              <a:off x="52336" y="1373368"/>
              <a:ext cx="2288878" cy="3696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 b="1" dirty="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ETL (Extract, Transform, Load)</a:t>
              </a:r>
            </a:p>
          </p:txBody>
        </p:sp>
      </p:grpSp>
      <p:sp>
        <p:nvSpPr>
          <p:cNvPr id="288" name="Google Shape;288;p17"/>
          <p:cNvSpPr/>
          <p:nvPr/>
        </p:nvSpPr>
        <p:spPr>
          <a:xfrm flipH="1">
            <a:off x="5558768" y="1627851"/>
            <a:ext cx="1561250" cy="1362900"/>
          </a:xfrm>
          <a:custGeom>
            <a:avLst/>
            <a:gdLst/>
            <a:ahLst/>
            <a:cxnLst/>
            <a:rect l="l" t="t" r="r" b="b"/>
            <a:pathLst>
              <a:path w="62450" h="54516" extrusionOk="0">
                <a:moveTo>
                  <a:pt x="62450" y="54516"/>
                </a:moveTo>
                <a:lnTo>
                  <a:pt x="6906" y="16384"/>
                </a:lnTo>
                <a:lnTo>
                  <a:pt x="6906" y="0"/>
                </a:ln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289" name="Google Shape;289;p17"/>
          <p:cNvGrpSpPr/>
          <p:nvPr/>
        </p:nvGrpSpPr>
        <p:grpSpPr>
          <a:xfrm>
            <a:off x="7120018" y="1462650"/>
            <a:ext cx="1880939" cy="1090838"/>
            <a:chOff x="6782661" y="1462650"/>
            <a:chExt cx="1880939" cy="1090838"/>
          </a:xfrm>
        </p:grpSpPr>
        <p:sp>
          <p:nvSpPr>
            <p:cNvPr id="290" name="Google Shape;290;p17"/>
            <p:cNvSpPr txBox="1"/>
            <p:nvPr/>
          </p:nvSpPr>
          <p:spPr>
            <a:xfrm flipH="1">
              <a:off x="6782661" y="1943888"/>
              <a:ext cx="18723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Data storage refers to the physical or digital location where data is stored for future use and retrieval.</a:t>
              </a:r>
            </a:p>
          </p:txBody>
        </p:sp>
        <p:sp>
          <p:nvSpPr>
            <p:cNvPr id="291" name="Google Shape;291;p17"/>
            <p:cNvSpPr txBox="1"/>
            <p:nvPr/>
          </p:nvSpPr>
          <p:spPr>
            <a:xfrm flipH="1">
              <a:off x="6791300" y="1462650"/>
              <a:ext cx="18723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 b="1" dirty="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Data Storage</a:t>
              </a:r>
            </a:p>
          </p:txBody>
        </p:sp>
      </p:grpSp>
      <p:grpSp>
        <p:nvGrpSpPr>
          <p:cNvPr id="292" name="Google Shape;292;p17"/>
          <p:cNvGrpSpPr/>
          <p:nvPr/>
        </p:nvGrpSpPr>
        <p:grpSpPr>
          <a:xfrm>
            <a:off x="4300744" y="1375012"/>
            <a:ext cx="1165988" cy="1568666"/>
            <a:chOff x="3478424" y="1308364"/>
            <a:chExt cx="2187185" cy="2942536"/>
          </a:xfrm>
        </p:grpSpPr>
        <p:sp>
          <p:nvSpPr>
            <p:cNvPr id="293" name="Google Shape;293;p17"/>
            <p:cNvSpPr/>
            <p:nvPr/>
          </p:nvSpPr>
          <p:spPr>
            <a:xfrm>
              <a:off x="3485139" y="2969821"/>
              <a:ext cx="2180470" cy="1281079"/>
            </a:xfrm>
            <a:custGeom>
              <a:avLst/>
              <a:gdLst/>
              <a:ahLst/>
              <a:cxnLst/>
              <a:rect l="l" t="t" r="r" b="b"/>
              <a:pathLst>
                <a:path w="79261" h="46572" extrusionOk="0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7"/>
            <p:cNvSpPr/>
            <p:nvPr/>
          </p:nvSpPr>
          <p:spPr>
            <a:xfrm>
              <a:off x="3793045" y="1947520"/>
              <a:ext cx="1550129" cy="2096604"/>
            </a:xfrm>
            <a:custGeom>
              <a:avLst/>
              <a:gdLst/>
              <a:ahLst/>
              <a:cxnLst/>
              <a:rect l="l" t="t" r="r" b="b"/>
              <a:pathLst>
                <a:path w="52721" h="71307" extrusionOk="0">
                  <a:moveTo>
                    <a:pt x="52709" y="0"/>
                  </a:moveTo>
                  <a:lnTo>
                    <a:pt x="0" y="0"/>
                  </a:lnTo>
                  <a:lnTo>
                    <a:pt x="0" y="55495"/>
                  </a:lnTo>
                  <a:cubicBezTo>
                    <a:pt x="0" y="56090"/>
                    <a:pt x="321" y="56650"/>
                    <a:pt x="845" y="56948"/>
                  </a:cubicBezTo>
                  <a:lnTo>
                    <a:pt x="24646" y="70699"/>
                  </a:lnTo>
                  <a:cubicBezTo>
                    <a:pt x="25706" y="71306"/>
                    <a:pt x="27027" y="71306"/>
                    <a:pt x="28087" y="70699"/>
                  </a:cubicBezTo>
                  <a:lnTo>
                    <a:pt x="51876" y="56948"/>
                  </a:lnTo>
                  <a:cubicBezTo>
                    <a:pt x="52399" y="56650"/>
                    <a:pt x="52721" y="56090"/>
                    <a:pt x="52721" y="55495"/>
                  </a:cubicBezTo>
                  <a:lnTo>
                    <a:pt x="52721" y="554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7"/>
            <p:cNvSpPr/>
            <p:nvPr/>
          </p:nvSpPr>
          <p:spPr>
            <a:xfrm>
              <a:off x="3784988" y="1482593"/>
              <a:ext cx="1566242" cy="929825"/>
            </a:xfrm>
            <a:custGeom>
              <a:avLst/>
              <a:gdLst/>
              <a:ahLst/>
              <a:cxnLst/>
              <a:rect l="l" t="t" r="r" b="b"/>
              <a:pathLst>
                <a:path w="53269" h="31624" extrusionOk="0">
                  <a:moveTo>
                    <a:pt x="24920" y="31004"/>
                  </a:moveTo>
                  <a:lnTo>
                    <a:pt x="1119" y="17265"/>
                  </a:lnTo>
                  <a:cubicBezTo>
                    <a:pt x="0" y="16622"/>
                    <a:pt x="0" y="15002"/>
                    <a:pt x="1119" y="14359"/>
                  </a:cubicBezTo>
                  <a:lnTo>
                    <a:pt x="24920" y="620"/>
                  </a:lnTo>
                  <a:cubicBezTo>
                    <a:pt x="25980" y="1"/>
                    <a:pt x="27301" y="1"/>
                    <a:pt x="28361" y="620"/>
                  </a:cubicBezTo>
                  <a:lnTo>
                    <a:pt x="52150" y="14359"/>
                  </a:lnTo>
                  <a:cubicBezTo>
                    <a:pt x="53269" y="15002"/>
                    <a:pt x="53269" y="16622"/>
                    <a:pt x="52150" y="17265"/>
                  </a:cubicBezTo>
                  <a:lnTo>
                    <a:pt x="28361" y="31004"/>
                  </a:lnTo>
                  <a:cubicBezTo>
                    <a:pt x="27289" y="31624"/>
                    <a:pt x="25980" y="31624"/>
                    <a:pt x="24920" y="31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7"/>
            <p:cNvSpPr/>
            <p:nvPr/>
          </p:nvSpPr>
          <p:spPr>
            <a:xfrm>
              <a:off x="3818244" y="2089627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7"/>
                  </a:moveTo>
                  <a:lnTo>
                    <a:pt x="0" y="1561"/>
                  </a:lnTo>
                  <a:lnTo>
                    <a:pt x="0" y="1"/>
                  </a:lnTo>
                  <a:lnTo>
                    <a:pt x="24194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7"/>
            <p:cNvSpPr/>
            <p:nvPr/>
          </p:nvSpPr>
          <p:spPr>
            <a:xfrm>
              <a:off x="3818244" y="2153697"/>
              <a:ext cx="711364" cy="456885"/>
            </a:xfrm>
            <a:custGeom>
              <a:avLst/>
              <a:gdLst/>
              <a:ahLst/>
              <a:cxnLst/>
              <a:rect l="l" t="t" r="r" b="b"/>
              <a:pathLst>
                <a:path w="24194" h="15539" extrusionOk="0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7"/>
            <p:cNvSpPr/>
            <p:nvPr/>
          </p:nvSpPr>
          <p:spPr>
            <a:xfrm>
              <a:off x="3818244" y="2218120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7"/>
            <p:cNvSpPr/>
            <p:nvPr/>
          </p:nvSpPr>
          <p:spPr>
            <a:xfrm>
              <a:off x="3818244" y="2282543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7"/>
            <p:cNvSpPr/>
            <p:nvPr/>
          </p:nvSpPr>
          <p:spPr>
            <a:xfrm>
              <a:off x="3818244" y="2346966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7"/>
            <p:cNvSpPr/>
            <p:nvPr/>
          </p:nvSpPr>
          <p:spPr>
            <a:xfrm>
              <a:off x="3818244" y="246178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7"/>
            <p:cNvSpPr/>
            <p:nvPr/>
          </p:nvSpPr>
          <p:spPr>
            <a:xfrm>
              <a:off x="3818244" y="2526209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7"/>
            <p:cNvSpPr/>
            <p:nvPr/>
          </p:nvSpPr>
          <p:spPr>
            <a:xfrm>
              <a:off x="3818244" y="2590250"/>
              <a:ext cx="711364" cy="456885"/>
            </a:xfrm>
            <a:custGeom>
              <a:avLst/>
              <a:gdLst/>
              <a:ahLst/>
              <a:cxnLst/>
              <a:rect l="l" t="t" r="r" b="b"/>
              <a:pathLst>
                <a:path w="24194" h="15539" extrusionOk="0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7"/>
            <p:cNvSpPr/>
            <p:nvPr/>
          </p:nvSpPr>
          <p:spPr>
            <a:xfrm>
              <a:off x="3818244" y="2654673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7"/>
            <p:cNvSpPr/>
            <p:nvPr/>
          </p:nvSpPr>
          <p:spPr>
            <a:xfrm>
              <a:off x="3818244" y="271909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7"/>
            <p:cNvSpPr/>
            <p:nvPr/>
          </p:nvSpPr>
          <p:spPr>
            <a:xfrm>
              <a:off x="3818244" y="283391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7"/>
            <p:cNvSpPr/>
            <p:nvPr/>
          </p:nvSpPr>
          <p:spPr>
            <a:xfrm>
              <a:off x="3818244" y="2898339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7"/>
            <p:cNvSpPr/>
            <p:nvPr/>
          </p:nvSpPr>
          <p:spPr>
            <a:xfrm>
              <a:off x="3818244" y="2962762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7"/>
            <p:cNvSpPr/>
            <p:nvPr/>
          </p:nvSpPr>
          <p:spPr>
            <a:xfrm>
              <a:off x="3818244" y="3026803"/>
              <a:ext cx="711364" cy="456885"/>
            </a:xfrm>
            <a:custGeom>
              <a:avLst/>
              <a:gdLst/>
              <a:ahLst/>
              <a:cxnLst/>
              <a:rect l="l" t="t" r="r" b="b"/>
              <a:pathLst>
                <a:path w="24194" h="15539" extrusionOk="0">
                  <a:moveTo>
                    <a:pt x="24194" y="15539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7"/>
            <p:cNvSpPr/>
            <p:nvPr/>
          </p:nvSpPr>
          <p:spPr>
            <a:xfrm>
              <a:off x="3818244" y="309122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7"/>
            <p:cNvSpPr/>
            <p:nvPr/>
          </p:nvSpPr>
          <p:spPr>
            <a:xfrm>
              <a:off x="3818244" y="320604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7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7"/>
            <p:cNvSpPr/>
            <p:nvPr/>
          </p:nvSpPr>
          <p:spPr>
            <a:xfrm>
              <a:off x="3818244" y="3270469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7"/>
            <p:cNvSpPr/>
            <p:nvPr/>
          </p:nvSpPr>
          <p:spPr>
            <a:xfrm>
              <a:off x="3818244" y="3334892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7"/>
            <p:cNvSpPr/>
            <p:nvPr/>
          </p:nvSpPr>
          <p:spPr>
            <a:xfrm>
              <a:off x="3818244" y="3399315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7"/>
            <p:cNvSpPr/>
            <p:nvPr/>
          </p:nvSpPr>
          <p:spPr>
            <a:xfrm>
              <a:off x="3818244" y="3463385"/>
              <a:ext cx="711364" cy="456856"/>
            </a:xfrm>
            <a:custGeom>
              <a:avLst/>
              <a:gdLst/>
              <a:ahLst/>
              <a:cxnLst/>
              <a:rect l="l" t="t" r="r" b="b"/>
              <a:pathLst>
                <a:path w="24194" h="15538" extrusionOk="0">
                  <a:moveTo>
                    <a:pt x="24194" y="15538"/>
                  </a:moveTo>
                  <a:lnTo>
                    <a:pt x="0" y="1572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7"/>
            <p:cNvSpPr/>
            <p:nvPr/>
          </p:nvSpPr>
          <p:spPr>
            <a:xfrm>
              <a:off x="4606639" y="2089627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7"/>
                  </a:moveTo>
                  <a:lnTo>
                    <a:pt x="24182" y="1561"/>
                  </a:lnTo>
                  <a:lnTo>
                    <a:pt x="24182" y="1"/>
                  </a:lnTo>
                  <a:lnTo>
                    <a:pt x="0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17"/>
            <p:cNvSpPr/>
            <p:nvPr/>
          </p:nvSpPr>
          <p:spPr>
            <a:xfrm>
              <a:off x="4606639" y="2153697"/>
              <a:ext cx="711011" cy="456885"/>
            </a:xfrm>
            <a:custGeom>
              <a:avLst/>
              <a:gdLst/>
              <a:ahLst/>
              <a:cxnLst/>
              <a:rect l="l" t="t" r="r" b="b"/>
              <a:pathLst>
                <a:path w="24182" h="15539" extrusionOk="0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17"/>
            <p:cNvSpPr/>
            <p:nvPr/>
          </p:nvSpPr>
          <p:spPr>
            <a:xfrm>
              <a:off x="4606639" y="2218120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7"/>
            <p:cNvSpPr/>
            <p:nvPr/>
          </p:nvSpPr>
          <p:spPr>
            <a:xfrm>
              <a:off x="4606639" y="2282543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17"/>
            <p:cNvSpPr/>
            <p:nvPr/>
          </p:nvSpPr>
          <p:spPr>
            <a:xfrm>
              <a:off x="4606639" y="2346966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7"/>
            <p:cNvSpPr/>
            <p:nvPr/>
          </p:nvSpPr>
          <p:spPr>
            <a:xfrm>
              <a:off x="4606639" y="246178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17"/>
            <p:cNvSpPr/>
            <p:nvPr/>
          </p:nvSpPr>
          <p:spPr>
            <a:xfrm>
              <a:off x="4606639" y="2526209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17"/>
            <p:cNvSpPr/>
            <p:nvPr/>
          </p:nvSpPr>
          <p:spPr>
            <a:xfrm>
              <a:off x="4606639" y="2590250"/>
              <a:ext cx="711011" cy="456885"/>
            </a:xfrm>
            <a:custGeom>
              <a:avLst/>
              <a:gdLst/>
              <a:ahLst/>
              <a:cxnLst/>
              <a:rect l="l" t="t" r="r" b="b"/>
              <a:pathLst>
                <a:path w="24182" h="15539" extrusionOk="0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7"/>
            <p:cNvSpPr/>
            <p:nvPr/>
          </p:nvSpPr>
          <p:spPr>
            <a:xfrm>
              <a:off x="4606639" y="2654673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7"/>
            <p:cNvSpPr/>
            <p:nvPr/>
          </p:nvSpPr>
          <p:spPr>
            <a:xfrm>
              <a:off x="4606639" y="271909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7"/>
            <p:cNvSpPr/>
            <p:nvPr/>
          </p:nvSpPr>
          <p:spPr>
            <a:xfrm>
              <a:off x="4606639" y="283391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7"/>
            <p:cNvSpPr/>
            <p:nvPr/>
          </p:nvSpPr>
          <p:spPr>
            <a:xfrm>
              <a:off x="4606639" y="2898339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7"/>
            <p:cNvSpPr/>
            <p:nvPr/>
          </p:nvSpPr>
          <p:spPr>
            <a:xfrm>
              <a:off x="4606639" y="2962762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7"/>
            <p:cNvSpPr/>
            <p:nvPr/>
          </p:nvSpPr>
          <p:spPr>
            <a:xfrm>
              <a:off x="4606639" y="3026803"/>
              <a:ext cx="711011" cy="456885"/>
            </a:xfrm>
            <a:custGeom>
              <a:avLst/>
              <a:gdLst/>
              <a:ahLst/>
              <a:cxnLst/>
              <a:rect l="l" t="t" r="r" b="b"/>
              <a:pathLst>
                <a:path w="24182" h="15539" extrusionOk="0">
                  <a:moveTo>
                    <a:pt x="0" y="15539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7"/>
            <p:cNvSpPr/>
            <p:nvPr/>
          </p:nvSpPr>
          <p:spPr>
            <a:xfrm>
              <a:off x="4606639" y="309122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7"/>
            <p:cNvSpPr/>
            <p:nvPr/>
          </p:nvSpPr>
          <p:spPr>
            <a:xfrm>
              <a:off x="4606639" y="320604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7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7"/>
            <p:cNvSpPr/>
            <p:nvPr/>
          </p:nvSpPr>
          <p:spPr>
            <a:xfrm>
              <a:off x="4606639" y="3270469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7"/>
            <p:cNvSpPr/>
            <p:nvPr/>
          </p:nvSpPr>
          <p:spPr>
            <a:xfrm>
              <a:off x="4606639" y="3334892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7"/>
            <p:cNvSpPr/>
            <p:nvPr/>
          </p:nvSpPr>
          <p:spPr>
            <a:xfrm>
              <a:off x="4606639" y="3399315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7"/>
            <p:cNvSpPr/>
            <p:nvPr/>
          </p:nvSpPr>
          <p:spPr>
            <a:xfrm>
              <a:off x="4606639" y="3463385"/>
              <a:ext cx="711011" cy="456856"/>
            </a:xfrm>
            <a:custGeom>
              <a:avLst/>
              <a:gdLst/>
              <a:ahLst/>
              <a:cxnLst/>
              <a:rect l="l" t="t" r="r" b="b"/>
              <a:pathLst>
                <a:path w="24182" h="15538" extrusionOk="0">
                  <a:moveTo>
                    <a:pt x="0" y="15538"/>
                  </a:moveTo>
                  <a:lnTo>
                    <a:pt x="24182" y="1572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6" name="Google Shape;336;p17"/>
            <p:cNvGrpSpPr/>
            <p:nvPr/>
          </p:nvGrpSpPr>
          <p:grpSpPr>
            <a:xfrm>
              <a:off x="3478424" y="1308364"/>
              <a:ext cx="2180470" cy="1878295"/>
              <a:chOff x="5553063" y="1487604"/>
              <a:chExt cx="1981525" cy="1707075"/>
            </a:xfrm>
          </p:grpSpPr>
          <p:sp>
            <p:nvSpPr>
              <p:cNvPr id="337" name="Google Shape;337;p17"/>
              <p:cNvSpPr/>
              <p:nvPr/>
            </p:nvSpPr>
            <p:spPr>
              <a:xfrm>
                <a:off x="5563488" y="2071829"/>
                <a:ext cx="1960975" cy="1122850"/>
              </a:xfrm>
              <a:custGeom>
                <a:avLst/>
                <a:gdLst/>
                <a:ahLst/>
                <a:cxnLst/>
                <a:rect l="l" t="t" r="r" b="b"/>
                <a:pathLst>
                  <a:path w="78439" h="44914" extrusionOk="0">
                    <a:moveTo>
                      <a:pt x="12" y="1"/>
                    </a:moveTo>
                    <a:cubicBezTo>
                      <a:pt x="12" y="72"/>
                      <a:pt x="12" y="132"/>
                      <a:pt x="12" y="191"/>
                    </a:cubicBezTo>
                    <a:cubicBezTo>
                      <a:pt x="12" y="263"/>
                      <a:pt x="12" y="322"/>
                      <a:pt x="12" y="394"/>
                    </a:cubicBezTo>
                    <a:cubicBezTo>
                      <a:pt x="12" y="453"/>
                      <a:pt x="12" y="525"/>
                      <a:pt x="12" y="584"/>
                    </a:cubicBezTo>
                    <a:cubicBezTo>
                      <a:pt x="12" y="656"/>
                      <a:pt x="12" y="715"/>
                      <a:pt x="12" y="775"/>
                    </a:cubicBezTo>
                    <a:cubicBezTo>
                      <a:pt x="12" y="846"/>
                      <a:pt x="12" y="906"/>
                      <a:pt x="12" y="977"/>
                    </a:cubicBezTo>
                    <a:cubicBezTo>
                      <a:pt x="12" y="1037"/>
                      <a:pt x="12" y="1108"/>
                      <a:pt x="12" y="1167"/>
                    </a:cubicBezTo>
                    <a:cubicBezTo>
                      <a:pt x="12" y="1239"/>
                      <a:pt x="12" y="1298"/>
                      <a:pt x="12" y="1358"/>
                    </a:cubicBezTo>
                    <a:cubicBezTo>
                      <a:pt x="12" y="1429"/>
                      <a:pt x="12" y="1489"/>
                      <a:pt x="12" y="1560"/>
                    </a:cubicBezTo>
                    <a:cubicBezTo>
                      <a:pt x="12" y="1620"/>
                      <a:pt x="12" y="1691"/>
                      <a:pt x="12" y="1751"/>
                    </a:cubicBezTo>
                    <a:cubicBezTo>
                      <a:pt x="12" y="1822"/>
                      <a:pt x="12" y="1882"/>
                      <a:pt x="12" y="1941"/>
                    </a:cubicBezTo>
                    <a:cubicBezTo>
                      <a:pt x="12" y="2013"/>
                      <a:pt x="12" y="2072"/>
                      <a:pt x="12" y="2144"/>
                    </a:cubicBezTo>
                    <a:cubicBezTo>
                      <a:pt x="12" y="2203"/>
                      <a:pt x="12" y="2275"/>
                      <a:pt x="12" y="2334"/>
                    </a:cubicBezTo>
                    <a:cubicBezTo>
                      <a:pt x="12" y="2406"/>
                      <a:pt x="12" y="2465"/>
                      <a:pt x="12" y="2525"/>
                    </a:cubicBezTo>
                    <a:cubicBezTo>
                      <a:pt x="12" y="2596"/>
                      <a:pt x="12" y="2656"/>
                      <a:pt x="12" y="2727"/>
                    </a:cubicBezTo>
                    <a:cubicBezTo>
                      <a:pt x="12" y="2787"/>
                      <a:pt x="12" y="2858"/>
                      <a:pt x="12" y="2918"/>
                    </a:cubicBezTo>
                    <a:cubicBezTo>
                      <a:pt x="12" y="2989"/>
                      <a:pt x="12" y="3049"/>
                      <a:pt x="12" y="3108"/>
                    </a:cubicBezTo>
                    <a:cubicBezTo>
                      <a:pt x="12" y="3180"/>
                      <a:pt x="12" y="3239"/>
                      <a:pt x="12" y="3311"/>
                    </a:cubicBezTo>
                    <a:cubicBezTo>
                      <a:pt x="12" y="3370"/>
                      <a:pt x="12" y="3442"/>
                      <a:pt x="12" y="3501"/>
                    </a:cubicBezTo>
                    <a:cubicBezTo>
                      <a:pt x="12" y="3573"/>
                      <a:pt x="12" y="3632"/>
                      <a:pt x="12" y="3692"/>
                    </a:cubicBezTo>
                    <a:cubicBezTo>
                      <a:pt x="12" y="3763"/>
                      <a:pt x="12" y="3823"/>
                      <a:pt x="12" y="3894"/>
                    </a:cubicBezTo>
                    <a:cubicBezTo>
                      <a:pt x="12" y="3954"/>
                      <a:pt x="12" y="4025"/>
                      <a:pt x="12" y="4085"/>
                    </a:cubicBezTo>
                    <a:cubicBezTo>
                      <a:pt x="12" y="4156"/>
                      <a:pt x="12" y="4215"/>
                      <a:pt x="12" y="4275"/>
                    </a:cubicBezTo>
                    <a:cubicBezTo>
                      <a:pt x="12" y="4346"/>
                      <a:pt x="12" y="4406"/>
                      <a:pt x="12" y="4477"/>
                    </a:cubicBezTo>
                    <a:cubicBezTo>
                      <a:pt x="12" y="4537"/>
                      <a:pt x="12" y="4608"/>
                      <a:pt x="12" y="4668"/>
                    </a:cubicBezTo>
                    <a:cubicBezTo>
                      <a:pt x="12" y="4739"/>
                      <a:pt x="12" y="4799"/>
                      <a:pt x="12" y="4858"/>
                    </a:cubicBezTo>
                    <a:cubicBezTo>
                      <a:pt x="12" y="4930"/>
                      <a:pt x="12" y="4989"/>
                      <a:pt x="12" y="5061"/>
                    </a:cubicBezTo>
                    <a:cubicBezTo>
                      <a:pt x="12" y="5120"/>
                      <a:pt x="12" y="5192"/>
                      <a:pt x="12" y="5251"/>
                    </a:cubicBezTo>
                    <a:cubicBezTo>
                      <a:pt x="12" y="5323"/>
                      <a:pt x="12" y="5382"/>
                      <a:pt x="12" y="5442"/>
                    </a:cubicBezTo>
                    <a:cubicBezTo>
                      <a:pt x="12" y="5513"/>
                      <a:pt x="12" y="5573"/>
                      <a:pt x="12" y="5644"/>
                    </a:cubicBezTo>
                    <a:cubicBezTo>
                      <a:pt x="12" y="5704"/>
                      <a:pt x="12" y="5775"/>
                      <a:pt x="12" y="5835"/>
                    </a:cubicBezTo>
                    <a:cubicBezTo>
                      <a:pt x="12" y="5906"/>
                      <a:pt x="12" y="5966"/>
                      <a:pt x="12" y="6025"/>
                    </a:cubicBezTo>
                    <a:cubicBezTo>
                      <a:pt x="12" y="6097"/>
                      <a:pt x="12" y="6156"/>
                      <a:pt x="12" y="6228"/>
                    </a:cubicBezTo>
                    <a:cubicBezTo>
                      <a:pt x="12" y="6287"/>
                      <a:pt x="12" y="6359"/>
                      <a:pt x="12" y="6418"/>
                    </a:cubicBezTo>
                    <a:cubicBezTo>
                      <a:pt x="12" y="6490"/>
                      <a:pt x="12" y="6549"/>
                      <a:pt x="12" y="6609"/>
                    </a:cubicBezTo>
                    <a:cubicBezTo>
                      <a:pt x="12" y="6680"/>
                      <a:pt x="12" y="6740"/>
                      <a:pt x="12" y="6811"/>
                    </a:cubicBezTo>
                    <a:cubicBezTo>
                      <a:pt x="12" y="6871"/>
                      <a:pt x="12" y="6942"/>
                      <a:pt x="12" y="7002"/>
                    </a:cubicBezTo>
                    <a:cubicBezTo>
                      <a:pt x="12" y="7073"/>
                      <a:pt x="12" y="7132"/>
                      <a:pt x="12" y="7192"/>
                    </a:cubicBezTo>
                    <a:cubicBezTo>
                      <a:pt x="12" y="7263"/>
                      <a:pt x="12" y="7323"/>
                      <a:pt x="12" y="7394"/>
                    </a:cubicBezTo>
                    <a:cubicBezTo>
                      <a:pt x="12" y="7454"/>
                      <a:pt x="12" y="7525"/>
                      <a:pt x="12" y="7585"/>
                    </a:cubicBezTo>
                    <a:cubicBezTo>
                      <a:pt x="12" y="7656"/>
                      <a:pt x="12" y="7716"/>
                      <a:pt x="12" y="7775"/>
                    </a:cubicBezTo>
                    <a:cubicBezTo>
                      <a:pt x="12" y="7847"/>
                      <a:pt x="12" y="7906"/>
                      <a:pt x="12" y="7978"/>
                    </a:cubicBezTo>
                    <a:cubicBezTo>
                      <a:pt x="12" y="8037"/>
                      <a:pt x="12" y="8109"/>
                      <a:pt x="12" y="8168"/>
                    </a:cubicBezTo>
                    <a:cubicBezTo>
                      <a:pt x="12" y="8228"/>
                      <a:pt x="12" y="8299"/>
                      <a:pt x="12" y="8359"/>
                    </a:cubicBezTo>
                    <a:cubicBezTo>
                      <a:pt x="12" y="8430"/>
                      <a:pt x="12" y="8490"/>
                      <a:pt x="12" y="8561"/>
                    </a:cubicBezTo>
                    <a:cubicBezTo>
                      <a:pt x="12" y="8621"/>
                      <a:pt x="12" y="8692"/>
                      <a:pt x="12" y="8752"/>
                    </a:cubicBezTo>
                    <a:cubicBezTo>
                      <a:pt x="12" y="8811"/>
                      <a:pt x="12" y="8883"/>
                      <a:pt x="12" y="8942"/>
                    </a:cubicBezTo>
                    <a:cubicBezTo>
                      <a:pt x="12" y="9014"/>
                      <a:pt x="12" y="9073"/>
                      <a:pt x="12" y="9145"/>
                    </a:cubicBezTo>
                    <a:cubicBezTo>
                      <a:pt x="12" y="9204"/>
                      <a:pt x="12" y="9276"/>
                      <a:pt x="12" y="9335"/>
                    </a:cubicBezTo>
                    <a:cubicBezTo>
                      <a:pt x="12" y="9395"/>
                      <a:pt x="12" y="9466"/>
                      <a:pt x="12" y="9526"/>
                    </a:cubicBezTo>
                    <a:cubicBezTo>
                      <a:pt x="12" y="9597"/>
                      <a:pt x="12" y="9657"/>
                      <a:pt x="12" y="9728"/>
                    </a:cubicBezTo>
                    <a:cubicBezTo>
                      <a:pt x="12" y="9788"/>
                      <a:pt x="12" y="9859"/>
                      <a:pt x="12" y="9919"/>
                    </a:cubicBezTo>
                    <a:cubicBezTo>
                      <a:pt x="12" y="9978"/>
                      <a:pt x="12" y="10050"/>
                      <a:pt x="12" y="10109"/>
                    </a:cubicBezTo>
                    <a:cubicBezTo>
                      <a:pt x="12" y="10180"/>
                      <a:pt x="12" y="10240"/>
                      <a:pt x="12" y="10311"/>
                    </a:cubicBezTo>
                    <a:cubicBezTo>
                      <a:pt x="12" y="10371"/>
                      <a:pt x="12" y="10442"/>
                      <a:pt x="12" y="10502"/>
                    </a:cubicBezTo>
                    <a:cubicBezTo>
                      <a:pt x="12" y="10561"/>
                      <a:pt x="12" y="10633"/>
                      <a:pt x="12" y="10692"/>
                    </a:cubicBezTo>
                    <a:cubicBezTo>
                      <a:pt x="12" y="10764"/>
                      <a:pt x="12" y="10823"/>
                      <a:pt x="12" y="10895"/>
                    </a:cubicBezTo>
                    <a:cubicBezTo>
                      <a:pt x="12" y="10954"/>
                      <a:pt x="12" y="11026"/>
                      <a:pt x="12" y="11085"/>
                    </a:cubicBezTo>
                    <a:cubicBezTo>
                      <a:pt x="12" y="11145"/>
                      <a:pt x="12" y="11216"/>
                      <a:pt x="12" y="11276"/>
                    </a:cubicBezTo>
                    <a:cubicBezTo>
                      <a:pt x="12" y="11347"/>
                      <a:pt x="12" y="11407"/>
                      <a:pt x="12" y="11478"/>
                    </a:cubicBezTo>
                    <a:cubicBezTo>
                      <a:pt x="12" y="11538"/>
                      <a:pt x="12" y="11609"/>
                      <a:pt x="12" y="11669"/>
                    </a:cubicBezTo>
                    <a:cubicBezTo>
                      <a:pt x="12" y="11728"/>
                      <a:pt x="12" y="11800"/>
                      <a:pt x="12" y="11859"/>
                    </a:cubicBezTo>
                    <a:cubicBezTo>
                      <a:pt x="12" y="11931"/>
                      <a:pt x="12" y="11990"/>
                      <a:pt x="12" y="12062"/>
                    </a:cubicBezTo>
                    <a:cubicBezTo>
                      <a:pt x="12" y="12121"/>
                      <a:pt x="12" y="12193"/>
                      <a:pt x="12" y="12252"/>
                    </a:cubicBezTo>
                    <a:cubicBezTo>
                      <a:pt x="12" y="12312"/>
                      <a:pt x="12" y="12383"/>
                      <a:pt x="12" y="12443"/>
                    </a:cubicBezTo>
                    <a:cubicBezTo>
                      <a:pt x="12" y="12514"/>
                      <a:pt x="12" y="12574"/>
                      <a:pt x="12" y="12645"/>
                    </a:cubicBezTo>
                    <a:cubicBezTo>
                      <a:pt x="12" y="12705"/>
                      <a:pt x="12" y="12776"/>
                      <a:pt x="12" y="12836"/>
                    </a:cubicBezTo>
                    <a:cubicBezTo>
                      <a:pt x="12" y="12895"/>
                      <a:pt x="12" y="12967"/>
                      <a:pt x="12" y="13026"/>
                    </a:cubicBezTo>
                    <a:cubicBezTo>
                      <a:pt x="12" y="13098"/>
                      <a:pt x="12" y="13157"/>
                      <a:pt x="12" y="13228"/>
                    </a:cubicBezTo>
                    <a:cubicBezTo>
                      <a:pt x="12" y="13288"/>
                      <a:pt x="12" y="13359"/>
                      <a:pt x="12" y="13419"/>
                    </a:cubicBezTo>
                    <a:cubicBezTo>
                      <a:pt x="12" y="13479"/>
                      <a:pt x="12" y="13550"/>
                      <a:pt x="12" y="13609"/>
                    </a:cubicBezTo>
                    <a:cubicBezTo>
                      <a:pt x="12" y="13681"/>
                      <a:pt x="12" y="13740"/>
                      <a:pt x="12" y="13812"/>
                    </a:cubicBezTo>
                    <a:cubicBezTo>
                      <a:pt x="12" y="13871"/>
                      <a:pt x="12" y="13943"/>
                      <a:pt x="12" y="14002"/>
                    </a:cubicBezTo>
                    <a:cubicBezTo>
                      <a:pt x="12" y="14062"/>
                      <a:pt x="12" y="14133"/>
                      <a:pt x="12" y="14193"/>
                    </a:cubicBezTo>
                    <a:cubicBezTo>
                      <a:pt x="12" y="14264"/>
                      <a:pt x="12" y="14324"/>
                      <a:pt x="12" y="14395"/>
                    </a:cubicBezTo>
                    <a:cubicBezTo>
                      <a:pt x="12" y="14455"/>
                      <a:pt x="12" y="14526"/>
                      <a:pt x="12" y="14586"/>
                    </a:cubicBezTo>
                    <a:cubicBezTo>
                      <a:pt x="12" y="14645"/>
                      <a:pt x="12" y="14717"/>
                      <a:pt x="12" y="14776"/>
                    </a:cubicBezTo>
                    <a:cubicBezTo>
                      <a:pt x="12" y="14848"/>
                      <a:pt x="12" y="14907"/>
                      <a:pt x="12" y="14979"/>
                    </a:cubicBezTo>
                    <a:cubicBezTo>
                      <a:pt x="12" y="15038"/>
                      <a:pt x="12" y="15110"/>
                      <a:pt x="12" y="15169"/>
                    </a:cubicBezTo>
                    <a:cubicBezTo>
                      <a:pt x="12" y="15229"/>
                      <a:pt x="12" y="15300"/>
                      <a:pt x="12" y="15360"/>
                    </a:cubicBezTo>
                    <a:cubicBezTo>
                      <a:pt x="12" y="15431"/>
                      <a:pt x="12" y="15491"/>
                      <a:pt x="12" y="15562"/>
                    </a:cubicBezTo>
                    <a:cubicBezTo>
                      <a:pt x="12" y="15622"/>
                      <a:pt x="12" y="15693"/>
                      <a:pt x="12" y="15753"/>
                    </a:cubicBezTo>
                    <a:cubicBezTo>
                      <a:pt x="12" y="15812"/>
                      <a:pt x="12" y="15884"/>
                      <a:pt x="12" y="15943"/>
                    </a:cubicBezTo>
                    <a:cubicBezTo>
                      <a:pt x="12" y="16015"/>
                      <a:pt x="12" y="16074"/>
                      <a:pt x="12" y="16146"/>
                    </a:cubicBezTo>
                    <a:cubicBezTo>
                      <a:pt x="12" y="16205"/>
                      <a:pt x="12" y="16276"/>
                      <a:pt x="12" y="16336"/>
                    </a:cubicBezTo>
                    <a:cubicBezTo>
                      <a:pt x="12" y="16396"/>
                      <a:pt x="12" y="16467"/>
                      <a:pt x="12" y="16527"/>
                    </a:cubicBezTo>
                    <a:cubicBezTo>
                      <a:pt x="12" y="16598"/>
                      <a:pt x="12" y="16657"/>
                      <a:pt x="12" y="16729"/>
                    </a:cubicBezTo>
                    <a:cubicBezTo>
                      <a:pt x="12" y="16788"/>
                      <a:pt x="12" y="16860"/>
                      <a:pt x="12" y="16919"/>
                    </a:cubicBezTo>
                    <a:cubicBezTo>
                      <a:pt x="12" y="16979"/>
                      <a:pt x="12" y="17050"/>
                      <a:pt x="12" y="17110"/>
                    </a:cubicBezTo>
                    <a:cubicBezTo>
                      <a:pt x="12" y="17181"/>
                      <a:pt x="12" y="17241"/>
                      <a:pt x="12" y="17312"/>
                    </a:cubicBezTo>
                    <a:cubicBezTo>
                      <a:pt x="12" y="17372"/>
                      <a:pt x="12" y="17443"/>
                      <a:pt x="12" y="17503"/>
                    </a:cubicBezTo>
                    <a:cubicBezTo>
                      <a:pt x="12" y="17562"/>
                      <a:pt x="12" y="17634"/>
                      <a:pt x="12" y="17693"/>
                    </a:cubicBezTo>
                    <a:cubicBezTo>
                      <a:pt x="12" y="17765"/>
                      <a:pt x="12" y="17824"/>
                      <a:pt x="12" y="17896"/>
                    </a:cubicBezTo>
                    <a:cubicBezTo>
                      <a:pt x="12" y="17955"/>
                      <a:pt x="12" y="18015"/>
                      <a:pt x="12" y="18086"/>
                    </a:cubicBezTo>
                    <a:cubicBezTo>
                      <a:pt x="12" y="18146"/>
                      <a:pt x="12" y="18217"/>
                      <a:pt x="12" y="18277"/>
                    </a:cubicBezTo>
                    <a:cubicBezTo>
                      <a:pt x="12" y="18348"/>
                      <a:pt x="12" y="18408"/>
                      <a:pt x="12" y="18479"/>
                    </a:cubicBezTo>
                    <a:cubicBezTo>
                      <a:pt x="12" y="18539"/>
                      <a:pt x="12" y="18598"/>
                      <a:pt x="12" y="18670"/>
                    </a:cubicBezTo>
                    <a:cubicBezTo>
                      <a:pt x="12" y="18729"/>
                      <a:pt x="12" y="18801"/>
                      <a:pt x="12" y="18860"/>
                    </a:cubicBezTo>
                    <a:cubicBezTo>
                      <a:pt x="12" y="18932"/>
                      <a:pt x="12" y="18991"/>
                      <a:pt x="12" y="19063"/>
                    </a:cubicBezTo>
                    <a:cubicBezTo>
                      <a:pt x="12" y="19122"/>
                      <a:pt x="12" y="19182"/>
                      <a:pt x="12" y="19253"/>
                    </a:cubicBezTo>
                    <a:cubicBezTo>
                      <a:pt x="12" y="19313"/>
                      <a:pt x="12" y="19384"/>
                      <a:pt x="12" y="19444"/>
                    </a:cubicBezTo>
                    <a:cubicBezTo>
                      <a:pt x="12" y="19515"/>
                      <a:pt x="12" y="19575"/>
                      <a:pt x="12" y="19646"/>
                    </a:cubicBezTo>
                    <a:cubicBezTo>
                      <a:pt x="12" y="19705"/>
                      <a:pt x="12" y="19765"/>
                      <a:pt x="12" y="19836"/>
                    </a:cubicBezTo>
                    <a:cubicBezTo>
                      <a:pt x="12" y="19896"/>
                      <a:pt x="12" y="19967"/>
                      <a:pt x="12" y="20027"/>
                    </a:cubicBezTo>
                    <a:cubicBezTo>
                      <a:pt x="12" y="20098"/>
                      <a:pt x="12" y="20158"/>
                      <a:pt x="12" y="20229"/>
                    </a:cubicBezTo>
                    <a:cubicBezTo>
                      <a:pt x="12" y="20289"/>
                      <a:pt x="12" y="20348"/>
                      <a:pt x="12" y="20420"/>
                    </a:cubicBezTo>
                    <a:cubicBezTo>
                      <a:pt x="12" y="20479"/>
                      <a:pt x="12" y="20551"/>
                      <a:pt x="12" y="20610"/>
                    </a:cubicBezTo>
                    <a:cubicBezTo>
                      <a:pt x="12" y="20682"/>
                      <a:pt x="12" y="20741"/>
                      <a:pt x="12" y="20813"/>
                    </a:cubicBezTo>
                    <a:cubicBezTo>
                      <a:pt x="12" y="20872"/>
                      <a:pt x="12" y="20932"/>
                      <a:pt x="12" y="21003"/>
                    </a:cubicBezTo>
                    <a:cubicBezTo>
                      <a:pt x="12" y="21063"/>
                      <a:pt x="12" y="21134"/>
                      <a:pt x="12" y="21194"/>
                    </a:cubicBezTo>
                    <a:cubicBezTo>
                      <a:pt x="12" y="21265"/>
                      <a:pt x="12" y="21325"/>
                      <a:pt x="12" y="21396"/>
                    </a:cubicBezTo>
                    <a:cubicBezTo>
                      <a:pt x="12" y="21456"/>
                      <a:pt x="12" y="21515"/>
                      <a:pt x="12" y="21587"/>
                    </a:cubicBezTo>
                    <a:cubicBezTo>
                      <a:pt x="0" y="22515"/>
                      <a:pt x="500" y="23373"/>
                      <a:pt x="1310" y="23837"/>
                    </a:cubicBezTo>
                    <a:lnTo>
                      <a:pt x="36612" y="44208"/>
                    </a:lnTo>
                    <a:cubicBezTo>
                      <a:pt x="37416" y="44679"/>
                      <a:pt x="38315" y="44914"/>
                      <a:pt x="39215" y="44914"/>
                    </a:cubicBezTo>
                    <a:cubicBezTo>
                      <a:pt x="40115" y="44914"/>
                      <a:pt x="41017" y="44679"/>
                      <a:pt x="41827" y="44208"/>
                    </a:cubicBezTo>
                    <a:lnTo>
                      <a:pt x="77129" y="23837"/>
                    </a:lnTo>
                    <a:cubicBezTo>
                      <a:pt x="77939" y="23373"/>
                      <a:pt x="78439" y="22515"/>
                      <a:pt x="78427" y="21587"/>
                    </a:cubicBezTo>
                    <a:lnTo>
                      <a:pt x="78427" y="21384"/>
                    </a:lnTo>
                    <a:lnTo>
                      <a:pt x="78427" y="21194"/>
                    </a:lnTo>
                    <a:lnTo>
                      <a:pt x="78427" y="21003"/>
                    </a:lnTo>
                    <a:lnTo>
                      <a:pt x="78427" y="20801"/>
                    </a:lnTo>
                    <a:lnTo>
                      <a:pt x="78427" y="20610"/>
                    </a:lnTo>
                    <a:lnTo>
                      <a:pt x="78427" y="20420"/>
                    </a:lnTo>
                    <a:lnTo>
                      <a:pt x="78427" y="20217"/>
                    </a:lnTo>
                    <a:lnTo>
                      <a:pt x="78427" y="20027"/>
                    </a:lnTo>
                    <a:lnTo>
                      <a:pt x="78427" y="19836"/>
                    </a:lnTo>
                    <a:lnTo>
                      <a:pt x="78427" y="19634"/>
                    </a:lnTo>
                    <a:lnTo>
                      <a:pt x="78427" y="19444"/>
                    </a:lnTo>
                    <a:lnTo>
                      <a:pt x="78427" y="19253"/>
                    </a:lnTo>
                    <a:lnTo>
                      <a:pt x="78427" y="19051"/>
                    </a:lnTo>
                    <a:lnTo>
                      <a:pt x="78427" y="18860"/>
                    </a:lnTo>
                    <a:lnTo>
                      <a:pt x="78427" y="18670"/>
                    </a:lnTo>
                    <a:lnTo>
                      <a:pt x="78427" y="18467"/>
                    </a:lnTo>
                    <a:lnTo>
                      <a:pt x="78427" y="18277"/>
                    </a:lnTo>
                    <a:lnTo>
                      <a:pt x="78427" y="18086"/>
                    </a:lnTo>
                    <a:lnTo>
                      <a:pt x="78427" y="17884"/>
                    </a:lnTo>
                    <a:lnTo>
                      <a:pt x="78427" y="17693"/>
                    </a:lnTo>
                    <a:lnTo>
                      <a:pt x="78427" y="17503"/>
                    </a:lnTo>
                    <a:lnTo>
                      <a:pt x="78427" y="17300"/>
                    </a:lnTo>
                    <a:lnTo>
                      <a:pt x="78427" y="17110"/>
                    </a:lnTo>
                    <a:lnTo>
                      <a:pt x="78427" y="16919"/>
                    </a:lnTo>
                    <a:lnTo>
                      <a:pt x="78427" y="16717"/>
                    </a:lnTo>
                    <a:lnTo>
                      <a:pt x="78427" y="16527"/>
                    </a:lnTo>
                    <a:lnTo>
                      <a:pt x="78427" y="16336"/>
                    </a:lnTo>
                    <a:lnTo>
                      <a:pt x="78427" y="16146"/>
                    </a:lnTo>
                    <a:lnTo>
                      <a:pt x="78427" y="15943"/>
                    </a:lnTo>
                    <a:lnTo>
                      <a:pt x="78427" y="15753"/>
                    </a:lnTo>
                    <a:lnTo>
                      <a:pt x="78427" y="15562"/>
                    </a:lnTo>
                    <a:lnTo>
                      <a:pt x="78427" y="15360"/>
                    </a:lnTo>
                    <a:lnTo>
                      <a:pt x="78427" y="15169"/>
                    </a:lnTo>
                    <a:lnTo>
                      <a:pt x="78427" y="14979"/>
                    </a:lnTo>
                    <a:lnTo>
                      <a:pt x="78427" y="14776"/>
                    </a:lnTo>
                    <a:lnTo>
                      <a:pt x="78427" y="14586"/>
                    </a:lnTo>
                    <a:lnTo>
                      <a:pt x="78427" y="14395"/>
                    </a:lnTo>
                    <a:lnTo>
                      <a:pt x="78427" y="14193"/>
                    </a:lnTo>
                    <a:lnTo>
                      <a:pt x="78427" y="14002"/>
                    </a:lnTo>
                    <a:lnTo>
                      <a:pt x="78427" y="13812"/>
                    </a:lnTo>
                    <a:lnTo>
                      <a:pt x="78427" y="13609"/>
                    </a:lnTo>
                    <a:lnTo>
                      <a:pt x="78427" y="13419"/>
                    </a:lnTo>
                    <a:lnTo>
                      <a:pt x="78427" y="13228"/>
                    </a:lnTo>
                    <a:lnTo>
                      <a:pt x="78427" y="13026"/>
                    </a:lnTo>
                    <a:lnTo>
                      <a:pt x="78427" y="12836"/>
                    </a:lnTo>
                    <a:lnTo>
                      <a:pt x="78427" y="12645"/>
                    </a:lnTo>
                    <a:lnTo>
                      <a:pt x="78427" y="12443"/>
                    </a:lnTo>
                    <a:lnTo>
                      <a:pt x="78427" y="12252"/>
                    </a:lnTo>
                    <a:lnTo>
                      <a:pt x="78427" y="12062"/>
                    </a:lnTo>
                    <a:lnTo>
                      <a:pt x="78427" y="11859"/>
                    </a:lnTo>
                    <a:lnTo>
                      <a:pt x="78427" y="11669"/>
                    </a:lnTo>
                    <a:lnTo>
                      <a:pt x="78427" y="11478"/>
                    </a:lnTo>
                    <a:lnTo>
                      <a:pt x="78427" y="11276"/>
                    </a:lnTo>
                    <a:lnTo>
                      <a:pt x="78427" y="11085"/>
                    </a:lnTo>
                    <a:lnTo>
                      <a:pt x="78427" y="10895"/>
                    </a:lnTo>
                    <a:lnTo>
                      <a:pt x="78427" y="10692"/>
                    </a:lnTo>
                    <a:lnTo>
                      <a:pt x="78427" y="10502"/>
                    </a:lnTo>
                    <a:lnTo>
                      <a:pt x="78427" y="10311"/>
                    </a:lnTo>
                    <a:lnTo>
                      <a:pt x="78427" y="10109"/>
                    </a:lnTo>
                    <a:lnTo>
                      <a:pt x="78427" y="9919"/>
                    </a:lnTo>
                    <a:lnTo>
                      <a:pt x="78427" y="9728"/>
                    </a:lnTo>
                    <a:lnTo>
                      <a:pt x="78427" y="9526"/>
                    </a:lnTo>
                    <a:lnTo>
                      <a:pt x="78427" y="9335"/>
                    </a:lnTo>
                    <a:lnTo>
                      <a:pt x="78427" y="9145"/>
                    </a:lnTo>
                    <a:lnTo>
                      <a:pt x="78427" y="8942"/>
                    </a:lnTo>
                    <a:lnTo>
                      <a:pt x="78427" y="8752"/>
                    </a:lnTo>
                    <a:lnTo>
                      <a:pt x="78427" y="8561"/>
                    </a:lnTo>
                    <a:lnTo>
                      <a:pt x="78427" y="8359"/>
                    </a:lnTo>
                    <a:lnTo>
                      <a:pt x="78427" y="8168"/>
                    </a:lnTo>
                    <a:lnTo>
                      <a:pt x="78427" y="7978"/>
                    </a:lnTo>
                    <a:lnTo>
                      <a:pt x="78427" y="7775"/>
                    </a:lnTo>
                    <a:lnTo>
                      <a:pt x="78427" y="7585"/>
                    </a:lnTo>
                    <a:lnTo>
                      <a:pt x="78427" y="7394"/>
                    </a:lnTo>
                    <a:lnTo>
                      <a:pt x="78427" y="7192"/>
                    </a:lnTo>
                    <a:lnTo>
                      <a:pt x="78427" y="7002"/>
                    </a:lnTo>
                    <a:lnTo>
                      <a:pt x="78427" y="6811"/>
                    </a:lnTo>
                    <a:lnTo>
                      <a:pt x="78427" y="6609"/>
                    </a:lnTo>
                    <a:lnTo>
                      <a:pt x="78427" y="6418"/>
                    </a:lnTo>
                    <a:lnTo>
                      <a:pt x="78427" y="6228"/>
                    </a:lnTo>
                    <a:lnTo>
                      <a:pt x="78427" y="6025"/>
                    </a:lnTo>
                    <a:lnTo>
                      <a:pt x="78427" y="5835"/>
                    </a:lnTo>
                    <a:lnTo>
                      <a:pt x="78427" y="5644"/>
                    </a:lnTo>
                    <a:lnTo>
                      <a:pt x="78427" y="5442"/>
                    </a:lnTo>
                    <a:lnTo>
                      <a:pt x="78427" y="5251"/>
                    </a:lnTo>
                    <a:lnTo>
                      <a:pt x="78427" y="5061"/>
                    </a:lnTo>
                    <a:lnTo>
                      <a:pt x="78427" y="4858"/>
                    </a:lnTo>
                    <a:lnTo>
                      <a:pt x="78427" y="4668"/>
                    </a:lnTo>
                    <a:lnTo>
                      <a:pt x="78427" y="4477"/>
                    </a:lnTo>
                    <a:lnTo>
                      <a:pt x="78427" y="4275"/>
                    </a:lnTo>
                    <a:lnTo>
                      <a:pt x="78427" y="4085"/>
                    </a:lnTo>
                    <a:lnTo>
                      <a:pt x="78427" y="3894"/>
                    </a:lnTo>
                    <a:lnTo>
                      <a:pt x="78427" y="3692"/>
                    </a:lnTo>
                    <a:lnTo>
                      <a:pt x="78427" y="3501"/>
                    </a:lnTo>
                    <a:lnTo>
                      <a:pt x="78427" y="3311"/>
                    </a:lnTo>
                    <a:lnTo>
                      <a:pt x="78427" y="3108"/>
                    </a:lnTo>
                    <a:lnTo>
                      <a:pt x="78427" y="2918"/>
                    </a:lnTo>
                    <a:lnTo>
                      <a:pt x="78427" y="2727"/>
                    </a:lnTo>
                    <a:lnTo>
                      <a:pt x="78427" y="2525"/>
                    </a:lnTo>
                    <a:lnTo>
                      <a:pt x="78427" y="2334"/>
                    </a:lnTo>
                    <a:lnTo>
                      <a:pt x="78427" y="2144"/>
                    </a:lnTo>
                    <a:lnTo>
                      <a:pt x="78427" y="1941"/>
                    </a:lnTo>
                    <a:lnTo>
                      <a:pt x="78427" y="1751"/>
                    </a:lnTo>
                    <a:lnTo>
                      <a:pt x="78427" y="1560"/>
                    </a:lnTo>
                    <a:lnTo>
                      <a:pt x="78427" y="1358"/>
                    </a:lnTo>
                    <a:lnTo>
                      <a:pt x="78427" y="1167"/>
                    </a:lnTo>
                    <a:lnTo>
                      <a:pt x="78427" y="977"/>
                    </a:lnTo>
                    <a:lnTo>
                      <a:pt x="78427" y="775"/>
                    </a:lnTo>
                    <a:lnTo>
                      <a:pt x="78427" y="584"/>
                    </a:lnTo>
                    <a:lnTo>
                      <a:pt x="78427" y="394"/>
                    </a:lnTo>
                    <a:lnTo>
                      <a:pt x="78427" y="191"/>
                    </a:lnTo>
                    <a:lnTo>
                      <a:pt x="78427" y="1"/>
                    </a:lnTo>
                    <a:lnTo>
                      <a:pt x="78212" y="1"/>
                    </a:lnTo>
                    <a:cubicBezTo>
                      <a:pt x="78224" y="858"/>
                      <a:pt x="77760" y="1644"/>
                      <a:pt x="77022" y="2072"/>
                    </a:cubicBezTo>
                    <a:lnTo>
                      <a:pt x="41720" y="22444"/>
                    </a:lnTo>
                    <a:cubicBezTo>
                      <a:pt x="40946" y="22890"/>
                      <a:pt x="40083" y="23114"/>
                      <a:pt x="39218" y="23114"/>
                    </a:cubicBezTo>
                    <a:cubicBezTo>
                      <a:pt x="38353" y="23114"/>
                      <a:pt x="37487" y="22890"/>
                      <a:pt x="36707" y="22444"/>
                    </a:cubicBezTo>
                    <a:lnTo>
                      <a:pt x="1417" y="2072"/>
                    </a:lnTo>
                    <a:cubicBezTo>
                      <a:pt x="667" y="1644"/>
                      <a:pt x="215" y="858"/>
                      <a:pt x="22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  <a:alpha val="41520"/>
                    </a:srgbClr>
                  </a:gs>
                  <a:gs pos="100000">
                    <a:srgbClr val="FFFFFF">
                      <a:alpha val="37254"/>
                      <a:alpha val="415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17"/>
              <p:cNvSpPr/>
              <p:nvPr/>
            </p:nvSpPr>
            <p:spPr>
              <a:xfrm>
                <a:off x="5553063" y="1487604"/>
                <a:ext cx="1981525" cy="1164300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rgbClr val="A0FDF1">
                  <a:alpha val="415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9" name="Google Shape;339;p17"/>
          <p:cNvGrpSpPr/>
          <p:nvPr/>
        </p:nvGrpSpPr>
        <p:grpSpPr>
          <a:xfrm>
            <a:off x="5421266" y="2059788"/>
            <a:ext cx="1165988" cy="1568666"/>
            <a:chOff x="3478424" y="1308364"/>
            <a:chExt cx="2187185" cy="2942536"/>
          </a:xfrm>
        </p:grpSpPr>
        <p:sp>
          <p:nvSpPr>
            <p:cNvPr id="340" name="Google Shape;340;p17"/>
            <p:cNvSpPr/>
            <p:nvPr/>
          </p:nvSpPr>
          <p:spPr>
            <a:xfrm>
              <a:off x="3485139" y="2969821"/>
              <a:ext cx="2180470" cy="1281079"/>
            </a:xfrm>
            <a:custGeom>
              <a:avLst/>
              <a:gdLst/>
              <a:ahLst/>
              <a:cxnLst/>
              <a:rect l="l" t="t" r="r" b="b"/>
              <a:pathLst>
                <a:path w="79261" h="46572" extrusionOk="0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7"/>
            <p:cNvSpPr/>
            <p:nvPr/>
          </p:nvSpPr>
          <p:spPr>
            <a:xfrm>
              <a:off x="3793045" y="1947520"/>
              <a:ext cx="1550129" cy="2096604"/>
            </a:xfrm>
            <a:custGeom>
              <a:avLst/>
              <a:gdLst/>
              <a:ahLst/>
              <a:cxnLst/>
              <a:rect l="l" t="t" r="r" b="b"/>
              <a:pathLst>
                <a:path w="52721" h="71307" extrusionOk="0">
                  <a:moveTo>
                    <a:pt x="52709" y="0"/>
                  </a:moveTo>
                  <a:lnTo>
                    <a:pt x="0" y="0"/>
                  </a:lnTo>
                  <a:lnTo>
                    <a:pt x="0" y="55495"/>
                  </a:lnTo>
                  <a:cubicBezTo>
                    <a:pt x="0" y="56090"/>
                    <a:pt x="321" y="56650"/>
                    <a:pt x="845" y="56948"/>
                  </a:cubicBezTo>
                  <a:lnTo>
                    <a:pt x="24646" y="70699"/>
                  </a:lnTo>
                  <a:cubicBezTo>
                    <a:pt x="25706" y="71306"/>
                    <a:pt x="27027" y="71306"/>
                    <a:pt x="28087" y="70699"/>
                  </a:cubicBezTo>
                  <a:lnTo>
                    <a:pt x="51876" y="56948"/>
                  </a:lnTo>
                  <a:cubicBezTo>
                    <a:pt x="52399" y="56650"/>
                    <a:pt x="52721" y="56090"/>
                    <a:pt x="52721" y="55495"/>
                  </a:cubicBezTo>
                  <a:lnTo>
                    <a:pt x="52721" y="554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7"/>
            <p:cNvSpPr/>
            <p:nvPr/>
          </p:nvSpPr>
          <p:spPr>
            <a:xfrm>
              <a:off x="3784988" y="1482593"/>
              <a:ext cx="1566242" cy="929825"/>
            </a:xfrm>
            <a:custGeom>
              <a:avLst/>
              <a:gdLst/>
              <a:ahLst/>
              <a:cxnLst/>
              <a:rect l="l" t="t" r="r" b="b"/>
              <a:pathLst>
                <a:path w="53269" h="31624" extrusionOk="0">
                  <a:moveTo>
                    <a:pt x="24920" y="31004"/>
                  </a:moveTo>
                  <a:lnTo>
                    <a:pt x="1119" y="17265"/>
                  </a:lnTo>
                  <a:cubicBezTo>
                    <a:pt x="0" y="16622"/>
                    <a:pt x="0" y="15002"/>
                    <a:pt x="1119" y="14359"/>
                  </a:cubicBezTo>
                  <a:lnTo>
                    <a:pt x="24920" y="620"/>
                  </a:lnTo>
                  <a:cubicBezTo>
                    <a:pt x="25980" y="1"/>
                    <a:pt x="27301" y="1"/>
                    <a:pt x="28361" y="620"/>
                  </a:cubicBezTo>
                  <a:lnTo>
                    <a:pt x="52150" y="14359"/>
                  </a:lnTo>
                  <a:cubicBezTo>
                    <a:pt x="53269" y="15002"/>
                    <a:pt x="53269" y="16622"/>
                    <a:pt x="52150" y="17265"/>
                  </a:cubicBezTo>
                  <a:lnTo>
                    <a:pt x="28361" y="31004"/>
                  </a:lnTo>
                  <a:cubicBezTo>
                    <a:pt x="27289" y="31624"/>
                    <a:pt x="25980" y="31624"/>
                    <a:pt x="24920" y="31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7"/>
            <p:cNvSpPr/>
            <p:nvPr/>
          </p:nvSpPr>
          <p:spPr>
            <a:xfrm>
              <a:off x="3818244" y="2089627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7"/>
                  </a:moveTo>
                  <a:lnTo>
                    <a:pt x="0" y="1561"/>
                  </a:lnTo>
                  <a:lnTo>
                    <a:pt x="0" y="1"/>
                  </a:lnTo>
                  <a:lnTo>
                    <a:pt x="24194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7"/>
            <p:cNvSpPr/>
            <p:nvPr/>
          </p:nvSpPr>
          <p:spPr>
            <a:xfrm>
              <a:off x="3818244" y="2153697"/>
              <a:ext cx="711364" cy="456885"/>
            </a:xfrm>
            <a:custGeom>
              <a:avLst/>
              <a:gdLst/>
              <a:ahLst/>
              <a:cxnLst/>
              <a:rect l="l" t="t" r="r" b="b"/>
              <a:pathLst>
                <a:path w="24194" h="15539" extrusionOk="0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7"/>
            <p:cNvSpPr/>
            <p:nvPr/>
          </p:nvSpPr>
          <p:spPr>
            <a:xfrm>
              <a:off x="3818244" y="2218120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7"/>
            <p:cNvSpPr/>
            <p:nvPr/>
          </p:nvSpPr>
          <p:spPr>
            <a:xfrm>
              <a:off x="3818244" y="2282543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7"/>
            <p:cNvSpPr/>
            <p:nvPr/>
          </p:nvSpPr>
          <p:spPr>
            <a:xfrm>
              <a:off x="3818244" y="2346966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7"/>
            <p:cNvSpPr/>
            <p:nvPr/>
          </p:nvSpPr>
          <p:spPr>
            <a:xfrm>
              <a:off x="3818244" y="246178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7"/>
            <p:cNvSpPr/>
            <p:nvPr/>
          </p:nvSpPr>
          <p:spPr>
            <a:xfrm>
              <a:off x="3818244" y="2526209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7"/>
            <p:cNvSpPr/>
            <p:nvPr/>
          </p:nvSpPr>
          <p:spPr>
            <a:xfrm>
              <a:off x="3818244" y="2590250"/>
              <a:ext cx="711364" cy="456885"/>
            </a:xfrm>
            <a:custGeom>
              <a:avLst/>
              <a:gdLst/>
              <a:ahLst/>
              <a:cxnLst/>
              <a:rect l="l" t="t" r="r" b="b"/>
              <a:pathLst>
                <a:path w="24194" h="15539" extrusionOk="0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7"/>
            <p:cNvSpPr/>
            <p:nvPr/>
          </p:nvSpPr>
          <p:spPr>
            <a:xfrm>
              <a:off x="3818244" y="2654673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7"/>
            <p:cNvSpPr/>
            <p:nvPr/>
          </p:nvSpPr>
          <p:spPr>
            <a:xfrm>
              <a:off x="3818244" y="271909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7"/>
            <p:cNvSpPr/>
            <p:nvPr/>
          </p:nvSpPr>
          <p:spPr>
            <a:xfrm>
              <a:off x="3818244" y="283391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7"/>
            <p:cNvSpPr/>
            <p:nvPr/>
          </p:nvSpPr>
          <p:spPr>
            <a:xfrm>
              <a:off x="3818244" y="2898339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7"/>
            <p:cNvSpPr/>
            <p:nvPr/>
          </p:nvSpPr>
          <p:spPr>
            <a:xfrm>
              <a:off x="3818244" y="2962762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7"/>
            <p:cNvSpPr/>
            <p:nvPr/>
          </p:nvSpPr>
          <p:spPr>
            <a:xfrm>
              <a:off x="3818244" y="3026803"/>
              <a:ext cx="711364" cy="456885"/>
            </a:xfrm>
            <a:custGeom>
              <a:avLst/>
              <a:gdLst/>
              <a:ahLst/>
              <a:cxnLst/>
              <a:rect l="l" t="t" r="r" b="b"/>
              <a:pathLst>
                <a:path w="24194" h="15539" extrusionOk="0">
                  <a:moveTo>
                    <a:pt x="24194" y="15539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7"/>
            <p:cNvSpPr/>
            <p:nvPr/>
          </p:nvSpPr>
          <p:spPr>
            <a:xfrm>
              <a:off x="3818244" y="309122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7"/>
            <p:cNvSpPr/>
            <p:nvPr/>
          </p:nvSpPr>
          <p:spPr>
            <a:xfrm>
              <a:off x="3818244" y="320604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7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7"/>
            <p:cNvSpPr/>
            <p:nvPr/>
          </p:nvSpPr>
          <p:spPr>
            <a:xfrm>
              <a:off x="3818244" y="3270469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7"/>
            <p:cNvSpPr/>
            <p:nvPr/>
          </p:nvSpPr>
          <p:spPr>
            <a:xfrm>
              <a:off x="3818244" y="3334892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7"/>
            <p:cNvSpPr/>
            <p:nvPr/>
          </p:nvSpPr>
          <p:spPr>
            <a:xfrm>
              <a:off x="3818244" y="3399315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7"/>
            <p:cNvSpPr/>
            <p:nvPr/>
          </p:nvSpPr>
          <p:spPr>
            <a:xfrm>
              <a:off x="3818244" y="3463385"/>
              <a:ext cx="711364" cy="456856"/>
            </a:xfrm>
            <a:custGeom>
              <a:avLst/>
              <a:gdLst/>
              <a:ahLst/>
              <a:cxnLst/>
              <a:rect l="l" t="t" r="r" b="b"/>
              <a:pathLst>
                <a:path w="24194" h="15538" extrusionOk="0">
                  <a:moveTo>
                    <a:pt x="24194" y="15538"/>
                  </a:moveTo>
                  <a:lnTo>
                    <a:pt x="0" y="1572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7"/>
            <p:cNvSpPr/>
            <p:nvPr/>
          </p:nvSpPr>
          <p:spPr>
            <a:xfrm>
              <a:off x="4606639" y="2089627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7"/>
                  </a:moveTo>
                  <a:lnTo>
                    <a:pt x="24182" y="1561"/>
                  </a:lnTo>
                  <a:lnTo>
                    <a:pt x="24182" y="1"/>
                  </a:lnTo>
                  <a:lnTo>
                    <a:pt x="0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7"/>
            <p:cNvSpPr/>
            <p:nvPr/>
          </p:nvSpPr>
          <p:spPr>
            <a:xfrm>
              <a:off x="4606639" y="2153697"/>
              <a:ext cx="711011" cy="456885"/>
            </a:xfrm>
            <a:custGeom>
              <a:avLst/>
              <a:gdLst/>
              <a:ahLst/>
              <a:cxnLst/>
              <a:rect l="l" t="t" r="r" b="b"/>
              <a:pathLst>
                <a:path w="24182" h="15539" extrusionOk="0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7"/>
            <p:cNvSpPr/>
            <p:nvPr/>
          </p:nvSpPr>
          <p:spPr>
            <a:xfrm>
              <a:off x="4606639" y="2218120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7"/>
            <p:cNvSpPr/>
            <p:nvPr/>
          </p:nvSpPr>
          <p:spPr>
            <a:xfrm>
              <a:off x="4606639" y="2282543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7"/>
            <p:cNvSpPr/>
            <p:nvPr/>
          </p:nvSpPr>
          <p:spPr>
            <a:xfrm>
              <a:off x="4606639" y="2346966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7"/>
            <p:cNvSpPr/>
            <p:nvPr/>
          </p:nvSpPr>
          <p:spPr>
            <a:xfrm>
              <a:off x="4606639" y="246178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7"/>
            <p:cNvSpPr/>
            <p:nvPr/>
          </p:nvSpPr>
          <p:spPr>
            <a:xfrm>
              <a:off x="4606639" y="2526209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7"/>
            <p:cNvSpPr/>
            <p:nvPr/>
          </p:nvSpPr>
          <p:spPr>
            <a:xfrm>
              <a:off x="4606639" y="2590250"/>
              <a:ext cx="711011" cy="456885"/>
            </a:xfrm>
            <a:custGeom>
              <a:avLst/>
              <a:gdLst/>
              <a:ahLst/>
              <a:cxnLst/>
              <a:rect l="l" t="t" r="r" b="b"/>
              <a:pathLst>
                <a:path w="24182" h="15539" extrusionOk="0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7"/>
            <p:cNvSpPr/>
            <p:nvPr/>
          </p:nvSpPr>
          <p:spPr>
            <a:xfrm>
              <a:off x="4606639" y="2654673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7"/>
            <p:cNvSpPr/>
            <p:nvPr/>
          </p:nvSpPr>
          <p:spPr>
            <a:xfrm>
              <a:off x="4606639" y="271909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7"/>
            <p:cNvSpPr/>
            <p:nvPr/>
          </p:nvSpPr>
          <p:spPr>
            <a:xfrm>
              <a:off x="4606639" y="283391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7"/>
            <p:cNvSpPr/>
            <p:nvPr/>
          </p:nvSpPr>
          <p:spPr>
            <a:xfrm>
              <a:off x="4606639" y="2898339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7"/>
            <p:cNvSpPr/>
            <p:nvPr/>
          </p:nvSpPr>
          <p:spPr>
            <a:xfrm>
              <a:off x="4606639" y="2962762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7"/>
            <p:cNvSpPr/>
            <p:nvPr/>
          </p:nvSpPr>
          <p:spPr>
            <a:xfrm>
              <a:off x="4606639" y="3026803"/>
              <a:ext cx="711011" cy="456885"/>
            </a:xfrm>
            <a:custGeom>
              <a:avLst/>
              <a:gdLst/>
              <a:ahLst/>
              <a:cxnLst/>
              <a:rect l="l" t="t" r="r" b="b"/>
              <a:pathLst>
                <a:path w="24182" h="15539" extrusionOk="0">
                  <a:moveTo>
                    <a:pt x="0" y="15539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7"/>
            <p:cNvSpPr/>
            <p:nvPr/>
          </p:nvSpPr>
          <p:spPr>
            <a:xfrm>
              <a:off x="4606639" y="309122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7"/>
            <p:cNvSpPr/>
            <p:nvPr/>
          </p:nvSpPr>
          <p:spPr>
            <a:xfrm>
              <a:off x="4606639" y="320604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7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7"/>
            <p:cNvSpPr/>
            <p:nvPr/>
          </p:nvSpPr>
          <p:spPr>
            <a:xfrm>
              <a:off x="4606639" y="3270469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7"/>
            <p:cNvSpPr/>
            <p:nvPr/>
          </p:nvSpPr>
          <p:spPr>
            <a:xfrm>
              <a:off x="4606639" y="3334892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7"/>
            <p:cNvSpPr/>
            <p:nvPr/>
          </p:nvSpPr>
          <p:spPr>
            <a:xfrm>
              <a:off x="4606639" y="3399315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7"/>
            <p:cNvSpPr/>
            <p:nvPr/>
          </p:nvSpPr>
          <p:spPr>
            <a:xfrm>
              <a:off x="4606639" y="3463385"/>
              <a:ext cx="711011" cy="456856"/>
            </a:xfrm>
            <a:custGeom>
              <a:avLst/>
              <a:gdLst/>
              <a:ahLst/>
              <a:cxnLst/>
              <a:rect l="l" t="t" r="r" b="b"/>
              <a:pathLst>
                <a:path w="24182" h="15538" extrusionOk="0">
                  <a:moveTo>
                    <a:pt x="0" y="15538"/>
                  </a:moveTo>
                  <a:lnTo>
                    <a:pt x="24182" y="1572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3" name="Google Shape;383;p17"/>
            <p:cNvGrpSpPr/>
            <p:nvPr/>
          </p:nvGrpSpPr>
          <p:grpSpPr>
            <a:xfrm>
              <a:off x="3478424" y="1308364"/>
              <a:ext cx="2180470" cy="1878295"/>
              <a:chOff x="5553063" y="1487604"/>
              <a:chExt cx="1981525" cy="1707075"/>
            </a:xfrm>
          </p:grpSpPr>
          <p:sp>
            <p:nvSpPr>
              <p:cNvPr id="384" name="Google Shape;384;p17"/>
              <p:cNvSpPr/>
              <p:nvPr/>
            </p:nvSpPr>
            <p:spPr>
              <a:xfrm>
                <a:off x="5563488" y="2071829"/>
                <a:ext cx="1960975" cy="1122850"/>
              </a:xfrm>
              <a:custGeom>
                <a:avLst/>
                <a:gdLst/>
                <a:ahLst/>
                <a:cxnLst/>
                <a:rect l="l" t="t" r="r" b="b"/>
                <a:pathLst>
                  <a:path w="78439" h="44914" extrusionOk="0">
                    <a:moveTo>
                      <a:pt x="12" y="1"/>
                    </a:moveTo>
                    <a:cubicBezTo>
                      <a:pt x="12" y="72"/>
                      <a:pt x="12" y="132"/>
                      <a:pt x="12" y="191"/>
                    </a:cubicBezTo>
                    <a:cubicBezTo>
                      <a:pt x="12" y="263"/>
                      <a:pt x="12" y="322"/>
                      <a:pt x="12" y="394"/>
                    </a:cubicBezTo>
                    <a:cubicBezTo>
                      <a:pt x="12" y="453"/>
                      <a:pt x="12" y="525"/>
                      <a:pt x="12" y="584"/>
                    </a:cubicBezTo>
                    <a:cubicBezTo>
                      <a:pt x="12" y="656"/>
                      <a:pt x="12" y="715"/>
                      <a:pt x="12" y="775"/>
                    </a:cubicBezTo>
                    <a:cubicBezTo>
                      <a:pt x="12" y="846"/>
                      <a:pt x="12" y="906"/>
                      <a:pt x="12" y="977"/>
                    </a:cubicBezTo>
                    <a:cubicBezTo>
                      <a:pt x="12" y="1037"/>
                      <a:pt x="12" y="1108"/>
                      <a:pt x="12" y="1167"/>
                    </a:cubicBezTo>
                    <a:cubicBezTo>
                      <a:pt x="12" y="1239"/>
                      <a:pt x="12" y="1298"/>
                      <a:pt x="12" y="1358"/>
                    </a:cubicBezTo>
                    <a:cubicBezTo>
                      <a:pt x="12" y="1429"/>
                      <a:pt x="12" y="1489"/>
                      <a:pt x="12" y="1560"/>
                    </a:cubicBezTo>
                    <a:cubicBezTo>
                      <a:pt x="12" y="1620"/>
                      <a:pt x="12" y="1691"/>
                      <a:pt x="12" y="1751"/>
                    </a:cubicBezTo>
                    <a:cubicBezTo>
                      <a:pt x="12" y="1822"/>
                      <a:pt x="12" y="1882"/>
                      <a:pt x="12" y="1941"/>
                    </a:cubicBezTo>
                    <a:cubicBezTo>
                      <a:pt x="12" y="2013"/>
                      <a:pt x="12" y="2072"/>
                      <a:pt x="12" y="2144"/>
                    </a:cubicBezTo>
                    <a:cubicBezTo>
                      <a:pt x="12" y="2203"/>
                      <a:pt x="12" y="2275"/>
                      <a:pt x="12" y="2334"/>
                    </a:cubicBezTo>
                    <a:cubicBezTo>
                      <a:pt x="12" y="2406"/>
                      <a:pt x="12" y="2465"/>
                      <a:pt x="12" y="2525"/>
                    </a:cubicBezTo>
                    <a:cubicBezTo>
                      <a:pt x="12" y="2596"/>
                      <a:pt x="12" y="2656"/>
                      <a:pt x="12" y="2727"/>
                    </a:cubicBezTo>
                    <a:cubicBezTo>
                      <a:pt x="12" y="2787"/>
                      <a:pt x="12" y="2858"/>
                      <a:pt x="12" y="2918"/>
                    </a:cubicBezTo>
                    <a:cubicBezTo>
                      <a:pt x="12" y="2989"/>
                      <a:pt x="12" y="3049"/>
                      <a:pt x="12" y="3108"/>
                    </a:cubicBezTo>
                    <a:cubicBezTo>
                      <a:pt x="12" y="3180"/>
                      <a:pt x="12" y="3239"/>
                      <a:pt x="12" y="3311"/>
                    </a:cubicBezTo>
                    <a:cubicBezTo>
                      <a:pt x="12" y="3370"/>
                      <a:pt x="12" y="3442"/>
                      <a:pt x="12" y="3501"/>
                    </a:cubicBezTo>
                    <a:cubicBezTo>
                      <a:pt x="12" y="3573"/>
                      <a:pt x="12" y="3632"/>
                      <a:pt x="12" y="3692"/>
                    </a:cubicBezTo>
                    <a:cubicBezTo>
                      <a:pt x="12" y="3763"/>
                      <a:pt x="12" y="3823"/>
                      <a:pt x="12" y="3894"/>
                    </a:cubicBezTo>
                    <a:cubicBezTo>
                      <a:pt x="12" y="3954"/>
                      <a:pt x="12" y="4025"/>
                      <a:pt x="12" y="4085"/>
                    </a:cubicBezTo>
                    <a:cubicBezTo>
                      <a:pt x="12" y="4156"/>
                      <a:pt x="12" y="4215"/>
                      <a:pt x="12" y="4275"/>
                    </a:cubicBezTo>
                    <a:cubicBezTo>
                      <a:pt x="12" y="4346"/>
                      <a:pt x="12" y="4406"/>
                      <a:pt x="12" y="4477"/>
                    </a:cubicBezTo>
                    <a:cubicBezTo>
                      <a:pt x="12" y="4537"/>
                      <a:pt x="12" y="4608"/>
                      <a:pt x="12" y="4668"/>
                    </a:cubicBezTo>
                    <a:cubicBezTo>
                      <a:pt x="12" y="4739"/>
                      <a:pt x="12" y="4799"/>
                      <a:pt x="12" y="4858"/>
                    </a:cubicBezTo>
                    <a:cubicBezTo>
                      <a:pt x="12" y="4930"/>
                      <a:pt x="12" y="4989"/>
                      <a:pt x="12" y="5061"/>
                    </a:cubicBezTo>
                    <a:cubicBezTo>
                      <a:pt x="12" y="5120"/>
                      <a:pt x="12" y="5192"/>
                      <a:pt x="12" y="5251"/>
                    </a:cubicBezTo>
                    <a:cubicBezTo>
                      <a:pt x="12" y="5323"/>
                      <a:pt x="12" y="5382"/>
                      <a:pt x="12" y="5442"/>
                    </a:cubicBezTo>
                    <a:cubicBezTo>
                      <a:pt x="12" y="5513"/>
                      <a:pt x="12" y="5573"/>
                      <a:pt x="12" y="5644"/>
                    </a:cubicBezTo>
                    <a:cubicBezTo>
                      <a:pt x="12" y="5704"/>
                      <a:pt x="12" y="5775"/>
                      <a:pt x="12" y="5835"/>
                    </a:cubicBezTo>
                    <a:cubicBezTo>
                      <a:pt x="12" y="5906"/>
                      <a:pt x="12" y="5966"/>
                      <a:pt x="12" y="6025"/>
                    </a:cubicBezTo>
                    <a:cubicBezTo>
                      <a:pt x="12" y="6097"/>
                      <a:pt x="12" y="6156"/>
                      <a:pt x="12" y="6228"/>
                    </a:cubicBezTo>
                    <a:cubicBezTo>
                      <a:pt x="12" y="6287"/>
                      <a:pt x="12" y="6359"/>
                      <a:pt x="12" y="6418"/>
                    </a:cubicBezTo>
                    <a:cubicBezTo>
                      <a:pt x="12" y="6490"/>
                      <a:pt x="12" y="6549"/>
                      <a:pt x="12" y="6609"/>
                    </a:cubicBezTo>
                    <a:cubicBezTo>
                      <a:pt x="12" y="6680"/>
                      <a:pt x="12" y="6740"/>
                      <a:pt x="12" y="6811"/>
                    </a:cubicBezTo>
                    <a:cubicBezTo>
                      <a:pt x="12" y="6871"/>
                      <a:pt x="12" y="6942"/>
                      <a:pt x="12" y="7002"/>
                    </a:cubicBezTo>
                    <a:cubicBezTo>
                      <a:pt x="12" y="7073"/>
                      <a:pt x="12" y="7132"/>
                      <a:pt x="12" y="7192"/>
                    </a:cubicBezTo>
                    <a:cubicBezTo>
                      <a:pt x="12" y="7263"/>
                      <a:pt x="12" y="7323"/>
                      <a:pt x="12" y="7394"/>
                    </a:cubicBezTo>
                    <a:cubicBezTo>
                      <a:pt x="12" y="7454"/>
                      <a:pt x="12" y="7525"/>
                      <a:pt x="12" y="7585"/>
                    </a:cubicBezTo>
                    <a:cubicBezTo>
                      <a:pt x="12" y="7656"/>
                      <a:pt x="12" y="7716"/>
                      <a:pt x="12" y="7775"/>
                    </a:cubicBezTo>
                    <a:cubicBezTo>
                      <a:pt x="12" y="7847"/>
                      <a:pt x="12" y="7906"/>
                      <a:pt x="12" y="7978"/>
                    </a:cubicBezTo>
                    <a:cubicBezTo>
                      <a:pt x="12" y="8037"/>
                      <a:pt x="12" y="8109"/>
                      <a:pt x="12" y="8168"/>
                    </a:cubicBezTo>
                    <a:cubicBezTo>
                      <a:pt x="12" y="8228"/>
                      <a:pt x="12" y="8299"/>
                      <a:pt x="12" y="8359"/>
                    </a:cubicBezTo>
                    <a:cubicBezTo>
                      <a:pt x="12" y="8430"/>
                      <a:pt x="12" y="8490"/>
                      <a:pt x="12" y="8561"/>
                    </a:cubicBezTo>
                    <a:cubicBezTo>
                      <a:pt x="12" y="8621"/>
                      <a:pt x="12" y="8692"/>
                      <a:pt x="12" y="8752"/>
                    </a:cubicBezTo>
                    <a:cubicBezTo>
                      <a:pt x="12" y="8811"/>
                      <a:pt x="12" y="8883"/>
                      <a:pt x="12" y="8942"/>
                    </a:cubicBezTo>
                    <a:cubicBezTo>
                      <a:pt x="12" y="9014"/>
                      <a:pt x="12" y="9073"/>
                      <a:pt x="12" y="9145"/>
                    </a:cubicBezTo>
                    <a:cubicBezTo>
                      <a:pt x="12" y="9204"/>
                      <a:pt x="12" y="9276"/>
                      <a:pt x="12" y="9335"/>
                    </a:cubicBezTo>
                    <a:cubicBezTo>
                      <a:pt x="12" y="9395"/>
                      <a:pt x="12" y="9466"/>
                      <a:pt x="12" y="9526"/>
                    </a:cubicBezTo>
                    <a:cubicBezTo>
                      <a:pt x="12" y="9597"/>
                      <a:pt x="12" y="9657"/>
                      <a:pt x="12" y="9728"/>
                    </a:cubicBezTo>
                    <a:cubicBezTo>
                      <a:pt x="12" y="9788"/>
                      <a:pt x="12" y="9859"/>
                      <a:pt x="12" y="9919"/>
                    </a:cubicBezTo>
                    <a:cubicBezTo>
                      <a:pt x="12" y="9978"/>
                      <a:pt x="12" y="10050"/>
                      <a:pt x="12" y="10109"/>
                    </a:cubicBezTo>
                    <a:cubicBezTo>
                      <a:pt x="12" y="10180"/>
                      <a:pt x="12" y="10240"/>
                      <a:pt x="12" y="10311"/>
                    </a:cubicBezTo>
                    <a:cubicBezTo>
                      <a:pt x="12" y="10371"/>
                      <a:pt x="12" y="10442"/>
                      <a:pt x="12" y="10502"/>
                    </a:cubicBezTo>
                    <a:cubicBezTo>
                      <a:pt x="12" y="10561"/>
                      <a:pt x="12" y="10633"/>
                      <a:pt x="12" y="10692"/>
                    </a:cubicBezTo>
                    <a:cubicBezTo>
                      <a:pt x="12" y="10764"/>
                      <a:pt x="12" y="10823"/>
                      <a:pt x="12" y="10895"/>
                    </a:cubicBezTo>
                    <a:cubicBezTo>
                      <a:pt x="12" y="10954"/>
                      <a:pt x="12" y="11026"/>
                      <a:pt x="12" y="11085"/>
                    </a:cubicBezTo>
                    <a:cubicBezTo>
                      <a:pt x="12" y="11145"/>
                      <a:pt x="12" y="11216"/>
                      <a:pt x="12" y="11276"/>
                    </a:cubicBezTo>
                    <a:cubicBezTo>
                      <a:pt x="12" y="11347"/>
                      <a:pt x="12" y="11407"/>
                      <a:pt x="12" y="11478"/>
                    </a:cubicBezTo>
                    <a:cubicBezTo>
                      <a:pt x="12" y="11538"/>
                      <a:pt x="12" y="11609"/>
                      <a:pt x="12" y="11669"/>
                    </a:cubicBezTo>
                    <a:cubicBezTo>
                      <a:pt x="12" y="11728"/>
                      <a:pt x="12" y="11800"/>
                      <a:pt x="12" y="11859"/>
                    </a:cubicBezTo>
                    <a:cubicBezTo>
                      <a:pt x="12" y="11931"/>
                      <a:pt x="12" y="11990"/>
                      <a:pt x="12" y="12062"/>
                    </a:cubicBezTo>
                    <a:cubicBezTo>
                      <a:pt x="12" y="12121"/>
                      <a:pt x="12" y="12193"/>
                      <a:pt x="12" y="12252"/>
                    </a:cubicBezTo>
                    <a:cubicBezTo>
                      <a:pt x="12" y="12312"/>
                      <a:pt x="12" y="12383"/>
                      <a:pt x="12" y="12443"/>
                    </a:cubicBezTo>
                    <a:cubicBezTo>
                      <a:pt x="12" y="12514"/>
                      <a:pt x="12" y="12574"/>
                      <a:pt x="12" y="12645"/>
                    </a:cubicBezTo>
                    <a:cubicBezTo>
                      <a:pt x="12" y="12705"/>
                      <a:pt x="12" y="12776"/>
                      <a:pt x="12" y="12836"/>
                    </a:cubicBezTo>
                    <a:cubicBezTo>
                      <a:pt x="12" y="12895"/>
                      <a:pt x="12" y="12967"/>
                      <a:pt x="12" y="13026"/>
                    </a:cubicBezTo>
                    <a:cubicBezTo>
                      <a:pt x="12" y="13098"/>
                      <a:pt x="12" y="13157"/>
                      <a:pt x="12" y="13228"/>
                    </a:cubicBezTo>
                    <a:cubicBezTo>
                      <a:pt x="12" y="13288"/>
                      <a:pt x="12" y="13359"/>
                      <a:pt x="12" y="13419"/>
                    </a:cubicBezTo>
                    <a:cubicBezTo>
                      <a:pt x="12" y="13479"/>
                      <a:pt x="12" y="13550"/>
                      <a:pt x="12" y="13609"/>
                    </a:cubicBezTo>
                    <a:cubicBezTo>
                      <a:pt x="12" y="13681"/>
                      <a:pt x="12" y="13740"/>
                      <a:pt x="12" y="13812"/>
                    </a:cubicBezTo>
                    <a:cubicBezTo>
                      <a:pt x="12" y="13871"/>
                      <a:pt x="12" y="13943"/>
                      <a:pt x="12" y="14002"/>
                    </a:cubicBezTo>
                    <a:cubicBezTo>
                      <a:pt x="12" y="14062"/>
                      <a:pt x="12" y="14133"/>
                      <a:pt x="12" y="14193"/>
                    </a:cubicBezTo>
                    <a:cubicBezTo>
                      <a:pt x="12" y="14264"/>
                      <a:pt x="12" y="14324"/>
                      <a:pt x="12" y="14395"/>
                    </a:cubicBezTo>
                    <a:cubicBezTo>
                      <a:pt x="12" y="14455"/>
                      <a:pt x="12" y="14526"/>
                      <a:pt x="12" y="14586"/>
                    </a:cubicBezTo>
                    <a:cubicBezTo>
                      <a:pt x="12" y="14645"/>
                      <a:pt x="12" y="14717"/>
                      <a:pt x="12" y="14776"/>
                    </a:cubicBezTo>
                    <a:cubicBezTo>
                      <a:pt x="12" y="14848"/>
                      <a:pt x="12" y="14907"/>
                      <a:pt x="12" y="14979"/>
                    </a:cubicBezTo>
                    <a:cubicBezTo>
                      <a:pt x="12" y="15038"/>
                      <a:pt x="12" y="15110"/>
                      <a:pt x="12" y="15169"/>
                    </a:cubicBezTo>
                    <a:cubicBezTo>
                      <a:pt x="12" y="15229"/>
                      <a:pt x="12" y="15300"/>
                      <a:pt x="12" y="15360"/>
                    </a:cubicBezTo>
                    <a:cubicBezTo>
                      <a:pt x="12" y="15431"/>
                      <a:pt x="12" y="15491"/>
                      <a:pt x="12" y="15562"/>
                    </a:cubicBezTo>
                    <a:cubicBezTo>
                      <a:pt x="12" y="15622"/>
                      <a:pt x="12" y="15693"/>
                      <a:pt x="12" y="15753"/>
                    </a:cubicBezTo>
                    <a:cubicBezTo>
                      <a:pt x="12" y="15812"/>
                      <a:pt x="12" y="15884"/>
                      <a:pt x="12" y="15943"/>
                    </a:cubicBezTo>
                    <a:cubicBezTo>
                      <a:pt x="12" y="16015"/>
                      <a:pt x="12" y="16074"/>
                      <a:pt x="12" y="16146"/>
                    </a:cubicBezTo>
                    <a:cubicBezTo>
                      <a:pt x="12" y="16205"/>
                      <a:pt x="12" y="16276"/>
                      <a:pt x="12" y="16336"/>
                    </a:cubicBezTo>
                    <a:cubicBezTo>
                      <a:pt x="12" y="16396"/>
                      <a:pt x="12" y="16467"/>
                      <a:pt x="12" y="16527"/>
                    </a:cubicBezTo>
                    <a:cubicBezTo>
                      <a:pt x="12" y="16598"/>
                      <a:pt x="12" y="16657"/>
                      <a:pt x="12" y="16729"/>
                    </a:cubicBezTo>
                    <a:cubicBezTo>
                      <a:pt x="12" y="16788"/>
                      <a:pt x="12" y="16860"/>
                      <a:pt x="12" y="16919"/>
                    </a:cubicBezTo>
                    <a:cubicBezTo>
                      <a:pt x="12" y="16979"/>
                      <a:pt x="12" y="17050"/>
                      <a:pt x="12" y="17110"/>
                    </a:cubicBezTo>
                    <a:cubicBezTo>
                      <a:pt x="12" y="17181"/>
                      <a:pt x="12" y="17241"/>
                      <a:pt x="12" y="17312"/>
                    </a:cubicBezTo>
                    <a:cubicBezTo>
                      <a:pt x="12" y="17372"/>
                      <a:pt x="12" y="17443"/>
                      <a:pt x="12" y="17503"/>
                    </a:cubicBezTo>
                    <a:cubicBezTo>
                      <a:pt x="12" y="17562"/>
                      <a:pt x="12" y="17634"/>
                      <a:pt x="12" y="17693"/>
                    </a:cubicBezTo>
                    <a:cubicBezTo>
                      <a:pt x="12" y="17765"/>
                      <a:pt x="12" y="17824"/>
                      <a:pt x="12" y="17896"/>
                    </a:cubicBezTo>
                    <a:cubicBezTo>
                      <a:pt x="12" y="17955"/>
                      <a:pt x="12" y="18015"/>
                      <a:pt x="12" y="18086"/>
                    </a:cubicBezTo>
                    <a:cubicBezTo>
                      <a:pt x="12" y="18146"/>
                      <a:pt x="12" y="18217"/>
                      <a:pt x="12" y="18277"/>
                    </a:cubicBezTo>
                    <a:cubicBezTo>
                      <a:pt x="12" y="18348"/>
                      <a:pt x="12" y="18408"/>
                      <a:pt x="12" y="18479"/>
                    </a:cubicBezTo>
                    <a:cubicBezTo>
                      <a:pt x="12" y="18539"/>
                      <a:pt x="12" y="18598"/>
                      <a:pt x="12" y="18670"/>
                    </a:cubicBezTo>
                    <a:cubicBezTo>
                      <a:pt x="12" y="18729"/>
                      <a:pt x="12" y="18801"/>
                      <a:pt x="12" y="18860"/>
                    </a:cubicBezTo>
                    <a:cubicBezTo>
                      <a:pt x="12" y="18932"/>
                      <a:pt x="12" y="18991"/>
                      <a:pt x="12" y="19063"/>
                    </a:cubicBezTo>
                    <a:cubicBezTo>
                      <a:pt x="12" y="19122"/>
                      <a:pt x="12" y="19182"/>
                      <a:pt x="12" y="19253"/>
                    </a:cubicBezTo>
                    <a:cubicBezTo>
                      <a:pt x="12" y="19313"/>
                      <a:pt x="12" y="19384"/>
                      <a:pt x="12" y="19444"/>
                    </a:cubicBezTo>
                    <a:cubicBezTo>
                      <a:pt x="12" y="19515"/>
                      <a:pt x="12" y="19575"/>
                      <a:pt x="12" y="19646"/>
                    </a:cubicBezTo>
                    <a:cubicBezTo>
                      <a:pt x="12" y="19705"/>
                      <a:pt x="12" y="19765"/>
                      <a:pt x="12" y="19836"/>
                    </a:cubicBezTo>
                    <a:cubicBezTo>
                      <a:pt x="12" y="19896"/>
                      <a:pt x="12" y="19967"/>
                      <a:pt x="12" y="20027"/>
                    </a:cubicBezTo>
                    <a:cubicBezTo>
                      <a:pt x="12" y="20098"/>
                      <a:pt x="12" y="20158"/>
                      <a:pt x="12" y="20229"/>
                    </a:cubicBezTo>
                    <a:cubicBezTo>
                      <a:pt x="12" y="20289"/>
                      <a:pt x="12" y="20348"/>
                      <a:pt x="12" y="20420"/>
                    </a:cubicBezTo>
                    <a:cubicBezTo>
                      <a:pt x="12" y="20479"/>
                      <a:pt x="12" y="20551"/>
                      <a:pt x="12" y="20610"/>
                    </a:cubicBezTo>
                    <a:cubicBezTo>
                      <a:pt x="12" y="20682"/>
                      <a:pt x="12" y="20741"/>
                      <a:pt x="12" y="20813"/>
                    </a:cubicBezTo>
                    <a:cubicBezTo>
                      <a:pt x="12" y="20872"/>
                      <a:pt x="12" y="20932"/>
                      <a:pt x="12" y="21003"/>
                    </a:cubicBezTo>
                    <a:cubicBezTo>
                      <a:pt x="12" y="21063"/>
                      <a:pt x="12" y="21134"/>
                      <a:pt x="12" y="21194"/>
                    </a:cubicBezTo>
                    <a:cubicBezTo>
                      <a:pt x="12" y="21265"/>
                      <a:pt x="12" y="21325"/>
                      <a:pt x="12" y="21396"/>
                    </a:cubicBezTo>
                    <a:cubicBezTo>
                      <a:pt x="12" y="21456"/>
                      <a:pt x="12" y="21515"/>
                      <a:pt x="12" y="21587"/>
                    </a:cubicBezTo>
                    <a:cubicBezTo>
                      <a:pt x="0" y="22515"/>
                      <a:pt x="500" y="23373"/>
                      <a:pt x="1310" y="23837"/>
                    </a:cubicBezTo>
                    <a:lnTo>
                      <a:pt x="36612" y="44208"/>
                    </a:lnTo>
                    <a:cubicBezTo>
                      <a:pt x="37416" y="44679"/>
                      <a:pt x="38315" y="44914"/>
                      <a:pt x="39215" y="44914"/>
                    </a:cubicBezTo>
                    <a:cubicBezTo>
                      <a:pt x="40115" y="44914"/>
                      <a:pt x="41017" y="44679"/>
                      <a:pt x="41827" y="44208"/>
                    </a:cubicBezTo>
                    <a:lnTo>
                      <a:pt x="77129" y="23837"/>
                    </a:lnTo>
                    <a:cubicBezTo>
                      <a:pt x="77939" y="23373"/>
                      <a:pt x="78439" y="22515"/>
                      <a:pt x="78427" y="21587"/>
                    </a:cubicBezTo>
                    <a:lnTo>
                      <a:pt x="78427" y="21384"/>
                    </a:lnTo>
                    <a:lnTo>
                      <a:pt x="78427" y="21194"/>
                    </a:lnTo>
                    <a:lnTo>
                      <a:pt x="78427" y="21003"/>
                    </a:lnTo>
                    <a:lnTo>
                      <a:pt x="78427" y="20801"/>
                    </a:lnTo>
                    <a:lnTo>
                      <a:pt x="78427" y="20610"/>
                    </a:lnTo>
                    <a:lnTo>
                      <a:pt x="78427" y="20420"/>
                    </a:lnTo>
                    <a:lnTo>
                      <a:pt x="78427" y="20217"/>
                    </a:lnTo>
                    <a:lnTo>
                      <a:pt x="78427" y="20027"/>
                    </a:lnTo>
                    <a:lnTo>
                      <a:pt x="78427" y="19836"/>
                    </a:lnTo>
                    <a:lnTo>
                      <a:pt x="78427" y="19634"/>
                    </a:lnTo>
                    <a:lnTo>
                      <a:pt x="78427" y="19444"/>
                    </a:lnTo>
                    <a:lnTo>
                      <a:pt x="78427" y="19253"/>
                    </a:lnTo>
                    <a:lnTo>
                      <a:pt x="78427" y="19051"/>
                    </a:lnTo>
                    <a:lnTo>
                      <a:pt x="78427" y="18860"/>
                    </a:lnTo>
                    <a:lnTo>
                      <a:pt x="78427" y="18670"/>
                    </a:lnTo>
                    <a:lnTo>
                      <a:pt x="78427" y="18467"/>
                    </a:lnTo>
                    <a:lnTo>
                      <a:pt x="78427" y="18277"/>
                    </a:lnTo>
                    <a:lnTo>
                      <a:pt x="78427" y="18086"/>
                    </a:lnTo>
                    <a:lnTo>
                      <a:pt x="78427" y="17884"/>
                    </a:lnTo>
                    <a:lnTo>
                      <a:pt x="78427" y="17693"/>
                    </a:lnTo>
                    <a:lnTo>
                      <a:pt x="78427" y="17503"/>
                    </a:lnTo>
                    <a:lnTo>
                      <a:pt x="78427" y="17300"/>
                    </a:lnTo>
                    <a:lnTo>
                      <a:pt x="78427" y="17110"/>
                    </a:lnTo>
                    <a:lnTo>
                      <a:pt x="78427" y="16919"/>
                    </a:lnTo>
                    <a:lnTo>
                      <a:pt x="78427" y="16717"/>
                    </a:lnTo>
                    <a:lnTo>
                      <a:pt x="78427" y="16527"/>
                    </a:lnTo>
                    <a:lnTo>
                      <a:pt x="78427" y="16336"/>
                    </a:lnTo>
                    <a:lnTo>
                      <a:pt x="78427" y="16146"/>
                    </a:lnTo>
                    <a:lnTo>
                      <a:pt x="78427" y="15943"/>
                    </a:lnTo>
                    <a:lnTo>
                      <a:pt x="78427" y="15753"/>
                    </a:lnTo>
                    <a:lnTo>
                      <a:pt x="78427" y="15562"/>
                    </a:lnTo>
                    <a:lnTo>
                      <a:pt x="78427" y="15360"/>
                    </a:lnTo>
                    <a:lnTo>
                      <a:pt x="78427" y="15169"/>
                    </a:lnTo>
                    <a:lnTo>
                      <a:pt x="78427" y="14979"/>
                    </a:lnTo>
                    <a:lnTo>
                      <a:pt x="78427" y="14776"/>
                    </a:lnTo>
                    <a:lnTo>
                      <a:pt x="78427" y="14586"/>
                    </a:lnTo>
                    <a:lnTo>
                      <a:pt x="78427" y="14395"/>
                    </a:lnTo>
                    <a:lnTo>
                      <a:pt x="78427" y="14193"/>
                    </a:lnTo>
                    <a:lnTo>
                      <a:pt x="78427" y="14002"/>
                    </a:lnTo>
                    <a:lnTo>
                      <a:pt x="78427" y="13812"/>
                    </a:lnTo>
                    <a:lnTo>
                      <a:pt x="78427" y="13609"/>
                    </a:lnTo>
                    <a:lnTo>
                      <a:pt x="78427" y="13419"/>
                    </a:lnTo>
                    <a:lnTo>
                      <a:pt x="78427" y="13228"/>
                    </a:lnTo>
                    <a:lnTo>
                      <a:pt x="78427" y="13026"/>
                    </a:lnTo>
                    <a:lnTo>
                      <a:pt x="78427" y="12836"/>
                    </a:lnTo>
                    <a:lnTo>
                      <a:pt x="78427" y="12645"/>
                    </a:lnTo>
                    <a:lnTo>
                      <a:pt x="78427" y="12443"/>
                    </a:lnTo>
                    <a:lnTo>
                      <a:pt x="78427" y="12252"/>
                    </a:lnTo>
                    <a:lnTo>
                      <a:pt x="78427" y="12062"/>
                    </a:lnTo>
                    <a:lnTo>
                      <a:pt x="78427" y="11859"/>
                    </a:lnTo>
                    <a:lnTo>
                      <a:pt x="78427" y="11669"/>
                    </a:lnTo>
                    <a:lnTo>
                      <a:pt x="78427" y="11478"/>
                    </a:lnTo>
                    <a:lnTo>
                      <a:pt x="78427" y="11276"/>
                    </a:lnTo>
                    <a:lnTo>
                      <a:pt x="78427" y="11085"/>
                    </a:lnTo>
                    <a:lnTo>
                      <a:pt x="78427" y="10895"/>
                    </a:lnTo>
                    <a:lnTo>
                      <a:pt x="78427" y="10692"/>
                    </a:lnTo>
                    <a:lnTo>
                      <a:pt x="78427" y="10502"/>
                    </a:lnTo>
                    <a:lnTo>
                      <a:pt x="78427" y="10311"/>
                    </a:lnTo>
                    <a:lnTo>
                      <a:pt x="78427" y="10109"/>
                    </a:lnTo>
                    <a:lnTo>
                      <a:pt x="78427" y="9919"/>
                    </a:lnTo>
                    <a:lnTo>
                      <a:pt x="78427" y="9728"/>
                    </a:lnTo>
                    <a:lnTo>
                      <a:pt x="78427" y="9526"/>
                    </a:lnTo>
                    <a:lnTo>
                      <a:pt x="78427" y="9335"/>
                    </a:lnTo>
                    <a:lnTo>
                      <a:pt x="78427" y="9145"/>
                    </a:lnTo>
                    <a:lnTo>
                      <a:pt x="78427" y="8942"/>
                    </a:lnTo>
                    <a:lnTo>
                      <a:pt x="78427" y="8752"/>
                    </a:lnTo>
                    <a:lnTo>
                      <a:pt x="78427" y="8561"/>
                    </a:lnTo>
                    <a:lnTo>
                      <a:pt x="78427" y="8359"/>
                    </a:lnTo>
                    <a:lnTo>
                      <a:pt x="78427" y="8168"/>
                    </a:lnTo>
                    <a:lnTo>
                      <a:pt x="78427" y="7978"/>
                    </a:lnTo>
                    <a:lnTo>
                      <a:pt x="78427" y="7775"/>
                    </a:lnTo>
                    <a:lnTo>
                      <a:pt x="78427" y="7585"/>
                    </a:lnTo>
                    <a:lnTo>
                      <a:pt x="78427" y="7394"/>
                    </a:lnTo>
                    <a:lnTo>
                      <a:pt x="78427" y="7192"/>
                    </a:lnTo>
                    <a:lnTo>
                      <a:pt x="78427" y="7002"/>
                    </a:lnTo>
                    <a:lnTo>
                      <a:pt x="78427" y="6811"/>
                    </a:lnTo>
                    <a:lnTo>
                      <a:pt x="78427" y="6609"/>
                    </a:lnTo>
                    <a:lnTo>
                      <a:pt x="78427" y="6418"/>
                    </a:lnTo>
                    <a:lnTo>
                      <a:pt x="78427" y="6228"/>
                    </a:lnTo>
                    <a:lnTo>
                      <a:pt x="78427" y="6025"/>
                    </a:lnTo>
                    <a:lnTo>
                      <a:pt x="78427" y="5835"/>
                    </a:lnTo>
                    <a:lnTo>
                      <a:pt x="78427" y="5644"/>
                    </a:lnTo>
                    <a:lnTo>
                      <a:pt x="78427" y="5442"/>
                    </a:lnTo>
                    <a:lnTo>
                      <a:pt x="78427" y="5251"/>
                    </a:lnTo>
                    <a:lnTo>
                      <a:pt x="78427" y="5061"/>
                    </a:lnTo>
                    <a:lnTo>
                      <a:pt x="78427" y="4858"/>
                    </a:lnTo>
                    <a:lnTo>
                      <a:pt x="78427" y="4668"/>
                    </a:lnTo>
                    <a:lnTo>
                      <a:pt x="78427" y="4477"/>
                    </a:lnTo>
                    <a:lnTo>
                      <a:pt x="78427" y="4275"/>
                    </a:lnTo>
                    <a:lnTo>
                      <a:pt x="78427" y="4085"/>
                    </a:lnTo>
                    <a:lnTo>
                      <a:pt x="78427" y="3894"/>
                    </a:lnTo>
                    <a:lnTo>
                      <a:pt x="78427" y="3692"/>
                    </a:lnTo>
                    <a:lnTo>
                      <a:pt x="78427" y="3501"/>
                    </a:lnTo>
                    <a:lnTo>
                      <a:pt x="78427" y="3311"/>
                    </a:lnTo>
                    <a:lnTo>
                      <a:pt x="78427" y="3108"/>
                    </a:lnTo>
                    <a:lnTo>
                      <a:pt x="78427" y="2918"/>
                    </a:lnTo>
                    <a:lnTo>
                      <a:pt x="78427" y="2727"/>
                    </a:lnTo>
                    <a:lnTo>
                      <a:pt x="78427" y="2525"/>
                    </a:lnTo>
                    <a:lnTo>
                      <a:pt x="78427" y="2334"/>
                    </a:lnTo>
                    <a:lnTo>
                      <a:pt x="78427" y="2144"/>
                    </a:lnTo>
                    <a:lnTo>
                      <a:pt x="78427" y="1941"/>
                    </a:lnTo>
                    <a:lnTo>
                      <a:pt x="78427" y="1751"/>
                    </a:lnTo>
                    <a:lnTo>
                      <a:pt x="78427" y="1560"/>
                    </a:lnTo>
                    <a:lnTo>
                      <a:pt x="78427" y="1358"/>
                    </a:lnTo>
                    <a:lnTo>
                      <a:pt x="78427" y="1167"/>
                    </a:lnTo>
                    <a:lnTo>
                      <a:pt x="78427" y="977"/>
                    </a:lnTo>
                    <a:lnTo>
                      <a:pt x="78427" y="775"/>
                    </a:lnTo>
                    <a:lnTo>
                      <a:pt x="78427" y="584"/>
                    </a:lnTo>
                    <a:lnTo>
                      <a:pt x="78427" y="394"/>
                    </a:lnTo>
                    <a:lnTo>
                      <a:pt x="78427" y="191"/>
                    </a:lnTo>
                    <a:lnTo>
                      <a:pt x="78427" y="1"/>
                    </a:lnTo>
                    <a:lnTo>
                      <a:pt x="78212" y="1"/>
                    </a:lnTo>
                    <a:cubicBezTo>
                      <a:pt x="78224" y="858"/>
                      <a:pt x="77760" y="1644"/>
                      <a:pt x="77022" y="2072"/>
                    </a:cubicBezTo>
                    <a:lnTo>
                      <a:pt x="41720" y="22444"/>
                    </a:lnTo>
                    <a:cubicBezTo>
                      <a:pt x="40946" y="22890"/>
                      <a:pt x="40083" y="23114"/>
                      <a:pt x="39218" y="23114"/>
                    </a:cubicBezTo>
                    <a:cubicBezTo>
                      <a:pt x="38353" y="23114"/>
                      <a:pt x="37487" y="22890"/>
                      <a:pt x="36707" y="22444"/>
                    </a:cubicBezTo>
                    <a:lnTo>
                      <a:pt x="1417" y="2072"/>
                    </a:lnTo>
                    <a:cubicBezTo>
                      <a:pt x="667" y="1644"/>
                      <a:pt x="215" y="858"/>
                      <a:pt x="22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  <a:alpha val="41520"/>
                    </a:srgbClr>
                  </a:gs>
                  <a:gs pos="100000">
                    <a:srgbClr val="FFFFFF">
                      <a:alpha val="37254"/>
                      <a:alpha val="415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17"/>
              <p:cNvSpPr/>
              <p:nvPr/>
            </p:nvSpPr>
            <p:spPr>
              <a:xfrm>
                <a:off x="5553063" y="1487604"/>
                <a:ext cx="1981525" cy="1164300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rgbClr val="A0FDF1">
                  <a:alpha val="415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86" name="Google Shape;386;p17"/>
          <p:cNvGrpSpPr/>
          <p:nvPr/>
        </p:nvGrpSpPr>
        <p:grpSpPr>
          <a:xfrm>
            <a:off x="3263600" y="2030519"/>
            <a:ext cx="1165988" cy="1568666"/>
            <a:chOff x="3478424" y="1308364"/>
            <a:chExt cx="2187185" cy="2942536"/>
          </a:xfrm>
        </p:grpSpPr>
        <p:sp>
          <p:nvSpPr>
            <p:cNvPr id="387" name="Google Shape;387;p17"/>
            <p:cNvSpPr/>
            <p:nvPr/>
          </p:nvSpPr>
          <p:spPr>
            <a:xfrm>
              <a:off x="3485139" y="2969821"/>
              <a:ext cx="2180470" cy="1281079"/>
            </a:xfrm>
            <a:custGeom>
              <a:avLst/>
              <a:gdLst/>
              <a:ahLst/>
              <a:cxnLst/>
              <a:rect l="l" t="t" r="r" b="b"/>
              <a:pathLst>
                <a:path w="79261" h="46572" extrusionOk="0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7"/>
            <p:cNvSpPr/>
            <p:nvPr/>
          </p:nvSpPr>
          <p:spPr>
            <a:xfrm>
              <a:off x="3793045" y="1947520"/>
              <a:ext cx="1550129" cy="2096604"/>
            </a:xfrm>
            <a:custGeom>
              <a:avLst/>
              <a:gdLst/>
              <a:ahLst/>
              <a:cxnLst/>
              <a:rect l="l" t="t" r="r" b="b"/>
              <a:pathLst>
                <a:path w="52721" h="71307" extrusionOk="0">
                  <a:moveTo>
                    <a:pt x="52709" y="0"/>
                  </a:moveTo>
                  <a:lnTo>
                    <a:pt x="0" y="0"/>
                  </a:lnTo>
                  <a:lnTo>
                    <a:pt x="0" y="55495"/>
                  </a:lnTo>
                  <a:cubicBezTo>
                    <a:pt x="0" y="56090"/>
                    <a:pt x="321" y="56650"/>
                    <a:pt x="845" y="56948"/>
                  </a:cubicBezTo>
                  <a:lnTo>
                    <a:pt x="24646" y="70699"/>
                  </a:lnTo>
                  <a:cubicBezTo>
                    <a:pt x="25706" y="71306"/>
                    <a:pt x="27027" y="71306"/>
                    <a:pt x="28087" y="70699"/>
                  </a:cubicBezTo>
                  <a:lnTo>
                    <a:pt x="51876" y="56948"/>
                  </a:lnTo>
                  <a:cubicBezTo>
                    <a:pt x="52399" y="56650"/>
                    <a:pt x="52721" y="56090"/>
                    <a:pt x="52721" y="55495"/>
                  </a:cubicBezTo>
                  <a:lnTo>
                    <a:pt x="52721" y="554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7"/>
            <p:cNvSpPr/>
            <p:nvPr/>
          </p:nvSpPr>
          <p:spPr>
            <a:xfrm>
              <a:off x="3784988" y="1482593"/>
              <a:ext cx="1566242" cy="929825"/>
            </a:xfrm>
            <a:custGeom>
              <a:avLst/>
              <a:gdLst/>
              <a:ahLst/>
              <a:cxnLst/>
              <a:rect l="l" t="t" r="r" b="b"/>
              <a:pathLst>
                <a:path w="53269" h="31624" extrusionOk="0">
                  <a:moveTo>
                    <a:pt x="24920" y="31004"/>
                  </a:moveTo>
                  <a:lnTo>
                    <a:pt x="1119" y="17265"/>
                  </a:lnTo>
                  <a:cubicBezTo>
                    <a:pt x="0" y="16622"/>
                    <a:pt x="0" y="15002"/>
                    <a:pt x="1119" y="14359"/>
                  </a:cubicBezTo>
                  <a:lnTo>
                    <a:pt x="24920" y="620"/>
                  </a:lnTo>
                  <a:cubicBezTo>
                    <a:pt x="25980" y="1"/>
                    <a:pt x="27301" y="1"/>
                    <a:pt x="28361" y="620"/>
                  </a:cubicBezTo>
                  <a:lnTo>
                    <a:pt x="52150" y="14359"/>
                  </a:lnTo>
                  <a:cubicBezTo>
                    <a:pt x="53269" y="15002"/>
                    <a:pt x="53269" y="16622"/>
                    <a:pt x="52150" y="17265"/>
                  </a:cubicBezTo>
                  <a:lnTo>
                    <a:pt x="28361" y="31004"/>
                  </a:lnTo>
                  <a:cubicBezTo>
                    <a:pt x="27289" y="31624"/>
                    <a:pt x="25980" y="31624"/>
                    <a:pt x="24920" y="31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7"/>
            <p:cNvSpPr/>
            <p:nvPr/>
          </p:nvSpPr>
          <p:spPr>
            <a:xfrm>
              <a:off x="3818244" y="2089627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7"/>
                  </a:moveTo>
                  <a:lnTo>
                    <a:pt x="0" y="1561"/>
                  </a:lnTo>
                  <a:lnTo>
                    <a:pt x="0" y="1"/>
                  </a:lnTo>
                  <a:lnTo>
                    <a:pt x="24194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7"/>
            <p:cNvSpPr/>
            <p:nvPr/>
          </p:nvSpPr>
          <p:spPr>
            <a:xfrm>
              <a:off x="3818244" y="2153697"/>
              <a:ext cx="711364" cy="456885"/>
            </a:xfrm>
            <a:custGeom>
              <a:avLst/>
              <a:gdLst/>
              <a:ahLst/>
              <a:cxnLst/>
              <a:rect l="l" t="t" r="r" b="b"/>
              <a:pathLst>
                <a:path w="24194" h="15539" extrusionOk="0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7"/>
            <p:cNvSpPr/>
            <p:nvPr/>
          </p:nvSpPr>
          <p:spPr>
            <a:xfrm>
              <a:off x="3818244" y="2218120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7"/>
            <p:cNvSpPr/>
            <p:nvPr/>
          </p:nvSpPr>
          <p:spPr>
            <a:xfrm>
              <a:off x="3818244" y="2282543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7"/>
            <p:cNvSpPr/>
            <p:nvPr/>
          </p:nvSpPr>
          <p:spPr>
            <a:xfrm>
              <a:off x="3818244" y="2346966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7"/>
            <p:cNvSpPr/>
            <p:nvPr/>
          </p:nvSpPr>
          <p:spPr>
            <a:xfrm>
              <a:off x="3818244" y="246178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7"/>
            <p:cNvSpPr/>
            <p:nvPr/>
          </p:nvSpPr>
          <p:spPr>
            <a:xfrm>
              <a:off x="3818244" y="2526209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7"/>
            <p:cNvSpPr/>
            <p:nvPr/>
          </p:nvSpPr>
          <p:spPr>
            <a:xfrm>
              <a:off x="3818244" y="2590250"/>
              <a:ext cx="711364" cy="456885"/>
            </a:xfrm>
            <a:custGeom>
              <a:avLst/>
              <a:gdLst/>
              <a:ahLst/>
              <a:cxnLst/>
              <a:rect l="l" t="t" r="r" b="b"/>
              <a:pathLst>
                <a:path w="24194" h="15539" extrusionOk="0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7"/>
            <p:cNvSpPr/>
            <p:nvPr/>
          </p:nvSpPr>
          <p:spPr>
            <a:xfrm>
              <a:off x="3818244" y="2654673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7"/>
            <p:cNvSpPr/>
            <p:nvPr/>
          </p:nvSpPr>
          <p:spPr>
            <a:xfrm>
              <a:off x="3818244" y="271909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7"/>
            <p:cNvSpPr/>
            <p:nvPr/>
          </p:nvSpPr>
          <p:spPr>
            <a:xfrm>
              <a:off x="3818244" y="283391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7"/>
            <p:cNvSpPr/>
            <p:nvPr/>
          </p:nvSpPr>
          <p:spPr>
            <a:xfrm>
              <a:off x="3818244" y="2898339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7"/>
            <p:cNvSpPr/>
            <p:nvPr/>
          </p:nvSpPr>
          <p:spPr>
            <a:xfrm>
              <a:off x="3818244" y="2962762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7"/>
            <p:cNvSpPr/>
            <p:nvPr/>
          </p:nvSpPr>
          <p:spPr>
            <a:xfrm>
              <a:off x="3818244" y="3026803"/>
              <a:ext cx="711364" cy="456885"/>
            </a:xfrm>
            <a:custGeom>
              <a:avLst/>
              <a:gdLst/>
              <a:ahLst/>
              <a:cxnLst/>
              <a:rect l="l" t="t" r="r" b="b"/>
              <a:pathLst>
                <a:path w="24194" h="15539" extrusionOk="0">
                  <a:moveTo>
                    <a:pt x="24194" y="15539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7"/>
            <p:cNvSpPr/>
            <p:nvPr/>
          </p:nvSpPr>
          <p:spPr>
            <a:xfrm>
              <a:off x="3818244" y="309122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7"/>
            <p:cNvSpPr/>
            <p:nvPr/>
          </p:nvSpPr>
          <p:spPr>
            <a:xfrm>
              <a:off x="3818244" y="320604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7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7"/>
            <p:cNvSpPr/>
            <p:nvPr/>
          </p:nvSpPr>
          <p:spPr>
            <a:xfrm>
              <a:off x="3818244" y="3270469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7"/>
            <p:cNvSpPr/>
            <p:nvPr/>
          </p:nvSpPr>
          <p:spPr>
            <a:xfrm>
              <a:off x="3818244" y="3334892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7"/>
            <p:cNvSpPr/>
            <p:nvPr/>
          </p:nvSpPr>
          <p:spPr>
            <a:xfrm>
              <a:off x="3818244" y="3399315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7"/>
            <p:cNvSpPr/>
            <p:nvPr/>
          </p:nvSpPr>
          <p:spPr>
            <a:xfrm>
              <a:off x="3818244" y="3463385"/>
              <a:ext cx="711364" cy="456856"/>
            </a:xfrm>
            <a:custGeom>
              <a:avLst/>
              <a:gdLst/>
              <a:ahLst/>
              <a:cxnLst/>
              <a:rect l="l" t="t" r="r" b="b"/>
              <a:pathLst>
                <a:path w="24194" h="15538" extrusionOk="0">
                  <a:moveTo>
                    <a:pt x="24194" y="15538"/>
                  </a:moveTo>
                  <a:lnTo>
                    <a:pt x="0" y="1572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7"/>
            <p:cNvSpPr/>
            <p:nvPr/>
          </p:nvSpPr>
          <p:spPr>
            <a:xfrm>
              <a:off x="4606639" y="2089627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7"/>
                  </a:moveTo>
                  <a:lnTo>
                    <a:pt x="24182" y="1561"/>
                  </a:lnTo>
                  <a:lnTo>
                    <a:pt x="24182" y="1"/>
                  </a:lnTo>
                  <a:lnTo>
                    <a:pt x="0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7"/>
            <p:cNvSpPr/>
            <p:nvPr/>
          </p:nvSpPr>
          <p:spPr>
            <a:xfrm>
              <a:off x="4606639" y="2153697"/>
              <a:ext cx="711011" cy="456885"/>
            </a:xfrm>
            <a:custGeom>
              <a:avLst/>
              <a:gdLst/>
              <a:ahLst/>
              <a:cxnLst/>
              <a:rect l="l" t="t" r="r" b="b"/>
              <a:pathLst>
                <a:path w="24182" h="15539" extrusionOk="0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7"/>
            <p:cNvSpPr/>
            <p:nvPr/>
          </p:nvSpPr>
          <p:spPr>
            <a:xfrm>
              <a:off x="4606639" y="2218120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7"/>
            <p:cNvSpPr/>
            <p:nvPr/>
          </p:nvSpPr>
          <p:spPr>
            <a:xfrm>
              <a:off x="4606639" y="2282543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7"/>
            <p:cNvSpPr/>
            <p:nvPr/>
          </p:nvSpPr>
          <p:spPr>
            <a:xfrm>
              <a:off x="4606639" y="2346966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7"/>
            <p:cNvSpPr/>
            <p:nvPr/>
          </p:nvSpPr>
          <p:spPr>
            <a:xfrm>
              <a:off x="4606639" y="246178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7"/>
            <p:cNvSpPr/>
            <p:nvPr/>
          </p:nvSpPr>
          <p:spPr>
            <a:xfrm>
              <a:off x="4606639" y="2526209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7"/>
            <p:cNvSpPr/>
            <p:nvPr/>
          </p:nvSpPr>
          <p:spPr>
            <a:xfrm>
              <a:off x="4606639" y="2590250"/>
              <a:ext cx="711011" cy="456885"/>
            </a:xfrm>
            <a:custGeom>
              <a:avLst/>
              <a:gdLst/>
              <a:ahLst/>
              <a:cxnLst/>
              <a:rect l="l" t="t" r="r" b="b"/>
              <a:pathLst>
                <a:path w="24182" h="15539" extrusionOk="0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7"/>
            <p:cNvSpPr/>
            <p:nvPr/>
          </p:nvSpPr>
          <p:spPr>
            <a:xfrm>
              <a:off x="4606639" y="2654673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7"/>
            <p:cNvSpPr/>
            <p:nvPr/>
          </p:nvSpPr>
          <p:spPr>
            <a:xfrm>
              <a:off x="4606639" y="271909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7"/>
            <p:cNvSpPr/>
            <p:nvPr/>
          </p:nvSpPr>
          <p:spPr>
            <a:xfrm>
              <a:off x="4606639" y="283391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7"/>
            <p:cNvSpPr/>
            <p:nvPr/>
          </p:nvSpPr>
          <p:spPr>
            <a:xfrm>
              <a:off x="4606639" y="2898339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7"/>
            <p:cNvSpPr/>
            <p:nvPr/>
          </p:nvSpPr>
          <p:spPr>
            <a:xfrm>
              <a:off x="4606639" y="2962762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7"/>
            <p:cNvSpPr/>
            <p:nvPr/>
          </p:nvSpPr>
          <p:spPr>
            <a:xfrm>
              <a:off x="4606639" y="3026803"/>
              <a:ext cx="711011" cy="456885"/>
            </a:xfrm>
            <a:custGeom>
              <a:avLst/>
              <a:gdLst/>
              <a:ahLst/>
              <a:cxnLst/>
              <a:rect l="l" t="t" r="r" b="b"/>
              <a:pathLst>
                <a:path w="24182" h="15539" extrusionOk="0">
                  <a:moveTo>
                    <a:pt x="0" y="15539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7"/>
            <p:cNvSpPr/>
            <p:nvPr/>
          </p:nvSpPr>
          <p:spPr>
            <a:xfrm>
              <a:off x="4606639" y="309122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7"/>
            <p:cNvSpPr/>
            <p:nvPr/>
          </p:nvSpPr>
          <p:spPr>
            <a:xfrm>
              <a:off x="4606639" y="320604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7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7"/>
            <p:cNvSpPr/>
            <p:nvPr/>
          </p:nvSpPr>
          <p:spPr>
            <a:xfrm>
              <a:off x="4606639" y="3270469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7"/>
            <p:cNvSpPr/>
            <p:nvPr/>
          </p:nvSpPr>
          <p:spPr>
            <a:xfrm>
              <a:off x="4606639" y="3334892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7"/>
            <p:cNvSpPr/>
            <p:nvPr/>
          </p:nvSpPr>
          <p:spPr>
            <a:xfrm>
              <a:off x="4606639" y="3399315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7"/>
            <p:cNvSpPr/>
            <p:nvPr/>
          </p:nvSpPr>
          <p:spPr>
            <a:xfrm>
              <a:off x="4606639" y="3463385"/>
              <a:ext cx="711011" cy="456856"/>
            </a:xfrm>
            <a:custGeom>
              <a:avLst/>
              <a:gdLst/>
              <a:ahLst/>
              <a:cxnLst/>
              <a:rect l="l" t="t" r="r" b="b"/>
              <a:pathLst>
                <a:path w="24182" h="15538" extrusionOk="0">
                  <a:moveTo>
                    <a:pt x="0" y="15538"/>
                  </a:moveTo>
                  <a:lnTo>
                    <a:pt x="24182" y="1572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0" name="Google Shape;430;p17"/>
            <p:cNvGrpSpPr/>
            <p:nvPr/>
          </p:nvGrpSpPr>
          <p:grpSpPr>
            <a:xfrm>
              <a:off x="3478424" y="1308364"/>
              <a:ext cx="2180470" cy="1878295"/>
              <a:chOff x="5553063" y="1487604"/>
              <a:chExt cx="1981525" cy="1707075"/>
            </a:xfrm>
          </p:grpSpPr>
          <p:sp>
            <p:nvSpPr>
              <p:cNvPr id="431" name="Google Shape;431;p17"/>
              <p:cNvSpPr/>
              <p:nvPr/>
            </p:nvSpPr>
            <p:spPr>
              <a:xfrm>
                <a:off x="5563488" y="2071829"/>
                <a:ext cx="1960975" cy="1122850"/>
              </a:xfrm>
              <a:custGeom>
                <a:avLst/>
                <a:gdLst/>
                <a:ahLst/>
                <a:cxnLst/>
                <a:rect l="l" t="t" r="r" b="b"/>
                <a:pathLst>
                  <a:path w="78439" h="44914" extrusionOk="0">
                    <a:moveTo>
                      <a:pt x="12" y="1"/>
                    </a:moveTo>
                    <a:cubicBezTo>
                      <a:pt x="12" y="72"/>
                      <a:pt x="12" y="132"/>
                      <a:pt x="12" y="191"/>
                    </a:cubicBezTo>
                    <a:cubicBezTo>
                      <a:pt x="12" y="263"/>
                      <a:pt x="12" y="322"/>
                      <a:pt x="12" y="394"/>
                    </a:cubicBezTo>
                    <a:cubicBezTo>
                      <a:pt x="12" y="453"/>
                      <a:pt x="12" y="525"/>
                      <a:pt x="12" y="584"/>
                    </a:cubicBezTo>
                    <a:cubicBezTo>
                      <a:pt x="12" y="656"/>
                      <a:pt x="12" y="715"/>
                      <a:pt x="12" y="775"/>
                    </a:cubicBezTo>
                    <a:cubicBezTo>
                      <a:pt x="12" y="846"/>
                      <a:pt x="12" y="906"/>
                      <a:pt x="12" y="977"/>
                    </a:cubicBezTo>
                    <a:cubicBezTo>
                      <a:pt x="12" y="1037"/>
                      <a:pt x="12" y="1108"/>
                      <a:pt x="12" y="1167"/>
                    </a:cubicBezTo>
                    <a:cubicBezTo>
                      <a:pt x="12" y="1239"/>
                      <a:pt x="12" y="1298"/>
                      <a:pt x="12" y="1358"/>
                    </a:cubicBezTo>
                    <a:cubicBezTo>
                      <a:pt x="12" y="1429"/>
                      <a:pt x="12" y="1489"/>
                      <a:pt x="12" y="1560"/>
                    </a:cubicBezTo>
                    <a:cubicBezTo>
                      <a:pt x="12" y="1620"/>
                      <a:pt x="12" y="1691"/>
                      <a:pt x="12" y="1751"/>
                    </a:cubicBezTo>
                    <a:cubicBezTo>
                      <a:pt x="12" y="1822"/>
                      <a:pt x="12" y="1882"/>
                      <a:pt x="12" y="1941"/>
                    </a:cubicBezTo>
                    <a:cubicBezTo>
                      <a:pt x="12" y="2013"/>
                      <a:pt x="12" y="2072"/>
                      <a:pt x="12" y="2144"/>
                    </a:cubicBezTo>
                    <a:cubicBezTo>
                      <a:pt x="12" y="2203"/>
                      <a:pt x="12" y="2275"/>
                      <a:pt x="12" y="2334"/>
                    </a:cubicBezTo>
                    <a:cubicBezTo>
                      <a:pt x="12" y="2406"/>
                      <a:pt x="12" y="2465"/>
                      <a:pt x="12" y="2525"/>
                    </a:cubicBezTo>
                    <a:cubicBezTo>
                      <a:pt x="12" y="2596"/>
                      <a:pt x="12" y="2656"/>
                      <a:pt x="12" y="2727"/>
                    </a:cubicBezTo>
                    <a:cubicBezTo>
                      <a:pt x="12" y="2787"/>
                      <a:pt x="12" y="2858"/>
                      <a:pt x="12" y="2918"/>
                    </a:cubicBezTo>
                    <a:cubicBezTo>
                      <a:pt x="12" y="2989"/>
                      <a:pt x="12" y="3049"/>
                      <a:pt x="12" y="3108"/>
                    </a:cubicBezTo>
                    <a:cubicBezTo>
                      <a:pt x="12" y="3180"/>
                      <a:pt x="12" y="3239"/>
                      <a:pt x="12" y="3311"/>
                    </a:cubicBezTo>
                    <a:cubicBezTo>
                      <a:pt x="12" y="3370"/>
                      <a:pt x="12" y="3442"/>
                      <a:pt x="12" y="3501"/>
                    </a:cubicBezTo>
                    <a:cubicBezTo>
                      <a:pt x="12" y="3573"/>
                      <a:pt x="12" y="3632"/>
                      <a:pt x="12" y="3692"/>
                    </a:cubicBezTo>
                    <a:cubicBezTo>
                      <a:pt x="12" y="3763"/>
                      <a:pt x="12" y="3823"/>
                      <a:pt x="12" y="3894"/>
                    </a:cubicBezTo>
                    <a:cubicBezTo>
                      <a:pt x="12" y="3954"/>
                      <a:pt x="12" y="4025"/>
                      <a:pt x="12" y="4085"/>
                    </a:cubicBezTo>
                    <a:cubicBezTo>
                      <a:pt x="12" y="4156"/>
                      <a:pt x="12" y="4215"/>
                      <a:pt x="12" y="4275"/>
                    </a:cubicBezTo>
                    <a:cubicBezTo>
                      <a:pt x="12" y="4346"/>
                      <a:pt x="12" y="4406"/>
                      <a:pt x="12" y="4477"/>
                    </a:cubicBezTo>
                    <a:cubicBezTo>
                      <a:pt x="12" y="4537"/>
                      <a:pt x="12" y="4608"/>
                      <a:pt x="12" y="4668"/>
                    </a:cubicBezTo>
                    <a:cubicBezTo>
                      <a:pt x="12" y="4739"/>
                      <a:pt x="12" y="4799"/>
                      <a:pt x="12" y="4858"/>
                    </a:cubicBezTo>
                    <a:cubicBezTo>
                      <a:pt x="12" y="4930"/>
                      <a:pt x="12" y="4989"/>
                      <a:pt x="12" y="5061"/>
                    </a:cubicBezTo>
                    <a:cubicBezTo>
                      <a:pt x="12" y="5120"/>
                      <a:pt x="12" y="5192"/>
                      <a:pt x="12" y="5251"/>
                    </a:cubicBezTo>
                    <a:cubicBezTo>
                      <a:pt x="12" y="5323"/>
                      <a:pt x="12" y="5382"/>
                      <a:pt x="12" y="5442"/>
                    </a:cubicBezTo>
                    <a:cubicBezTo>
                      <a:pt x="12" y="5513"/>
                      <a:pt x="12" y="5573"/>
                      <a:pt x="12" y="5644"/>
                    </a:cubicBezTo>
                    <a:cubicBezTo>
                      <a:pt x="12" y="5704"/>
                      <a:pt x="12" y="5775"/>
                      <a:pt x="12" y="5835"/>
                    </a:cubicBezTo>
                    <a:cubicBezTo>
                      <a:pt x="12" y="5906"/>
                      <a:pt x="12" y="5966"/>
                      <a:pt x="12" y="6025"/>
                    </a:cubicBezTo>
                    <a:cubicBezTo>
                      <a:pt x="12" y="6097"/>
                      <a:pt x="12" y="6156"/>
                      <a:pt x="12" y="6228"/>
                    </a:cubicBezTo>
                    <a:cubicBezTo>
                      <a:pt x="12" y="6287"/>
                      <a:pt x="12" y="6359"/>
                      <a:pt x="12" y="6418"/>
                    </a:cubicBezTo>
                    <a:cubicBezTo>
                      <a:pt x="12" y="6490"/>
                      <a:pt x="12" y="6549"/>
                      <a:pt x="12" y="6609"/>
                    </a:cubicBezTo>
                    <a:cubicBezTo>
                      <a:pt x="12" y="6680"/>
                      <a:pt x="12" y="6740"/>
                      <a:pt x="12" y="6811"/>
                    </a:cubicBezTo>
                    <a:cubicBezTo>
                      <a:pt x="12" y="6871"/>
                      <a:pt x="12" y="6942"/>
                      <a:pt x="12" y="7002"/>
                    </a:cubicBezTo>
                    <a:cubicBezTo>
                      <a:pt x="12" y="7073"/>
                      <a:pt x="12" y="7132"/>
                      <a:pt x="12" y="7192"/>
                    </a:cubicBezTo>
                    <a:cubicBezTo>
                      <a:pt x="12" y="7263"/>
                      <a:pt x="12" y="7323"/>
                      <a:pt x="12" y="7394"/>
                    </a:cubicBezTo>
                    <a:cubicBezTo>
                      <a:pt x="12" y="7454"/>
                      <a:pt x="12" y="7525"/>
                      <a:pt x="12" y="7585"/>
                    </a:cubicBezTo>
                    <a:cubicBezTo>
                      <a:pt x="12" y="7656"/>
                      <a:pt x="12" y="7716"/>
                      <a:pt x="12" y="7775"/>
                    </a:cubicBezTo>
                    <a:cubicBezTo>
                      <a:pt x="12" y="7847"/>
                      <a:pt x="12" y="7906"/>
                      <a:pt x="12" y="7978"/>
                    </a:cubicBezTo>
                    <a:cubicBezTo>
                      <a:pt x="12" y="8037"/>
                      <a:pt x="12" y="8109"/>
                      <a:pt x="12" y="8168"/>
                    </a:cubicBezTo>
                    <a:cubicBezTo>
                      <a:pt x="12" y="8228"/>
                      <a:pt x="12" y="8299"/>
                      <a:pt x="12" y="8359"/>
                    </a:cubicBezTo>
                    <a:cubicBezTo>
                      <a:pt x="12" y="8430"/>
                      <a:pt x="12" y="8490"/>
                      <a:pt x="12" y="8561"/>
                    </a:cubicBezTo>
                    <a:cubicBezTo>
                      <a:pt x="12" y="8621"/>
                      <a:pt x="12" y="8692"/>
                      <a:pt x="12" y="8752"/>
                    </a:cubicBezTo>
                    <a:cubicBezTo>
                      <a:pt x="12" y="8811"/>
                      <a:pt x="12" y="8883"/>
                      <a:pt x="12" y="8942"/>
                    </a:cubicBezTo>
                    <a:cubicBezTo>
                      <a:pt x="12" y="9014"/>
                      <a:pt x="12" y="9073"/>
                      <a:pt x="12" y="9145"/>
                    </a:cubicBezTo>
                    <a:cubicBezTo>
                      <a:pt x="12" y="9204"/>
                      <a:pt x="12" y="9276"/>
                      <a:pt x="12" y="9335"/>
                    </a:cubicBezTo>
                    <a:cubicBezTo>
                      <a:pt x="12" y="9395"/>
                      <a:pt x="12" y="9466"/>
                      <a:pt x="12" y="9526"/>
                    </a:cubicBezTo>
                    <a:cubicBezTo>
                      <a:pt x="12" y="9597"/>
                      <a:pt x="12" y="9657"/>
                      <a:pt x="12" y="9728"/>
                    </a:cubicBezTo>
                    <a:cubicBezTo>
                      <a:pt x="12" y="9788"/>
                      <a:pt x="12" y="9859"/>
                      <a:pt x="12" y="9919"/>
                    </a:cubicBezTo>
                    <a:cubicBezTo>
                      <a:pt x="12" y="9978"/>
                      <a:pt x="12" y="10050"/>
                      <a:pt x="12" y="10109"/>
                    </a:cubicBezTo>
                    <a:cubicBezTo>
                      <a:pt x="12" y="10180"/>
                      <a:pt x="12" y="10240"/>
                      <a:pt x="12" y="10311"/>
                    </a:cubicBezTo>
                    <a:cubicBezTo>
                      <a:pt x="12" y="10371"/>
                      <a:pt x="12" y="10442"/>
                      <a:pt x="12" y="10502"/>
                    </a:cubicBezTo>
                    <a:cubicBezTo>
                      <a:pt x="12" y="10561"/>
                      <a:pt x="12" y="10633"/>
                      <a:pt x="12" y="10692"/>
                    </a:cubicBezTo>
                    <a:cubicBezTo>
                      <a:pt x="12" y="10764"/>
                      <a:pt x="12" y="10823"/>
                      <a:pt x="12" y="10895"/>
                    </a:cubicBezTo>
                    <a:cubicBezTo>
                      <a:pt x="12" y="10954"/>
                      <a:pt x="12" y="11026"/>
                      <a:pt x="12" y="11085"/>
                    </a:cubicBezTo>
                    <a:cubicBezTo>
                      <a:pt x="12" y="11145"/>
                      <a:pt x="12" y="11216"/>
                      <a:pt x="12" y="11276"/>
                    </a:cubicBezTo>
                    <a:cubicBezTo>
                      <a:pt x="12" y="11347"/>
                      <a:pt x="12" y="11407"/>
                      <a:pt x="12" y="11478"/>
                    </a:cubicBezTo>
                    <a:cubicBezTo>
                      <a:pt x="12" y="11538"/>
                      <a:pt x="12" y="11609"/>
                      <a:pt x="12" y="11669"/>
                    </a:cubicBezTo>
                    <a:cubicBezTo>
                      <a:pt x="12" y="11728"/>
                      <a:pt x="12" y="11800"/>
                      <a:pt x="12" y="11859"/>
                    </a:cubicBezTo>
                    <a:cubicBezTo>
                      <a:pt x="12" y="11931"/>
                      <a:pt x="12" y="11990"/>
                      <a:pt x="12" y="12062"/>
                    </a:cubicBezTo>
                    <a:cubicBezTo>
                      <a:pt x="12" y="12121"/>
                      <a:pt x="12" y="12193"/>
                      <a:pt x="12" y="12252"/>
                    </a:cubicBezTo>
                    <a:cubicBezTo>
                      <a:pt x="12" y="12312"/>
                      <a:pt x="12" y="12383"/>
                      <a:pt x="12" y="12443"/>
                    </a:cubicBezTo>
                    <a:cubicBezTo>
                      <a:pt x="12" y="12514"/>
                      <a:pt x="12" y="12574"/>
                      <a:pt x="12" y="12645"/>
                    </a:cubicBezTo>
                    <a:cubicBezTo>
                      <a:pt x="12" y="12705"/>
                      <a:pt x="12" y="12776"/>
                      <a:pt x="12" y="12836"/>
                    </a:cubicBezTo>
                    <a:cubicBezTo>
                      <a:pt x="12" y="12895"/>
                      <a:pt x="12" y="12967"/>
                      <a:pt x="12" y="13026"/>
                    </a:cubicBezTo>
                    <a:cubicBezTo>
                      <a:pt x="12" y="13098"/>
                      <a:pt x="12" y="13157"/>
                      <a:pt x="12" y="13228"/>
                    </a:cubicBezTo>
                    <a:cubicBezTo>
                      <a:pt x="12" y="13288"/>
                      <a:pt x="12" y="13359"/>
                      <a:pt x="12" y="13419"/>
                    </a:cubicBezTo>
                    <a:cubicBezTo>
                      <a:pt x="12" y="13479"/>
                      <a:pt x="12" y="13550"/>
                      <a:pt x="12" y="13609"/>
                    </a:cubicBezTo>
                    <a:cubicBezTo>
                      <a:pt x="12" y="13681"/>
                      <a:pt x="12" y="13740"/>
                      <a:pt x="12" y="13812"/>
                    </a:cubicBezTo>
                    <a:cubicBezTo>
                      <a:pt x="12" y="13871"/>
                      <a:pt x="12" y="13943"/>
                      <a:pt x="12" y="14002"/>
                    </a:cubicBezTo>
                    <a:cubicBezTo>
                      <a:pt x="12" y="14062"/>
                      <a:pt x="12" y="14133"/>
                      <a:pt x="12" y="14193"/>
                    </a:cubicBezTo>
                    <a:cubicBezTo>
                      <a:pt x="12" y="14264"/>
                      <a:pt x="12" y="14324"/>
                      <a:pt x="12" y="14395"/>
                    </a:cubicBezTo>
                    <a:cubicBezTo>
                      <a:pt x="12" y="14455"/>
                      <a:pt x="12" y="14526"/>
                      <a:pt x="12" y="14586"/>
                    </a:cubicBezTo>
                    <a:cubicBezTo>
                      <a:pt x="12" y="14645"/>
                      <a:pt x="12" y="14717"/>
                      <a:pt x="12" y="14776"/>
                    </a:cubicBezTo>
                    <a:cubicBezTo>
                      <a:pt x="12" y="14848"/>
                      <a:pt x="12" y="14907"/>
                      <a:pt x="12" y="14979"/>
                    </a:cubicBezTo>
                    <a:cubicBezTo>
                      <a:pt x="12" y="15038"/>
                      <a:pt x="12" y="15110"/>
                      <a:pt x="12" y="15169"/>
                    </a:cubicBezTo>
                    <a:cubicBezTo>
                      <a:pt x="12" y="15229"/>
                      <a:pt x="12" y="15300"/>
                      <a:pt x="12" y="15360"/>
                    </a:cubicBezTo>
                    <a:cubicBezTo>
                      <a:pt x="12" y="15431"/>
                      <a:pt x="12" y="15491"/>
                      <a:pt x="12" y="15562"/>
                    </a:cubicBezTo>
                    <a:cubicBezTo>
                      <a:pt x="12" y="15622"/>
                      <a:pt x="12" y="15693"/>
                      <a:pt x="12" y="15753"/>
                    </a:cubicBezTo>
                    <a:cubicBezTo>
                      <a:pt x="12" y="15812"/>
                      <a:pt x="12" y="15884"/>
                      <a:pt x="12" y="15943"/>
                    </a:cubicBezTo>
                    <a:cubicBezTo>
                      <a:pt x="12" y="16015"/>
                      <a:pt x="12" y="16074"/>
                      <a:pt x="12" y="16146"/>
                    </a:cubicBezTo>
                    <a:cubicBezTo>
                      <a:pt x="12" y="16205"/>
                      <a:pt x="12" y="16276"/>
                      <a:pt x="12" y="16336"/>
                    </a:cubicBezTo>
                    <a:cubicBezTo>
                      <a:pt x="12" y="16396"/>
                      <a:pt x="12" y="16467"/>
                      <a:pt x="12" y="16527"/>
                    </a:cubicBezTo>
                    <a:cubicBezTo>
                      <a:pt x="12" y="16598"/>
                      <a:pt x="12" y="16657"/>
                      <a:pt x="12" y="16729"/>
                    </a:cubicBezTo>
                    <a:cubicBezTo>
                      <a:pt x="12" y="16788"/>
                      <a:pt x="12" y="16860"/>
                      <a:pt x="12" y="16919"/>
                    </a:cubicBezTo>
                    <a:cubicBezTo>
                      <a:pt x="12" y="16979"/>
                      <a:pt x="12" y="17050"/>
                      <a:pt x="12" y="17110"/>
                    </a:cubicBezTo>
                    <a:cubicBezTo>
                      <a:pt x="12" y="17181"/>
                      <a:pt x="12" y="17241"/>
                      <a:pt x="12" y="17312"/>
                    </a:cubicBezTo>
                    <a:cubicBezTo>
                      <a:pt x="12" y="17372"/>
                      <a:pt x="12" y="17443"/>
                      <a:pt x="12" y="17503"/>
                    </a:cubicBezTo>
                    <a:cubicBezTo>
                      <a:pt x="12" y="17562"/>
                      <a:pt x="12" y="17634"/>
                      <a:pt x="12" y="17693"/>
                    </a:cubicBezTo>
                    <a:cubicBezTo>
                      <a:pt x="12" y="17765"/>
                      <a:pt x="12" y="17824"/>
                      <a:pt x="12" y="17896"/>
                    </a:cubicBezTo>
                    <a:cubicBezTo>
                      <a:pt x="12" y="17955"/>
                      <a:pt x="12" y="18015"/>
                      <a:pt x="12" y="18086"/>
                    </a:cubicBezTo>
                    <a:cubicBezTo>
                      <a:pt x="12" y="18146"/>
                      <a:pt x="12" y="18217"/>
                      <a:pt x="12" y="18277"/>
                    </a:cubicBezTo>
                    <a:cubicBezTo>
                      <a:pt x="12" y="18348"/>
                      <a:pt x="12" y="18408"/>
                      <a:pt x="12" y="18479"/>
                    </a:cubicBezTo>
                    <a:cubicBezTo>
                      <a:pt x="12" y="18539"/>
                      <a:pt x="12" y="18598"/>
                      <a:pt x="12" y="18670"/>
                    </a:cubicBezTo>
                    <a:cubicBezTo>
                      <a:pt x="12" y="18729"/>
                      <a:pt x="12" y="18801"/>
                      <a:pt x="12" y="18860"/>
                    </a:cubicBezTo>
                    <a:cubicBezTo>
                      <a:pt x="12" y="18932"/>
                      <a:pt x="12" y="18991"/>
                      <a:pt x="12" y="19063"/>
                    </a:cubicBezTo>
                    <a:cubicBezTo>
                      <a:pt x="12" y="19122"/>
                      <a:pt x="12" y="19182"/>
                      <a:pt x="12" y="19253"/>
                    </a:cubicBezTo>
                    <a:cubicBezTo>
                      <a:pt x="12" y="19313"/>
                      <a:pt x="12" y="19384"/>
                      <a:pt x="12" y="19444"/>
                    </a:cubicBezTo>
                    <a:cubicBezTo>
                      <a:pt x="12" y="19515"/>
                      <a:pt x="12" y="19575"/>
                      <a:pt x="12" y="19646"/>
                    </a:cubicBezTo>
                    <a:cubicBezTo>
                      <a:pt x="12" y="19705"/>
                      <a:pt x="12" y="19765"/>
                      <a:pt x="12" y="19836"/>
                    </a:cubicBezTo>
                    <a:cubicBezTo>
                      <a:pt x="12" y="19896"/>
                      <a:pt x="12" y="19967"/>
                      <a:pt x="12" y="20027"/>
                    </a:cubicBezTo>
                    <a:cubicBezTo>
                      <a:pt x="12" y="20098"/>
                      <a:pt x="12" y="20158"/>
                      <a:pt x="12" y="20229"/>
                    </a:cubicBezTo>
                    <a:cubicBezTo>
                      <a:pt x="12" y="20289"/>
                      <a:pt x="12" y="20348"/>
                      <a:pt x="12" y="20420"/>
                    </a:cubicBezTo>
                    <a:cubicBezTo>
                      <a:pt x="12" y="20479"/>
                      <a:pt x="12" y="20551"/>
                      <a:pt x="12" y="20610"/>
                    </a:cubicBezTo>
                    <a:cubicBezTo>
                      <a:pt x="12" y="20682"/>
                      <a:pt x="12" y="20741"/>
                      <a:pt x="12" y="20813"/>
                    </a:cubicBezTo>
                    <a:cubicBezTo>
                      <a:pt x="12" y="20872"/>
                      <a:pt x="12" y="20932"/>
                      <a:pt x="12" y="21003"/>
                    </a:cubicBezTo>
                    <a:cubicBezTo>
                      <a:pt x="12" y="21063"/>
                      <a:pt x="12" y="21134"/>
                      <a:pt x="12" y="21194"/>
                    </a:cubicBezTo>
                    <a:cubicBezTo>
                      <a:pt x="12" y="21265"/>
                      <a:pt x="12" y="21325"/>
                      <a:pt x="12" y="21396"/>
                    </a:cubicBezTo>
                    <a:cubicBezTo>
                      <a:pt x="12" y="21456"/>
                      <a:pt x="12" y="21515"/>
                      <a:pt x="12" y="21587"/>
                    </a:cubicBezTo>
                    <a:cubicBezTo>
                      <a:pt x="0" y="22515"/>
                      <a:pt x="500" y="23373"/>
                      <a:pt x="1310" y="23837"/>
                    </a:cubicBezTo>
                    <a:lnTo>
                      <a:pt x="36612" y="44208"/>
                    </a:lnTo>
                    <a:cubicBezTo>
                      <a:pt x="37416" y="44679"/>
                      <a:pt x="38315" y="44914"/>
                      <a:pt x="39215" y="44914"/>
                    </a:cubicBezTo>
                    <a:cubicBezTo>
                      <a:pt x="40115" y="44914"/>
                      <a:pt x="41017" y="44679"/>
                      <a:pt x="41827" y="44208"/>
                    </a:cubicBezTo>
                    <a:lnTo>
                      <a:pt x="77129" y="23837"/>
                    </a:lnTo>
                    <a:cubicBezTo>
                      <a:pt x="77939" y="23373"/>
                      <a:pt x="78439" y="22515"/>
                      <a:pt x="78427" y="21587"/>
                    </a:cubicBezTo>
                    <a:lnTo>
                      <a:pt x="78427" y="21384"/>
                    </a:lnTo>
                    <a:lnTo>
                      <a:pt x="78427" y="21194"/>
                    </a:lnTo>
                    <a:lnTo>
                      <a:pt x="78427" y="21003"/>
                    </a:lnTo>
                    <a:lnTo>
                      <a:pt x="78427" y="20801"/>
                    </a:lnTo>
                    <a:lnTo>
                      <a:pt x="78427" y="20610"/>
                    </a:lnTo>
                    <a:lnTo>
                      <a:pt x="78427" y="20420"/>
                    </a:lnTo>
                    <a:lnTo>
                      <a:pt x="78427" y="20217"/>
                    </a:lnTo>
                    <a:lnTo>
                      <a:pt x="78427" y="20027"/>
                    </a:lnTo>
                    <a:lnTo>
                      <a:pt x="78427" y="19836"/>
                    </a:lnTo>
                    <a:lnTo>
                      <a:pt x="78427" y="19634"/>
                    </a:lnTo>
                    <a:lnTo>
                      <a:pt x="78427" y="19444"/>
                    </a:lnTo>
                    <a:lnTo>
                      <a:pt x="78427" y="19253"/>
                    </a:lnTo>
                    <a:lnTo>
                      <a:pt x="78427" y="19051"/>
                    </a:lnTo>
                    <a:lnTo>
                      <a:pt x="78427" y="18860"/>
                    </a:lnTo>
                    <a:lnTo>
                      <a:pt x="78427" y="18670"/>
                    </a:lnTo>
                    <a:lnTo>
                      <a:pt x="78427" y="18467"/>
                    </a:lnTo>
                    <a:lnTo>
                      <a:pt x="78427" y="18277"/>
                    </a:lnTo>
                    <a:lnTo>
                      <a:pt x="78427" y="18086"/>
                    </a:lnTo>
                    <a:lnTo>
                      <a:pt x="78427" y="17884"/>
                    </a:lnTo>
                    <a:lnTo>
                      <a:pt x="78427" y="17693"/>
                    </a:lnTo>
                    <a:lnTo>
                      <a:pt x="78427" y="17503"/>
                    </a:lnTo>
                    <a:lnTo>
                      <a:pt x="78427" y="17300"/>
                    </a:lnTo>
                    <a:lnTo>
                      <a:pt x="78427" y="17110"/>
                    </a:lnTo>
                    <a:lnTo>
                      <a:pt x="78427" y="16919"/>
                    </a:lnTo>
                    <a:lnTo>
                      <a:pt x="78427" y="16717"/>
                    </a:lnTo>
                    <a:lnTo>
                      <a:pt x="78427" y="16527"/>
                    </a:lnTo>
                    <a:lnTo>
                      <a:pt x="78427" y="16336"/>
                    </a:lnTo>
                    <a:lnTo>
                      <a:pt x="78427" y="16146"/>
                    </a:lnTo>
                    <a:lnTo>
                      <a:pt x="78427" y="15943"/>
                    </a:lnTo>
                    <a:lnTo>
                      <a:pt x="78427" y="15753"/>
                    </a:lnTo>
                    <a:lnTo>
                      <a:pt x="78427" y="15562"/>
                    </a:lnTo>
                    <a:lnTo>
                      <a:pt x="78427" y="15360"/>
                    </a:lnTo>
                    <a:lnTo>
                      <a:pt x="78427" y="15169"/>
                    </a:lnTo>
                    <a:lnTo>
                      <a:pt x="78427" y="14979"/>
                    </a:lnTo>
                    <a:lnTo>
                      <a:pt x="78427" y="14776"/>
                    </a:lnTo>
                    <a:lnTo>
                      <a:pt x="78427" y="14586"/>
                    </a:lnTo>
                    <a:lnTo>
                      <a:pt x="78427" y="14395"/>
                    </a:lnTo>
                    <a:lnTo>
                      <a:pt x="78427" y="14193"/>
                    </a:lnTo>
                    <a:lnTo>
                      <a:pt x="78427" y="14002"/>
                    </a:lnTo>
                    <a:lnTo>
                      <a:pt x="78427" y="13812"/>
                    </a:lnTo>
                    <a:lnTo>
                      <a:pt x="78427" y="13609"/>
                    </a:lnTo>
                    <a:lnTo>
                      <a:pt x="78427" y="13419"/>
                    </a:lnTo>
                    <a:lnTo>
                      <a:pt x="78427" y="13228"/>
                    </a:lnTo>
                    <a:lnTo>
                      <a:pt x="78427" y="13026"/>
                    </a:lnTo>
                    <a:lnTo>
                      <a:pt x="78427" y="12836"/>
                    </a:lnTo>
                    <a:lnTo>
                      <a:pt x="78427" y="12645"/>
                    </a:lnTo>
                    <a:lnTo>
                      <a:pt x="78427" y="12443"/>
                    </a:lnTo>
                    <a:lnTo>
                      <a:pt x="78427" y="12252"/>
                    </a:lnTo>
                    <a:lnTo>
                      <a:pt x="78427" y="12062"/>
                    </a:lnTo>
                    <a:lnTo>
                      <a:pt x="78427" y="11859"/>
                    </a:lnTo>
                    <a:lnTo>
                      <a:pt x="78427" y="11669"/>
                    </a:lnTo>
                    <a:lnTo>
                      <a:pt x="78427" y="11478"/>
                    </a:lnTo>
                    <a:lnTo>
                      <a:pt x="78427" y="11276"/>
                    </a:lnTo>
                    <a:lnTo>
                      <a:pt x="78427" y="11085"/>
                    </a:lnTo>
                    <a:lnTo>
                      <a:pt x="78427" y="10895"/>
                    </a:lnTo>
                    <a:lnTo>
                      <a:pt x="78427" y="10692"/>
                    </a:lnTo>
                    <a:lnTo>
                      <a:pt x="78427" y="10502"/>
                    </a:lnTo>
                    <a:lnTo>
                      <a:pt x="78427" y="10311"/>
                    </a:lnTo>
                    <a:lnTo>
                      <a:pt x="78427" y="10109"/>
                    </a:lnTo>
                    <a:lnTo>
                      <a:pt x="78427" y="9919"/>
                    </a:lnTo>
                    <a:lnTo>
                      <a:pt x="78427" y="9728"/>
                    </a:lnTo>
                    <a:lnTo>
                      <a:pt x="78427" y="9526"/>
                    </a:lnTo>
                    <a:lnTo>
                      <a:pt x="78427" y="9335"/>
                    </a:lnTo>
                    <a:lnTo>
                      <a:pt x="78427" y="9145"/>
                    </a:lnTo>
                    <a:lnTo>
                      <a:pt x="78427" y="8942"/>
                    </a:lnTo>
                    <a:lnTo>
                      <a:pt x="78427" y="8752"/>
                    </a:lnTo>
                    <a:lnTo>
                      <a:pt x="78427" y="8561"/>
                    </a:lnTo>
                    <a:lnTo>
                      <a:pt x="78427" y="8359"/>
                    </a:lnTo>
                    <a:lnTo>
                      <a:pt x="78427" y="8168"/>
                    </a:lnTo>
                    <a:lnTo>
                      <a:pt x="78427" y="7978"/>
                    </a:lnTo>
                    <a:lnTo>
                      <a:pt x="78427" y="7775"/>
                    </a:lnTo>
                    <a:lnTo>
                      <a:pt x="78427" y="7585"/>
                    </a:lnTo>
                    <a:lnTo>
                      <a:pt x="78427" y="7394"/>
                    </a:lnTo>
                    <a:lnTo>
                      <a:pt x="78427" y="7192"/>
                    </a:lnTo>
                    <a:lnTo>
                      <a:pt x="78427" y="7002"/>
                    </a:lnTo>
                    <a:lnTo>
                      <a:pt x="78427" y="6811"/>
                    </a:lnTo>
                    <a:lnTo>
                      <a:pt x="78427" y="6609"/>
                    </a:lnTo>
                    <a:lnTo>
                      <a:pt x="78427" y="6418"/>
                    </a:lnTo>
                    <a:lnTo>
                      <a:pt x="78427" y="6228"/>
                    </a:lnTo>
                    <a:lnTo>
                      <a:pt x="78427" y="6025"/>
                    </a:lnTo>
                    <a:lnTo>
                      <a:pt x="78427" y="5835"/>
                    </a:lnTo>
                    <a:lnTo>
                      <a:pt x="78427" y="5644"/>
                    </a:lnTo>
                    <a:lnTo>
                      <a:pt x="78427" y="5442"/>
                    </a:lnTo>
                    <a:lnTo>
                      <a:pt x="78427" y="5251"/>
                    </a:lnTo>
                    <a:lnTo>
                      <a:pt x="78427" y="5061"/>
                    </a:lnTo>
                    <a:lnTo>
                      <a:pt x="78427" y="4858"/>
                    </a:lnTo>
                    <a:lnTo>
                      <a:pt x="78427" y="4668"/>
                    </a:lnTo>
                    <a:lnTo>
                      <a:pt x="78427" y="4477"/>
                    </a:lnTo>
                    <a:lnTo>
                      <a:pt x="78427" y="4275"/>
                    </a:lnTo>
                    <a:lnTo>
                      <a:pt x="78427" y="4085"/>
                    </a:lnTo>
                    <a:lnTo>
                      <a:pt x="78427" y="3894"/>
                    </a:lnTo>
                    <a:lnTo>
                      <a:pt x="78427" y="3692"/>
                    </a:lnTo>
                    <a:lnTo>
                      <a:pt x="78427" y="3501"/>
                    </a:lnTo>
                    <a:lnTo>
                      <a:pt x="78427" y="3311"/>
                    </a:lnTo>
                    <a:lnTo>
                      <a:pt x="78427" y="3108"/>
                    </a:lnTo>
                    <a:lnTo>
                      <a:pt x="78427" y="2918"/>
                    </a:lnTo>
                    <a:lnTo>
                      <a:pt x="78427" y="2727"/>
                    </a:lnTo>
                    <a:lnTo>
                      <a:pt x="78427" y="2525"/>
                    </a:lnTo>
                    <a:lnTo>
                      <a:pt x="78427" y="2334"/>
                    </a:lnTo>
                    <a:lnTo>
                      <a:pt x="78427" y="2144"/>
                    </a:lnTo>
                    <a:lnTo>
                      <a:pt x="78427" y="1941"/>
                    </a:lnTo>
                    <a:lnTo>
                      <a:pt x="78427" y="1751"/>
                    </a:lnTo>
                    <a:lnTo>
                      <a:pt x="78427" y="1560"/>
                    </a:lnTo>
                    <a:lnTo>
                      <a:pt x="78427" y="1358"/>
                    </a:lnTo>
                    <a:lnTo>
                      <a:pt x="78427" y="1167"/>
                    </a:lnTo>
                    <a:lnTo>
                      <a:pt x="78427" y="977"/>
                    </a:lnTo>
                    <a:lnTo>
                      <a:pt x="78427" y="775"/>
                    </a:lnTo>
                    <a:lnTo>
                      <a:pt x="78427" y="584"/>
                    </a:lnTo>
                    <a:lnTo>
                      <a:pt x="78427" y="394"/>
                    </a:lnTo>
                    <a:lnTo>
                      <a:pt x="78427" y="191"/>
                    </a:lnTo>
                    <a:lnTo>
                      <a:pt x="78427" y="1"/>
                    </a:lnTo>
                    <a:lnTo>
                      <a:pt x="78212" y="1"/>
                    </a:lnTo>
                    <a:cubicBezTo>
                      <a:pt x="78224" y="858"/>
                      <a:pt x="77760" y="1644"/>
                      <a:pt x="77022" y="2072"/>
                    </a:cubicBezTo>
                    <a:lnTo>
                      <a:pt x="41720" y="22444"/>
                    </a:lnTo>
                    <a:cubicBezTo>
                      <a:pt x="40946" y="22890"/>
                      <a:pt x="40083" y="23114"/>
                      <a:pt x="39218" y="23114"/>
                    </a:cubicBezTo>
                    <a:cubicBezTo>
                      <a:pt x="38353" y="23114"/>
                      <a:pt x="37487" y="22890"/>
                      <a:pt x="36707" y="22444"/>
                    </a:cubicBezTo>
                    <a:lnTo>
                      <a:pt x="1417" y="2072"/>
                    </a:lnTo>
                    <a:cubicBezTo>
                      <a:pt x="667" y="1644"/>
                      <a:pt x="215" y="858"/>
                      <a:pt x="22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  <a:alpha val="41520"/>
                    </a:srgbClr>
                  </a:gs>
                  <a:gs pos="100000">
                    <a:srgbClr val="FFFFFF">
                      <a:alpha val="37254"/>
                      <a:alpha val="415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17"/>
              <p:cNvSpPr/>
              <p:nvPr/>
            </p:nvSpPr>
            <p:spPr>
              <a:xfrm>
                <a:off x="5553063" y="1487604"/>
                <a:ext cx="1981525" cy="1164300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rgbClr val="A0FDF1">
                  <a:alpha val="415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33" name="Google Shape;433;p17"/>
          <p:cNvGrpSpPr/>
          <p:nvPr/>
        </p:nvGrpSpPr>
        <p:grpSpPr>
          <a:xfrm>
            <a:off x="4384122" y="2683491"/>
            <a:ext cx="1165988" cy="1568666"/>
            <a:chOff x="3478424" y="1308364"/>
            <a:chExt cx="2187185" cy="2942536"/>
          </a:xfrm>
        </p:grpSpPr>
        <p:sp>
          <p:nvSpPr>
            <p:cNvPr id="434" name="Google Shape;434;p17"/>
            <p:cNvSpPr/>
            <p:nvPr/>
          </p:nvSpPr>
          <p:spPr>
            <a:xfrm>
              <a:off x="3485139" y="2969821"/>
              <a:ext cx="2180470" cy="1281079"/>
            </a:xfrm>
            <a:custGeom>
              <a:avLst/>
              <a:gdLst/>
              <a:ahLst/>
              <a:cxnLst/>
              <a:rect l="l" t="t" r="r" b="b"/>
              <a:pathLst>
                <a:path w="79261" h="46572" extrusionOk="0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7"/>
            <p:cNvSpPr/>
            <p:nvPr/>
          </p:nvSpPr>
          <p:spPr>
            <a:xfrm>
              <a:off x="3793045" y="1947520"/>
              <a:ext cx="1550129" cy="2096604"/>
            </a:xfrm>
            <a:custGeom>
              <a:avLst/>
              <a:gdLst/>
              <a:ahLst/>
              <a:cxnLst/>
              <a:rect l="l" t="t" r="r" b="b"/>
              <a:pathLst>
                <a:path w="52721" h="71307" extrusionOk="0">
                  <a:moveTo>
                    <a:pt x="52709" y="0"/>
                  </a:moveTo>
                  <a:lnTo>
                    <a:pt x="0" y="0"/>
                  </a:lnTo>
                  <a:lnTo>
                    <a:pt x="0" y="55495"/>
                  </a:lnTo>
                  <a:cubicBezTo>
                    <a:pt x="0" y="56090"/>
                    <a:pt x="321" y="56650"/>
                    <a:pt x="845" y="56948"/>
                  </a:cubicBezTo>
                  <a:lnTo>
                    <a:pt x="24646" y="70699"/>
                  </a:lnTo>
                  <a:cubicBezTo>
                    <a:pt x="25706" y="71306"/>
                    <a:pt x="27027" y="71306"/>
                    <a:pt x="28087" y="70699"/>
                  </a:cubicBezTo>
                  <a:lnTo>
                    <a:pt x="51876" y="56948"/>
                  </a:lnTo>
                  <a:cubicBezTo>
                    <a:pt x="52399" y="56650"/>
                    <a:pt x="52721" y="56090"/>
                    <a:pt x="52721" y="55495"/>
                  </a:cubicBezTo>
                  <a:lnTo>
                    <a:pt x="52721" y="554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7"/>
            <p:cNvSpPr/>
            <p:nvPr/>
          </p:nvSpPr>
          <p:spPr>
            <a:xfrm>
              <a:off x="3784988" y="1482593"/>
              <a:ext cx="1566242" cy="929825"/>
            </a:xfrm>
            <a:custGeom>
              <a:avLst/>
              <a:gdLst/>
              <a:ahLst/>
              <a:cxnLst/>
              <a:rect l="l" t="t" r="r" b="b"/>
              <a:pathLst>
                <a:path w="53269" h="31624" extrusionOk="0">
                  <a:moveTo>
                    <a:pt x="24920" y="31004"/>
                  </a:moveTo>
                  <a:lnTo>
                    <a:pt x="1119" y="17265"/>
                  </a:lnTo>
                  <a:cubicBezTo>
                    <a:pt x="0" y="16622"/>
                    <a:pt x="0" y="15002"/>
                    <a:pt x="1119" y="14359"/>
                  </a:cubicBezTo>
                  <a:lnTo>
                    <a:pt x="24920" y="620"/>
                  </a:lnTo>
                  <a:cubicBezTo>
                    <a:pt x="25980" y="1"/>
                    <a:pt x="27301" y="1"/>
                    <a:pt x="28361" y="620"/>
                  </a:cubicBezTo>
                  <a:lnTo>
                    <a:pt x="52150" y="14359"/>
                  </a:lnTo>
                  <a:cubicBezTo>
                    <a:pt x="53269" y="15002"/>
                    <a:pt x="53269" y="16622"/>
                    <a:pt x="52150" y="17265"/>
                  </a:cubicBezTo>
                  <a:lnTo>
                    <a:pt x="28361" y="31004"/>
                  </a:lnTo>
                  <a:cubicBezTo>
                    <a:pt x="27289" y="31624"/>
                    <a:pt x="25980" y="31624"/>
                    <a:pt x="24920" y="31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7"/>
            <p:cNvSpPr/>
            <p:nvPr/>
          </p:nvSpPr>
          <p:spPr>
            <a:xfrm>
              <a:off x="3818244" y="2089627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7"/>
                  </a:moveTo>
                  <a:lnTo>
                    <a:pt x="0" y="1561"/>
                  </a:lnTo>
                  <a:lnTo>
                    <a:pt x="0" y="1"/>
                  </a:lnTo>
                  <a:lnTo>
                    <a:pt x="24194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7"/>
            <p:cNvSpPr/>
            <p:nvPr/>
          </p:nvSpPr>
          <p:spPr>
            <a:xfrm>
              <a:off x="3818244" y="2153697"/>
              <a:ext cx="711364" cy="456885"/>
            </a:xfrm>
            <a:custGeom>
              <a:avLst/>
              <a:gdLst/>
              <a:ahLst/>
              <a:cxnLst/>
              <a:rect l="l" t="t" r="r" b="b"/>
              <a:pathLst>
                <a:path w="24194" h="15539" extrusionOk="0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7"/>
            <p:cNvSpPr/>
            <p:nvPr/>
          </p:nvSpPr>
          <p:spPr>
            <a:xfrm>
              <a:off x="3818244" y="2218120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7"/>
            <p:cNvSpPr/>
            <p:nvPr/>
          </p:nvSpPr>
          <p:spPr>
            <a:xfrm>
              <a:off x="3818244" y="2282543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7"/>
            <p:cNvSpPr/>
            <p:nvPr/>
          </p:nvSpPr>
          <p:spPr>
            <a:xfrm>
              <a:off x="3818244" y="2346966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7"/>
            <p:cNvSpPr/>
            <p:nvPr/>
          </p:nvSpPr>
          <p:spPr>
            <a:xfrm>
              <a:off x="3818244" y="246178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>
              <a:off x="3818244" y="2526209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7"/>
            <p:cNvSpPr/>
            <p:nvPr/>
          </p:nvSpPr>
          <p:spPr>
            <a:xfrm>
              <a:off x="3818244" y="2590250"/>
              <a:ext cx="711364" cy="456885"/>
            </a:xfrm>
            <a:custGeom>
              <a:avLst/>
              <a:gdLst/>
              <a:ahLst/>
              <a:cxnLst/>
              <a:rect l="l" t="t" r="r" b="b"/>
              <a:pathLst>
                <a:path w="24194" h="15539" extrusionOk="0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7"/>
            <p:cNvSpPr/>
            <p:nvPr/>
          </p:nvSpPr>
          <p:spPr>
            <a:xfrm>
              <a:off x="3818244" y="2654673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7"/>
            <p:cNvSpPr/>
            <p:nvPr/>
          </p:nvSpPr>
          <p:spPr>
            <a:xfrm>
              <a:off x="3818244" y="271909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7"/>
            <p:cNvSpPr/>
            <p:nvPr/>
          </p:nvSpPr>
          <p:spPr>
            <a:xfrm>
              <a:off x="3818244" y="283391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7"/>
            <p:cNvSpPr/>
            <p:nvPr/>
          </p:nvSpPr>
          <p:spPr>
            <a:xfrm>
              <a:off x="3818244" y="2898339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>
              <a:off x="3818244" y="2962762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7"/>
            <p:cNvSpPr/>
            <p:nvPr/>
          </p:nvSpPr>
          <p:spPr>
            <a:xfrm>
              <a:off x="3818244" y="3026803"/>
              <a:ext cx="711364" cy="456885"/>
            </a:xfrm>
            <a:custGeom>
              <a:avLst/>
              <a:gdLst/>
              <a:ahLst/>
              <a:cxnLst/>
              <a:rect l="l" t="t" r="r" b="b"/>
              <a:pathLst>
                <a:path w="24194" h="15539" extrusionOk="0">
                  <a:moveTo>
                    <a:pt x="24194" y="15539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7"/>
            <p:cNvSpPr/>
            <p:nvPr/>
          </p:nvSpPr>
          <p:spPr>
            <a:xfrm>
              <a:off x="3818244" y="309122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7"/>
            <p:cNvSpPr/>
            <p:nvPr/>
          </p:nvSpPr>
          <p:spPr>
            <a:xfrm>
              <a:off x="3818244" y="320604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7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7"/>
            <p:cNvSpPr/>
            <p:nvPr/>
          </p:nvSpPr>
          <p:spPr>
            <a:xfrm>
              <a:off x="3818244" y="3270469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7"/>
            <p:cNvSpPr/>
            <p:nvPr/>
          </p:nvSpPr>
          <p:spPr>
            <a:xfrm>
              <a:off x="3818244" y="3334892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7"/>
            <p:cNvSpPr/>
            <p:nvPr/>
          </p:nvSpPr>
          <p:spPr>
            <a:xfrm>
              <a:off x="3818244" y="3399315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7"/>
            <p:cNvSpPr/>
            <p:nvPr/>
          </p:nvSpPr>
          <p:spPr>
            <a:xfrm>
              <a:off x="3818244" y="3463385"/>
              <a:ext cx="711364" cy="456856"/>
            </a:xfrm>
            <a:custGeom>
              <a:avLst/>
              <a:gdLst/>
              <a:ahLst/>
              <a:cxnLst/>
              <a:rect l="l" t="t" r="r" b="b"/>
              <a:pathLst>
                <a:path w="24194" h="15538" extrusionOk="0">
                  <a:moveTo>
                    <a:pt x="24194" y="15538"/>
                  </a:moveTo>
                  <a:lnTo>
                    <a:pt x="0" y="1572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7"/>
            <p:cNvSpPr/>
            <p:nvPr/>
          </p:nvSpPr>
          <p:spPr>
            <a:xfrm>
              <a:off x="4606639" y="2089627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7"/>
                  </a:moveTo>
                  <a:lnTo>
                    <a:pt x="24182" y="1561"/>
                  </a:lnTo>
                  <a:lnTo>
                    <a:pt x="24182" y="1"/>
                  </a:lnTo>
                  <a:lnTo>
                    <a:pt x="0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7"/>
            <p:cNvSpPr/>
            <p:nvPr/>
          </p:nvSpPr>
          <p:spPr>
            <a:xfrm>
              <a:off x="4606639" y="2153697"/>
              <a:ext cx="711011" cy="456885"/>
            </a:xfrm>
            <a:custGeom>
              <a:avLst/>
              <a:gdLst/>
              <a:ahLst/>
              <a:cxnLst/>
              <a:rect l="l" t="t" r="r" b="b"/>
              <a:pathLst>
                <a:path w="24182" h="15539" extrusionOk="0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7"/>
            <p:cNvSpPr/>
            <p:nvPr/>
          </p:nvSpPr>
          <p:spPr>
            <a:xfrm>
              <a:off x="4606639" y="2218120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7"/>
            <p:cNvSpPr/>
            <p:nvPr/>
          </p:nvSpPr>
          <p:spPr>
            <a:xfrm>
              <a:off x="4606639" y="2282543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7"/>
            <p:cNvSpPr/>
            <p:nvPr/>
          </p:nvSpPr>
          <p:spPr>
            <a:xfrm>
              <a:off x="4606639" y="2346966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7"/>
            <p:cNvSpPr/>
            <p:nvPr/>
          </p:nvSpPr>
          <p:spPr>
            <a:xfrm>
              <a:off x="4606639" y="246178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7"/>
            <p:cNvSpPr/>
            <p:nvPr/>
          </p:nvSpPr>
          <p:spPr>
            <a:xfrm>
              <a:off x="4606639" y="2526209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7"/>
            <p:cNvSpPr/>
            <p:nvPr/>
          </p:nvSpPr>
          <p:spPr>
            <a:xfrm>
              <a:off x="4606639" y="2590250"/>
              <a:ext cx="711011" cy="456885"/>
            </a:xfrm>
            <a:custGeom>
              <a:avLst/>
              <a:gdLst/>
              <a:ahLst/>
              <a:cxnLst/>
              <a:rect l="l" t="t" r="r" b="b"/>
              <a:pathLst>
                <a:path w="24182" h="15539" extrusionOk="0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7"/>
            <p:cNvSpPr/>
            <p:nvPr/>
          </p:nvSpPr>
          <p:spPr>
            <a:xfrm>
              <a:off x="4606639" y="2654673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7"/>
            <p:cNvSpPr/>
            <p:nvPr/>
          </p:nvSpPr>
          <p:spPr>
            <a:xfrm>
              <a:off x="4606639" y="271909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7"/>
            <p:cNvSpPr/>
            <p:nvPr/>
          </p:nvSpPr>
          <p:spPr>
            <a:xfrm>
              <a:off x="4606639" y="283391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7"/>
            <p:cNvSpPr/>
            <p:nvPr/>
          </p:nvSpPr>
          <p:spPr>
            <a:xfrm>
              <a:off x="4606639" y="2898339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7"/>
            <p:cNvSpPr/>
            <p:nvPr/>
          </p:nvSpPr>
          <p:spPr>
            <a:xfrm>
              <a:off x="4606639" y="2962762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7"/>
            <p:cNvSpPr/>
            <p:nvPr/>
          </p:nvSpPr>
          <p:spPr>
            <a:xfrm>
              <a:off x="4606639" y="3026803"/>
              <a:ext cx="711011" cy="456885"/>
            </a:xfrm>
            <a:custGeom>
              <a:avLst/>
              <a:gdLst/>
              <a:ahLst/>
              <a:cxnLst/>
              <a:rect l="l" t="t" r="r" b="b"/>
              <a:pathLst>
                <a:path w="24182" h="15539" extrusionOk="0">
                  <a:moveTo>
                    <a:pt x="0" y="15539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7"/>
            <p:cNvSpPr/>
            <p:nvPr/>
          </p:nvSpPr>
          <p:spPr>
            <a:xfrm>
              <a:off x="4606639" y="309122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7"/>
            <p:cNvSpPr/>
            <p:nvPr/>
          </p:nvSpPr>
          <p:spPr>
            <a:xfrm>
              <a:off x="4606639" y="320604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7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7"/>
            <p:cNvSpPr/>
            <p:nvPr/>
          </p:nvSpPr>
          <p:spPr>
            <a:xfrm>
              <a:off x="4606639" y="3270469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7"/>
            <p:cNvSpPr/>
            <p:nvPr/>
          </p:nvSpPr>
          <p:spPr>
            <a:xfrm>
              <a:off x="4606639" y="3334892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7"/>
            <p:cNvSpPr/>
            <p:nvPr/>
          </p:nvSpPr>
          <p:spPr>
            <a:xfrm>
              <a:off x="4606639" y="3399315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7"/>
            <p:cNvSpPr/>
            <p:nvPr/>
          </p:nvSpPr>
          <p:spPr>
            <a:xfrm>
              <a:off x="4606639" y="3463385"/>
              <a:ext cx="711011" cy="456856"/>
            </a:xfrm>
            <a:custGeom>
              <a:avLst/>
              <a:gdLst/>
              <a:ahLst/>
              <a:cxnLst/>
              <a:rect l="l" t="t" r="r" b="b"/>
              <a:pathLst>
                <a:path w="24182" h="15538" extrusionOk="0">
                  <a:moveTo>
                    <a:pt x="0" y="15538"/>
                  </a:moveTo>
                  <a:lnTo>
                    <a:pt x="24182" y="1572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7" name="Google Shape;477;p17"/>
            <p:cNvGrpSpPr/>
            <p:nvPr/>
          </p:nvGrpSpPr>
          <p:grpSpPr>
            <a:xfrm>
              <a:off x="3478424" y="1308364"/>
              <a:ext cx="2180470" cy="1878295"/>
              <a:chOff x="5553063" y="1487604"/>
              <a:chExt cx="1981525" cy="1707075"/>
            </a:xfrm>
          </p:grpSpPr>
          <p:sp>
            <p:nvSpPr>
              <p:cNvPr id="478" name="Google Shape;478;p17"/>
              <p:cNvSpPr/>
              <p:nvPr/>
            </p:nvSpPr>
            <p:spPr>
              <a:xfrm>
                <a:off x="5563488" y="2071829"/>
                <a:ext cx="1960975" cy="1122850"/>
              </a:xfrm>
              <a:custGeom>
                <a:avLst/>
                <a:gdLst/>
                <a:ahLst/>
                <a:cxnLst/>
                <a:rect l="l" t="t" r="r" b="b"/>
                <a:pathLst>
                  <a:path w="78439" h="44914" extrusionOk="0">
                    <a:moveTo>
                      <a:pt x="12" y="1"/>
                    </a:moveTo>
                    <a:cubicBezTo>
                      <a:pt x="12" y="72"/>
                      <a:pt x="12" y="132"/>
                      <a:pt x="12" y="191"/>
                    </a:cubicBezTo>
                    <a:cubicBezTo>
                      <a:pt x="12" y="263"/>
                      <a:pt x="12" y="322"/>
                      <a:pt x="12" y="394"/>
                    </a:cubicBezTo>
                    <a:cubicBezTo>
                      <a:pt x="12" y="453"/>
                      <a:pt x="12" y="525"/>
                      <a:pt x="12" y="584"/>
                    </a:cubicBezTo>
                    <a:cubicBezTo>
                      <a:pt x="12" y="656"/>
                      <a:pt x="12" y="715"/>
                      <a:pt x="12" y="775"/>
                    </a:cubicBezTo>
                    <a:cubicBezTo>
                      <a:pt x="12" y="846"/>
                      <a:pt x="12" y="906"/>
                      <a:pt x="12" y="977"/>
                    </a:cubicBezTo>
                    <a:cubicBezTo>
                      <a:pt x="12" y="1037"/>
                      <a:pt x="12" y="1108"/>
                      <a:pt x="12" y="1167"/>
                    </a:cubicBezTo>
                    <a:cubicBezTo>
                      <a:pt x="12" y="1239"/>
                      <a:pt x="12" y="1298"/>
                      <a:pt x="12" y="1358"/>
                    </a:cubicBezTo>
                    <a:cubicBezTo>
                      <a:pt x="12" y="1429"/>
                      <a:pt x="12" y="1489"/>
                      <a:pt x="12" y="1560"/>
                    </a:cubicBezTo>
                    <a:cubicBezTo>
                      <a:pt x="12" y="1620"/>
                      <a:pt x="12" y="1691"/>
                      <a:pt x="12" y="1751"/>
                    </a:cubicBezTo>
                    <a:cubicBezTo>
                      <a:pt x="12" y="1822"/>
                      <a:pt x="12" y="1882"/>
                      <a:pt x="12" y="1941"/>
                    </a:cubicBezTo>
                    <a:cubicBezTo>
                      <a:pt x="12" y="2013"/>
                      <a:pt x="12" y="2072"/>
                      <a:pt x="12" y="2144"/>
                    </a:cubicBezTo>
                    <a:cubicBezTo>
                      <a:pt x="12" y="2203"/>
                      <a:pt x="12" y="2275"/>
                      <a:pt x="12" y="2334"/>
                    </a:cubicBezTo>
                    <a:cubicBezTo>
                      <a:pt x="12" y="2406"/>
                      <a:pt x="12" y="2465"/>
                      <a:pt x="12" y="2525"/>
                    </a:cubicBezTo>
                    <a:cubicBezTo>
                      <a:pt x="12" y="2596"/>
                      <a:pt x="12" y="2656"/>
                      <a:pt x="12" y="2727"/>
                    </a:cubicBezTo>
                    <a:cubicBezTo>
                      <a:pt x="12" y="2787"/>
                      <a:pt x="12" y="2858"/>
                      <a:pt x="12" y="2918"/>
                    </a:cubicBezTo>
                    <a:cubicBezTo>
                      <a:pt x="12" y="2989"/>
                      <a:pt x="12" y="3049"/>
                      <a:pt x="12" y="3108"/>
                    </a:cubicBezTo>
                    <a:cubicBezTo>
                      <a:pt x="12" y="3180"/>
                      <a:pt x="12" y="3239"/>
                      <a:pt x="12" y="3311"/>
                    </a:cubicBezTo>
                    <a:cubicBezTo>
                      <a:pt x="12" y="3370"/>
                      <a:pt x="12" y="3442"/>
                      <a:pt x="12" y="3501"/>
                    </a:cubicBezTo>
                    <a:cubicBezTo>
                      <a:pt x="12" y="3573"/>
                      <a:pt x="12" y="3632"/>
                      <a:pt x="12" y="3692"/>
                    </a:cubicBezTo>
                    <a:cubicBezTo>
                      <a:pt x="12" y="3763"/>
                      <a:pt x="12" y="3823"/>
                      <a:pt x="12" y="3894"/>
                    </a:cubicBezTo>
                    <a:cubicBezTo>
                      <a:pt x="12" y="3954"/>
                      <a:pt x="12" y="4025"/>
                      <a:pt x="12" y="4085"/>
                    </a:cubicBezTo>
                    <a:cubicBezTo>
                      <a:pt x="12" y="4156"/>
                      <a:pt x="12" y="4215"/>
                      <a:pt x="12" y="4275"/>
                    </a:cubicBezTo>
                    <a:cubicBezTo>
                      <a:pt x="12" y="4346"/>
                      <a:pt x="12" y="4406"/>
                      <a:pt x="12" y="4477"/>
                    </a:cubicBezTo>
                    <a:cubicBezTo>
                      <a:pt x="12" y="4537"/>
                      <a:pt x="12" y="4608"/>
                      <a:pt x="12" y="4668"/>
                    </a:cubicBezTo>
                    <a:cubicBezTo>
                      <a:pt x="12" y="4739"/>
                      <a:pt x="12" y="4799"/>
                      <a:pt x="12" y="4858"/>
                    </a:cubicBezTo>
                    <a:cubicBezTo>
                      <a:pt x="12" y="4930"/>
                      <a:pt x="12" y="4989"/>
                      <a:pt x="12" y="5061"/>
                    </a:cubicBezTo>
                    <a:cubicBezTo>
                      <a:pt x="12" y="5120"/>
                      <a:pt x="12" y="5192"/>
                      <a:pt x="12" y="5251"/>
                    </a:cubicBezTo>
                    <a:cubicBezTo>
                      <a:pt x="12" y="5323"/>
                      <a:pt x="12" y="5382"/>
                      <a:pt x="12" y="5442"/>
                    </a:cubicBezTo>
                    <a:cubicBezTo>
                      <a:pt x="12" y="5513"/>
                      <a:pt x="12" y="5573"/>
                      <a:pt x="12" y="5644"/>
                    </a:cubicBezTo>
                    <a:cubicBezTo>
                      <a:pt x="12" y="5704"/>
                      <a:pt x="12" y="5775"/>
                      <a:pt x="12" y="5835"/>
                    </a:cubicBezTo>
                    <a:cubicBezTo>
                      <a:pt x="12" y="5906"/>
                      <a:pt x="12" y="5966"/>
                      <a:pt x="12" y="6025"/>
                    </a:cubicBezTo>
                    <a:cubicBezTo>
                      <a:pt x="12" y="6097"/>
                      <a:pt x="12" y="6156"/>
                      <a:pt x="12" y="6228"/>
                    </a:cubicBezTo>
                    <a:cubicBezTo>
                      <a:pt x="12" y="6287"/>
                      <a:pt x="12" y="6359"/>
                      <a:pt x="12" y="6418"/>
                    </a:cubicBezTo>
                    <a:cubicBezTo>
                      <a:pt x="12" y="6490"/>
                      <a:pt x="12" y="6549"/>
                      <a:pt x="12" y="6609"/>
                    </a:cubicBezTo>
                    <a:cubicBezTo>
                      <a:pt x="12" y="6680"/>
                      <a:pt x="12" y="6740"/>
                      <a:pt x="12" y="6811"/>
                    </a:cubicBezTo>
                    <a:cubicBezTo>
                      <a:pt x="12" y="6871"/>
                      <a:pt x="12" y="6942"/>
                      <a:pt x="12" y="7002"/>
                    </a:cubicBezTo>
                    <a:cubicBezTo>
                      <a:pt x="12" y="7073"/>
                      <a:pt x="12" y="7132"/>
                      <a:pt x="12" y="7192"/>
                    </a:cubicBezTo>
                    <a:cubicBezTo>
                      <a:pt x="12" y="7263"/>
                      <a:pt x="12" y="7323"/>
                      <a:pt x="12" y="7394"/>
                    </a:cubicBezTo>
                    <a:cubicBezTo>
                      <a:pt x="12" y="7454"/>
                      <a:pt x="12" y="7525"/>
                      <a:pt x="12" y="7585"/>
                    </a:cubicBezTo>
                    <a:cubicBezTo>
                      <a:pt x="12" y="7656"/>
                      <a:pt x="12" y="7716"/>
                      <a:pt x="12" y="7775"/>
                    </a:cubicBezTo>
                    <a:cubicBezTo>
                      <a:pt x="12" y="7847"/>
                      <a:pt x="12" y="7906"/>
                      <a:pt x="12" y="7978"/>
                    </a:cubicBezTo>
                    <a:cubicBezTo>
                      <a:pt x="12" y="8037"/>
                      <a:pt x="12" y="8109"/>
                      <a:pt x="12" y="8168"/>
                    </a:cubicBezTo>
                    <a:cubicBezTo>
                      <a:pt x="12" y="8228"/>
                      <a:pt x="12" y="8299"/>
                      <a:pt x="12" y="8359"/>
                    </a:cubicBezTo>
                    <a:cubicBezTo>
                      <a:pt x="12" y="8430"/>
                      <a:pt x="12" y="8490"/>
                      <a:pt x="12" y="8561"/>
                    </a:cubicBezTo>
                    <a:cubicBezTo>
                      <a:pt x="12" y="8621"/>
                      <a:pt x="12" y="8692"/>
                      <a:pt x="12" y="8752"/>
                    </a:cubicBezTo>
                    <a:cubicBezTo>
                      <a:pt x="12" y="8811"/>
                      <a:pt x="12" y="8883"/>
                      <a:pt x="12" y="8942"/>
                    </a:cubicBezTo>
                    <a:cubicBezTo>
                      <a:pt x="12" y="9014"/>
                      <a:pt x="12" y="9073"/>
                      <a:pt x="12" y="9145"/>
                    </a:cubicBezTo>
                    <a:cubicBezTo>
                      <a:pt x="12" y="9204"/>
                      <a:pt x="12" y="9276"/>
                      <a:pt x="12" y="9335"/>
                    </a:cubicBezTo>
                    <a:cubicBezTo>
                      <a:pt x="12" y="9395"/>
                      <a:pt x="12" y="9466"/>
                      <a:pt x="12" y="9526"/>
                    </a:cubicBezTo>
                    <a:cubicBezTo>
                      <a:pt x="12" y="9597"/>
                      <a:pt x="12" y="9657"/>
                      <a:pt x="12" y="9728"/>
                    </a:cubicBezTo>
                    <a:cubicBezTo>
                      <a:pt x="12" y="9788"/>
                      <a:pt x="12" y="9859"/>
                      <a:pt x="12" y="9919"/>
                    </a:cubicBezTo>
                    <a:cubicBezTo>
                      <a:pt x="12" y="9978"/>
                      <a:pt x="12" y="10050"/>
                      <a:pt x="12" y="10109"/>
                    </a:cubicBezTo>
                    <a:cubicBezTo>
                      <a:pt x="12" y="10180"/>
                      <a:pt x="12" y="10240"/>
                      <a:pt x="12" y="10311"/>
                    </a:cubicBezTo>
                    <a:cubicBezTo>
                      <a:pt x="12" y="10371"/>
                      <a:pt x="12" y="10442"/>
                      <a:pt x="12" y="10502"/>
                    </a:cubicBezTo>
                    <a:cubicBezTo>
                      <a:pt x="12" y="10561"/>
                      <a:pt x="12" y="10633"/>
                      <a:pt x="12" y="10692"/>
                    </a:cubicBezTo>
                    <a:cubicBezTo>
                      <a:pt x="12" y="10764"/>
                      <a:pt x="12" y="10823"/>
                      <a:pt x="12" y="10895"/>
                    </a:cubicBezTo>
                    <a:cubicBezTo>
                      <a:pt x="12" y="10954"/>
                      <a:pt x="12" y="11026"/>
                      <a:pt x="12" y="11085"/>
                    </a:cubicBezTo>
                    <a:cubicBezTo>
                      <a:pt x="12" y="11145"/>
                      <a:pt x="12" y="11216"/>
                      <a:pt x="12" y="11276"/>
                    </a:cubicBezTo>
                    <a:cubicBezTo>
                      <a:pt x="12" y="11347"/>
                      <a:pt x="12" y="11407"/>
                      <a:pt x="12" y="11478"/>
                    </a:cubicBezTo>
                    <a:cubicBezTo>
                      <a:pt x="12" y="11538"/>
                      <a:pt x="12" y="11609"/>
                      <a:pt x="12" y="11669"/>
                    </a:cubicBezTo>
                    <a:cubicBezTo>
                      <a:pt x="12" y="11728"/>
                      <a:pt x="12" y="11800"/>
                      <a:pt x="12" y="11859"/>
                    </a:cubicBezTo>
                    <a:cubicBezTo>
                      <a:pt x="12" y="11931"/>
                      <a:pt x="12" y="11990"/>
                      <a:pt x="12" y="12062"/>
                    </a:cubicBezTo>
                    <a:cubicBezTo>
                      <a:pt x="12" y="12121"/>
                      <a:pt x="12" y="12193"/>
                      <a:pt x="12" y="12252"/>
                    </a:cubicBezTo>
                    <a:cubicBezTo>
                      <a:pt x="12" y="12312"/>
                      <a:pt x="12" y="12383"/>
                      <a:pt x="12" y="12443"/>
                    </a:cubicBezTo>
                    <a:cubicBezTo>
                      <a:pt x="12" y="12514"/>
                      <a:pt x="12" y="12574"/>
                      <a:pt x="12" y="12645"/>
                    </a:cubicBezTo>
                    <a:cubicBezTo>
                      <a:pt x="12" y="12705"/>
                      <a:pt x="12" y="12776"/>
                      <a:pt x="12" y="12836"/>
                    </a:cubicBezTo>
                    <a:cubicBezTo>
                      <a:pt x="12" y="12895"/>
                      <a:pt x="12" y="12967"/>
                      <a:pt x="12" y="13026"/>
                    </a:cubicBezTo>
                    <a:cubicBezTo>
                      <a:pt x="12" y="13098"/>
                      <a:pt x="12" y="13157"/>
                      <a:pt x="12" y="13228"/>
                    </a:cubicBezTo>
                    <a:cubicBezTo>
                      <a:pt x="12" y="13288"/>
                      <a:pt x="12" y="13359"/>
                      <a:pt x="12" y="13419"/>
                    </a:cubicBezTo>
                    <a:cubicBezTo>
                      <a:pt x="12" y="13479"/>
                      <a:pt x="12" y="13550"/>
                      <a:pt x="12" y="13609"/>
                    </a:cubicBezTo>
                    <a:cubicBezTo>
                      <a:pt x="12" y="13681"/>
                      <a:pt x="12" y="13740"/>
                      <a:pt x="12" y="13812"/>
                    </a:cubicBezTo>
                    <a:cubicBezTo>
                      <a:pt x="12" y="13871"/>
                      <a:pt x="12" y="13943"/>
                      <a:pt x="12" y="14002"/>
                    </a:cubicBezTo>
                    <a:cubicBezTo>
                      <a:pt x="12" y="14062"/>
                      <a:pt x="12" y="14133"/>
                      <a:pt x="12" y="14193"/>
                    </a:cubicBezTo>
                    <a:cubicBezTo>
                      <a:pt x="12" y="14264"/>
                      <a:pt x="12" y="14324"/>
                      <a:pt x="12" y="14395"/>
                    </a:cubicBezTo>
                    <a:cubicBezTo>
                      <a:pt x="12" y="14455"/>
                      <a:pt x="12" y="14526"/>
                      <a:pt x="12" y="14586"/>
                    </a:cubicBezTo>
                    <a:cubicBezTo>
                      <a:pt x="12" y="14645"/>
                      <a:pt x="12" y="14717"/>
                      <a:pt x="12" y="14776"/>
                    </a:cubicBezTo>
                    <a:cubicBezTo>
                      <a:pt x="12" y="14848"/>
                      <a:pt x="12" y="14907"/>
                      <a:pt x="12" y="14979"/>
                    </a:cubicBezTo>
                    <a:cubicBezTo>
                      <a:pt x="12" y="15038"/>
                      <a:pt x="12" y="15110"/>
                      <a:pt x="12" y="15169"/>
                    </a:cubicBezTo>
                    <a:cubicBezTo>
                      <a:pt x="12" y="15229"/>
                      <a:pt x="12" y="15300"/>
                      <a:pt x="12" y="15360"/>
                    </a:cubicBezTo>
                    <a:cubicBezTo>
                      <a:pt x="12" y="15431"/>
                      <a:pt x="12" y="15491"/>
                      <a:pt x="12" y="15562"/>
                    </a:cubicBezTo>
                    <a:cubicBezTo>
                      <a:pt x="12" y="15622"/>
                      <a:pt x="12" y="15693"/>
                      <a:pt x="12" y="15753"/>
                    </a:cubicBezTo>
                    <a:cubicBezTo>
                      <a:pt x="12" y="15812"/>
                      <a:pt x="12" y="15884"/>
                      <a:pt x="12" y="15943"/>
                    </a:cubicBezTo>
                    <a:cubicBezTo>
                      <a:pt x="12" y="16015"/>
                      <a:pt x="12" y="16074"/>
                      <a:pt x="12" y="16146"/>
                    </a:cubicBezTo>
                    <a:cubicBezTo>
                      <a:pt x="12" y="16205"/>
                      <a:pt x="12" y="16276"/>
                      <a:pt x="12" y="16336"/>
                    </a:cubicBezTo>
                    <a:cubicBezTo>
                      <a:pt x="12" y="16396"/>
                      <a:pt x="12" y="16467"/>
                      <a:pt x="12" y="16527"/>
                    </a:cubicBezTo>
                    <a:cubicBezTo>
                      <a:pt x="12" y="16598"/>
                      <a:pt x="12" y="16657"/>
                      <a:pt x="12" y="16729"/>
                    </a:cubicBezTo>
                    <a:cubicBezTo>
                      <a:pt x="12" y="16788"/>
                      <a:pt x="12" y="16860"/>
                      <a:pt x="12" y="16919"/>
                    </a:cubicBezTo>
                    <a:cubicBezTo>
                      <a:pt x="12" y="16979"/>
                      <a:pt x="12" y="17050"/>
                      <a:pt x="12" y="17110"/>
                    </a:cubicBezTo>
                    <a:cubicBezTo>
                      <a:pt x="12" y="17181"/>
                      <a:pt x="12" y="17241"/>
                      <a:pt x="12" y="17312"/>
                    </a:cubicBezTo>
                    <a:cubicBezTo>
                      <a:pt x="12" y="17372"/>
                      <a:pt x="12" y="17443"/>
                      <a:pt x="12" y="17503"/>
                    </a:cubicBezTo>
                    <a:cubicBezTo>
                      <a:pt x="12" y="17562"/>
                      <a:pt x="12" y="17634"/>
                      <a:pt x="12" y="17693"/>
                    </a:cubicBezTo>
                    <a:cubicBezTo>
                      <a:pt x="12" y="17765"/>
                      <a:pt x="12" y="17824"/>
                      <a:pt x="12" y="17896"/>
                    </a:cubicBezTo>
                    <a:cubicBezTo>
                      <a:pt x="12" y="17955"/>
                      <a:pt x="12" y="18015"/>
                      <a:pt x="12" y="18086"/>
                    </a:cubicBezTo>
                    <a:cubicBezTo>
                      <a:pt x="12" y="18146"/>
                      <a:pt x="12" y="18217"/>
                      <a:pt x="12" y="18277"/>
                    </a:cubicBezTo>
                    <a:cubicBezTo>
                      <a:pt x="12" y="18348"/>
                      <a:pt x="12" y="18408"/>
                      <a:pt x="12" y="18479"/>
                    </a:cubicBezTo>
                    <a:cubicBezTo>
                      <a:pt x="12" y="18539"/>
                      <a:pt x="12" y="18598"/>
                      <a:pt x="12" y="18670"/>
                    </a:cubicBezTo>
                    <a:cubicBezTo>
                      <a:pt x="12" y="18729"/>
                      <a:pt x="12" y="18801"/>
                      <a:pt x="12" y="18860"/>
                    </a:cubicBezTo>
                    <a:cubicBezTo>
                      <a:pt x="12" y="18932"/>
                      <a:pt x="12" y="18991"/>
                      <a:pt x="12" y="19063"/>
                    </a:cubicBezTo>
                    <a:cubicBezTo>
                      <a:pt x="12" y="19122"/>
                      <a:pt x="12" y="19182"/>
                      <a:pt x="12" y="19253"/>
                    </a:cubicBezTo>
                    <a:cubicBezTo>
                      <a:pt x="12" y="19313"/>
                      <a:pt x="12" y="19384"/>
                      <a:pt x="12" y="19444"/>
                    </a:cubicBezTo>
                    <a:cubicBezTo>
                      <a:pt x="12" y="19515"/>
                      <a:pt x="12" y="19575"/>
                      <a:pt x="12" y="19646"/>
                    </a:cubicBezTo>
                    <a:cubicBezTo>
                      <a:pt x="12" y="19705"/>
                      <a:pt x="12" y="19765"/>
                      <a:pt x="12" y="19836"/>
                    </a:cubicBezTo>
                    <a:cubicBezTo>
                      <a:pt x="12" y="19896"/>
                      <a:pt x="12" y="19967"/>
                      <a:pt x="12" y="20027"/>
                    </a:cubicBezTo>
                    <a:cubicBezTo>
                      <a:pt x="12" y="20098"/>
                      <a:pt x="12" y="20158"/>
                      <a:pt x="12" y="20229"/>
                    </a:cubicBezTo>
                    <a:cubicBezTo>
                      <a:pt x="12" y="20289"/>
                      <a:pt x="12" y="20348"/>
                      <a:pt x="12" y="20420"/>
                    </a:cubicBezTo>
                    <a:cubicBezTo>
                      <a:pt x="12" y="20479"/>
                      <a:pt x="12" y="20551"/>
                      <a:pt x="12" y="20610"/>
                    </a:cubicBezTo>
                    <a:cubicBezTo>
                      <a:pt x="12" y="20682"/>
                      <a:pt x="12" y="20741"/>
                      <a:pt x="12" y="20813"/>
                    </a:cubicBezTo>
                    <a:cubicBezTo>
                      <a:pt x="12" y="20872"/>
                      <a:pt x="12" y="20932"/>
                      <a:pt x="12" y="21003"/>
                    </a:cubicBezTo>
                    <a:cubicBezTo>
                      <a:pt x="12" y="21063"/>
                      <a:pt x="12" y="21134"/>
                      <a:pt x="12" y="21194"/>
                    </a:cubicBezTo>
                    <a:cubicBezTo>
                      <a:pt x="12" y="21265"/>
                      <a:pt x="12" y="21325"/>
                      <a:pt x="12" y="21396"/>
                    </a:cubicBezTo>
                    <a:cubicBezTo>
                      <a:pt x="12" y="21456"/>
                      <a:pt x="12" y="21515"/>
                      <a:pt x="12" y="21587"/>
                    </a:cubicBezTo>
                    <a:cubicBezTo>
                      <a:pt x="0" y="22515"/>
                      <a:pt x="500" y="23373"/>
                      <a:pt x="1310" y="23837"/>
                    </a:cubicBezTo>
                    <a:lnTo>
                      <a:pt x="36612" y="44208"/>
                    </a:lnTo>
                    <a:cubicBezTo>
                      <a:pt x="37416" y="44679"/>
                      <a:pt x="38315" y="44914"/>
                      <a:pt x="39215" y="44914"/>
                    </a:cubicBezTo>
                    <a:cubicBezTo>
                      <a:pt x="40115" y="44914"/>
                      <a:pt x="41017" y="44679"/>
                      <a:pt x="41827" y="44208"/>
                    </a:cubicBezTo>
                    <a:lnTo>
                      <a:pt x="77129" y="23837"/>
                    </a:lnTo>
                    <a:cubicBezTo>
                      <a:pt x="77939" y="23373"/>
                      <a:pt x="78439" y="22515"/>
                      <a:pt x="78427" y="21587"/>
                    </a:cubicBezTo>
                    <a:lnTo>
                      <a:pt x="78427" y="21384"/>
                    </a:lnTo>
                    <a:lnTo>
                      <a:pt x="78427" y="21194"/>
                    </a:lnTo>
                    <a:lnTo>
                      <a:pt x="78427" y="21003"/>
                    </a:lnTo>
                    <a:lnTo>
                      <a:pt x="78427" y="20801"/>
                    </a:lnTo>
                    <a:lnTo>
                      <a:pt x="78427" y="20610"/>
                    </a:lnTo>
                    <a:lnTo>
                      <a:pt x="78427" y="20420"/>
                    </a:lnTo>
                    <a:lnTo>
                      <a:pt x="78427" y="20217"/>
                    </a:lnTo>
                    <a:lnTo>
                      <a:pt x="78427" y="20027"/>
                    </a:lnTo>
                    <a:lnTo>
                      <a:pt x="78427" y="19836"/>
                    </a:lnTo>
                    <a:lnTo>
                      <a:pt x="78427" y="19634"/>
                    </a:lnTo>
                    <a:lnTo>
                      <a:pt x="78427" y="19444"/>
                    </a:lnTo>
                    <a:lnTo>
                      <a:pt x="78427" y="19253"/>
                    </a:lnTo>
                    <a:lnTo>
                      <a:pt x="78427" y="19051"/>
                    </a:lnTo>
                    <a:lnTo>
                      <a:pt x="78427" y="18860"/>
                    </a:lnTo>
                    <a:lnTo>
                      <a:pt x="78427" y="18670"/>
                    </a:lnTo>
                    <a:lnTo>
                      <a:pt x="78427" y="18467"/>
                    </a:lnTo>
                    <a:lnTo>
                      <a:pt x="78427" y="18277"/>
                    </a:lnTo>
                    <a:lnTo>
                      <a:pt x="78427" y="18086"/>
                    </a:lnTo>
                    <a:lnTo>
                      <a:pt x="78427" y="17884"/>
                    </a:lnTo>
                    <a:lnTo>
                      <a:pt x="78427" y="17693"/>
                    </a:lnTo>
                    <a:lnTo>
                      <a:pt x="78427" y="17503"/>
                    </a:lnTo>
                    <a:lnTo>
                      <a:pt x="78427" y="17300"/>
                    </a:lnTo>
                    <a:lnTo>
                      <a:pt x="78427" y="17110"/>
                    </a:lnTo>
                    <a:lnTo>
                      <a:pt x="78427" y="16919"/>
                    </a:lnTo>
                    <a:lnTo>
                      <a:pt x="78427" y="16717"/>
                    </a:lnTo>
                    <a:lnTo>
                      <a:pt x="78427" y="16527"/>
                    </a:lnTo>
                    <a:lnTo>
                      <a:pt x="78427" y="16336"/>
                    </a:lnTo>
                    <a:lnTo>
                      <a:pt x="78427" y="16146"/>
                    </a:lnTo>
                    <a:lnTo>
                      <a:pt x="78427" y="15943"/>
                    </a:lnTo>
                    <a:lnTo>
                      <a:pt x="78427" y="15753"/>
                    </a:lnTo>
                    <a:lnTo>
                      <a:pt x="78427" y="15562"/>
                    </a:lnTo>
                    <a:lnTo>
                      <a:pt x="78427" y="15360"/>
                    </a:lnTo>
                    <a:lnTo>
                      <a:pt x="78427" y="15169"/>
                    </a:lnTo>
                    <a:lnTo>
                      <a:pt x="78427" y="14979"/>
                    </a:lnTo>
                    <a:lnTo>
                      <a:pt x="78427" y="14776"/>
                    </a:lnTo>
                    <a:lnTo>
                      <a:pt x="78427" y="14586"/>
                    </a:lnTo>
                    <a:lnTo>
                      <a:pt x="78427" y="14395"/>
                    </a:lnTo>
                    <a:lnTo>
                      <a:pt x="78427" y="14193"/>
                    </a:lnTo>
                    <a:lnTo>
                      <a:pt x="78427" y="14002"/>
                    </a:lnTo>
                    <a:lnTo>
                      <a:pt x="78427" y="13812"/>
                    </a:lnTo>
                    <a:lnTo>
                      <a:pt x="78427" y="13609"/>
                    </a:lnTo>
                    <a:lnTo>
                      <a:pt x="78427" y="13419"/>
                    </a:lnTo>
                    <a:lnTo>
                      <a:pt x="78427" y="13228"/>
                    </a:lnTo>
                    <a:lnTo>
                      <a:pt x="78427" y="13026"/>
                    </a:lnTo>
                    <a:lnTo>
                      <a:pt x="78427" y="12836"/>
                    </a:lnTo>
                    <a:lnTo>
                      <a:pt x="78427" y="12645"/>
                    </a:lnTo>
                    <a:lnTo>
                      <a:pt x="78427" y="12443"/>
                    </a:lnTo>
                    <a:lnTo>
                      <a:pt x="78427" y="12252"/>
                    </a:lnTo>
                    <a:lnTo>
                      <a:pt x="78427" y="12062"/>
                    </a:lnTo>
                    <a:lnTo>
                      <a:pt x="78427" y="11859"/>
                    </a:lnTo>
                    <a:lnTo>
                      <a:pt x="78427" y="11669"/>
                    </a:lnTo>
                    <a:lnTo>
                      <a:pt x="78427" y="11478"/>
                    </a:lnTo>
                    <a:lnTo>
                      <a:pt x="78427" y="11276"/>
                    </a:lnTo>
                    <a:lnTo>
                      <a:pt x="78427" y="11085"/>
                    </a:lnTo>
                    <a:lnTo>
                      <a:pt x="78427" y="10895"/>
                    </a:lnTo>
                    <a:lnTo>
                      <a:pt x="78427" y="10692"/>
                    </a:lnTo>
                    <a:lnTo>
                      <a:pt x="78427" y="10502"/>
                    </a:lnTo>
                    <a:lnTo>
                      <a:pt x="78427" y="10311"/>
                    </a:lnTo>
                    <a:lnTo>
                      <a:pt x="78427" y="10109"/>
                    </a:lnTo>
                    <a:lnTo>
                      <a:pt x="78427" y="9919"/>
                    </a:lnTo>
                    <a:lnTo>
                      <a:pt x="78427" y="9728"/>
                    </a:lnTo>
                    <a:lnTo>
                      <a:pt x="78427" y="9526"/>
                    </a:lnTo>
                    <a:lnTo>
                      <a:pt x="78427" y="9335"/>
                    </a:lnTo>
                    <a:lnTo>
                      <a:pt x="78427" y="9145"/>
                    </a:lnTo>
                    <a:lnTo>
                      <a:pt x="78427" y="8942"/>
                    </a:lnTo>
                    <a:lnTo>
                      <a:pt x="78427" y="8752"/>
                    </a:lnTo>
                    <a:lnTo>
                      <a:pt x="78427" y="8561"/>
                    </a:lnTo>
                    <a:lnTo>
                      <a:pt x="78427" y="8359"/>
                    </a:lnTo>
                    <a:lnTo>
                      <a:pt x="78427" y="8168"/>
                    </a:lnTo>
                    <a:lnTo>
                      <a:pt x="78427" y="7978"/>
                    </a:lnTo>
                    <a:lnTo>
                      <a:pt x="78427" y="7775"/>
                    </a:lnTo>
                    <a:lnTo>
                      <a:pt x="78427" y="7585"/>
                    </a:lnTo>
                    <a:lnTo>
                      <a:pt x="78427" y="7394"/>
                    </a:lnTo>
                    <a:lnTo>
                      <a:pt x="78427" y="7192"/>
                    </a:lnTo>
                    <a:lnTo>
                      <a:pt x="78427" y="7002"/>
                    </a:lnTo>
                    <a:lnTo>
                      <a:pt x="78427" y="6811"/>
                    </a:lnTo>
                    <a:lnTo>
                      <a:pt x="78427" y="6609"/>
                    </a:lnTo>
                    <a:lnTo>
                      <a:pt x="78427" y="6418"/>
                    </a:lnTo>
                    <a:lnTo>
                      <a:pt x="78427" y="6228"/>
                    </a:lnTo>
                    <a:lnTo>
                      <a:pt x="78427" y="6025"/>
                    </a:lnTo>
                    <a:lnTo>
                      <a:pt x="78427" y="5835"/>
                    </a:lnTo>
                    <a:lnTo>
                      <a:pt x="78427" y="5644"/>
                    </a:lnTo>
                    <a:lnTo>
                      <a:pt x="78427" y="5442"/>
                    </a:lnTo>
                    <a:lnTo>
                      <a:pt x="78427" y="5251"/>
                    </a:lnTo>
                    <a:lnTo>
                      <a:pt x="78427" y="5061"/>
                    </a:lnTo>
                    <a:lnTo>
                      <a:pt x="78427" y="4858"/>
                    </a:lnTo>
                    <a:lnTo>
                      <a:pt x="78427" y="4668"/>
                    </a:lnTo>
                    <a:lnTo>
                      <a:pt x="78427" y="4477"/>
                    </a:lnTo>
                    <a:lnTo>
                      <a:pt x="78427" y="4275"/>
                    </a:lnTo>
                    <a:lnTo>
                      <a:pt x="78427" y="4085"/>
                    </a:lnTo>
                    <a:lnTo>
                      <a:pt x="78427" y="3894"/>
                    </a:lnTo>
                    <a:lnTo>
                      <a:pt x="78427" y="3692"/>
                    </a:lnTo>
                    <a:lnTo>
                      <a:pt x="78427" y="3501"/>
                    </a:lnTo>
                    <a:lnTo>
                      <a:pt x="78427" y="3311"/>
                    </a:lnTo>
                    <a:lnTo>
                      <a:pt x="78427" y="3108"/>
                    </a:lnTo>
                    <a:lnTo>
                      <a:pt x="78427" y="2918"/>
                    </a:lnTo>
                    <a:lnTo>
                      <a:pt x="78427" y="2727"/>
                    </a:lnTo>
                    <a:lnTo>
                      <a:pt x="78427" y="2525"/>
                    </a:lnTo>
                    <a:lnTo>
                      <a:pt x="78427" y="2334"/>
                    </a:lnTo>
                    <a:lnTo>
                      <a:pt x="78427" y="2144"/>
                    </a:lnTo>
                    <a:lnTo>
                      <a:pt x="78427" y="1941"/>
                    </a:lnTo>
                    <a:lnTo>
                      <a:pt x="78427" y="1751"/>
                    </a:lnTo>
                    <a:lnTo>
                      <a:pt x="78427" y="1560"/>
                    </a:lnTo>
                    <a:lnTo>
                      <a:pt x="78427" y="1358"/>
                    </a:lnTo>
                    <a:lnTo>
                      <a:pt x="78427" y="1167"/>
                    </a:lnTo>
                    <a:lnTo>
                      <a:pt x="78427" y="977"/>
                    </a:lnTo>
                    <a:lnTo>
                      <a:pt x="78427" y="775"/>
                    </a:lnTo>
                    <a:lnTo>
                      <a:pt x="78427" y="584"/>
                    </a:lnTo>
                    <a:lnTo>
                      <a:pt x="78427" y="394"/>
                    </a:lnTo>
                    <a:lnTo>
                      <a:pt x="78427" y="191"/>
                    </a:lnTo>
                    <a:lnTo>
                      <a:pt x="78427" y="1"/>
                    </a:lnTo>
                    <a:lnTo>
                      <a:pt x="78212" y="1"/>
                    </a:lnTo>
                    <a:cubicBezTo>
                      <a:pt x="78224" y="858"/>
                      <a:pt x="77760" y="1644"/>
                      <a:pt x="77022" y="2072"/>
                    </a:cubicBezTo>
                    <a:lnTo>
                      <a:pt x="41720" y="22444"/>
                    </a:lnTo>
                    <a:cubicBezTo>
                      <a:pt x="40946" y="22890"/>
                      <a:pt x="40083" y="23114"/>
                      <a:pt x="39218" y="23114"/>
                    </a:cubicBezTo>
                    <a:cubicBezTo>
                      <a:pt x="38353" y="23114"/>
                      <a:pt x="37487" y="22890"/>
                      <a:pt x="36707" y="22444"/>
                    </a:cubicBezTo>
                    <a:lnTo>
                      <a:pt x="1417" y="2072"/>
                    </a:lnTo>
                    <a:cubicBezTo>
                      <a:pt x="667" y="1644"/>
                      <a:pt x="215" y="858"/>
                      <a:pt x="22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  <a:alpha val="41520"/>
                    </a:srgbClr>
                  </a:gs>
                  <a:gs pos="100000">
                    <a:srgbClr val="FFFFFF">
                      <a:alpha val="37254"/>
                      <a:alpha val="415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17"/>
              <p:cNvSpPr/>
              <p:nvPr/>
            </p:nvSpPr>
            <p:spPr>
              <a:xfrm>
                <a:off x="5553063" y="1487604"/>
                <a:ext cx="1981525" cy="1164300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rgbClr val="A0FDF1">
                  <a:alpha val="415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0" name="Google Shape;480;p17"/>
          <p:cNvGrpSpPr/>
          <p:nvPr/>
        </p:nvGrpSpPr>
        <p:grpSpPr>
          <a:xfrm>
            <a:off x="609687" y="3069100"/>
            <a:ext cx="2098046" cy="1132271"/>
            <a:chOff x="272330" y="3069100"/>
            <a:chExt cx="2098046" cy="1132271"/>
          </a:xfrm>
        </p:grpSpPr>
        <p:sp>
          <p:nvSpPr>
            <p:cNvPr id="481" name="Google Shape;481;p17"/>
            <p:cNvSpPr txBox="1"/>
            <p:nvPr/>
          </p:nvSpPr>
          <p:spPr>
            <a:xfrm>
              <a:off x="272330" y="3591771"/>
              <a:ext cx="2098046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Metadata is data that provides information about other data, describing its attributes, characteristics, and usage.</a:t>
              </a:r>
            </a:p>
          </p:txBody>
        </p:sp>
        <p:sp>
          <p:nvSpPr>
            <p:cNvPr id="482" name="Google Shape;482;p17"/>
            <p:cNvSpPr txBox="1"/>
            <p:nvPr/>
          </p:nvSpPr>
          <p:spPr>
            <a:xfrm>
              <a:off x="480188" y="3069100"/>
              <a:ext cx="18726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 b="1" dirty="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Metadata</a:t>
              </a:r>
            </a:p>
          </p:txBody>
        </p:sp>
      </p:grpSp>
      <p:sp>
        <p:nvSpPr>
          <p:cNvPr id="483" name="Google Shape;483;p17"/>
          <p:cNvSpPr/>
          <p:nvPr/>
        </p:nvSpPr>
        <p:spPr>
          <a:xfrm>
            <a:off x="2756132" y="3231450"/>
            <a:ext cx="1631125" cy="839600"/>
          </a:xfrm>
          <a:custGeom>
            <a:avLst/>
            <a:gdLst/>
            <a:ahLst/>
            <a:cxnLst/>
            <a:rect l="l" t="t" r="r" b="b"/>
            <a:pathLst>
              <a:path w="65245" h="33584" extrusionOk="0">
                <a:moveTo>
                  <a:pt x="65245" y="13264"/>
                </a:moveTo>
                <a:lnTo>
                  <a:pt x="33918" y="33584"/>
                </a:lnTo>
                <a:lnTo>
                  <a:pt x="6260" y="33584"/>
                </a:lnTo>
                <a:lnTo>
                  <a:pt x="5978" y="0"/>
                </a:lnTo>
                <a:lnTo>
                  <a:pt x="0" y="51"/>
                </a:ln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484" name="Google Shape;484;p17"/>
          <p:cNvGrpSpPr/>
          <p:nvPr/>
        </p:nvGrpSpPr>
        <p:grpSpPr>
          <a:xfrm>
            <a:off x="7128868" y="3069100"/>
            <a:ext cx="1872300" cy="2060581"/>
            <a:chOff x="6791511" y="3069100"/>
            <a:chExt cx="1872300" cy="2060581"/>
          </a:xfrm>
        </p:grpSpPr>
        <p:sp>
          <p:nvSpPr>
            <p:cNvPr id="485" name="Google Shape;485;p17"/>
            <p:cNvSpPr txBox="1"/>
            <p:nvPr/>
          </p:nvSpPr>
          <p:spPr>
            <a:xfrm flipH="1">
              <a:off x="6840429" y="3954108"/>
              <a:ext cx="1783613" cy="11755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 Data Mart is a subset of a data warehouse focused on specific business areas or departments, designed for more targeted analysis and reporting.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6" name="Google Shape;486;p17"/>
            <p:cNvSpPr txBox="1"/>
            <p:nvPr/>
          </p:nvSpPr>
          <p:spPr>
            <a:xfrm flipH="1">
              <a:off x="6791511" y="3069100"/>
              <a:ext cx="18723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 b="1" dirty="0">
                  <a:solidFill>
                    <a:schemeClr val="accen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Data Mart</a:t>
              </a:r>
            </a:p>
          </p:txBody>
        </p:sp>
      </p:grpSp>
      <p:sp>
        <p:nvSpPr>
          <p:cNvPr id="487" name="Google Shape;487;p17"/>
          <p:cNvSpPr/>
          <p:nvPr/>
        </p:nvSpPr>
        <p:spPr>
          <a:xfrm>
            <a:off x="5497382" y="3231450"/>
            <a:ext cx="1610400" cy="839600"/>
          </a:xfrm>
          <a:custGeom>
            <a:avLst/>
            <a:gdLst/>
            <a:ahLst/>
            <a:cxnLst/>
            <a:rect l="l" t="t" r="r" b="b"/>
            <a:pathLst>
              <a:path w="64416" h="33584" extrusionOk="0">
                <a:moveTo>
                  <a:pt x="0" y="13825"/>
                </a:moveTo>
                <a:lnTo>
                  <a:pt x="30498" y="33584"/>
                </a:lnTo>
                <a:lnTo>
                  <a:pt x="58156" y="33584"/>
                </a:lnTo>
                <a:lnTo>
                  <a:pt x="58438" y="0"/>
                </a:lnTo>
                <a:lnTo>
                  <a:pt x="64416" y="51"/>
                </a:ln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2" name="Google Shape;492;p18"/>
          <p:cNvGrpSpPr/>
          <p:nvPr/>
        </p:nvGrpSpPr>
        <p:grpSpPr>
          <a:xfrm>
            <a:off x="1817250" y="1257953"/>
            <a:ext cx="2021531" cy="3005600"/>
            <a:chOff x="2493112" y="1257953"/>
            <a:chExt cx="2021531" cy="3005600"/>
          </a:xfrm>
        </p:grpSpPr>
        <p:sp>
          <p:nvSpPr>
            <p:cNvPr id="493" name="Google Shape;493;p18"/>
            <p:cNvSpPr/>
            <p:nvPr/>
          </p:nvSpPr>
          <p:spPr>
            <a:xfrm>
              <a:off x="2493112" y="1257953"/>
              <a:ext cx="1501875" cy="3005600"/>
            </a:xfrm>
            <a:custGeom>
              <a:avLst/>
              <a:gdLst/>
              <a:ahLst/>
              <a:cxnLst/>
              <a:rect l="l" t="t" r="r" b="b"/>
              <a:pathLst>
                <a:path w="60075" h="120224" extrusionOk="0">
                  <a:moveTo>
                    <a:pt x="0" y="20512"/>
                  </a:moveTo>
                  <a:lnTo>
                    <a:pt x="31461" y="0"/>
                  </a:lnTo>
                  <a:lnTo>
                    <a:pt x="60075" y="0"/>
                  </a:lnTo>
                  <a:lnTo>
                    <a:pt x="60075" y="120224"/>
                  </a:lnTo>
                </a:path>
              </a:pathLst>
            </a:cu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494" name="Google Shape;494;p18"/>
            <p:cNvCxnSpPr/>
            <p:nvPr/>
          </p:nvCxnSpPr>
          <p:spPr>
            <a:xfrm rot="10800000">
              <a:off x="4001343" y="1442212"/>
              <a:ext cx="5133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5" name="Google Shape;495;p18"/>
            <p:cNvCxnSpPr/>
            <p:nvPr/>
          </p:nvCxnSpPr>
          <p:spPr>
            <a:xfrm rot="10800000">
              <a:off x="4001343" y="2356864"/>
              <a:ext cx="5133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6" name="Google Shape;496;p18"/>
            <p:cNvCxnSpPr/>
            <p:nvPr/>
          </p:nvCxnSpPr>
          <p:spPr>
            <a:xfrm rot="10800000">
              <a:off x="4001343" y="3320327"/>
              <a:ext cx="5133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7" name="Google Shape;497;p18"/>
            <p:cNvCxnSpPr/>
            <p:nvPr/>
          </p:nvCxnSpPr>
          <p:spPr>
            <a:xfrm rot="10800000">
              <a:off x="3957843" y="4254027"/>
              <a:ext cx="5568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98" name="Google Shape;498;p18"/>
            <p:cNvSpPr/>
            <p:nvPr/>
          </p:nvSpPr>
          <p:spPr>
            <a:xfrm>
              <a:off x="2493112" y="1257953"/>
              <a:ext cx="1501875" cy="3005600"/>
            </a:xfrm>
            <a:custGeom>
              <a:avLst/>
              <a:gdLst/>
              <a:ahLst/>
              <a:cxnLst/>
              <a:rect l="l" t="t" r="r" b="b"/>
              <a:pathLst>
                <a:path w="60075" h="120224" extrusionOk="0">
                  <a:moveTo>
                    <a:pt x="0" y="20512"/>
                  </a:moveTo>
                  <a:lnTo>
                    <a:pt x="31461" y="0"/>
                  </a:lnTo>
                  <a:lnTo>
                    <a:pt x="60075" y="0"/>
                  </a:lnTo>
                  <a:lnTo>
                    <a:pt x="60075" y="120224"/>
                  </a:lnTo>
                </a:path>
              </a:pathLst>
            </a:cu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499" name="Google Shape;499;p18"/>
            <p:cNvCxnSpPr/>
            <p:nvPr/>
          </p:nvCxnSpPr>
          <p:spPr>
            <a:xfrm rot="10800000">
              <a:off x="4001343" y="1442212"/>
              <a:ext cx="5133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0" name="Google Shape;500;p18"/>
            <p:cNvCxnSpPr/>
            <p:nvPr/>
          </p:nvCxnSpPr>
          <p:spPr>
            <a:xfrm rot="10800000">
              <a:off x="4001343" y="2356864"/>
              <a:ext cx="5133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1" name="Google Shape;501;p18"/>
            <p:cNvCxnSpPr/>
            <p:nvPr/>
          </p:nvCxnSpPr>
          <p:spPr>
            <a:xfrm rot="10800000">
              <a:off x="4001343" y="3320327"/>
              <a:ext cx="5133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2" name="Google Shape;502;p18"/>
            <p:cNvCxnSpPr/>
            <p:nvPr/>
          </p:nvCxnSpPr>
          <p:spPr>
            <a:xfrm rot="10800000">
              <a:off x="3981843" y="4254027"/>
              <a:ext cx="5328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03" name="Google Shape;503;p18"/>
          <p:cNvSpPr txBox="1">
            <a:spLocks noGrp="1"/>
          </p:cNvSpPr>
          <p:nvPr>
            <p:ph type="title"/>
          </p:nvPr>
        </p:nvSpPr>
        <p:spPr>
          <a:xfrm>
            <a:off x="514800" y="227683"/>
            <a:ext cx="8114400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600" b="1" dirty="0">
                <a:solidFill>
                  <a:schemeClr val="accent1"/>
                </a:solidFill>
                <a:latin typeface="Eras Demi ITC" panose="020B0805030504020804" pitchFamily="34" charset="0"/>
              </a:rPr>
              <a:t>Why Use Data Warehousing?</a:t>
            </a:r>
          </a:p>
        </p:txBody>
      </p:sp>
      <p:grpSp>
        <p:nvGrpSpPr>
          <p:cNvPr id="504" name="Google Shape;504;p18"/>
          <p:cNvGrpSpPr/>
          <p:nvPr/>
        </p:nvGrpSpPr>
        <p:grpSpPr>
          <a:xfrm>
            <a:off x="197120" y="1250203"/>
            <a:ext cx="2430606" cy="3122348"/>
            <a:chOff x="2616388" y="1504175"/>
            <a:chExt cx="2082425" cy="2675075"/>
          </a:xfrm>
        </p:grpSpPr>
        <p:sp>
          <p:nvSpPr>
            <p:cNvPr id="505" name="Google Shape;505;p18"/>
            <p:cNvSpPr/>
            <p:nvPr/>
          </p:nvSpPr>
          <p:spPr>
            <a:xfrm>
              <a:off x="2616688" y="3345475"/>
              <a:ext cx="1897575" cy="833775"/>
            </a:xfrm>
            <a:custGeom>
              <a:avLst/>
              <a:gdLst/>
              <a:ahLst/>
              <a:cxnLst/>
              <a:rect l="l" t="t" r="r" b="b"/>
              <a:pathLst>
                <a:path w="75903" h="33351" extrusionOk="0">
                  <a:moveTo>
                    <a:pt x="0" y="1"/>
                  </a:moveTo>
                  <a:lnTo>
                    <a:pt x="0" y="989"/>
                  </a:lnTo>
                  <a:cubicBezTo>
                    <a:pt x="0" y="1108"/>
                    <a:pt x="72" y="1215"/>
                    <a:pt x="191" y="1275"/>
                  </a:cubicBezTo>
                  <a:lnTo>
                    <a:pt x="55472" y="33195"/>
                  </a:lnTo>
                  <a:cubicBezTo>
                    <a:pt x="55829" y="33350"/>
                    <a:pt x="56246" y="33338"/>
                    <a:pt x="56591" y="33148"/>
                  </a:cubicBezTo>
                  <a:lnTo>
                    <a:pt x="75629" y="22158"/>
                  </a:lnTo>
                  <a:cubicBezTo>
                    <a:pt x="75784" y="22087"/>
                    <a:pt x="75879" y="21944"/>
                    <a:pt x="75903" y="21789"/>
                  </a:cubicBezTo>
                  <a:lnTo>
                    <a:pt x="75903" y="2080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8"/>
            <p:cNvSpPr/>
            <p:nvPr/>
          </p:nvSpPr>
          <p:spPr>
            <a:xfrm>
              <a:off x="2616388" y="3057550"/>
              <a:ext cx="1897875" cy="1095775"/>
            </a:xfrm>
            <a:custGeom>
              <a:avLst/>
              <a:gdLst/>
              <a:ahLst/>
              <a:cxnLst/>
              <a:rect l="l" t="t" r="r" b="b"/>
              <a:pathLst>
                <a:path w="75915" h="43831" extrusionOk="0">
                  <a:moveTo>
                    <a:pt x="19950" y="0"/>
                  </a:moveTo>
                  <a:cubicBezTo>
                    <a:pt x="19729" y="0"/>
                    <a:pt x="19496" y="55"/>
                    <a:pt x="19312" y="159"/>
                  </a:cubicBezTo>
                  <a:lnTo>
                    <a:pt x="274" y="11149"/>
                  </a:lnTo>
                  <a:cubicBezTo>
                    <a:pt x="120" y="11220"/>
                    <a:pt x="24" y="11351"/>
                    <a:pt x="0" y="11518"/>
                  </a:cubicBezTo>
                  <a:cubicBezTo>
                    <a:pt x="12" y="11637"/>
                    <a:pt x="84" y="11744"/>
                    <a:pt x="191" y="11804"/>
                  </a:cubicBezTo>
                  <a:lnTo>
                    <a:pt x="55484" y="43724"/>
                  </a:lnTo>
                  <a:cubicBezTo>
                    <a:pt x="55647" y="43795"/>
                    <a:pt x="55822" y="43831"/>
                    <a:pt x="55998" y="43831"/>
                  </a:cubicBezTo>
                  <a:cubicBezTo>
                    <a:pt x="56207" y="43831"/>
                    <a:pt x="56415" y="43780"/>
                    <a:pt x="56603" y="43677"/>
                  </a:cubicBezTo>
                  <a:lnTo>
                    <a:pt x="75641" y="32687"/>
                  </a:lnTo>
                  <a:cubicBezTo>
                    <a:pt x="75796" y="32616"/>
                    <a:pt x="75891" y="32485"/>
                    <a:pt x="75915" y="32318"/>
                  </a:cubicBezTo>
                  <a:cubicBezTo>
                    <a:pt x="75903" y="32199"/>
                    <a:pt x="75831" y="32080"/>
                    <a:pt x="75724" y="32032"/>
                  </a:cubicBezTo>
                  <a:lnTo>
                    <a:pt x="20432" y="112"/>
                  </a:lnTo>
                  <a:cubicBezTo>
                    <a:pt x="20303" y="37"/>
                    <a:pt x="20131" y="0"/>
                    <a:pt x="19950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8"/>
            <p:cNvSpPr/>
            <p:nvPr/>
          </p:nvSpPr>
          <p:spPr>
            <a:xfrm>
              <a:off x="2643763" y="3070150"/>
              <a:ext cx="1853825" cy="1070400"/>
            </a:xfrm>
            <a:custGeom>
              <a:avLst/>
              <a:gdLst/>
              <a:ahLst/>
              <a:cxnLst/>
              <a:rect l="l" t="t" r="r" b="b"/>
              <a:pathLst>
                <a:path w="74153" h="42816" extrusionOk="0">
                  <a:moveTo>
                    <a:pt x="54841" y="42732"/>
                  </a:moveTo>
                  <a:lnTo>
                    <a:pt x="156" y="11157"/>
                  </a:lnTo>
                  <a:cubicBezTo>
                    <a:pt x="1" y="11073"/>
                    <a:pt x="25" y="10931"/>
                    <a:pt x="191" y="10823"/>
                  </a:cubicBezTo>
                  <a:lnTo>
                    <a:pt x="18741" y="108"/>
                  </a:lnTo>
                  <a:cubicBezTo>
                    <a:pt x="18920" y="13"/>
                    <a:pt x="19134" y="1"/>
                    <a:pt x="19313" y="84"/>
                  </a:cubicBezTo>
                  <a:lnTo>
                    <a:pt x="74010" y="31671"/>
                  </a:lnTo>
                  <a:cubicBezTo>
                    <a:pt x="74153" y="31755"/>
                    <a:pt x="74129" y="31897"/>
                    <a:pt x="73962" y="31993"/>
                  </a:cubicBezTo>
                  <a:lnTo>
                    <a:pt x="55413" y="42708"/>
                  </a:lnTo>
                  <a:cubicBezTo>
                    <a:pt x="55234" y="42815"/>
                    <a:pt x="55020" y="42815"/>
                    <a:pt x="54841" y="4273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8" name="Google Shape;508;p18"/>
            <p:cNvGrpSpPr/>
            <p:nvPr/>
          </p:nvGrpSpPr>
          <p:grpSpPr>
            <a:xfrm>
              <a:off x="2723238" y="3123575"/>
              <a:ext cx="1675550" cy="965475"/>
              <a:chOff x="2723238" y="3123575"/>
              <a:chExt cx="1675550" cy="965475"/>
            </a:xfrm>
          </p:grpSpPr>
          <p:sp>
            <p:nvSpPr>
              <p:cNvPr id="509" name="Google Shape;509;p18"/>
              <p:cNvSpPr/>
              <p:nvPr/>
            </p:nvSpPr>
            <p:spPr>
              <a:xfrm>
                <a:off x="3065263" y="3123575"/>
                <a:ext cx="14110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69" extrusionOk="0">
                    <a:moveTo>
                      <a:pt x="2190" y="0"/>
                    </a:moveTo>
                    <a:cubicBezTo>
                      <a:pt x="2018" y="0"/>
                      <a:pt x="1846" y="42"/>
                      <a:pt x="1691" y="126"/>
                    </a:cubicBezTo>
                    <a:lnTo>
                      <a:pt x="310" y="924"/>
                    </a:lnTo>
                    <a:cubicBezTo>
                      <a:pt x="36" y="1090"/>
                      <a:pt x="0" y="1328"/>
                      <a:pt x="238" y="1459"/>
                    </a:cubicBezTo>
                    <a:lnTo>
                      <a:pt x="3036" y="3079"/>
                    </a:lnTo>
                    <a:cubicBezTo>
                      <a:pt x="3173" y="3139"/>
                      <a:pt x="3317" y="3169"/>
                      <a:pt x="3460" y="3169"/>
                    </a:cubicBezTo>
                    <a:cubicBezTo>
                      <a:pt x="3629" y="3169"/>
                      <a:pt x="3798" y="3127"/>
                      <a:pt x="3953" y="3043"/>
                    </a:cubicBezTo>
                    <a:lnTo>
                      <a:pt x="5346" y="2233"/>
                    </a:lnTo>
                    <a:cubicBezTo>
                      <a:pt x="5620" y="2067"/>
                      <a:pt x="5644" y="1828"/>
                      <a:pt x="5406" y="1697"/>
                    </a:cubicBezTo>
                    <a:lnTo>
                      <a:pt x="2619" y="90"/>
                    </a:lnTo>
                    <a:cubicBezTo>
                      <a:pt x="2483" y="30"/>
                      <a:pt x="2337" y="0"/>
                      <a:pt x="21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8"/>
              <p:cNvSpPr/>
              <p:nvPr/>
            </p:nvSpPr>
            <p:spPr>
              <a:xfrm>
                <a:off x="3197713" y="3200100"/>
                <a:ext cx="14110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68" extrusionOk="0">
                    <a:moveTo>
                      <a:pt x="2199" y="0"/>
                    </a:moveTo>
                    <a:cubicBezTo>
                      <a:pt x="2023" y="0"/>
                      <a:pt x="1848" y="45"/>
                      <a:pt x="1691" y="137"/>
                    </a:cubicBezTo>
                    <a:lnTo>
                      <a:pt x="310" y="934"/>
                    </a:lnTo>
                    <a:cubicBezTo>
                      <a:pt x="36" y="1089"/>
                      <a:pt x="0" y="1327"/>
                      <a:pt x="239" y="1470"/>
                    </a:cubicBezTo>
                    <a:lnTo>
                      <a:pt x="3036" y="3077"/>
                    </a:lnTo>
                    <a:cubicBezTo>
                      <a:pt x="3173" y="3137"/>
                      <a:pt x="3317" y="3167"/>
                      <a:pt x="3460" y="3167"/>
                    </a:cubicBezTo>
                    <a:cubicBezTo>
                      <a:pt x="3630" y="3167"/>
                      <a:pt x="3798" y="3126"/>
                      <a:pt x="3953" y="3042"/>
                    </a:cubicBezTo>
                    <a:lnTo>
                      <a:pt x="5346" y="2244"/>
                    </a:lnTo>
                    <a:cubicBezTo>
                      <a:pt x="5620" y="2077"/>
                      <a:pt x="5644" y="1839"/>
                      <a:pt x="5406" y="1708"/>
                    </a:cubicBezTo>
                    <a:lnTo>
                      <a:pt x="2620" y="89"/>
                    </a:lnTo>
                    <a:cubicBezTo>
                      <a:pt x="2486" y="30"/>
                      <a:pt x="2342" y="0"/>
                      <a:pt x="21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18"/>
              <p:cNvSpPr/>
              <p:nvPr/>
            </p:nvSpPr>
            <p:spPr>
              <a:xfrm>
                <a:off x="3330463" y="3276550"/>
                <a:ext cx="140825" cy="79075"/>
              </a:xfrm>
              <a:custGeom>
                <a:avLst/>
                <a:gdLst/>
                <a:ahLst/>
                <a:cxnLst/>
                <a:rect l="l" t="t" r="r" b="b"/>
                <a:pathLst>
                  <a:path w="5633" h="3163" extrusionOk="0">
                    <a:moveTo>
                      <a:pt x="2179" y="1"/>
                    </a:moveTo>
                    <a:cubicBezTo>
                      <a:pt x="2006" y="1"/>
                      <a:pt x="1834" y="43"/>
                      <a:pt x="1679" y="127"/>
                    </a:cubicBezTo>
                    <a:lnTo>
                      <a:pt x="298" y="924"/>
                    </a:lnTo>
                    <a:cubicBezTo>
                      <a:pt x="24" y="1091"/>
                      <a:pt x="1" y="1329"/>
                      <a:pt x="227" y="1460"/>
                    </a:cubicBezTo>
                    <a:lnTo>
                      <a:pt x="3025" y="3067"/>
                    </a:lnTo>
                    <a:cubicBezTo>
                      <a:pt x="3159" y="3132"/>
                      <a:pt x="3300" y="3162"/>
                      <a:pt x="3441" y="3162"/>
                    </a:cubicBezTo>
                    <a:cubicBezTo>
                      <a:pt x="3613" y="3162"/>
                      <a:pt x="3784" y="3117"/>
                      <a:pt x="3942" y="3032"/>
                    </a:cubicBezTo>
                    <a:lnTo>
                      <a:pt x="5335" y="2234"/>
                    </a:lnTo>
                    <a:cubicBezTo>
                      <a:pt x="5608" y="2079"/>
                      <a:pt x="5632" y="1841"/>
                      <a:pt x="5394" y="1698"/>
                    </a:cubicBezTo>
                    <a:lnTo>
                      <a:pt x="2608" y="91"/>
                    </a:lnTo>
                    <a:cubicBezTo>
                      <a:pt x="2472" y="31"/>
                      <a:pt x="2325" y="1"/>
                      <a:pt x="21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18"/>
              <p:cNvSpPr/>
              <p:nvPr/>
            </p:nvSpPr>
            <p:spPr>
              <a:xfrm>
                <a:off x="3462613" y="3353050"/>
                <a:ext cx="141125" cy="79075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3" extrusionOk="0">
                    <a:moveTo>
                      <a:pt x="2191" y="1"/>
                    </a:moveTo>
                    <a:cubicBezTo>
                      <a:pt x="2019" y="1"/>
                      <a:pt x="1846" y="43"/>
                      <a:pt x="1692" y="127"/>
                    </a:cubicBezTo>
                    <a:lnTo>
                      <a:pt x="311" y="924"/>
                    </a:lnTo>
                    <a:cubicBezTo>
                      <a:pt x="37" y="1091"/>
                      <a:pt x="1" y="1329"/>
                      <a:pt x="239" y="1460"/>
                    </a:cubicBezTo>
                    <a:lnTo>
                      <a:pt x="3037" y="3067"/>
                    </a:lnTo>
                    <a:cubicBezTo>
                      <a:pt x="3171" y="3132"/>
                      <a:pt x="3315" y="3162"/>
                      <a:pt x="3458" y="3162"/>
                    </a:cubicBezTo>
                    <a:cubicBezTo>
                      <a:pt x="3634" y="3162"/>
                      <a:pt x="3809" y="3117"/>
                      <a:pt x="3966" y="3032"/>
                    </a:cubicBezTo>
                    <a:lnTo>
                      <a:pt x="5347" y="2234"/>
                    </a:lnTo>
                    <a:cubicBezTo>
                      <a:pt x="5609" y="2079"/>
                      <a:pt x="5645" y="1841"/>
                      <a:pt x="5406" y="1698"/>
                    </a:cubicBezTo>
                    <a:lnTo>
                      <a:pt x="2620" y="91"/>
                    </a:lnTo>
                    <a:cubicBezTo>
                      <a:pt x="2484" y="31"/>
                      <a:pt x="2337" y="1"/>
                      <a:pt x="21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8"/>
              <p:cNvSpPr/>
              <p:nvPr/>
            </p:nvSpPr>
            <p:spPr>
              <a:xfrm>
                <a:off x="3595388" y="3429425"/>
                <a:ext cx="14080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5632" h="3168" extrusionOk="0">
                    <a:moveTo>
                      <a:pt x="2187" y="1"/>
                    </a:moveTo>
                    <a:cubicBezTo>
                      <a:pt x="2013" y="1"/>
                      <a:pt x="1841" y="46"/>
                      <a:pt x="1691" y="131"/>
                    </a:cubicBezTo>
                    <a:lnTo>
                      <a:pt x="298" y="929"/>
                    </a:lnTo>
                    <a:cubicBezTo>
                      <a:pt x="24" y="1096"/>
                      <a:pt x="0" y="1334"/>
                      <a:pt x="238" y="1465"/>
                    </a:cubicBezTo>
                    <a:lnTo>
                      <a:pt x="3024" y="3072"/>
                    </a:lnTo>
                    <a:cubicBezTo>
                      <a:pt x="3158" y="3137"/>
                      <a:pt x="3302" y="3167"/>
                      <a:pt x="3446" y="3167"/>
                    </a:cubicBezTo>
                    <a:cubicBezTo>
                      <a:pt x="3621" y="3167"/>
                      <a:pt x="3796" y="3122"/>
                      <a:pt x="3953" y="3037"/>
                    </a:cubicBezTo>
                    <a:lnTo>
                      <a:pt x="5334" y="2239"/>
                    </a:lnTo>
                    <a:cubicBezTo>
                      <a:pt x="5608" y="2084"/>
                      <a:pt x="5632" y="1846"/>
                      <a:pt x="5406" y="1703"/>
                    </a:cubicBezTo>
                    <a:lnTo>
                      <a:pt x="2608" y="96"/>
                    </a:lnTo>
                    <a:cubicBezTo>
                      <a:pt x="2474" y="31"/>
                      <a:pt x="2330" y="1"/>
                      <a:pt x="21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18"/>
              <p:cNvSpPr/>
              <p:nvPr/>
            </p:nvSpPr>
            <p:spPr>
              <a:xfrm>
                <a:off x="3727838" y="3505775"/>
                <a:ext cx="141100" cy="79325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73" extrusionOk="0">
                    <a:moveTo>
                      <a:pt x="2188" y="1"/>
                    </a:moveTo>
                    <a:cubicBezTo>
                      <a:pt x="2014" y="1"/>
                      <a:pt x="1842" y="46"/>
                      <a:pt x="1691" y="137"/>
                    </a:cubicBezTo>
                    <a:lnTo>
                      <a:pt x="298" y="935"/>
                    </a:lnTo>
                    <a:cubicBezTo>
                      <a:pt x="24" y="1090"/>
                      <a:pt x="0" y="1328"/>
                      <a:pt x="239" y="1471"/>
                    </a:cubicBezTo>
                    <a:lnTo>
                      <a:pt x="3025" y="3078"/>
                    </a:lnTo>
                    <a:cubicBezTo>
                      <a:pt x="3159" y="3142"/>
                      <a:pt x="3302" y="3173"/>
                      <a:pt x="3446" y="3173"/>
                    </a:cubicBezTo>
                    <a:cubicBezTo>
                      <a:pt x="3621" y="3173"/>
                      <a:pt x="3796" y="3128"/>
                      <a:pt x="3953" y="3042"/>
                    </a:cubicBezTo>
                    <a:lnTo>
                      <a:pt x="5334" y="2245"/>
                    </a:lnTo>
                    <a:cubicBezTo>
                      <a:pt x="5608" y="2090"/>
                      <a:pt x="5644" y="1852"/>
                      <a:pt x="5406" y="1709"/>
                    </a:cubicBezTo>
                    <a:lnTo>
                      <a:pt x="2608" y="90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18"/>
              <p:cNvSpPr/>
              <p:nvPr/>
            </p:nvSpPr>
            <p:spPr>
              <a:xfrm>
                <a:off x="3860288" y="3582425"/>
                <a:ext cx="141125" cy="79175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7" extrusionOk="0">
                    <a:moveTo>
                      <a:pt x="2188" y="1"/>
                    </a:moveTo>
                    <a:cubicBezTo>
                      <a:pt x="2014" y="1"/>
                      <a:pt x="1842" y="46"/>
                      <a:pt x="1691" y="131"/>
                    </a:cubicBezTo>
                    <a:lnTo>
                      <a:pt x="298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1" y="3167"/>
                      <a:pt x="3796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4" y="1846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18"/>
              <p:cNvSpPr/>
              <p:nvPr/>
            </p:nvSpPr>
            <p:spPr>
              <a:xfrm>
                <a:off x="3992738" y="3658925"/>
                <a:ext cx="141125" cy="79175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7" extrusionOk="0">
                    <a:moveTo>
                      <a:pt x="2192" y="1"/>
                    </a:moveTo>
                    <a:cubicBezTo>
                      <a:pt x="2020" y="1"/>
                      <a:pt x="1849" y="46"/>
                      <a:pt x="1692" y="131"/>
                    </a:cubicBezTo>
                    <a:lnTo>
                      <a:pt x="299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2" y="3167"/>
                      <a:pt x="3797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5" y="1834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1"/>
                      <a:pt x="21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18"/>
              <p:cNvSpPr/>
              <p:nvPr/>
            </p:nvSpPr>
            <p:spPr>
              <a:xfrm>
                <a:off x="4125213" y="3735425"/>
                <a:ext cx="141100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62" extrusionOk="0">
                    <a:moveTo>
                      <a:pt x="2192" y="0"/>
                    </a:moveTo>
                    <a:cubicBezTo>
                      <a:pt x="2019" y="0"/>
                      <a:pt x="1848" y="46"/>
                      <a:pt x="1691" y="131"/>
                    </a:cubicBezTo>
                    <a:lnTo>
                      <a:pt x="298" y="929"/>
                    </a:lnTo>
                    <a:cubicBezTo>
                      <a:pt x="36" y="1084"/>
                      <a:pt x="0" y="1322"/>
                      <a:pt x="238" y="1464"/>
                    </a:cubicBezTo>
                    <a:lnTo>
                      <a:pt x="3024" y="3072"/>
                    </a:lnTo>
                    <a:cubicBezTo>
                      <a:pt x="3161" y="3132"/>
                      <a:pt x="3307" y="3162"/>
                      <a:pt x="3453" y="3162"/>
                    </a:cubicBezTo>
                    <a:cubicBezTo>
                      <a:pt x="3626" y="3162"/>
                      <a:pt x="3798" y="3120"/>
                      <a:pt x="3953" y="3036"/>
                    </a:cubicBezTo>
                    <a:lnTo>
                      <a:pt x="5334" y="2238"/>
                    </a:lnTo>
                    <a:cubicBezTo>
                      <a:pt x="5608" y="2084"/>
                      <a:pt x="5644" y="1845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2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18"/>
              <p:cNvSpPr/>
              <p:nvPr/>
            </p:nvSpPr>
            <p:spPr>
              <a:xfrm>
                <a:off x="4257663" y="3811925"/>
                <a:ext cx="141125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2" extrusionOk="0">
                    <a:moveTo>
                      <a:pt x="2192" y="0"/>
                    </a:moveTo>
                    <a:cubicBezTo>
                      <a:pt x="2020" y="0"/>
                      <a:pt x="1848" y="46"/>
                      <a:pt x="1691" y="131"/>
                    </a:cubicBezTo>
                    <a:lnTo>
                      <a:pt x="310" y="929"/>
                    </a:lnTo>
                    <a:cubicBezTo>
                      <a:pt x="36" y="1083"/>
                      <a:pt x="1" y="1322"/>
                      <a:pt x="239" y="1464"/>
                    </a:cubicBezTo>
                    <a:lnTo>
                      <a:pt x="3037" y="3072"/>
                    </a:lnTo>
                    <a:cubicBezTo>
                      <a:pt x="3168" y="3132"/>
                      <a:pt x="3311" y="3162"/>
                      <a:pt x="3456" y="3162"/>
                    </a:cubicBezTo>
                    <a:cubicBezTo>
                      <a:pt x="3626" y="3162"/>
                      <a:pt x="3799" y="3120"/>
                      <a:pt x="3953" y="3036"/>
                    </a:cubicBezTo>
                    <a:lnTo>
                      <a:pt x="5335" y="2226"/>
                    </a:lnTo>
                    <a:cubicBezTo>
                      <a:pt x="5608" y="2072"/>
                      <a:pt x="5644" y="1833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18"/>
              <p:cNvSpPr/>
              <p:nvPr/>
            </p:nvSpPr>
            <p:spPr>
              <a:xfrm>
                <a:off x="2968213" y="3176425"/>
                <a:ext cx="145575" cy="82925"/>
              </a:xfrm>
              <a:custGeom>
                <a:avLst/>
                <a:gdLst/>
                <a:ahLst/>
                <a:cxnLst/>
                <a:rect l="l" t="t" r="r" b="b"/>
                <a:pathLst>
                  <a:path w="5823" h="3317" extrusionOk="0">
                    <a:moveTo>
                      <a:pt x="2286" y="1"/>
                    </a:moveTo>
                    <a:cubicBezTo>
                      <a:pt x="2193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3" y="1226"/>
                      <a:pt x="1" y="1346"/>
                      <a:pt x="120" y="1417"/>
                    </a:cubicBezTo>
                    <a:lnTo>
                      <a:pt x="3323" y="3274"/>
                    </a:lnTo>
                    <a:cubicBezTo>
                      <a:pt x="3393" y="3302"/>
                      <a:pt x="3469" y="3316"/>
                      <a:pt x="3546" y="3316"/>
                    </a:cubicBezTo>
                    <a:cubicBezTo>
                      <a:pt x="3636" y="3316"/>
                      <a:pt x="3727" y="3296"/>
                      <a:pt x="3811" y="3251"/>
                    </a:cubicBezTo>
                    <a:lnTo>
                      <a:pt x="5668" y="2179"/>
                    </a:lnTo>
                    <a:cubicBezTo>
                      <a:pt x="5811" y="2096"/>
                      <a:pt x="5823" y="1965"/>
                      <a:pt x="5704" y="1893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18"/>
              <p:cNvSpPr/>
              <p:nvPr/>
            </p:nvSpPr>
            <p:spPr>
              <a:xfrm>
                <a:off x="2886963" y="3223950"/>
                <a:ext cx="201225" cy="114625"/>
              </a:xfrm>
              <a:custGeom>
                <a:avLst/>
                <a:gdLst/>
                <a:ahLst/>
                <a:cxnLst/>
                <a:rect l="l" t="t" r="r" b="b"/>
                <a:pathLst>
                  <a:path w="8049" h="4585" extrusionOk="0">
                    <a:moveTo>
                      <a:pt x="2260" y="1"/>
                    </a:moveTo>
                    <a:cubicBezTo>
                      <a:pt x="2155" y="1"/>
                      <a:pt x="2049" y="25"/>
                      <a:pt x="1953" y="76"/>
                    </a:cubicBezTo>
                    <a:lnTo>
                      <a:pt x="191" y="1100"/>
                    </a:lnTo>
                    <a:cubicBezTo>
                      <a:pt x="24" y="1195"/>
                      <a:pt x="0" y="1338"/>
                      <a:pt x="155" y="1433"/>
                    </a:cubicBezTo>
                    <a:lnTo>
                      <a:pt x="5525" y="4529"/>
                    </a:lnTo>
                    <a:cubicBezTo>
                      <a:pt x="5605" y="4566"/>
                      <a:pt x="5693" y="4584"/>
                      <a:pt x="5780" y="4584"/>
                    </a:cubicBezTo>
                    <a:cubicBezTo>
                      <a:pt x="5887" y="4584"/>
                      <a:pt x="5993" y="4557"/>
                      <a:pt x="6084" y="4505"/>
                    </a:cubicBezTo>
                    <a:lnTo>
                      <a:pt x="7858" y="3481"/>
                    </a:lnTo>
                    <a:cubicBezTo>
                      <a:pt x="8025" y="3386"/>
                      <a:pt x="8049" y="3243"/>
                      <a:pt x="7894" y="3159"/>
                    </a:cubicBezTo>
                    <a:lnTo>
                      <a:pt x="2524" y="52"/>
                    </a:lnTo>
                    <a:cubicBezTo>
                      <a:pt x="2441" y="19"/>
                      <a:pt x="2351" y="1"/>
                      <a:pt x="226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18"/>
              <p:cNvSpPr/>
              <p:nvPr/>
            </p:nvSpPr>
            <p:spPr>
              <a:xfrm>
                <a:off x="2805688" y="3271075"/>
                <a:ext cx="217325" cy="124050"/>
              </a:xfrm>
              <a:custGeom>
                <a:avLst/>
                <a:gdLst/>
                <a:ahLst/>
                <a:cxnLst/>
                <a:rect l="l" t="t" r="r" b="b"/>
                <a:pathLst>
                  <a:path w="8693" h="4962" extrusionOk="0">
                    <a:moveTo>
                      <a:pt x="2248" y="0"/>
                    </a:moveTo>
                    <a:cubicBezTo>
                      <a:pt x="2141" y="0"/>
                      <a:pt x="2036" y="27"/>
                      <a:pt x="1942" y="84"/>
                    </a:cubicBezTo>
                    <a:lnTo>
                      <a:pt x="191" y="1096"/>
                    </a:lnTo>
                    <a:cubicBezTo>
                      <a:pt x="13" y="1191"/>
                      <a:pt x="1" y="1346"/>
                      <a:pt x="144" y="1429"/>
                    </a:cubicBezTo>
                    <a:lnTo>
                      <a:pt x="6168" y="4906"/>
                    </a:lnTo>
                    <a:cubicBezTo>
                      <a:pt x="6254" y="4943"/>
                      <a:pt x="6345" y="4961"/>
                      <a:pt x="6435" y="4961"/>
                    </a:cubicBezTo>
                    <a:cubicBezTo>
                      <a:pt x="6544" y="4961"/>
                      <a:pt x="6653" y="4934"/>
                      <a:pt x="6752" y="4882"/>
                    </a:cubicBezTo>
                    <a:lnTo>
                      <a:pt x="8502" y="3882"/>
                    </a:lnTo>
                    <a:cubicBezTo>
                      <a:pt x="8669" y="3775"/>
                      <a:pt x="8692" y="3620"/>
                      <a:pt x="8538" y="3536"/>
                    </a:cubicBezTo>
                    <a:lnTo>
                      <a:pt x="2525" y="60"/>
                    </a:lnTo>
                    <a:cubicBezTo>
                      <a:pt x="2436" y="21"/>
                      <a:pt x="2341" y="0"/>
                      <a:pt x="22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18"/>
              <p:cNvSpPr/>
              <p:nvPr/>
            </p:nvSpPr>
            <p:spPr>
              <a:xfrm>
                <a:off x="4160638" y="3864775"/>
                <a:ext cx="145575" cy="82900"/>
              </a:xfrm>
              <a:custGeom>
                <a:avLst/>
                <a:gdLst/>
                <a:ahLst/>
                <a:cxnLst/>
                <a:rect l="l" t="t" r="r" b="b"/>
                <a:pathLst>
                  <a:path w="5823" h="3316" extrusionOk="0">
                    <a:moveTo>
                      <a:pt x="2255" y="1"/>
                    </a:moveTo>
                    <a:cubicBezTo>
                      <a:pt x="2170" y="1"/>
                      <a:pt x="2086" y="21"/>
                      <a:pt x="2012" y="65"/>
                    </a:cubicBezTo>
                    <a:lnTo>
                      <a:pt x="155" y="1148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3322" y="3268"/>
                    </a:lnTo>
                    <a:cubicBezTo>
                      <a:pt x="3393" y="3300"/>
                      <a:pt x="3469" y="3316"/>
                      <a:pt x="3544" y="3316"/>
                    </a:cubicBezTo>
                    <a:cubicBezTo>
                      <a:pt x="3633" y="3316"/>
                      <a:pt x="3721" y="3294"/>
                      <a:pt x="3798" y="3256"/>
                    </a:cubicBezTo>
                    <a:lnTo>
                      <a:pt x="5667" y="2172"/>
                    </a:lnTo>
                    <a:cubicBezTo>
                      <a:pt x="5810" y="2089"/>
                      <a:pt x="5822" y="1970"/>
                      <a:pt x="5691" y="1898"/>
                    </a:cubicBezTo>
                    <a:lnTo>
                      <a:pt x="2489" y="53"/>
                    </a:lnTo>
                    <a:cubicBezTo>
                      <a:pt x="2414" y="19"/>
                      <a:pt x="2334" y="1"/>
                      <a:pt x="22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18"/>
              <p:cNvSpPr/>
              <p:nvPr/>
            </p:nvSpPr>
            <p:spPr>
              <a:xfrm>
                <a:off x="4023113" y="3879875"/>
                <a:ext cx="200950" cy="114525"/>
              </a:xfrm>
              <a:custGeom>
                <a:avLst/>
                <a:gdLst/>
                <a:ahLst/>
                <a:cxnLst/>
                <a:rect l="l" t="t" r="r" b="b"/>
                <a:pathLst>
                  <a:path w="8038" h="4581" extrusionOk="0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5513" y="4521"/>
                    </a:lnTo>
                    <a:cubicBezTo>
                      <a:pt x="5597" y="4560"/>
                      <a:pt x="5688" y="4581"/>
                      <a:pt x="5780" y="4581"/>
                    </a:cubicBezTo>
                    <a:cubicBezTo>
                      <a:pt x="5885" y="4581"/>
                      <a:pt x="5990" y="4554"/>
                      <a:pt x="6085" y="4497"/>
                    </a:cubicBezTo>
                    <a:lnTo>
                      <a:pt x="7847" y="3485"/>
                    </a:lnTo>
                    <a:cubicBezTo>
                      <a:pt x="8013" y="3390"/>
                      <a:pt x="8037" y="3235"/>
                      <a:pt x="7882" y="3152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18"/>
              <p:cNvSpPr/>
              <p:nvPr/>
            </p:nvSpPr>
            <p:spPr>
              <a:xfrm>
                <a:off x="3925188" y="3917450"/>
                <a:ext cx="217300" cy="123975"/>
              </a:xfrm>
              <a:custGeom>
                <a:avLst/>
                <a:gdLst/>
                <a:ahLst/>
                <a:cxnLst/>
                <a:rect l="l" t="t" r="r" b="b"/>
                <a:pathLst>
                  <a:path w="8692" h="4959" extrusionOk="0">
                    <a:moveTo>
                      <a:pt x="2253" y="1"/>
                    </a:moveTo>
                    <a:cubicBezTo>
                      <a:pt x="2143" y="1"/>
                      <a:pt x="2033" y="31"/>
                      <a:pt x="1929" y="89"/>
                    </a:cubicBezTo>
                    <a:lnTo>
                      <a:pt x="191" y="1089"/>
                    </a:lnTo>
                    <a:cubicBezTo>
                      <a:pt x="12" y="1184"/>
                      <a:pt x="0" y="1351"/>
                      <a:pt x="143" y="1422"/>
                    </a:cubicBezTo>
                    <a:lnTo>
                      <a:pt x="6168" y="4899"/>
                    </a:lnTo>
                    <a:cubicBezTo>
                      <a:pt x="6257" y="4938"/>
                      <a:pt x="6351" y="4959"/>
                      <a:pt x="6445" y="4959"/>
                    </a:cubicBezTo>
                    <a:cubicBezTo>
                      <a:pt x="6551" y="4959"/>
                      <a:pt x="6656" y="4932"/>
                      <a:pt x="6751" y="4875"/>
                    </a:cubicBezTo>
                    <a:lnTo>
                      <a:pt x="8501" y="3875"/>
                    </a:lnTo>
                    <a:cubicBezTo>
                      <a:pt x="8668" y="3780"/>
                      <a:pt x="8692" y="3625"/>
                      <a:pt x="8537" y="3542"/>
                    </a:cubicBezTo>
                    <a:lnTo>
                      <a:pt x="2524" y="65"/>
                    </a:lnTo>
                    <a:cubicBezTo>
                      <a:pt x="2438" y="22"/>
                      <a:pt x="2346" y="1"/>
                      <a:pt x="22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18"/>
              <p:cNvSpPr/>
              <p:nvPr/>
            </p:nvSpPr>
            <p:spPr>
              <a:xfrm>
                <a:off x="2723238" y="3317650"/>
                <a:ext cx="145875" cy="82975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19" extrusionOk="0">
                    <a:moveTo>
                      <a:pt x="2284" y="0"/>
                    </a:moveTo>
                    <a:cubicBezTo>
                      <a:pt x="2201" y="0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6" y="3281"/>
                    </a:lnTo>
                    <a:cubicBezTo>
                      <a:pt x="3408" y="3307"/>
                      <a:pt x="3474" y="3319"/>
                      <a:pt x="3541" y="3319"/>
                    </a:cubicBezTo>
                    <a:cubicBezTo>
                      <a:pt x="3629" y="3319"/>
                      <a:pt x="3718" y="3298"/>
                      <a:pt x="3799" y="3257"/>
                    </a:cubicBezTo>
                    <a:lnTo>
                      <a:pt x="5680" y="2174"/>
                    </a:lnTo>
                    <a:cubicBezTo>
                      <a:pt x="5823" y="2090"/>
                      <a:pt x="5835" y="1971"/>
                      <a:pt x="5716" y="1912"/>
                    </a:cubicBezTo>
                    <a:lnTo>
                      <a:pt x="2489" y="42"/>
                    </a:lnTo>
                    <a:cubicBezTo>
                      <a:pt x="2424" y="15"/>
                      <a:pt x="2353" y="0"/>
                      <a:pt x="22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18"/>
              <p:cNvSpPr/>
              <p:nvPr/>
            </p:nvSpPr>
            <p:spPr>
              <a:xfrm>
                <a:off x="2829513" y="3378950"/>
                <a:ext cx="145875" cy="8310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4" extrusionOk="0">
                    <a:moveTo>
                      <a:pt x="2289" y="1"/>
                    </a:moveTo>
                    <a:cubicBezTo>
                      <a:pt x="2207" y="1"/>
                      <a:pt x="2126" y="22"/>
                      <a:pt x="2048" y="67"/>
                    </a:cubicBezTo>
                    <a:lnTo>
                      <a:pt x="155" y="1150"/>
                    </a:lnTo>
                    <a:cubicBezTo>
                      <a:pt x="24" y="1234"/>
                      <a:pt x="0" y="1353"/>
                      <a:pt x="119" y="1412"/>
                    </a:cubicBezTo>
                    <a:lnTo>
                      <a:pt x="3346" y="3281"/>
                    </a:lnTo>
                    <a:cubicBezTo>
                      <a:pt x="3411" y="3309"/>
                      <a:pt x="3484" y="3324"/>
                      <a:pt x="3557" y="3324"/>
                    </a:cubicBezTo>
                    <a:cubicBezTo>
                      <a:pt x="3642" y="3324"/>
                      <a:pt x="3727" y="3303"/>
                      <a:pt x="3798" y="3258"/>
                    </a:cubicBezTo>
                    <a:lnTo>
                      <a:pt x="5692" y="2174"/>
                    </a:lnTo>
                    <a:cubicBezTo>
                      <a:pt x="5823" y="2091"/>
                      <a:pt x="5834" y="1972"/>
                      <a:pt x="5727" y="1912"/>
                    </a:cubicBezTo>
                    <a:lnTo>
                      <a:pt x="2501" y="43"/>
                    </a:lnTo>
                    <a:cubicBezTo>
                      <a:pt x="2430" y="16"/>
                      <a:pt x="2359" y="1"/>
                      <a:pt x="2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18"/>
              <p:cNvSpPr/>
              <p:nvPr/>
            </p:nvSpPr>
            <p:spPr>
              <a:xfrm>
                <a:off x="2935763" y="3440275"/>
                <a:ext cx="145875" cy="8310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4" extrusionOk="0">
                    <a:moveTo>
                      <a:pt x="2284" y="1"/>
                    </a:moveTo>
                    <a:cubicBezTo>
                      <a:pt x="2201" y="1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7" y="3281"/>
                    </a:lnTo>
                    <a:cubicBezTo>
                      <a:pt x="3412" y="3308"/>
                      <a:pt x="3482" y="3323"/>
                      <a:pt x="3553" y="3323"/>
                    </a:cubicBezTo>
                    <a:cubicBezTo>
                      <a:pt x="3637" y="3323"/>
                      <a:pt x="3722" y="3303"/>
                      <a:pt x="3799" y="3257"/>
                    </a:cubicBezTo>
                    <a:lnTo>
                      <a:pt x="5692" y="2174"/>
                    </a:lnTo>
                    <a:cubicBezTo>
                      <a:pt x="5823" y="2091"/>
                      <a:pt x="5835" y="1971"/>
                      <a:pt x="5716" y="1912"/>
                    </a:cubicBezTo>
                    <a:lnTo>
                      <a:pt x="2489" y="43"/>
                    </a:lnTo>
                    <a:cubicBezTo>
                      <a:pt x="2424" y="15"/>
                      <a:pt x="2353" y="1"/>
                      <a:pt x="22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18"/>
              <p:cNvSpPr/>
              <p:nvPr/>
            </p:nvSpPr>
            <p:spPr>
              <a:xfrm>
                <a:off x="2990838" y="3378025"/>
                <a:ext cx="121175" cy="68575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2743" extrusionOk="0">
                    <a:moveTo>
                      <a:pt x="2257" y="0"/>
                    </a:moveTo>
                    <a:cubicBezTo>
                      <a:pt x="2146" y="0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99"/>
                      <a:pt x="1" y="1342"/>
                      <a:pt x="143" y="1437"/>
                    </a:cubicBezTo>
                    <a:lnTo>
                      <a:pt x="2310" y="2687"/>
                    </a:lnTo>
                    <a:cubicBezTo>
                      <a:pt x="2394" y="2724"/>
                      <a:pt x="2484" y="2742"/>
                      <a:pt x="2574" y="2742"/>
                    </a:cubicBezTo>
                    <a:cubicBezTo>
                      <a:pt x="2690" y="2742"/>
                      <a:pt x="2805" y="2712"/>
                      <a:pt x="2906" y="2652"/>
                    </a:cubicBezTo>
                    <a:lnTo>
                      <a:pt x="4656" y="1652"/>
                    </a:lnTo>
                    <a:cubicBezTo>
                      <a:pt x="4823" y="1544"/>
                      <a:pt x="4846" y="1402"/>
                      <a:pt x="4692" y="1306"/>
                    </a:cubicBezTo>
                    <a:lnTo>
                      <a:pt x="2525" y="56"/>
                    </a:lnTo>
                    <a:cubicBezTo>
                      <a:pt x="2439" y="19"/>
                      <a:pt x="2348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18"/>
              <p:cNvSpPr/>
              <p:nvPr/>
            </p:nvSpPr>
            <p:spPr>
              <a:xfrm>
                <a:off x="3075663" y="3426925"/>
                <a:ext cx="1208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0" extrusionOk="0">
                    <a:moveTo>
                      <a:pt x="2255" y="0"/>
                    </a:moveTo>
                    <a:cubicBezTo>
                      <a:pt x="2146" y="0"/>
                      <a:pt x="2039" y="30"/>
                      <a:pt x="1942" y="89"/>
                    </a:cubicBezTo>
                    <a:lnTo>
                      <a:pt x="191" y="1089"/>
                    </a:lnTo>
                    <a:cubicBezTo>
                      <a:pt x="13" y="1196"/>
                      <a:pt x="1" y="1339"/>
                      <a:pt x="156" y="1434"/>
                    </a:cubicBezTo>
                    <a:lnTo>
                      <a:pt x="2311" y="2684"/>
                    </a:lnTo>
                    <a:cubicBezTo>
                      <a:pt x="2396" y="2722"/>
                      <a:pt x="2487" y="2740"/>
                      <a:pt x="2578" y="2740"/>
                    </a:cubicBezTo>
                    <a:cubicBezTo>
                      <a:pt x="2689" y="2740"/>
                      <a:pt x="2801" y="2713"/>
                      <a:pt x="2906" y="2660"/>
                    </a:cubicBezTo>
                    <a:lnTo>
                      <a:pt x="4644" y="1648"/>
                    </a:lnTo>
                    <a:cubicBezTo>
                      <a:pt x="4823" y="1553"/>
                      <a:pt x="4835" y="1398"/>
                      <a:pt x="4692" y="1315"/>
                    </a:cubicBezTo>
                    <a:lnTo>
                      <a:pt x="2525" y="65"/>
                    </a:lnTo>
                    <a:cubicBezTo>
                      <a:pt x="2438" y="21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18"/>
              <p:cNvSpPr/>
              <p:nvPr/>
            </p:nvSpPr>
            <p:spPr>
              <a:xfrm>
                <a:off x="3160513" y="3475950"/>
                <a:ext cx="120875" cy="68525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1" extrusionOk="0">
                    <a:moveTo>
                      <a:pt x="2258" y="1"/>
                    </a:moveTo>
                    <a:cubicBezTo>
                      <a:pt x="2148" y="1"/>
                      <a:pt x="2039" y="28"/>
                      <a:pt x="1941" y="80"/>
                    </a:cubicBezTo>
                    <a:lnTo>
                      <a:pt x="191" y="1092"/>
                    </a:lnTo>
                    <a:cubicBezTo>
                      <a:pt x="24" y="1187"/>
                      <a:pt x="0" y="1342"/>
                      <a:pt x="155" y="1426"/>
                    </a:cubicBezTo>
                    <a:lnTo>
                      <a:pt x="2322" y="2676"/>
                    </a:lnTo>
                    <a:cubicBezTo>
                      <a:pt x="2403" y="2719"/>
                      <a:pt x="2495" y="2740"/>
                      <a:pt x="2587" y="2740"/>
                    </a:cubicBezTo>
                    <a:cubicBezTo>
                      <a:pt x="2697" y="2740"/>
                      <a:pt x="2808" y="2710"/>
                      <a:pt x="2905" y="2652"/>
                    </a:cubicBezTo>
                    <a:lnTo>
                      <a:pt x="4644" y="1652"/>
                    </a:lnTo>
                    <a:cubicBezTo>
                      <a:pt x="4822" y="1545"/>
                      <a:pt x="4834" y="1402"/>
                      <a:pt x="4691" y="1306"/>
                    </a:cubicBezTo>
                    <a:lnTo>
                      <a:pt x="2524" y="56"/>
                    </a:lnTo>
                    <a:cubicBezTo>
                      <a:pt x="2438" y="19"/>
                      <a:pt x="2348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18"/>
              <p:cNvSpPr/>
              <p:nvPr/>
            </p:nvSpPr>
            <p:spPr>
              <a:xfrm>
                <a:off x="3245338" y="3524850"/>
                <a:ext cx="1211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2740" extrusionOk="0">
                    <a:moveTo>
                      <a:pt x="2257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101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8" y="2722"/>
                      <a:pt x="2498" y="2740"/>
                      <a:pt x="2588" y="2740"/>
                    </a:cubicBezTo>
                    <a:cubicBezTo>
                      <a:pt x="2698" y="2740"/>
                      <a:pt x="2807" y="2713"/>
                      <a:pt x="2906" y="2660"/>
                    </a:cubicBezTo>
                    <a:lnTo>
                      <a:pt x="4656" y="1648"/>
                    </a:lnTo>
                    <a:cubicBezTo>
                      <a:pt x="4822" y="1553"/>
                      <a:pt x="4846" y="1398"/>
                      <a:pt x="4691" y="1315"/>
                    </a:cubicBezTo>
                    <a:lnTo>
                      <a:pt x="2536" y="65"/>
                    </a:lnTo>
                    <a:cubicBezTo>
                      <a:pt x="2444" y="21"/>
                      <a:pt x="2349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18"/>
              <p:cNvSpPr/>
              <p:nvPr/>
            </p:nvSpPr>
            <p:spPr>
              <a:xfrm>
                <a:off x="3330463" y="3573950"/>
                <a:ext cx="120875" cy="68525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1" extrusionOk="0">
                    <a:moveTo>
                      <a:pt x="2250" y="1"/>
                    </a:moveTo>
                    <a:cubicBezTo>
                      <a:pt x="2138" y="1"/>
                      <a:pt x="2027" y="31"/>
                      <a:pt x="1929" y="89"/>
                    </a:cubicBezTo>
                    <a:lnTo>
                      <a:pt x="191" y="1089"/>
                    </a:lnTo>
                    <a:cubicBezTo>
                      <a:pt x="12" y="1196"/>
                      <a:pt x="1" y="1339"/>
                      <a:pt x="143" y="1435"/>
                    </a:cubicBezTo>
                    <a:lnTo>
                      <a:pt x="2310" y="2685"/>
                    </a:lnTo>
                    <a:cubicBezTo>
                      <a:pt x="2396" y="2722"/>
                      <a:pt x="2487" y="2740"/>
                      <a:pt x="2577" y="2740"/>
                    </a:cubicBezTo>
                    <a:cubicBezTo>
                      <a:pt x="2687" y="2740"/>
                      <a:pt x="2796" y="2713"/>
                      <a:pt x="2894" y="2661"/>
                    </a:cubicBezTo>
                    <a:lnTo>
                      <a:pt x="4644" y="1649"/>
                    </a:lnTo>
                    <a:cubicBezTo>
                      <a:pt x="4811" y="1554"/>
                      <a:pt x="4835" y="1399"/>
                      <a:pt x="4680" y="1316"/>
                    </a:cubicBezTo>
                    <a:lnTo>
                      <a:pt x="2525" y="65"/>
                    </a:lnTo>
                    <a:cubicBezTo>
                      <a:pt x="2438" y="22"/>
                      <a:pt x="2344" y="1"/>
                      <a:pt x="22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18"/>
              <p:cNvSpPr/>
              <p:nvPr/>
            </p:nvSpPr>
            <p:spPr>
              <a:xfrm>
                <a:off x="3415288" y="3623000"/>
                <a:ext cx="1208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0" extrusionOk="0">
                    <a:moveTo>
                      <a:pt x="2259" y="0"/>
                    </a:moveTo>
                    <a:cubicBezTo>
                      <a:pt x="2149" y="0"/>
                      <a:pt x="2040" y="27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5"/>
                    </a:lnTo>
                    <a:cubicBezTo>
                      <a:pt x="2398" y="2719"/>
                      <a:pt x="2489" y="2740"/>
                      <a:pt x="2582" y="2740"/>
                    </a:cubicBezTo>
                    <a:cubicBezTo>
                      <a:pt x="2692" y="2740"/>
                      <a:pt x="2802" y="2710"/>
                      <a:pt x="2906" y="2652"/>
                    </a:cubicBezTo>
                    <a:lnTo>
                      <a:pt x="4644" y="1651"/>
                    </a:lnTo>
                    <a:cubicBezTo>
                      <a:pt x="4823" y="1544"/>
                      <a:pt x="4835" y="1401"/>
                      <a:pt x="4692" y="1306"/>
                    </a:cubicBezTo>
                    <a:lnTo>
                      <a:pt x="2525" y="56"/>
                    </a:lnTo>
                    <a:cubicBezTo>
                      <a:pt x="2439" y="18"/>
                      <a:pt x="2349" y="0"/>
                      <a:pt x="22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18"/>
              <p:cNvSpPr/>
              <p:nvPr/>
            </p:nvSpPr>
            <p:spPr>
              <a:xfrm>
                <a:off x="3500138" y="3672100"/>
                <a:ext cx="120875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36" extrusionOk="0">
                    <a:moveTo>
                      <a:pt x="2257" y="1"/>
                    </a:moveTo>
                    <a:cubicBezTo>
                      <a:pt x="2146" y="1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88"/>
                      <a:pt x="0" y="1342"/>
                      <a:pt x="143" y="1426"/>
                    </a:cubicBezTo>
                    <a:lnTo>
                      <a:pt x="2310" y="2676"/>
                    </a:lnTo>
                    <a:cubicBezTo>
                      <a:pt x="2399" y="2715"/>
                      <a:pt x="2496" y="2736"/>
                      <a:pt x="2593" y="2736"/>
                    </a:cubicBezTo>
                    <a:cubicBezTo>
                      <a:pt x="2702" y="2736"/>
                      <a:pt x="2810" y="2709"/>
                      <a:pt x="2905" y="2652"/>
                    </a:cubicBezTo>
                    <a:lnTo>
                      <a:pt x="4644" y="1640"/>
                    </a:lnTo>
                    <a:cubicBezTo>
                      <a:pt x="4822" y="1545"/>
                      <a:pt x="4834" y="1390"/>
                      <a:pt x="4691" y="1307"/>
                    </a:cubicBezTo>
                    <a:lnTo>
                      <a:pt x="2524" y="57"/>
                    </a:lnTo>
                    <a:cubicBezTo>
                      <a:pt x="2438" y="19"/>
                      <a:pt x="2348" y="1"/>
                      <a:pt x="22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18"/>
              <p:cNvSpPr/>
              <p:nvPr/>
            </p:nvSpPr>
            <p:spPr>
              <a:xfrm>
                <a:off x="3584963" y="3721000"/>
                <a:ext cx="120875" cy="68525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1" extrusionOk="0">
                    <a:moveTo>
                      <a:pt x="2255" y="0"/>
                    </a:moveTo>
                    <a:cubicBezTo>
                      <a:pt x="2146" y="0"/>
                      <a:pt x="2038" y="31"/>
                      <a:pt x="1941" y="89"/>
                    </a:cubicBezTo>
                    <a:lnTo>
                      <a:pt x="191" y="1089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3" y="2722"/>
                      <a:pt x="2493" y="2740"/>
                      <a:pt x="2584" y="2740"/>
                    </a:cubicBezTo>
                    <a:cubicBezTo>
                      <a:pt x="2695" y="2740"/>
                      <a:pt x="2807" y="2713"/>
                      <a:pt x="2906" y="2661"/>
                    </a:cubicBezTo>
                    <a:lnTo>
                      <a:pt x="4656" y="1661"/>
                    </a:lnTo>
                    <a:cubicBezTo>
                      <a:pt x="4822" y="1553"/>
                      <a:pt x="4834" y="1399"/>
                      <a:pt x="4691" y="1315"/>
                    </a:cubicBezTo>
                    <a:lnTo>
                      <a:pt x="2525" y="65"/>
                    </a:lnTo>
                    <a:cubicBezTo>
                      <a:pt x="2438" y="22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18"/>
              <p:cNvSpPr/>
              <p:nvPr/>
            </p:nvSpPr>
            <p:spPr>
              <a:xfrm>
                <a:off x="3670088" y="3770225"/>
                <a:ext cx="120875" cy="6835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34" extrusionOk="0">
                    <a:moveTo>
                      <a:pt x="2246" y="1"/>
                    </a:moveTo>
                    <a:cubicBezTo>
                      <a:pt x="2139" y="1"/>
                      <a:pt x="2031" y="27"/>
                      <a:pt x="1929" y="84"/>
                    </a:cubicBezTo>
                    <a:lnTo>
                      <a:pt x="191" y="1096"/>
                    </a:lnTo>
                    <a:cubicBezTo>
                      <a:pt x="13" y="1192"/>
                      <a:pt x="1" y="1346"/>
                      <a:pt x="143" y="1430"/>
                    </a:cubicBezTo>
                    <a:lnTo>
                      <a:pt x="2310" y="2668"/>
                    </a:lnTo>
                    <a:cubicBezTo>
                      <a:pt x="2400" y="2713"/>
                      <a:pt x="2494" y="2734"/>
                      <a:pt x="2589" y="2734"/>
                    </a:cubicBezTo>
                    <a:cubicBezTo>
                      <a:pt x="2697" y="2734"/>
                      <a:pt x="2805" y="2707"/>
                      <a:pt x="2906" y="2656"/>
                    </a:cubicBezTo>
                    <a:lnTo>
                      <a:pt x="4644" y="1644"/>
                    </a:lnTo>
                    <a:cubicBezTo>
                      <a:pt x="4823" y="1549"/>
                      <a:pt x="4835" y="1394"/>
                      <a:pt x="4692" y="1311"/>
                    </a:cubicBezTo>
                    <a:lnTo>
                      <a:pt x="2525" y="61"/>
                    </a:lnTo>
                    <a:cubicBezTo>
                      <a:pt x="2435" y="22"/>
                      <a:pt x="2341" y="1"/>
                      <a:pt x="22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18"/>
              <p:cNvSpPr/>
              <p:nvPr/>
            </p:nvSpPr>
            <p:spPr>
              <a:xfrm>
                <a:off x="3754913" y="3819150"/>
                <a:ext cx="121175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2736" extrusionOk="0">
                    <a:moveTo>
                      <a:pt x="2264" y="0"/>
                    </a:moveTo>
                    <a:cubicBezTo>
                      <a:pt x="2152" y="0"/>
                      <a:pt x="2040" y="28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6"/>
                    </a:lnTo>
                    <a:cubicBezTo>
                      <a:pt x="2400" y="2715"/>
                      <a:pt x="2497" y="2735"/>
                      <a:pt x="2593" y="2735"/>
                    </a:cubicBezTo>
                    <a:cubicBezTo>
                      <a:pt x="2703" y="2735"/>
                      <a:pt x="2811" y="2709"/>
                      <a:pt x="2906" y="2652"/>
                    </a:cubicBezTo>
                    <a:lnTo>
                      <a:pt x="4656" y="1640"/>
                    </a:lnTo>
                    <a:cubicBezTo>
                      <a:pt x="4823" y="1544"/>
                      <a:pt x="4847" y="1390"/>
                      <a:pt x="4692" y="1306"/>
                    </a:cubicBezTo>
                    <a:lnTo>
                      <a:pt x="2525" y="56"/>
                    </a:lnTo>
                    <a:cubicBezTo>
                      <a:pt x="2445" y="19"/>
                      <a:pt x="2355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18"/>
              <p:cNvSpPr/>
              <p:nvPr/>
            </p:nvSpPr>
            <p:spPr>
              <a:xfrm>
                <a:off x="3839763" y="3868050"/>
                <a:ext cx="1208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0" extrusionOk="0">
                    <a:moveTo>
                      <a:pt x="2254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089"/>
                    </a:lnTo>
                    <a:cubicBezTo>
                      <a:pt x="12" y="1196"/>
                      <a:pt x="0" y="1351"/>
                      <a:pt x="155" y="1434"/>
                    </a:cubicBezTo>
                    <a:lnTo>
                      <a:pt x="2310" y="2684"/>
                    </a:lnTo>
                    <a:cubicBezTo>
                      <a:pt x="2396" y="2722"/>
                      <a:pt x="2486" y="2740"/>
                      <a:pt x="2577" y="2740"/>
                    </a:cubicBezTo>
                    <a:cubicBezTo>
                      <a:pt x="2689" y="2740"/>
                      <a:pt x="2801" y="2713"/>
                      <a:pt x="2905" y="2660"/>
                    </a:cubicBezTo>
                    <a:lnTo>
                      <a:pt x="4644" y="1648"/>
                    </a:lnTo>
                    <a:cubicBezTo>
                      <a:pt x="4822" y="1553"/>
                      <a:pt x="4834" y="1398"/>
                      <a:pt x="4691" y="1315"/>
                    </a:cubicBezTo>
                    <a:lnTo>
                      <a:pt x="2524" y="65"/>
                    </a:lnTo>
                    <a:cubicBezTo>
                      <a:pt x="2437" y="21"/>
                      <a:pt x="2346" y="0"/>
                      <a:pt x="22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18"/>
              <p:cNvSpPr/>
              <p:nvPr/>
            </p:nvSpPr>
            <p:spPr>
              <a:xfrm>
                <a:off x="3057813" y="3322350"/>
                <a:ext cx="123550" cy="69900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6" extrusionOk="0">
                    <a:moveTo>
                      <a:pt x="2263" y="1"/>
                    </a:moveTo>
                    <a:cubicBezTo>
                      <a:pt x="2157" y="1"/>
                      <a:pt x="2051" y="28"/>
                      <a:pt x="1953" y="81"/>
                    </a:cubicBezTo>
                    <a:lnTo>
                      <a:pt x="191" y="1104"/>
                    </a:lnTo>
                    <a:cubicBezTo>
                      <a:pt x="24" y="1200"/>
                      <a:pt x="0" y="1355"/>
                      <a:pt x="143" y="1438"/>
                    </a:cubicBezTo>
                    <a:lnTo>
                      <a:pt x="2417" y="2736"/>
                    </a:lnTo>
                    <a:cubicBezTo>
                      <a:pt x="2501" y="2775"/>
                      <a:pt x="2593" y="2795"/>
                      <a:pt x="2683" y="2795"/>
                    </a:cubicBezTo>
                    <a:cubicBezTo>
                      <a:pt x="2786" y="2795"/>
                      <a:pt x="2888" y="2769"/>
                      <a:pt x="2977" y="2712"/>
                    </a:cubicBezTo>
                    <a:lnTo>
                      <a:pt x="4751" y="1700"/>
                    </a:lnTo>
                    <a:cubicBezTo>
                      <a:pt x="4918" y="1605"/>
                      <a:pt x="4942" y="1450"/>
                      <a:pt x="4787" y="1366"/>
                    </a:cubicBezTo>
                    <a:lnTo>
                      <a:pt x="2525" y="57"/>
                    </a:lnTo>
                    <a:cubicBezTo>
                      <a:pt x="2439" y="19"/>
                      <a:pt x="2351" y="1"/>
                      <a:pt x="22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18"/>
              <p:cNvSpPr/>
              <p:nvPr/>
            </p:nvSpPr>
            <p:spPr>
              <a:xfrm>
                <a:off x="3145313" y="33729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9" y="0"/>
                    </a:moveTo>
                    <a:cubicBezTo>
                      <a:pt x="2161" y="0"/>
                      <a:pt x="2052" y="27"/>
                      <a:pt x="1954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5"/>
                    </a:cubicBezTo>
                    <a:lnTo>
                      <a:pt x="2525" y="56"/>
                    </a:lnTo>
                    <a:cubicBezTo>
                      <a:pt x="2445" y="18"/>
                      <a:pt x="2357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18"/>
              <p:cNvSpPr/>
              <p:nvPr/>
            </p:nvSpPr>
            <p:spPr>
              <a:xfrm>
                <a:off x="3232838" y="34235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8" y="0"/>
                    </a:moveTo>
                    <a:cubicBezTo>
                      <a:pt x="2160" y="0"/>
                      <a:pt x="2051" y="27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498" y="2772"/>
                      <a:pt x="2585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1" y="1449"/>
                      <a:pt x="4787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18"/>
              <p:cNvSpPr/>
              <p:nvPr/>
            </p:nvSpPr>
            <p:spPr>
              <a:xfrm>
                <a:off x="3320338" y="34741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8" y="0"/>
                    </a:moveTo>
                    <a:cubicBezTo>
                      <a:pt x="2161" y="0"/>
                      <a:pt x="2052" y="27"/>
                      <a:pt x="1953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5"/>
                    </a:cubicBezTo>
                    <a:lnTo>
                      <a:pt x="2418" y="2735"/>
                    </a:lnTo>
                    <a:cubicBezTo>
                      <a:pt x="2503" y="2772"/>
                      <a:pt x="2592" y="2791"/>
                      <a:pt x="2679" y="2791"/>
                    </a:cubicBezTo>
                    <a:cubicBezTo>
                      <a:pt x="2786" y="2791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99" y="1366"/>
                    </a:cubicBezTo>
                    <a:lnTo>
                      <a:pt x="2525" y="56"/>
                    </a:lnTo>
                    <a:cubicBezTo>
                      <a:pt x="2444" y="18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18"/>
              <p:cNvSpPr/>
              <p:nvPr/>
            </p:nvSpPr>
            <p:spPr>
              <a:xfrm>
                <a:off x="3407863" y="35247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9" y="0"/>
                    </a:moveTo>
                    <a:cubicBezTo>
                      <a:pt x="2162" y="0"/>
                      <a:pt x="2056" y="27"/>
                      <a:pt x="1965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503" y="2772"/>
                      <a:pt x="2591" y="2791"/>
                      <a:pt x="2678" y="2791"/>
                    </a:cubicBezTo>
                    <a:cubicBezTo>
                      <a:pt x="2785" y="2791"/>
                      <a:pt x="2890" y="2763"/>
                      <a:pt x="2989" y="2711"/>
                    </a:cubicBezTo>
                    <a:lnTo>
                      <a:pt x="4751" y="1687"/>
                    </a:lnTo>
                    <a:cubicBezTo>
                      <a:pt x="4929" y="1592"/>
                      <a:pt x="4941" y="1449"/>
                      <a:pt x="4798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18"/>
              <p:cNvSpPr/>
              <p:nvPr/>
            </p:nvSpPr>
            <p:spPr>
              <a:xfrm>
                <a:off x="3495663" y="3575275"/>
                <a:ext cx="123250" cy="69875"/>
              </a:xfrm>
              <a:custGeom>
                <a:avLst/>
                <a:gdLst/>
                <a:ahLst/>
                <a:cxnLst/>
                <a:rect l="l" t="t" r="r" b="b"/>
                <a:pathLst>
                  <a:path w="4930" h="2795" extrusionOk="0">
                    <a:moveTo>
                      <a:pt x="2253" y="0"/>
                    </a:moveTo>
                    <a:cubicBezTo>
                      <a:pt x="2150" y="0"/>
                      <a:pt x="2048" y="27"/>
                      <a:pt x="1953" y="84"/>
                    </a:cubicBezTo>
                    <a:lnTo>
                      <a:pt x="191" y="1096"/>
                    </a:lnTo>
                    <a:cubicBezTo>
                      <a:pt x="12" y="1191"/>
                      <a:pt x="1" y="1346"/>
                      <a:pt x="143" y="1429"/>
                    </a:cubicBezTo>
                    <a:lnTo>
                      <a:pt x="2406" y="2739"/>
                    </a:lnTo>
                    <a:cubicBezTo>
                      <a:pt x="2491" y="2776"/>
                      <a:pt x="2582" y="2795"/>
                      <a:pt x="2671" y="2795"/>
                    </a:cubicBezTo>
                    <a:cubicBezTo>
                      <a:pt x="2779" y="2795"/>
                      <a:pt x="2885" y="2767"/>
                      <a:pt x="2977" y="2715"/>
                    </a:cubicBezTo>
                    <a:lnTo>
                      <a:pt x="4751" y="1691"/>
                    </a:lnTo>
                    <a:cubicBezTo>
                      <a:pt x="4918" y="1596"/>
                      <a:pt x="4930" y="1441"/>
                      <a:pt x="4787" y="1370"/>
                    </a:cubicBezTo>
                    <a:lnTo>
                      <a:pt x="2525" y="60"/>
                    </a:lnTo>
                    <a:cubicBezTo>
                      <a:pt x="2435" y="21"/>
                      <a:pt x="2343" y="0"/>
                      <a:pt x="22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18"/>
              <p:cNvSpPr/>
              <p:nvPr/>
            </p:nvSpPr>
            <p:spPr>
              <a:xfrm>
                <a:off x="3583163" y="3625975"/>
                <a:ext cx="123575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3" h="2791" extrusionOk="0">
                    <a:moveTo>
                      <a:pt x="2264" y="0"/>
                    </a:moveTo>
                    <a:cubicBezTo>
                      <a:pt x="2157" y="0"/>
                      <a:pt x="2052" y="28"/>
                      <a:pt x="1954" y="80"/>
                    </a:cubicBezTo>
                    <a:lnTo>
                      <a:pt x="191" y="1104"/>
                    </a:lnTo>
                    <a:cubicBezTo>
                      <a:pt x="13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2" y="1687"/>
                    </a:lnTo>
                    <a:cubicBezTo>
                      <a:pt x="4918" y="1592"/>
                      <a:pt x="4942" y="1437"/>
                      <a:pt x="4799" y="1354"/>
                    </a:cubicBezTo>
                    <a:lnTo>
                      <a:pt x="2525" y="56"/>
                    </a:lnTo>
                    <a:cubicBezTo>
                      <a:pt x="2439" y="19"/>
                      <a:pt x="2351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18"/>
              <p:cNvSpPr/>
              <p:nvPr/>
            </p:nvSpPr>
            <p:spPr>
              <a:xfrm>
                <a:off x="3670688" y="3676275"/>
                <a:ext cx="123550" cy="698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5" extrusionOk="0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2417" y="2735"/>
                    </a:lnTo>
                    <a:cubicBezTo>
                      <a:pt x="2501" y="2774"/>
                      <a:pt x="2593" y="2795"/>
                      <a:pt x="2685" y="2795"/>
                    </a:cubicBezTo>
                    <a:cubicBezTo>
                      <a:pt x="2789" y="2795"/>
                      <a:pt x="2894" y="2768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18"/>
              <p:cNvSpPr/>
              <p:nvPr/>
            </p:nvSpPr>
            <p:spPr>
              <a:xfrm>
                <a:off x="3758188" y="3726875"/>
                <a:ext cx="123550" cy="6992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7" extrusionOk="0">
                    <a:moveTo>
                      <a:pt x="2270" y="1"/>
                    </a:moveTo>
                    <a:cubicBezTo>
                      <a:pt x="2163" y="1"/>
                      <a:pt x="2057" y="28"/>
                      <a:pt x="1965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6"/>
                    </a:cubicBezTo>
                    <a:lnTo>
                      <a:pt x="2418" y="2735"/>
                    </a:lnTo>
                    <a:cubicBezTo>
                      <a:pt x="2504" y="2775"/>
                      <a:pt x="2599" y="2796"/>
                      <a:pt x="2694" y="2796"/>
                    </a:cubicBezTo>
                    <a:cubicBezTo>
                      <a:pt x="2795" y="2796"/>
                      <a:pt x="2897" y="2772"/>
                      <a:pt x="2989" y="2723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5" y="19"/>
                      <a:pt x="2357" y="1"/>
                      <a:pt x="22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18"/>
              <p:cNvSpPr/>
              <p:nvPr/>
            </p:nvSpPr>
            <p:spPr>
              <a:xfrm>
                <a:off x="3845713" y="37774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8" y="1"/>
                    </a:moveTo>
                    <a:cubicBezTo>
                      <a:pt x="2160" y="1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6"/>
                    </a:cubicBezTo>
                    <a:lnTo>
                      <a:pt x="2417" y="2735"/>
                    </a:lnTo>
                    <a:cubicBezTo>
                      <a:pt x="2498" y="2773"/>
                      <a:pt x="2585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1" y="1687"/>
                    </a:lnTo>
                    <a:cubicBezTo>
                      <a:pt x="4918" y="1592"/>
                      <a:pt x="4941" y="1449"/>
                      <a:pt x="4799" y="1366"/>
                    </a:cubicBezTo>
                    <a:lnTo>
                      <a:pt x="2524" y="56"/>
                    </a:lnTo>
                    <a:cubicBezTo>
                      <a:pt x="2444" y="19"/>
                      <a:pt x="235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18"/>
              <p:cNvSpPr/>
              <p:nvPr/>
            </p:nvSpPr>
            <p:spPr>
              <a:xfrm>
                <a:off x="3933513" y="3828075"/>
                <a:ext cx="123250" cy="69800"/>
              </a:xfrm>
              <a:custGeom>
                <a:avLst/>
                <a:gdLst/>
                <a:ahLst/>
                <a:cxnLst/>
                <a:rect l="l" t="t" r="r" b="b"/>
                <a:pathLst>
                  <a:path w="4930" h="2792" extrusionOk="0">
                    <a:moveTo>
                      <a:pt x="2258" y="1"/>
                    </a:moveTo>
                    <a:cubicBezTo>
                      <a:pt x="2151" y="1"/>
                      <a:pt x="2045" y="28"/>
                      <a:pt x="1953" y="80"/>
                    </a:cubicBezTo>
                    <a:lnTo>
                      <a:pt x="179" y="1092"/>
                    </a:lnTo>
                    <a:cubicBezTo>
                      <a:pt x="13" y="1199"/>
                      <a:pt x="1" y="1342"/>
                      <a:pt x="144" y="1426"/>
                    </a:cubicBezTo>
                    <a:lnTo>
                      <a:pt x="2406" y="2735"/>
                    </a:lnTo>
                    <a:cubicBezTo>
                      <a:pt x="2491" y="2773"/>
                      <a:pt x="2582" y="2791"/>
                      <a:pt x="2672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39" y="1688"/>
                    </a:lnTo>
                    <a:cubicBezTo>
                      <a:pt x="4918" y="1592"/>
                      <a:pt x="4930" y="1449"/>
                      <a:pt x="4787" y="1366"/>
                    </a:cubicBezTo>
                    <a:lnTo>
                      <a:pt x="2513" y="56"/>
                    </a:lnTo>
                    <a:cubicBezTo>
                      <a:pt x="2432" y="19"/>
                      <a:pt x="2345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18"/>
              <p:cNvSpPr/>
              <p:nvPr/>
            </p:nvSpPr>
            <p:spPr>
              <a:xfrm>
                <a:off x="3080738" y="3241325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85" y="0"/>
                    </a:moveTo>
                    <a:cubicBezTo>
                      <a:pt x="2192" y="0"/>
                      <a:pt x="2099" y="25"/>
                      <a:pt x="2012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8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8"/>
                      <a:pt x="5310" y="1678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18"/>
              <p:cNvSpPr/>
              <p:nvPr/>
            </p:nvSpPr>
            <p:spPr>
              <a:xfrm>
                <a:off x="3178963" y="3298175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31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6" y="3023"/>
                    </a:cubicBezTo>
                    <a:cubicBezTo>
                      <a:pt x="3128" y="3023"/>
                      <a:pt x="3219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22" y="1679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18"/>
              <p:cNvSpPr/>
              <p:nvPr/>
            </p:nvSpPr>
            <p:spPr>
              <a:xfrm>
                <a:off x="3277488" y="3354900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56" y="0"/>
                    </a:moveTo>
                    <a:cubicBezTo>
                      <a:pt x="2170" y="0"/>
                      <a:pt x="2087" y="21"/>
                      <a:pt x="2012" y="64"/>
                    </a:cubicBezTo>
                    <a:lnTo>
                      <a:pt x="155" y="1148"/>
                    </a:lnTo>
                    <a:cubicBezTo>
                      <a:pt x="12" y="1231"/>
                      <a:pt x="0" y="1350"/>
                      <a:pt x="119" y="1422"/>
                    </a:cubicBezTo>
                    <a:lnTo>
                      <a:pt x="2810" y="2981"/>
                    </a:lnTo>
                    <a:cubicBezTo>
                      <a:pt x="2881" y="3009"/>
                      <a:pt x="2957" y="3023"/>
                      <a:pt x="3032" y="3023"/>
                    </a:cubicBezTo>
                    <a:cubicBezTo>
                      <a:pt x="3121" y="3023"/>
                      <a:pt x="3209" y="3003"/>
                      <a:pt x="3286" y="2958"/>
                    </a:cubicBezTo>
                    <a:lnTo>
                      <a:pt x="5156" y="1886"/>
                    </a:lnTo>
                    <a:cubicBezTo>
                      <a:pt x="5299" y="1803"/>
                      <a:pt x="5310" y="1672"/>
                      <a:pt x="5191" y="1600"/>
                    </a:cubicBezTo>
                    <a:lnTo>
                      <a:pt x="2489" y="53"/>
                    </a:lnTo>
                    <a:cubicBezTo>
                      <a:pt x="2414" y="18"/>
                      <a:pt x="2334" y="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18"/>
              <p:cNvSpPr/>
              <p:nvPr/>
            </p:nvSpPr>
            <p:spPr>
              <a:xfrm>
                <a:off x="3375713" y="3411575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67" y="1143"/>
                    </a:lnTo>
                    <a:cubicBezTo>
                      <a:pt x="24" y="1226"/>
                      <a:pt x="0" y="1345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18"/>
              <p:cNvSpPr/>
              <p:nvPr/>
            </p:nvSpPr>
            <p:spPr>
              <a:xfrm>
                <a:off x="3473938" y="3468425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1"/>
                    </a:moveTo>
                    <a:cubicBezTo>
                      <a:pt x="2195" y="1"/>
                      <a:pt x="2104" y="25"/>
                      <a:pt x="2024" y="72"/>
                    </a:cubicBezTo>
                    <a:lnTo>
                      <a:pt x="167" y="1143"/>
                    </a:lnTo>
                    <a:cubicBezTo>
                      <a:pt x="24" y="1226"/>
                      <a:pt x="0" y="1346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18"/>
              <p:cNvSpPr/>
              <p:nvPr/>
            </p:nvSpPr>
            <p:spPr>
              <a:xfrm>
                <a:off x="3572463" y="3525275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85" y="1"/>
                    </a:moveTo>
                    <a:cubicBezTo>
                      <a:pt x="2192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2810" y="2977"/>
                    </a:lnTo>
                    <a:cubicBezTo>
                      <a:pt x="2879" y="3008"/>
                      <a:pt x="2952" y="3024"/>
                      <a:pt x="3026" y="3024"/>
                    </a:cubicBezTo>
                    <a:cubicBezTo>
                      <a:pt x="3118" y="3024"/>
                      <a:pt x="3212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11" y="1679"/>
                      <a:pt x="5191" y="1608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18"/>
              <p:cNvSpPr/>
              <p:nvPr/>
            </p:nvSpPr>
            <p:spPr>
              <a:xfrm>
                <a:off x="3670688" y="3582000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68" y="1"/>
                    </a:moveTo>
                    <a:cubicBezTo>
                      <a:pt x="2182" y="1"/>
                      <a:pt x="2099" y="22"/>
                      <a:pt x="2024" y="65"/>
                    </a:cubicBezTo>
                    <a:lnTo>
                      <a:pt x="167" y="1148"/>
                    </a:lnTo>
                    <a:cubicBezTo>
                      <a:pt x="12" y="1232"/>
                      <a:pt x="0" y="1351"/>
                      <a:pt x="131" y="1422"/>
                    </a:cubicBezTo>
                    <a:lnTo>
                      <a:pt x="2822" y="2982"/>
                    </a:lnTo>
                    <a:cubicBezTo>
                      <a:pt x="2893" y="3009"/>
                      <a:pt x="2969" y="3024"/>
                      <a:pt x="3044" y="3024"/>
                    </a:cubicBezTo>
                    <a:cubicBezTo>
                      <a:pt x="3133" y="3024"/>
                      <a:pt x="3221" y="3003"/>
                      <a:pt x="3298" y="2958"/>
                    </a:cubicBezTo>
                    <a:lnTo>
                      <a:pt x="5156" y="1887"/>
                    </a:lnTo>
                    <a:cubicBezTo>
                      <a:pt x="5299" y="1803"/>
                      <a:pt x="5323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18"/>
              <p:cNvSpPr/>
              <p:nvPr/>
            </p:nvSpPr>
            <p:spPr>
              <a:xfrm>
                <a:off x="3769213" y="3638850"/>
                <a:ext cx="132775" cy="75575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3" extrusionOk="0">
                    <a:moveTo>
                      <a:pt x="2266" y="1"/>
                    </a:moveTo>
                    <a:cubicBezTo>
                      <a:pt x="2180" y="1"/>
                      <a:pt x="2093" y="22"/>
                      <a:pt x="2013" y="65"/>
                    </a:cubicBezTo>
                    <a:lnTo>
                      <a:pt x="155" y="1137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2810" y="2970"/>
                    </a:lnTo>
                    <a:cubicBezTo>
                      <a:pt x="2885" y="3004"/>
                      <a:pt x="2965" y="3022"/>
                      <a:pt x="3045" y="3022"/>
                    </a:cubicBezTo>
                    <a:cubicBezTo>
                      <a:pt x="3131" y="3022"/>
                      <a:pt x="3218" y="3001"/>
                      <a:pt x="3298" y="2958"/>
                    </a:cubicBezTo>
                    <a:lnTo>
                      <a:pt x="5156" y="1875"/>
                    </a:lnTo>
                    <a:cubicBezTo>
                      <a:pt x="5299" y="1803"/>
                      <a:pt x="5311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18"/>
              <p:cNvSpPr/>
              <p:nvPr/>
            </p:nvSpPr>
            <p:spPr>
              <a:xfrm>
                <a:off x="3867438" y="3695550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85" y="0"/>
                    </a:moveTo>
                    <a:cubicBezTo>
                      <a:pt x="2193" y="0"/>
                      <a:pt x="2099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57"/>
                      <a:pt x="120" y="1428"/>
                    </a:cubicBezTo>
                    <a:lnTo>
                      <a:pt x="2822" y="2976"/>
                    </a:lnTo>
                    <a:cubicBezTo>
                      <a:pt x="2891" y="3008"/>
                      <a:pt x="2962" y="3023"/>
                      <a:pt x="3033" y="3023"/>
                    </a:cubicBezTo>
                    <a:cubicBezTo>
                      <a:pt x="3122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7"/>
                      <a:pt x="5311" y="1678"/>
                      <a:pt x="5192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18"/>
              <p:cNvSpPr/>
              <p:nvPr/>
            </p:nvSpPr>
            <p:spPr>
              <a:xfrm>
                <a:off x="3965963" y="3752400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74" y="0"/>
                    </a:moveTo>
                    <a:cubicBezTo>
                      <a:pt x="2183" y="0"/>
                      <a:pt x="2092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6" y="3023"/>
                      <a:pt x="3207" y="2999"/>
                      <a:pt x="3287" y="2952"/>
                    </a:cubicBezTo>
                    <a:lnTo>
                      <a:pt x="5156" y="1881"/>
                    </a:lnTo>
                    <a:cubicBezTo>
                      <a:pt x="5299" y="1798"/>
                      <a:pt x="5311" y="1678"/>
                      <a:pt x="5192" y="1607"/>
                    </a:cubicBezTo>
                    <a:lnTo>
                      <a:pt x="2489" y="47"/>
                    </a:lnTo>
                    <a:cubicBezTo>
                      <a:pt x="2420" y="16"/>
                      <a:pt x="2347" y="0"/>
                      <a:pt x="22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18"/>
              <p:cNvSpPr/>
              <p:nvPr/>
            </p:nvSpPr>
            <p:spPr>
              <a:xfrm>
                <a:off x="4064188" y="3809250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0"/>
                    </a:moveTo>
                    <a:cubicBezTo>
                      <a:pt x="2195" y="0"/>
                      <a:pt x="2104" y="25"/>
                      <a:pt x="2025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20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7" y="3023"/>
                    </a:cubicBezTo>
                    <a:cubicBezTo>
                      <a:pt x="3128" y="3023"/>
                      <a:pt x="3219" y="2999"/>
                      <a:pt x="3299" y="2953"/>
                    </a:cubicBezTo>
                    <a:lnTo>
                      <a:pt x="5168" y="1881"/>
                    </a:lnTo>
                    <a:cubicBezTo>
                      <a:pt x="5311" y="1798"/>
                      <a:pt x="5323" y="1667"/>
                      <a:pt x="5204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18"/>
              <p:cNvSpPr/>
              <p:nvPr/>
            </p:nvSpPr>
            <p:spPr>
              <a:xfrm>
                <a:off x="3915663" y="4005975"/>
                <a:ext cx="145875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3" extrusionOk="0">
                    <a:moveTo>
                      <a:pt x="2283" y="0"/>
                    </a:moveTo>
                    <a:cubicBezTo>
                      <a:pt x="2200" y="0"/>
                      <a:pt x="2119" y="22"/>
                      <a:pt x="2048" y="60"/>
                    </a:cubicBezTo>
                    <a:lnTo>
                      <a:pt x="155" y="1156"/>
                    </a:lnTo>
                    <a:cubicBezTo>
                      <a:pt x="12" y="1227"/>
                      <a:pt x="0" y="1346"/>
                      <a:pt x="119" y="1418"/>
                    </a:cubicBezTo>
                    <a:lnTo>
                      <a:pt x="3346" y="3275"/>
                    </a:lnTo>
                    <a:cubicBezTo>
                      <a:pt x="3411" y="3308"/>
                      <a:pt x="3482" y="3323"/>
                      <a:pt x="3553" y="3323"/>
                    </a:cubicBezTo>
                    <a:cubicBezTo>
                      <a:pt x="3637" y="3323"/>
                      <a:pt x="3721" y="3302"/>
                      <a:pt x="3798" y="3263"/>
                    </a:cubicBezTo>
                    <a:lnTo>
                      <a:pt x="5680" y="2168"/>
                    </a:lnTo>
                    <a:cubicBezTo>
                      <a:pt x="5811" y="2096"/>
                      <a:pt x="5834" y="1977"/>
                      <a:pt x="5715" y="1906"/>
                    </a:cubicBezTo>
                    <a:lnTo>
                      <a:pt x="2489" y="48"/>
                    </a:lnTo>
                    <a:cubicBezTo>
                      <a:pt x="2423" y="16"/>
                      <a:pt x="2353" y="0"/>
                      <a:pt x="22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18"/>
              <p:cNvSpPr/>
              <p:nvPr/>
            </p:nvSpPr>
            <p:spPr>
              <a:xfrm>
                <a:off x="3809388" y="3944650"/>
                <a:ext cx="145875" cy="8310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4" extrusionOk="0">
                    <a:moveTo>
                      <a:pt x="2282" y="1"/>
                    </a:moveTo>
                    <a:cubicBezTo>
                      <a:pt x="2198" y="1"/>
                      <a:pt x="2114" y="22"/>
                      <a:pt x="2037" y="61"/>
                    </a:cubicBezTo>
                    <a:lnTo>
                      <a:pt x="156" y="1156"/>
                    </a:lnTo>
                    <a:cubicBezTo>
                      <a:pt x="13" y="1227"/>
                      <a:pt x="1" y="1347"/>
                      <a:pt x="120" y="1418"/>
                    </a:cubicBezTo>
                    <a:lnTo>
                      <a:pt x="3346" y="3275"/>
                    </a:lnTo>
                    <a:cubicBezTo>
                      <a:pt x="3412" y="3308"/>
                      <a:pt x="3482" y="3323"/>
                      <a:pt x="3552" y="3323"/>
                    </a:cubicBezTo>
                    <a:cubicBezTo>
                      <a:pt x="3635" y="3323"/>
                      <a:pt x="3716" y="3302"/>
                      <a:pt x="3787" y="3263"/>
                    </a:cubicBezTo>
                    <a:lnTo>
                      <a:pt x="5680" y="2168"/>
                    </a:lnTo>
                    <a:cubicBezTo>
                      <a:pt x="5811" y="2097"/>
                      <a:pt x="5835" y="1978"/>
                      <a:pt x="5716" y="1906"/>
                    </a:cubicBezTo>
                    <a:lnTo>
                      <a:pt x="2489" y="49"/>
                    </a:lnTo>
                    <a:cubicBezTo>
                      <a:pt x="2424" y="16"/>
                      <a:pt x="2353" y="1"/>
                      <a:pt x="22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18"/>
              <p:cNvSpPr/>
              <p:nvPr/>
            </p:nvSpPr>
            <p:spPr>
              <a:xfrm>
                <a:off x="3703138" y="3883350"/>
                <a:ext cx="145875" cy="8295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18" extrusionOk="0">
                    <a:moveTo>
                      <a:pt x="2282" y="0"/>
                    </a:moveTo>
                    <a:cubicBezTo>
                      <a:pt x="2198" y="0"/>
                      <a:pt x="2114" y="21"/>
                      <a:pt x="2036" y="60"/>
                    </a:cubicBezTo>
                    <a:lnTo>
                      <a:pt x="143" y="1155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3346" y="3275"/>
                    </a:lnTo>
                    <a:cubicBezTo>
                      <a:pt x="3414" y="3303"/>
                      <a:pt x="3488" y="3318"/>
                      <a:pt x="3560" y="3318"/>
                    </a:cubicBezTo>
                    <a:cubicBezTo>
                      <a:pt x="3640" y="3318"/>
                      <a:pt x="3718" y="3300"/>
                      <a:pt x="3786" y="3263"/>
                    </a:cubicBezTo>
                    <a:lnTo>
                      <a:pt x="5679" y="2167"/>
                    </a:lnTo>
                    <a:cubicBezTo>
                      <a:pt x="5810" y="2084"/>
                      <a:pt x="5834" y="1977"/>
                      <a:pt x="5715" y="1905"/>
                    </a:cubicBezTo>
                    <a:lnTo>
                      <a:pt x="2489" y="48"/>
                    </a:lnTo>
                    <a:cubicBezTo>
                      <a:pt x="2423" y="15"/>
                      <a:pt x="2353" y="0"/>
                      <a:pt x="22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18"/>
              <p:cNvSpPr/>
              <p:nvPr/>
            </p:nvSpPr>
            <p:spPr>
              <a:xfrm>
                <a:off x="3042338" y="3501700"/>
                <a:ext cx="700400" cy="403300"/>
              </a:xfrm>
              <a:custGeom>
                <a:avLst/>
                <a:gdLst/>
                <a:ahLst/>
                <a:cxnLst/>
                <a:rect l="l" t="t" r="r" b="b"/>
                <a:pathLst>
                  <a:path w="28016" h="16132" extrusionOk="0">
                    <a:moveTo>
                      <a:pt x="2294" y="0"/>
                    </a:moveTo>
                    <a:cubicBezTo>
                      <a:pt x="2206" y="0"/>
                      <a:pt x="2117" y="22"/>
                      <a:pt x="2036" y="62"/>
                    </a:cubicBezTo>
                    <a:lnTo>
                      <a:pt x="155" y="1158"/>
                    </a:lnTo>
                    <a:cubicBezTo>
                      <a:pt x="12" y="1229"/>
                      <a:pt x="0" y="1348"/>
                      <a:pt x="119" y="1419"/>
                    </a:cubicBezTo>
                    <a:lnTo>
                      <a:pt x="25539" y="16088"/>
                    </a:lnTo>
                    <a:cubicBezTo>
                      <a:pt x="25607" y="16116"/>
                      <a:pt x="25678" y="16131"/>
                      <a:pt x="25749" y="16131"/>
                    </a:cubicBezTo>
                    <a:cubicBezTo>
                      <a:pt x="25827" y="16131"/>
                      <a:pt x="25905" y="16113"/>
                      <a:pt x="25980" y="16076"/>
                    </a:cubicBezTo>
                    <a:lnTo>
                      <a:pt x="27873" y="14981"/>
                    </a:lnTo>
                    <a:cubicBezTo>
                      <a:pt x="28004" y="14897"/>
                      <a:pt x="28016" y="14790"/>
                      <a:pt x="27909" y="14719"/>
                    </a:cubicBezTo>
                    <a:lnTo>
                      <a:pt x="2489" y="38"/>
                    </a:lnTo>
                    <a:cubicBezTo>
                      <a:pt x="2427" y="13"/>
                      <a:pt x="2361" y="0"/>
                      <a:pt x="22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65" name="Google Shape;565;p18"/>
            <p:cNvSpPr/>
            <p:nvPr/>
          </p:nvSpPr>
          <p:spPr>
            <a:xfrm>
              <a:off x="3548638" y="2988300"/>
              <a:ext cx="838525" cy="489075"/>
            </a:xfrm>
            <a:custGeom>
              <a:avLst/>
              <a:gdLst/>
              <a:ahLst/>
              <a:cxnLst/>
              <a:rect l="l" t="t" r="r" b="b"/>
              <a:pathLst>
                <a:path w="33541" h="19563" extrusionOk="0">
                  <a:moveTo>
                    <a:pt x="32481" y="13526"/>
                  </a:moveTo>
                  <a:lnTo>
                    <a:pt x="9585" y="298"/>
                  </a:lnTo>
                  <a:cubicBezTo>
                    <a:pt x="9073" y="0"/>
                    <a:pt x="8180" y="48"/>
                    <a:pt x="7585" y="381"/>
                  </a:cubicBezTo>
                  <a:lnTo>
                    <a:pt x="680" y="4370"/>
                  </a:lnTo>
                  <a:lnTo>
                    <a:pt x="1" y="4215"/>
                  </a:lnTo>
                  <a:lnTo>
                    <a:pt x="1" y="5132"/>
                  </a:lnTo>
                  <a:cubicBezTo>
                    <a:pt x="25" y="5346"/>
                    <a:pt x="156" y="5537"/>
                    <a:pt x="346" y="5632"/>
                  </a:cubicBezTo>
                  <a:lnTo>
                    <a:pt x="23968" y="19265"/>
                  </a:lnTo>
                  <a:cubicBezTo>
                    <a:pt x="24480" y="19562"/>
                    <a:pt x="25373" y="19527"/>
                    <a:pt x="25968" y="19181"/>
                  </a:cubicBezTo>
                  <a:lnTo>
                    <a:pt x="33053" y="15098"/>
                  </a:lnTo>
                  <a:cubicBezTo>
                    <a:pt x="33374" y="14907"/>
                    <a:pt x="33541" y="14669"/>
                    <a:pt x="33541" y="14443"/>
                  </a:cubicBezTo>
                  <a:lnTo>
                    <a:pt x="33541" y="13526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8"/>
            <p:cNvSpPr/>
            <p:nvPr/>
          </p:nvSpPr>
          <p:spPr>
            <a:xfrm>
              <a:off x="3548638" y="2968000"/>
              <a:ext cx="838525" cy="484075"/>
            </a:xfrm>
            <a:custGeom>
              <a:avLst/>
              <a:gdLst/>
              <a:ahLst/>
              <a:cxnLst/>
              <a:rect l="l" t="t" r="r" b="b"/>
              <a:pathLst>
                <a:path w="33541" h="19363" extrusionOk="0">
                  <a:moveTo>
                    <a:pt x="8720" y="1"/>
                  </a:moveTo>
                  <a:cubicBezTo>
                    <a:pt x="8327" y="1"/>
                    <a:pt x="7911" y="94"/>
                    <a:pt x="7585" y="277"/>
                  </a:cubicBezTo>
                  <a:lnTo>
                    <a:pt x="489" y="4372"/>
                  </a:lnTo>
                  <a:cubicBezTo>
                    <a:pt x="168" y="4563"/>
                    <a:pt x="1" y="4801"/>
                    <a:pt x="1" y="5027"/>
                  </a:cubicBezTo>
                  <a:cubicBezTo>
                    <a:pt x="25" y="5242"/>
                    <a:pt x="156" y="5432"/>
                    <a:pt x="346" y="5527"/>
                  </a:cubicBezTo>
                  <a:lnTo>
                    <a:pt x="23968" y="19160"/>
                  </a:lnTo>
                  <a:cubicBezTo>
                    <a:pt x="24202" y="19296"/>
                    <a:pt x="24517" y="19363"/>
                    <a:pt x="24845" y="19363"/>
                  </a:cubicBezTo>
                  <a:cubicBezTo>
                    <a:pt x="25235" y="19363"/>
                    <a:pt x="25646" y="19269"/>
                    <a:pt x="25968" y="19088"/>
                  </a:cubicBezTo>
                  <a:lnTo>
                    <a:pt x="33053" y="14993"/>
                  </a:lnTo>
                  <a:cubicBezTo>
                    <a:pt x="33374" y="14802"/>
                    <a:pt x="33541" y="14564"/>
                    <a:pt x="33541" y="14338"/>
                  </a:cubicBezTo>
                  <a:cubicBezTo>
                    <a:pt x="33529" y="14112"/>
                    <a:pt x="33398" y="13921"/>
                    <a:pt x="33195" y="13838"/>
                  </a:cubicBezTo>
                  <a:lnTo>
                    <a:pt x="9585" y="193"/>
                  </a:lnTo>
                  <a:cubicBezTo>
                    <a:pt x="9354" y="64"/>
                    <a:pt x="9045" y="1"/>
                    <a:pt x="872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8"/>
            <p:cNvSpPr/>
            <p:nvPr/>
          </p:nvSpPr>
          <p:spPr>
            <a:xfrm>
              <a:off x="3760888" y="2885900"/>
              <a:ext cx="414350" cy="444425"/>
            </a:xfrm>
            <a:custGeom>
              <a:avLst/>
              <a:gdLst/>
              <a:ahLst/>
              <a:cxnLst/>
              <a:rect l="l" t="t" r="r" b="b"/>
              <a:pathLst>
                <a:path w="16574" h="17777" extrusionOk="0">
                  <a:moveTo>
                    <a:pt x="14323" y="8073"/>
                  </a:moveTo>
                  <a:lnTo>
                    <a:pt x="0" y="1"/>
                  </a:lnTo>
                  <a:lnTo>
                    <a:pt x="0" y="8680"/>
                  </a:lnTo>
                  <a:cubicBezTo>
                    <a:pt x="0" y="8728"/>
                    <a:pt x="24" y="8764"/>
                    <a:pt x="71" y="8787"/>
                  </a:cubicBezTo>
                  <a:lnTo>
                    <a:pt x="15526" y="17705"/>
                  </a:lnTo>
                  <a:cubicBezTo>
                    <a:pt x="15669" y="17777"/>
                    <a:pt x="15835" y="17765"/>
                    <a:pt x="15966" y="17693"/>
                  </a:cubicBezTo>
                  <a:lnTo>
                    <a:pt x="16466" y="17408"/>
                  </a:lnTo>
                  <a:cubicBezTo>
                    <a:pt x="16526" y="17372"/>
                    <a:pt x="16574" y="17324"/>
                    <a:pt x="16574" y="17253"/>
                  </a:cubicBezTo>
                  <a:lnTo>
                    <a:pt x="16574" y="857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8"/>
            <p:cNvSpPr/>
            <p:nvPr/>
          </p:nvSpPr>
          <p:spPr>
            <a:xfrm>
              <a:off x="3759688" y="2873400"/>
              <a:ext cx="415550" cy="239350"/>
            </a:xfrm>
            <a:custGeom>
              <a:avLst/>
              <a:gdLst/>
              <a:ahLst/>
              <a:cxnLst/>
              <a:rect l="l" t="t" r="r" b="b"/>
              <a:pathLst>
                <a:path w="16622" h="9574" extrusionOk="0">
                  <a:moveTo>
                    <a:pt x="878" y="0"/>
                  </a:moveTo>
                  <a:cubicBezTo>
                    <a:pt x="796" y="0"/>
                    <a:pt x="714" y="21"/>
                    <a:pt x="643" y="60"/>
                  </a:cubicBezTo>
                  <a:lnTo>
                    <a:pt x="143" y="346"/>
                  </a:lnTo>
                  <a:cubicBezTo>
                    <a:pt x="12" y="429"/>
                    <a:pt x="0" y="536"/>
                    <a:pt x="119" y="608"/>
                  </a:cubicBezTo>
                  <a:lnTo>
                    <a:pt x="15574" y="9526"/>
                  </a:lnTo>
                  <a:cubicBezTo>
                    <a:pt x="15639" y="9558"/>
                    <a:pt x="15707" y="9574"/>
                    <a:pt x="15776" y="9574"/>
                  </a:cubicBezTo>
                  <a:cubicBezTo>
                    <a:pt x="15856" y="9574"/>
                    <a:pt x="15937" y="9552"/>
                    <a:pt x="16014" y="9514"/>
                  </a:cubicBezTo>
                  <a:lnTo>
                    <a:pt x="16502" y="9228"/>
                  </a:lnTo>
                  <a:cubicBezTo>
                    <a:pt x="16562" y="9204"/>
                    <a:pt x="16610" y="9145"/>
                    <a:pt x="16622" y="9073"/>
                  </a:cubicBezTo>
                  <a:cubicBezTo>
                    <a:pt x="16610" y="9026"/>
                    <a:pt x="16586" y="8990"/>
                    <a:pt x="16538" y="8966"/>
                  </a:cubicBezTo>
                  <a:lnTo>
                    <a:pt x="1084" y="48"/>
                  </a:lnTo>
                  <a:cubicBezTo>
                    <a:pt x="1018" y="15"/>
                    <a:pt x="948" y="0"/>
                    <a:pt x="87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8"/>
            <p:cNvSpPr/>
            <p:nvPr/>
          </p:nvSpPr>
          <p:spPr>
            <a:xfrm>
              <a:off x="3248613" y="1504175"/>
              <a:ext cx="1450200" cy="1892225"/>
            </a:xfrm>
            <a:custGeom>
              <a:avLst/>
              <a:gdLst/>
              <a:ahLst/>
              <a:cxnLst/>
              <a:rect l="l" t="t" r="r" b="b"/>
              <a:pathLst>
                <a:path w="58008" h="75689" extrusionOk="0">
                  <a:moveTo>
                    <a:pt x="56710" y="31219"/>
                  </a:moveTo>
                  <a:lnTo>
                    <a:pt x="2977" y="203"/>
                  </a:lnTo>
                  <a:cubicBezTo>
                    <a:pt x="2655" y="13"/>
                    <a:pt x="2358" y="1"/>
                    <a:pt x="2132" y="132"/>
                  </a:cubicBezTo>
                  <a:lnTo>
                    <a:pt x="0" y="1358"/>
                  </a:lnTo>
                  <a:lnTo>
                    <a:pt x="1679" y="2549"/>
                  </a:lnTo>
                  <a:lnTo>
                    <a:pt x="1679" y="40875"/>
                  </a:lnTo>
                  <a:cubicBezTo>
                    <a:pt x="1679" y="41828"/>
                    <a:pt x="2263" y="42947"/>
                    <a:pt x="2977" y="43363"/>
                  </a:cubicBezTo>
                  <a:lnTo>
                    <a:pt x="55353" y="73605"/>
                  </a:lnTo>
                  <a:lnTo>
                    <a:pt x="55424" y="75689"/>
                  </a:lnTo>
                  <a:lnTo>
                    <a:pt x="57555" y="74451"/>
                  </a:lnTo>
                  <a:cubicBezTo>
                    <a:pt x="57829" y="74296"/>
                    <a:pt x="58008" y="73927"/>
                    <a:pt x="58008" y="73403"/>
                  </a:cubicBezTo>
                  <a:lnTo>
                    <a:pt x="58008" y="33707"/>
                  </a:lnTo>
                  <a:cubicBezTo>
                    <a:pt x="58008" y="32743"/>
                    <a:pt x="57424" y="31636"/>
                    <a:pt x="56710" y="3121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8"/>
            <p:cNvSpPr/>
            <p:nvPr/>
          </p:nvSpPr>
          <p:spPr>
            <a:xfrm>
              <a:off x="3237288" y="1535150"/>
              <a:ext cx="1408250" cy="1864225"/>
            </a:xfrm>
            <a:custGeom>
              <a:avLst/>
              <a:gdLst/>
              <a:ahLst/>
              <a:cxnLst/>
              <a:rect l="l" t="t" r="r" b="b"/>
              <a:pathLst>
                <a:path w="56330" h="74569" extrusionOk="0">
                  <a:moveTo>
                    <a:pt x="55032" y="31206"/>
                  </a:moveTo>
                  <a:lnTo>
                    <a:pt x="1299" y="203"/>
                  </a:lnTo>
                  <a:cubicBezTo>
                    <a:pt x="977" y="12"/>
                    <a:pt x="680" y="0"/>
                    <a:pt x="453" y="131"/>
                  </a:cubicBezTo>
                  <a:cubicBezTo>
                    <a:pt x="180" y="286"/>
                    <a:pt x="1" y="655"/>
                    <a:pt x="1" y="1179"/>
                  </a:cubicBezTo>
                  <a:lnTo>
                    <a:pt x="1" y="40862"/>
                  </a:lnTo>
                  <a:cubicBezTo>
                    <a:pt x="1" y="41827"/>
                    <a:pt x="584" y="42934"/>
                    <a:pt x="1299" y="43351"/>
                  </a:cubicBezTo>
                  <a:lnTo>
                    <a:pt x="55032" y="74367"/>
                  </a:lnTo>
                  <a:cubicBezTo>
                    <a:pt x="55353" y="74557"/>
                    <a:pt x="55651" y="74569"/>
                    <a:pt x="55877" y="74438"/>
                  </a:cubicBezTo>
                  <a:cubicBezTo>
                    <a:pt x="56151" y="74283"/>
                    <a:pt x="56329" y="73914"/>
                    <a:pt x="56329" y="73390"/>
                  </a:cubicBezTo>
                  <a:lnTo>
                    <a:pt x="56329" y="33695"/>
                  </a:lnTo>
                  <a:cubicBezTo>
                    <a:pt x="56329" y="32742"/>
                    <a:pt x="55746" y="31623"/>
                    <a:pt x="55032" y="3120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8"/>
            <p:cNvSpPr/>
            <p:nvPr/>
          </p:nvSpPr>
          <p:spPr>
            <a:xfrm>
              <a:off x="3266763" y="1573550"/>
              <a:ext cx="1349000" cy="1787150"/>
            </a:xfrm>
            <a:custGeom>
              <a:avLst/>
              <a:gdLst/>
              <a:ahLst/>
              <a:cxnLst/>
              <a:rect l="l" t="t" r="r" b="b"/>
              <a:pathLst>
                <a:path w="53960" h="71486" extrusionOk="0">
                  <a:moveTo>
                    <a:pt x="53174" y="30492"/>
                  </a:moveTo>
                  <a:lnTo>
                    <a:pt x="798" y="250"/>
                  </a:lnTo>
                  <a:cubicBezTo>
                    <a:pt x="358" y="0"/>
                    <a:pt x="1" y="274"/>
                    <a:pt x="1" y="845"/>
                  </a:cubicBezTo>
                  <a:lnTo>
                    <a:pt x="1" y="39481"/>
                  </a:lnTo>
                  <a:cubicBezTo>
                    <a:pt x="1" y="40065"/>
                    <a:pt x="358" y="40743"/>
                    <a:pt x="798" y="40993"/>
                  </a:cubicBezTo>
                  <a:lnTo>
                    <a:pt x="53174" y="71235"/>
                  </a:lnTo>
                  <a:cubicBezTo>
                    <a:pt x="53603" y="71485"/>
                    <a:pt x="53960" y="71223"/>
                    <a:pt x="53960" y="70640"/>
                  </a:cubicBezTo>
                  <a:lnTo>
                    <a:pt x="53960" y="32004"/>
                  </a:lnTo>
                  <a:cubicBezTo>
                    <a:pt x="53960" y="31421"/>
                    <a:pt x="53614" y="30742"/>
                    <a:pt x="53174" y="3049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2" name="Google Shape;572;p18"/>
          <p:cNvGrpSpPr/>
          <p:nvPr/>
        </p:nvGrpSpPr>
        <p:grpSpPr>
          <a:xfrm>
            <a:off x="3862636" y="2001759"/>
            <a:ext cx="4328566" cy="675912"/>
            <a:chOff x="4514643" y="2001759"/>
            <a:chExt cx="4328566" cy="675912"/>
          </a:xfrm>
        </p:grpSpPr>
        <p:sp>
          <p:nvSpPr>
            <p:cNvPr id="573" name="Google Shape;573;p18"/>
            <p:cNvSpPr/>
            <p:nvPr/>
          </p:nvSpPr>
          <p:spPr>
            <a:xfrm>
              <a:off x="4514643" y="2096271"/>
              <a:ext cx="581400" cy="581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4" name="Google Shape;574;p18"/>
            <p:cNvGrpSpPr/>
            <p:nvPr/>
          </p:nvGrpSpPr>
          <p:grpSpPr>
            <a:xfrm>
              <a:off x="5277916" y="2001759"/>
              <a:ext cx="3565293" cy="665735"/>
              <a:chOff x="5277916" y="2001759"/>
              <a:chExt cx="3565293" cy="665735"/>
            </a:xfrm>
          </p:grpSpPr>
          <p:sp>
            <p:nvSpPr>
              <p:cNvPr id="575" name="Google Shape;575;p18"/>
              <p:cNvSpPr txBox="1"/>
              <p:nvPr/>
            </p:nvSpPr>
            <p:spPr>
              <a:xfrm flipH="1">
                <a:off x="5277960" y="2001759"/>
                <a:ext cx="29928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 dirty="0">
                    <a:solidFill>
                      <a:schemeClr val="accent1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Data Consolidation</a:t>
                </a:r>
              </a:p>
            </p:txBody>
          </p:sp>
          <p:sp>
            <p:nvSpPr>
              <p:cNvPr id="576" name="Google Shape;576;p18"/>
              <p:cNvSpPr txBox="1"/>
              <p:nvPr/>
            </p:nvSpPr>
            <p:spPr>
              <a:xfrm flipH="1">
                <a:off x="5277916" y="2140394"/>
                <a:ext cx="3565293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dirty="0">
                    <a:latin typeface="Roboto"/>
                    <a:ea typeface="Roboto"/>
                    <a:cs typeface="Roboto"/>
                    <a:sym typeface="Roboto"/>
                  </a:rPr>
                  <a:t>Data warehousing integrates data from different systems, eliminating data silos and providing a single, consistent source of data, reducing inconsistencies and duplication.</a:t>
                </a:r>
              </a:p>
            </p:txBody>
          </p:sp>
        </p:grpSp>
      </p:grpSp>
      <p:grpSp>
        <p:nvGrpSpPr>
          <p:cNvPr id="577" name="Google Shape;577;p18"/>
          <p:cNvGrpSpPr/>
          <p:nvPr/>
        </p:nvGrpSpPr>
        <p:grpSpPr>
          <a:xfrm>
            <a:off x="3868060" y="2939788"/>
            <a:ext cx="4629357" cy="675912"/>
            <a:chOff x="4514643" y="2946517"/>
            <a:chExt cx="4629357" cy="675912"/>
          </a:xfrm>
        </p:grpSpPr>
        <p:sp>
          <p:nvSpPr>
            <p:cNvPr id="578" name="Google Shape;578;p18"/>
            <p:cNvSpPr/>
            <p:nvPr/>
          </p:nvSpPr>
          <p:spPr>
            <a:xfrm>
              <a:off x="4514643" y="3041029"/>
              <a:ext cx="581400" cy="581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9" name="Google Shape;579;p18"/>
            <p:cNvGrpSpPr/>
            <p:nvPr/>
          </p:nvGrpSpPr>
          <p:grpSpPr>
            <a:xfrm>
              <a:off x="5277960" y="2946517"/>
              <a:ext cx="3866040" cy="665736"/>
              <a:chOff x="5277960" y="2946517"/>
              <a:chExt cx="3866040" cy="665736"/>
            </a:xfrm>
          </p:grpSpPr>
          <p:sp>
            <p:nvSpPr>
              <p:cNvPr id="580" name="Google Shape;580;p18"/>
              <p:cNvSpPr txBox="1"/>
              <p:nvPr/>
            </p:nvSpPr>
            <p:spPr>
              <a:xfrm flipH="1">
                <a:off x="5277960" y="2946517"/>
                <a:ext cx="29928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 dirty="0">
                    <a:solidFill>
                      <a:schemeClr val="accent1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Historical Data Analysis</a:t>
                </a:r>
              </a:p>
            </p:txBody>
          </p:sp>
          <p:sp>
            <p:nvSpPr>
              <p:cNvPr id="581" name="Google Shape;581;p18"/>
              <p:cNvSpPr txBox="1"/>
              <p:nvPr/>
            </p:nvSpPr>
            <p:spPr>
              <a:xfrm flipH="1">
                <a:off x="5277960" y="3085153"/>
                <a:ext cx="386604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dirty="0">
                    <a:latin typeface="Roboto"/>
                    <a:ea typeface="Roboto"/>
                    <a:cs typeface="Roboto"/>
                    <a:sym typeface="Roboto"/>
                  </a:rPr>
                  <a:t>Data warehouses store historical data, enabling organizations to analyze trends, identify patterns, and make predictions based on past information, enhancing long-term planning and forecasting.</a:t>
                </a:r>
              </a:p>
            </p:txBody>
          </p:sp>
        </p:grpSp>
      </p:grpSp>
      <p:grpSp>
        <p:nvGrpSpPr>
          <p:cNvPr id="582" name="Google Shape;582;p18"/>
          <p:cNvGrpSpPr/>
          <p:nvPr/>
        </p:nvGrpSpPr>
        <p:grpSpPr>
          <a:xfrm>
            <a:off x="3862634" y="3854519"/>
            <a:ext cx="4690826" cy="1927705"/>
            <a:chOff x="4514643" y="3854519"/>
            <a:chExt cx="4690826" cy="1927705"/>
          </a:xfrm>
        </p:grpSpPr>
        <p:sp>
          <p:nvSpPr>
            <p:cNvPr id="583" name="Google Shape;583;p18"/>
            <p:cNvSpPr/>
            <p:nvPr/>
          </p:nvSpPr>
          <p:spPr>
            <a:xfrm>
              <a:off x="4514643" y="3985788"/>
              <a:ext cx="581400" cy="581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4" name="Google Shape;584;p18"/>
            <p:cNvGrpSpPr/>
            <p:nvPr/>
          </p:nvGrpSpPr>
          <p:grpSpPr>
            <a:xfrm>
              <a:off x="5264197" y="3854519"/>
              <a:ext cx="3941272" cy="1927705"/>
              <a:chOff x="5264197" y="3854519"/>
              <a:chExt cx="3941272" cy="1927705"/>
            </a:xfrm>
          </p:grpSpPr>
          <p:sp>
            <p:nvSpPr>
              <p:cNvPr id="585" name="Google Shape;585;p18"/>
              <p:cNvSpPr txBox="1"/>
              <p:nvPr/>
            </p:nvSpPr>
            <p:spPr>
              <a:xfrm>
                <a:off x="5277917" y="3854519"/>
                <a:ext cx="3565293" cy="2902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 dirty="0">
                    <a:solidFill>
                      <a:schemeClr val="accent1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Efficient Reporting and Analytics</a:t>
                </a:r>
              </a:p>
            </p:txBody>
          </p:sp>
          <p:sp>
            <p:nvSpPr>
              <p:cNvPr id="586" name="Google Shape;586;p18"/>
              <p:cNvSpPr txBox="1"/>
              <p:nvPr/>
            </p:nvSpPr>
            <p:spPr>
              <a:xfrm>
                <a:off x="5264197" y="4009319"/>
                <a:ext cx="3941272" cy="17729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dirty="0">
                    <a:latin typeface="Roboto"/>
                    <a:ea typeface="Roboto"/>
                    <a:cs typeface="Roboto"/>
                    <a:sym typeface="Roboto"/>
                  </a:rPr>
                  <a:t>Data warehousing streamlines data retrieval, making it faster and more efficient. Users can run complex queries and generate reports without slowing down operational systems, supporting agile decision-making.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200" dirty="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200" dirty="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200" dirty="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200" dirty="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587" name="Google Shape;587;p18"/>
          <p:cNvGrpSpPr/>
          <p:nvPr/>
        </p:nvGrpSpPr>
        <p:grpSpPr>
          <a:xfrm>
            <a:off x="3862634" y="1057000"/>
            <a:ext cx="4494185" cy="675912"/>
            <a:chOff x="4514643" y="1057000"/>
            <a:chExt cx="4494185" cy="675912"/>
          </a:xfrm>
        </p:grpSpPr>
        <p:sp>
          <p:nvSpPr>
            <p:cNvPr id="588" name="Google Shape;588;p18"/>
            <p:cNvSpPr/>
            <p:nvPr/>
          </p:nvSpPr>
          <p:spPr>
            <a:xfrm>
              <a:off x="4514643" y="1151512"/>
              <a:ext cx="581400" cy="581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9" name="Google Shape;589;p18"/>
            <p:cNvGrpSpPr/>
            <p:nvPr/>
          </p:nvGrpSpPr>
          <p:grpSpPr>
            <a:xfrm>
              <a:off x="5277960" y="1057000"/>
              <a:ext cx="3730868" cy="675912"/>
              <a:chOff x="5277960" y="1057000"/>
              <a:chExt cx="3730868" cy="675912"/>
            </a:xfrm>
          </p:grpSpPr>
          <p:sp>
            <p:nvSpPr>
              <p:cNvPr id="590" name="Google Shape;590;p18"/>
              <p:cNvSpPr txBox="1"/>
              <p:nvPr/>
            </p:nvSpPr>
            <p:spPr>
              <a:xfrm flipH="1">
                <a:off x="5277960" y="1057000"/>
                <a:ext cx="29928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 dirty="0">
                    <a:solidFill>
                      <a:schemeClr val="accent1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Improved Decision-Making</a:t>
                </a:r>
              </a:p>
            </p:txBody>
          </p:sp>
          <p:sp>
            <p:nvSpPr>
              <p:cNvPr id="591" name="Google Shape;591;p18"/>
              <p:cNvSpPr txBox="1"/>
              <p:nvPr/>
            </p:nvSpPr>
            <p:spPr>
              <a:xfrm flipH="1">
                <a:off x="5277960" y="1205812"/>
                <a:ext cx="3730868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dirty="0">
                    <a:latin typeface="Roboto"/>
                    <a:ea typeface="Roboto"/>
                    <a:cs typeface="Roboto"/>
                    <a:sym typeface="Roboto"/>
                  </a:rPr>
                  <a:t>Data warehousing provides a centralized database that integrates data from various sources, allowing organizations to make data-driven decisions, improving business outcomes.</a:t>
                </a:r>
              </a:p>
            </p:txBody>
          </p:sp>
        </p:grpSp>
      </p:grpSp>
      <p:grpSp>
        <p:nvGrpSpPr>
          <p:cNvPr id="592" name="Google Shape;592;p18"/>
          <p:cNvGrpSpPr/>
          <p:nvPr/>
        </p:nvGrpSpPr>
        <p:grpSpPr>
          <a:xfrm>
            <a:off x="3976788" y="2217670"/>
            <a:ext cx="305386" cy="338602"/>
            <a:chOff x="5096732" y="2187564"/>
            <a:chExt cx="305386" cy="338602"/>
          </a:xfrm>
        </p:grpSpPr>
        <p:sp>
          <p:nvSpPr>
            <p:cNvPr id="593" name="Google Shape;593;p18"/>
            <p:cNvSpPr/>
            <p:nvPr/>
          </p:nvSpPr>
          <p:spPr>
            <a:xfrm>
              <a:off x="5315391" y="2247184"/>
              <a:ext cx="39764" cy="19891"/>
            </a:xfrm>
            <a:custGeom>
              <a:avLst/>
              <a:gdLst/>
              <a:ahLst/>
              <a:cxnLst/>
              <a:rect l="l" t="t" r="r" b="b"/>
              <a:pathLst>
                <a:path w="2259" h="1130" extrusionOk="0">
                  <a:moveTo>
                    <a:pt x="566" y="0"/>
                  </a:moveTo>
                  <a:cubicBezTo>
                    <a:pt x="253" y="0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94" name="Google Shape;594;p18"/>
            <p:cNvSpPr/>
            <p:nvPr/>
          </p:nvSpPr>
          <p:spPr>
            <a:xfrm>
              <a:off x="5214564" y="2187564"/>
              <a:ext cx="32670" cy="39764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647" y="1"/>
                  </a:moveTo>
                  <a:cubicBezTo>
                    <a:pt x="562" y="1"/>
                    <a:pt x="476" y="20"/>
                    <a:pt x="395" y="60"/>
                  </a:cubicBezTo>
                  <a:cubicBezTo>
                    <a:pt x="115" y="198"/>
                    <a:pt x="1" y="539"/>
                    <a:pt x="142" y="819"/>
                  </a:cubicBezTo>
                  <a:lnTo>
                    <a:pt x="705" y="1948"/>
                  </a:lnTo>
                  <a:cubicBezTo>
                    <a:pt x="806" y="2144"/>
                    <a:pt x="1004" y="2259"/>
                    <a:pt x="1211" y="2259"/>
                  </a:cubicBezTo>
                  <a:cubicBezTo>
                    <a:pt x="1296" y="2259"/>
                    <a:pt x="1383" y="2239"/>
                    <a:pt x="1464" y="2198"/>
                  </a:cubicBezTo>
                  <a:cubicBezTo>
                    <a:pt x="1744" y="2059"/>
                    <a:pt x="1856" y="1722"/>
                    <a:pt x="1717" y="1442"/>
                  </a:cubicBezTo>
                  <a:lnTo>
                    <a:pt x="1151" y="313"/>
                  </a:lnTo>
                  <a:cubicBezTo>
                    <a:pt x="1053" y="114"/>
                    <a:pt x="853" y="1"/>
                    <a:pt x="6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95" name="Google Shape;595;p18"/>
            <p:cNvSpPr/>
            <p:nvPr/>
          </p:nvSpPr>
          <p:spPr>
            <a:xfrm>
              <a:off x="5284164" y="2187564"/>
              <a:ext cx="32670" cy="39764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1210" y="1"/>
                  </a:moveTo>
                  <a:cubicBezTo>
                    <a:pt x="1003" y="1"/>
                    <a:pt x="803" y="114"/>
                    <a:pt x="705" y="313"/>
                  </a:cubicBezTo>
                  <a:lnTo>
                    <a:pt x="139" y="1442"/>
                  </a:lnTo>
                  <a:cubicBezTo>
                    <a:pt x="1" y="1719"/>
                    <a:pt x="115" y="2059"/>
                    <a:pt x="392" y="2198"/>
                  </a:cubicBezTo>
                  <a:cubicBezTo>
                    <a:pt x="474" y="2239"/>
                    <a:pt x="561" y="2259"/>
                    <a:pt x="646" y="2259"/>
                  </a:cubicBezTo>
                  <a:cubicBezTo>
                    <a:pt x="852" y="2259"/>
                    <a:pt x="1051" y="2144"/>
                    <a:pt x="1151" y="1948"/>
                  </a:cubicBezTo>
                  <a:lnTo>
                    <a:pt x="1714" y="819"/>
                  </a:lnTo>
                  <a:cubicBezTo>
                    <a:pt x="1856" y="539"/>
                    <a:pt x="1741" y="198"/>
                    <a:pt x="1461" y="60"/>
                  </a:cubicBezTo>
                  <a:cubicBezTo>
                    <a:pt x="1381" y="20"/>
                    <a:pt x="1295" y="1"/>
                    <a:pt x="12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96" name="Google Shape;596;p18"/>
            <p:cNvSpPr/>
            <p:nvPr/>
          </p:nvSpPr>
          <p:spPr>
            <a:xfrm>
              <a:off x="5176243" y="2247184"/>
              <a:ext cx="39782" cy="19891"/>
            </a:xfrm>
            <a:custGeom>
              <a:avLst/>
              <a:gdLst/>
              <a:ahLst/>
              <a:cxnLst/>
              <a:rect l="l" t="t" r="r" b="b"/>
              <a:pathLst>
                <a:path w="2260" h="1130" extrusionOk="0"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97" name="Google Shape;597;p18"/>
            <p:cNvSpPr/>
            <p:nvPr/>
          </p:nvSpPr>
          <p:spPr>
            <a:xfrm>
              <a:off x="5096732" y="2347254"/>
              <a:ext cx="59655" cy="178912"/>
            </a:xfrm>
            <a:custGeom>
              <a:avLst/>
              <a:gdLst/>
              <a:ahLst/>
              <a:cxnLst/>
              <a:rect l="l" t="t" r="r" b="b"/>
              <a:pathLst>
                <a:path w="3389" h="10164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lnTo>
                    <a:pt x="1" y="9598"/>
                  </a:lnTo>
                  <a:cubicBezTo>
                    <a:pt x="1" y="9911"/>
                    <a:pt x="254" y="10164"/>
                    <a:pt x="567" y="10164"/>
                  </a:cubicBezTo>
                  <a:lnTo>
                    <a:pt x="2825" y="10164"/>
                  </a:lnTo>
                  <a:cubicBezTo>
                    <a:pt x="3136" y="10164"/>
                    <a:pt x="3389" y="9911"/>
                    <a:pt x="3389" y="9598"/>
                  </a:cubicBezTo>
                  <a:lnTo>
                    <a:pt x="3389" y="564"/>
                  </a:lnTo>
                  <a:cubicBezTo>
                    <a:pt x="3389" y="251"/>
                    <a:pt x="3136" y="1"/>
                    <a:pt x="28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98" name="Google Shape;598;p18"/>
            <p:cNvSpPr/>
            <p:nvPr/>
          </p:nvSpPr>
          <p:spPr>
            <a:xfrm>
              <a:off x="5176243" y="2247870"/>
              <a:ext cx="225875" cy="278296"/>
            </a:xfrm>
            <a:custGeom>
              <a:avLst/>
              <a:gdLst/>
              <a:ahLst/>
              <a:cxnLst/>
              <a:rect l="l" t="t" r="r" b="b"/>
              <a:pathLst>
                <a:path w="12832" h="15810" extrusionOk="0">
                  <a:moveTo>
                    <a:pt x="3954" y="1"/>
                  </a:moveTo>
                  <a:cubicBezTo>
                    <a:pt x="3641" y="1"/>
                    <a:pt x="3388" y="254"/>
                    <a:pt x="3388" y="564"/>
                  </a:cubicBezTo>
                  <a:cubicBezTo>
                    <a:pt x="3388" y="1871"/>
                    <a:pt x="2879" y="4225"/>
                    <a:pt x="1922" y="5186"/>
                  </a:cubicBezTo>
                  <a:cubicBezTo>
                    <a:pt x="1274" y="5830"/>
                    <a:pt x="723" y="6065"/>
                    <a:pt x="1" y="6427"/>
                  </a:cubicBezTo>
                  <a:lnTo>
                    <a:pt x="1" y="14897"/>
                  </a:lnTo>
                  <a:cubicBezTo>
                    <a:pt x="1109" y="15268"/>
                    <a:pt x="2515" y="15810"/>
                    <a:pt x="4659" y="15810"/>
                  </a:cubicBezTo>
                  <a:lnTo>
                    <a:pt x="8351" y="15810"/>
                  </a:lnTo>
                  <a:cubicBezTo>
                    <a:pt x="9567" y="15810"/>
                    <a:pt x="10516" y="14680"/>
                    <a:pt x="10046" y="13491"/>
                  </a:cubicBezTo>
                  <a:cubicBezTo>
                    <a:pt x="11019" y="13226"/>
                    <a:pt x="11546" y="12172"/>
                    <a:pt x="11175" y="11233"/>
                  </a:cubicBezTo>
                  <a:cubicBezTo>
                    <a:pt x="12386" y="10901"/>
                    <a:pt x="12832" y="9408"/>
                    <a:pt x="11992" y="8468"/>
                  </a:cubicBezTo>
                  <a:cubicBezTo>
                    <a:pt x="12314" y="8107"/>
                    <a:pt x="12467" y="7625"/>
                    <a:pt x="12410" y="7143"/>
                  </a:cubicBezTo>
                  <a:cubicBezTo>
                    <a:pt x="12311" y="6267"/>
                    <a:pt x="11495" y="5647"/>
                    <a:pt x="10612" y="5647"/>
                  </a:cubicBezTo>
                  <a:lnTo>
                    <a:pt x="6213" y="5647"/>
                  </a:lnTo>
                  <a:cubicBezTo>
                    <a:pt x="6586" y="4975"/>
                    <a:pt x="6785" y="3081"/>
                    <a:pt x="6776" y="2307"/>
                  </a:cubicBezTo>
                  <a:cubicBezTo>
                    <a:pt x="6761" y="1027"/>
                    <a:pt x="5701" y="1"/>
                    <a:pt x="44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99" name="Google Shape;599;p18"/>
          <p:cNvGrpSpPr/>
          <p:nvPr/>
        </p:nvGrpSpPr>
        <p:grpSpPr>
          <a:xfrm>
            <a:off x="3959194" y="3162094"/>
            <a:ext cx="340573" cy="339271"/>
            <a:chOff x="5073109" y="3150705"/>
            <a:chExt cx="340573" cy="339271"/>
          </a:xfrm>
        </p:grpSpPr>
        <p:sp>
          <p:nvSpPr>
            <p:cNvPr id="600" name="Google Shape;600;p18"/>
            <p:cNvSpPr/>
            <p:nvPr/>
          </p:nvSpPr>
          <p:spPr>
            <a:xfrm>
              <a:off x="5073161" y="3210325"/>
              <a:ext cx="340520" cy="279651"/>
            </a:xfrm>
            <a:custGeom>
              <a:avLst/>
              <a:gdLst/>
              <a:ahLst/>
              <a:cxnLst/>
              <a:rect l="l" t="t" r="r" b="b"/>
              <a:pathLst>
                <a:path w="19345" h="15887" extrusionOk="0">
                  <a:moveTo>
                    <a:pt x="1693" y="1"/>
                  </a:moveTo>
                  <a:cubicBezTo>
                    <a:pt x="756" y="1"/>
                    <a:pt x="0" y="760"/>
                    <a:pt x="0" y="1696"/>
                  </a:cubicBezTo>
                  <a:cubicBezTo>
                    <a:pt x="0" y="2630"/>
                    <a:pt x="756" y="3389"/>
                    <a:pt x="1693" y="3389"/>
                  </a:cubicBezTo>
                  <a:lnTo>
                    <a:pt x="3990" y="3389"/>
                  </a:lnTo>
                  <a:cubicBezTo>
                    <a:pt x="4924" y="3389"/>
                    <a:pt x="5683" y="4147"/>
                    <a:pt x="5683" y="5084"/>
                  </a:cubicBezTo>
                  <a:lnTo>
                    <a:pt x="5683" y="8547"/>
                  </a:lnTo>
                  <a:cubicBezTo>
                    <a:pt x="5683" y="11347"/>
                    <a:pt x="7962" y="13627"/>
                    <a:pt x="10766" y="13627"/>
                  </a:cubicBezTo>
                  <a:lnTo>
                    <a:pt x="13626" y="13627"/>
                  </a:lnTo>
                  <a:lnTo>
                    <a:pt x="13626" y="15322"/>
                  </a:lnTo>
                  <a:cubicBezTo>
                    <a:pt x="13626" y="15656"/>
                    <a:pt x="13901" y="15887"/>
                    <a:pt x="14194" y="15887"/>
                  </a:cubicBezTo>
                  <a:cubicBezTo>
                    <a:pt x="14308" y="15887"/>
                    <a:pt x="14425" y="15852"/>
                    <a:pt x="14530" y="15774"/>
                  </a:cubicBezTo>
                  <a:lnTo>
                    <a:pt x="19046" y="12386"/>
                  </a:lnTo>
                  <a:cubicBezTo>
                    <a:pt x="19345" y="12160"/>
                    <a:pt x="19345" y="11706"/>
                    <a:pt x="19046" y="11483"/>
                  </a:cubicBezTo>
                  <a:lnTo>
                    <a:pt x="14530" y="8095"/>
                  </a:lnTo>
                  <a:cubicBezTo>
                    <a:pt x="14424" y="8016"/>
                    <a:pt x="14307" y="7981"/>
                    <a:pt x="14192" y="7981"/>
                  </a:cubicBezTo>
                  <a:cubicBezTo>
                    <a:pt x="13899" y="7981"/>
                    <a:pt x="13626" y="8212"/>
                    <a:pt x="13626" y="8547"/>
                  </a:cubicBezTo>
                  <a:lnTo>
                    <a:pt x="13626" y="10239"/>
                  </a:lnTo>
                  <a:lnTo>
                    <a:pt x="10766" y="10239"/>
                  </a:lnTo>
                  <a:cubicBezTo>
                    <a:pt x="9829" y="10239"/>
                    <a:pt x="9070" y="9480"/>
                    <a:pt x="9070" y="8547"/>
                  </a:cubicBezTo>
                  <a:lnTo>
                    <a:pt x="9070" y="5084"/>
                  </a:lnTo>
                  <a:cubicBezTo>
                    <a:pt x="9070" y="2280"/>
                    <a:pt x="6791" y="1"/>
                    <a:pt x="39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01" name="Google Shape;601;p18"/>
            <p:cNvSpPr/>
            <p:nvPr/>
          </p:nvSpPr>
          <p:spPr>
            <a:xfrm>
              <a:off x="5073109" y="3368712"/>
              <a:ext cx="101144" cy="61662"/>
            </a:xfrm>
            <a:custGeom>
              <a:avLst/>
              <a:gdLst/>
              <a:ahLst/>
              <a:cxnLst/>
              <a:rect l="l" t="t" r="r" b="b"/>
              <a:pathLst>
                <a:path w="5746" h="3503" extrusionOk="0">
                  <a:moveTo>
                    <a:pt x="4577" y="1"/>
                  </a:moveTo>
                  <a:cubicBezTo>
                    <a:pt x="4391" y="73"/>
                    <a:pt x="4192" y="112"/>
                    <a:pt x="3990" y="115"/>
                  </a:cubicBezTo>
                  <a:lnTo>
                    <a:pt x="1693" y="115"/>
                  </a:lnTo>
                  <a:cubicBezTo>
                    <a:pt x="759" y="115"/>
                    <a:pt x="0" y="871"/>
                    <a:pt x="0" y="1807"/>
                  </a:cubicBezTo>
                  <a:cubicBezTo>
                    <a:pt x="0" y="2744"/>
                    <a:pt x="759" y="3503"/>
                    <a:pt x="1693" y="3503"/>
                  </a:cubicBezTo>
                  <a:lnTo>
                    <a:pt x="1696" y="3500"/>
                  </a:lnTo>
                  <a:lnTo>
                    <a:pt x="3993" y="3500"/>
                  </a:lnTo>
                  <a:cubicBezTo>
                    <a:pt x="4589" y="3500"/>
                    <a:pt x="5183" y="3391"/>
                    <a:pt x="5746" y="3186"/>
                  </a:cubicBezTo>
                  <a:cubicBezTo>
                    <a:pt x="5065" y="2253"/>
                    <a:pt x="4662" y="1151"/>
                    <a:pt x="45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02" name="Google Shape;602;p18"/>
            <p:cNvSpPr/>
            <p:nvPr/>
          </p:nvSpPr>
          <p:spPr>
            <a:xfrm>
              <a:off x="5206412" y="3150705"/>
              <a:ext cx="207269" cy="139165"/>
            </a:xfrm>
            <a:custGeom>
              <a:avLst/>
              <a:gdLst/>
              <a:ahLst/>
              <a:cxnLst/>
              <a:rect l="l" t="t" r="r" b="b"/>
              <a:pathLst>
                <a:path w="11775" h="7906" extrusionOk="0">
                  <a:moveTo>
                    <a:pt x="6622" y="0"/>
                  </a:moveTo>
                  <a:cubicBezTo>
                    <a:pt x="6329" y="0"/>
                    <a:pt x="6056" y="231"/>
                    <a:pt x="6056" y="566"/>
                  </a:cubicBezTo>
                  <a:lnTo>
                    <a:pt x="6056" y="2259"/>
                  </a:lnTo>
                  <a:lnTo>
                    <a:pt x="3196" y="2259"/>
                  </a:lnTo>
                  <a:cubicBezTo>
                    <a:pt x="2030" y="2265"/>
                    <a:pt x="904" y="2668"/>
                    <a:pt x="1" y="3406"/>
                  </a:cubicBezTo>
                  <a:cubicBezTo>
                    <a:pt x="940" y="4068"/>
                    <a:pt x="1675" y="4978"/>
                    <a:pt x="2130" y="6032"/>
                  </a:cubicBezTo>
                  <a:cubicBezTo>
                    <a:pt x="2431" y="5785"/>
                    <a:pt x="2804" y="5649"/>
                    <a:pt x="3196" y="5646"/>
                  </a:cubicBezTo>
                  <a:lnTo>
                    <a:pt x="6056" y="5646"/>
                  </a:lnTo>
                  <a:lnTo>
                    <a:pt x="6056" y="7342"/>
                  </a:lnTo>
                  <a:cubicBezTo>
                    <a:pt x="6056" y="7679"/>
                    <a:pt x="6334" y="7906"/>
                    <a:pt x="6625" y="7906"/>
                  </a:cubicBezTo>
                  <a:cubicBezTo>
                    <a:pt x="6740" y="7906"/>
                    <a:pt x="6857" y="7871"/>
                    <a:pt x="6960" y="7793"/>
                  </a:cubicBezTo>
                  <a:lnTo>
                    <a:pt x="11476" y="4406"/>
                  </a:lnTo>
                  <a:cubicBezTo>
                    <a:pt x="11775" y="4180"/>
                    <a:pt x="11775" y="3725"/>
                    <a:pt x="11476" y="3502"/>
                  </a:cubicBezTo>
                  <a:lnTo>
                    <a:pt x="6960" y="115"/>
                  </a:lnTo>
                  <a:cubicBezTo>
                    <a:pt x="6854" y="36"/>
                    <a:pt x="6737" y="0"/>
                    <a:pt x="66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603" name="Google Shape;603;p18"/>
          <p:cNvGrpSpPr/>
          <p:nvPr/>
        </p:nvGrpSpPr>
        <p:grpSpPr>
          <a:xfrm>
            <a:off x="3959854" y="4106861"/>
            <a:ext cx="339253" cy="339253"/>
            <a:chOff x="5061713" y="4084392"/>
            <a:chExt cx="339253" cy="339253"/>
          </a:xfrm>
        </p:grpSpPr>
        <p:sp>
          <p:nvSpPr>
            <p:cNvPr id="604" name="Google Shape;604;p18"/>
            <p:cNvSpPr/>
            <p:nvPr/>
          </p:nvSpPr>
          <p:spPr>
            <a:xfrm>
              <a:off x="5061713" y="4219175"/>
              <a:ext cx="339253" cy="204471"/>
            </a:xfrm>
            <a:custGeom>
              <a:avLst/>
              <a:gdLst/>
              <a:ahLst/>
              <a:cxnLst/>
              <a:rect l="l" t="t" r="r" b="b"/>
              <a:pathLst>
                <a:path w="19273" h="11616" extrusionOk="0">
                  <a:moveTo>
                    <a:pt x="0" y="1"/>
                  </a:moveTo>
                  <a:lnTo>
                    <a:pt x="0" y="9920"/>
                  </a:lnTo>
                  <a:cubicBezTo>
                    <a:pt x="0" y="10856"/>
                    <a:pt x="759" y="11612"/>
                    <a:pt x="1696" y="11615"/>
                  </a:cubicBezTo>
                  <a:lnTo>
                    <a:pt x="17580" y="11615"/>
                  </a:lnTo>
                  <a:cubicBezTo>
                    <a:pt x="18513" y="11612"/>
                    <a:pt x="19272" y="10856"/>
                    <a:pt x="19272" y="9920"/>
                  </a:cubicBezTo>
                  <a:lnTo>
                    <a:pt x="19272" y="1"/>
                  </a:lnTo>
                  <a:lnTo>
                    <a:pt x="9977" y="6948"/>
                  </a:lnTo>
                  <a:cubicBezTo>
                    <a:pt x="9877" y="7020"/>
                    <a:pt x="9760" y="7059"/>
                    <a:pt x="9636" y="7059"/>
                  </a:cubicBezTo>
                  <a:cubicBezTo>
                    <a:pt x="9513" y="7059"/>
                    <a:pt x="9395" y="7020"/>
                    <a:pt x="9299" y="694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05" name="Google Shape;605;p18"/>
            <p:cNvSpPr/>
            <p:nvPr/>
          </p:nvSpPr>
          <p:spPr>
            <a:xfrm>
              <a:off x="5340678" y="4164537"/>
              <a:ext cx="50378" cy="74529"/>
            </a:xfrm>
            <a:custGeom>
              <a:avLst/>
              <a:gdLst/>
              <a:ahLst/>
              <a:cxnLst/>
              <a:rect l="l" t="t" r="r" b="b"/>
              <a:pathLst>
                <a:path w="2862" h="4234" extrusionOk="0">
                  <a:moveTo>
                    <a:pt x="0" y="0"/>
                  </a:moveTo>
                  <a:lnTo>
                    <a:pt x="0" y="4234"/>
                  </a:lnTo>
                  <a:lnTo>
                    <a:pt x="2861" y="21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06" name="Google Shape;606;p18"/>
            <p:cNvSpPr/>
            <p:nvPr/>
          </p:nvSpPr>
          <p:spPr>
            <a:xfrm>
              <a:off x="5071676" y="4164537"/>
              <a:ext cx="50378" cy="74529"/>
            </a:xfrm>
            <a:custGeom>
              <a:avLst/>
              <a:gdLst/>
              <a:ahLst/>
              <a:cxnLst/>
              <a:rect l="l" t="t" r="r" b="b"/>
              <a:pathLst>
                <a:path w="2862" h="4234" extrusionOk="0">
                  <a:moveTo>
                    <a:pt x="2861" y="0"/>
                  </a:moveTo>
                  <a:lnTo>
                    <a:pt x="0" y="2117"/>
                  </a:lnTo>
                  <a:lnTo>
                    <a:pt x="2861" y="4234"/>
                  </a:lnTo>
                  <a:lnTo>
                    <a:pt x="28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07" name="Google Shape;607;p18"/>
            <p:cNvSpPr/>
            <p:nvPr/>
          </p:nvSpPr>
          <p:spPr>
            <a:xfrm>
              <a:off x="5141910" y="4084392"/>
              <a:ext cx="178912" cy="236683"/>
            </a:xfrm>
            <a:custGeom>
              <a:avLst/>
              <a:gdLst/>
              <a:ahLst/>
              <a:cxnLst/>
              <a:rect l="l" t="t" r="r" b="b"/>
              <a:pathLst>
                <a:path w="10164" h="13446" extrusionOk="0">
                  <a:moveTo>
                    <a:pt x="8468" y="3424"/>
                  </a:moveTo>
                  <a:cubicBezTo>
                    <a:pt x="8781" y="3424"/>
                    <a:pt x="9031" y="3677"/>
                    <a:pt x="9031" y="3990"/>
                  </a:cubicBezTo>
                  <a:cubicBezTo>
                    <a:pt x="9031" y="4300"/>
                    <a:pt x="8781" y="4553"/>
                    <a:pt x="8468" y="4553"/>
                  </a:cubicBezTo>
                  <a:lnTo>
                    <a:pt x="1693" y="4553"/>
                  </a:lnTo>
                  <a:cubicBezTo>
                    <a:pt x="1379" y="4553"/>
                    <a:pt x="1130" y="4300"/>
                    <a:pt x="1130" y="3990"/>
                  </a:cubicBezTo>
                  <a:cubicBezTo>
                    <a:pt x="1130" y="3677"/>
                    <a:pt x="1379" y="3424"/>
                    <a:pt x="1693" y="3424"/>
                  </a:cubicBezTo>
                  <a:close/>
                  <a:moveTo>
                    <a:pt x="8468" y="5682"/>
                  </a:moveTo>
                  <a:cubicBezTo>
                    <a:pt x="8781" y="5682"/>
                    <a:pt x="9031" y="5935"/>
                    <a:pt x="9031" y="6248"/>
                  </a:cubicBezTo>
                  <a:cubicBezTo>
                    <a:pt x="9031" y="6559"/>
                    <a:pt x="8781" y="6812"/>
                    <a:pt x="8468" y="6812"/>
                  </a:cubicBezTo>
                  <a:lnTo>
                    <a:pt x="1693" y="6812"/>
                  </a:lnTo>
                  <a:cubicBezTo>
                    <a:pt x="1379" y="6812"/>
                    <a:pt x="1130" y="6559"/>
                    <a:pt x="1130" y="6248"/>
                  </a:cubicBezTo>
                  <a:cubicBezTo>
                    <a:pt x="1130" y="5935"/>
                    <a:pt x="1379" y="5682"/>
                    <a:pt x="1693" y="5682"/>
                  </a:cubicBezTo>
                  <a:close/>
                  <a:moveTo>
                    <a:pt x="5080" y="7941"/>
                  </a:moveTo>
                  <a:cubicBezTo>
                    <a:pt x="5393" y="7941"/>
                    <a:pt x="5643" y="8194"/>
                    <a:pt x="5643" y="8507"/>
                  </a:cubicBezTo>
                  <a:cubicBezTo>
                    <a:pt x="5643" y="8817"/>
                    <a:pt x="5393" y="9070"/>
                    <a:pt x="5080" y="9070"/>
                  </a:cubicBezTo>
                  <a:lnTo>
                    <a:pt x="1693" y="9070"/>
                  </a:lnTo>
                  <a:cubicBezTo>
                    <a:pt x="1379" y="9070"/>
                    <a:pt x="1130" y="8817"/>
                    <a:pt x="1130" y="8507"/>
                  </a:cubicBezTo>
                  <a:cubicBezTo>
                    <a:pt x="1130" y="8194"/>
                    <a:pt x="1379" y="7941"/>
                    <a:pt x="1693" y="7941"/>
                  </a:cubicBezTo>
                  <a:close/>
                  <a:moveTo>
                    <a:pt x="563" y="0"/>
                  </a:moveTo>
                  <a:cubicBezTo>
                    <a:pt x="250" y="0"/>
                    <a:pt x="0" y="250"/>
                    <a:pt x="0" y="563"/>
                  </a:cubicBezTo>
                  <a:lnTo>
                    <a:pt x="0" y="9636"/>
                  </a:lnTo>
                  <a:lnTo>
                    <a:pt x="5080" y="13445"/>
                  </a:lnTo>
                  <a:lnTo>
                    <a:pt x="10163" y="9636"/>
                  </a:lnTo>
                  <a:lnTo>
                    <a:pt x="10163" y="563"/>
                  </a:lnTo>
                  <a:cubicBezTo>
                    <a:pt x="10163" y="250"/>
                    <a:pt x="9910" y="0"/>
                    <a:pt x="95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608" name="Google Shape;608;p18"/>
          <p:cNvGrpSpPr/>
          <p:nvPr/>
        </p:nvGrpSpPr>
        <p:grpSpPr>
          <a:xfrm>
            <a:off x="3990333" y="1272586"/>
            <a:ext cx="278296" cy="339253"/>
            <a:chOff x="5110273" y="1253332"/>
            <a:chExt cx="278296" cy="339253"/>
          </a:xfrm>
        </p:grpSpPr>
        <p:sp>
          <p:nvSpPr>
            <p:cNvPr id="609" name="Google Shape;609;p18"/>
            <p:cNvSpPr/>
            <p:nvPr/>
          </p:nvSpPr>
          <p:spPr>
            <a:xfrm>
              <a:off x="5110273" y="1532297"/>
              <a:ext cx="52491" cy="39764"/>
            </a:xfrm>
            <a:custGeom>
              <a:avLst/>
              <a:gdLst/>
              <a:ahLst/>
              <a:cxnLst/>
              <a:rect l="l" t="t" r="r" b="b"/>
              <a:pathLst>
                <a:path w="2982" h="2259" extrusionOk="0">
                  <a:moveTo>
                    <a:pt x="1" y="0"/>
                  </a:moveTo>
                  <a:lnTo>
                    <a:pt x="1" y="563"/>
                  </a:lnTo>
                  <a:cubicBezTo>
                    <a:pt x="1" y="1500"/>
                    <a:pt x="756" y="2256"/>
                    <a:pt x="1693" y="2259"/>
                  </a:cubicBezTo>
                  <a:lnTo>
                    <a:pt x="2982" y="2259"/>
                  </a:lnTo>
                  <a:cubicBezTo>
                    <a:pt x="2711" y="1527"/>
                    <a:pt x="2515" y="768"/>
                    <a:pt x="24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10" name="Google Shape;610;p18"/>
            <p:cNvSpPr/>
            <p:nvPr/>
          </p:nvSpPr>
          <p:spPr>
            <a:xfrm>
              <a:off x="5110273" y="1312952"/>
              <a:ext cx="198785" cy="199489"/>
            </a:xfrm>
            <a:custGeom>
              <a:avLst/>
              <a:gdLst/>
              <a:ahLst/>
              <a:cxnLst/>
              <a:rect l="l" t="t" r="r" b="b"/>
              <a:pathLst>
                <a:path w="11293" h="11333" extrusionOk="0">
                  <a:moveTo>
                    <a:pt x="1" y="1"/>
                  </a:moveTo>
                  <a:lnTo>
                    <a:pt x="1" y="11332"/>
                  </a:lnTo>
                  <a:lnTo>
                    <a:pt x="2283" y="11332"/>
                  </a:lnTo>
                  <a:cubicBezTo>
                    <a:pt x="2274" y="11142"/>
                    <a:pt x="2259" y="10956"/>
                    <a:pt x="2259" y="10766"/>
                  </a:cubicBezTo>
                  <a:lnTo>
                    <a:pt x="2259" y="9637"/>
                  </a:lnTo>
                  <a:cubicBezTo>
                    <a:pt x="2259" y="8396"/>
                    <a:pt x="2834" y="7249"/>
                    <a:pt x="3834" y="6490"/>
                  </a:cubicBezTo>
                  <a:lnTo>
                    <a:pt x="4517" y="5975"/>
                  </a:lnTo>
                  <a:lnTo>
                    <a:pt x="4517" y="3145"/>
                  </a:lnTo>
                  <a:cubicBezTo>
                    <a:pt x="4517" y="2051"/>
                    <a:pt x="5400" y="1169"/>
                    <a:pt x="6493" y="1169"/>
                  </a:cubicBezTo>
                  <a:cubicBezTo>
                    <a:pt x="7583" y="1169"/>
                    <a:pt x="8468" y="2051"/>
                    <a:pt x="8468" y="3145"/>
                  </a:cubicBezTo>
                  <a:lnTo>
                    <a:pt x="8468" y="3617"/>
                  </a:lnTo>
                  <a:cubicBezTo>
                    <a:pt x="8743" y="3487"/>
                    <a:pt x="9031" y="3426"/>
                    <a:pt x="9314" y="3426"/>
                  </a:cubicBezTo>
                  <a:cubicBezTo>
                    <a:pt x="10141" y="3426"/>
                    <a:pt x="10923" y="3949"/>
                    <a:pt x="11196" y="4795"/>
                  </a:cubicBezTo>
                  <a:cubicBezTo>
                    <a:pt x="11226" y="4780"/>
                    <a:pt x="11260" y="4771"/>
                    <a:pt x="11293" y="4759"/>
                  </a:cubicBezTo>
                  <a:lnTo>
                    <a:pt x="112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11" name="Google Shape;611;p18"/>
            <p:cNvSpPr/>
            <p:nvPr/>
          </p:nvSpPr>
          <p:spPr>
            <a:xfrm>
              <a:off x="5110273" y="1253332"/>
              <a:ext cx="198785" cy="39764"/>
            </a:xfrm>
            <a:custGeom>
              <a:avLst/>
              <a:gdLst/>
              <a:ahLst/>
              <a:cxnLst/>
              <a:rect l="l" t="t" r="r" b="b"/>
              <a:pathLst>
                <a:path w="11293" h="2259" extrusionOk="0">
                  <a:moveTo>
                    <a:pt x="1693" y="0"/>
                  </a:moveTo>
                  <a:cubicBezTo>
                    <a:pt x="756" y="0"/>
                    <a:pt x="1" y="759"/>
                    <a:pt x="1" y="1695"/>
                  </a:cubicBezTo>
                  <a:lnTo>
                    <a:pt x="1" y="2259"/>
                  </a:lnTo>
                  <a:lnTo>
                    <a:pt x="11293" y="2259"/>
                  </a:lnTo>
                  <a:lnTo>
                    <a:pt x="11293" y="1695"/>
                  </a:lnTo>
                  <a:cubicBezTo>
                    <a:pt x="11290" y="759"/>
                    <a:pt x="10534" y="0"/>
                    <a:pt x="95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12" name="Google Shape;612;p18"/>
            <p:cNvSpPr/>
            <p:nvPr/>
          </p:nvSpPr>
          <p:spPr>
            <a:xfrm>
              <a:off x="5169910" y="1353402"/>
              <a:ext cx="218658" cy="239183"/>
            </a:xfrm>
            <a:custGeom>
              <a:avLst/>
              <a:gdLst/>
              <a:ahLst/>
              <a:cxnLst/>
              <a:rect l="l" t="t" r="r" b="b"/>
              <a:pathLst>
                <a:path w="12422" h="13588" extrusionOk="0">
                  <a:moveTo>
                    <a:pt x="3105" y="0"/>
                  </a:moveTo>
                  <a:cubicBezTo>
                    <a:pt x="2635" y="0"/>
                    <a:pt x="2259" y="377"/>
                    <a:pt x="2259" y="847"/>
                  </a:cubicBezTo>
                  <a:lnTo>
                    <a:pt x="2259" y="8468"/>
                  </a:lnTo>
                  <a:cubicBezTo>
                    <a:pt x="2259" y="8781"/>
                    <a:pt x="2006" y="9031"/>
                    <a:pt x="1693" y="9031"/>
                  </a:cubicBezTo>
                  <a:cubicBezTo>
                    <a:pt x="1379" y="9031"/>
                    <a:pt x="1129" y="8781"/>
                    <a:pt x="1129" y="8468"/>
                  </a:cubicBezTo>
                  <a:lnTo>
                    <a:pt x="1129" y="5095"/>
                  </a:lnTo>
                  <a:cubicBezTo>
                    <a:pt x="419" y="5622"/>
                    <a:pt x="0" y="6453"/>
                    <a:pt x="0" y="7339"/>
                  </a:cubicBezTo>
                  <a:lnTo>
                    <a:pt x="0" y="8468"/>
                  </a:lnTo>
                  <a:cubicBezTo>
                    <a:pt x="0" y="10052"/>
                    <a:pt x="368" y="11615"/>
                    <a:pt x="1069" y="13036"/>
                  </a:cubicBezTo>
                  <a:cubicBezTo>
                    <a:pt x="1223" y="13346"/>
                    <a:pt x="1322" y="13587"/>
                    <a:pt x="1693" y="13587"/>
                  </a:cubicBezTo>
                  <a:lnTo>
                    <a:pt x="10726" y="13587"/>
                  </a:lnTo>
                  <a:cubicBezTo>
                    <a:pt x="11097" y="13587"/>
                    <a:pt x="11196" y="13346"/>
                    <a:pt x="11350" y="13036"/>
                  </a:cubicBezTo>
                  <a:cubicBezTo>
                    <a:pt x="12051" y="11615"/>
                    <a:pt x="12419" y="10052"/>
                    <a:pt x="12422" y="8468"/>
                  </a:cubicBezTo>
                  <a:lnTo>
                    <a:pt x="12422" y="5363"/>
                  </a:lnTo>
                  <a:cubicBezTo>
                    <a:pt x="12422" y="4894"/>
                    <a:pt x="12042" y="4517"/>
                    <a:pt x="11572" y="4517"/>
                  </a:cubicBezTo>
                  <a:cubicBezTo>
                    <a:pt x="11106" y="4517"/>
                    <a:pt x="10726" y="4894"/>
                    <a:pt x="10726" y="5363"/>
                  </a:cubicBezTo>
                  <a:lnTo>
                    <a:pt x="10726" y="7339"/>
                  </a:lnTo>
                  <a:cubicBezTo>
                    <a:pt x="10726" y="7652"/>
                    <a:pt x="10473" y="7902"/>
                    <a:pt x="10163" y="7902"/>
                  </a:cubicBezTo>
                  <a:cubicBezTo>
                    <a:pt x="9850" y="7902"/>
                    <a:pt x="9597" y="7652"/>
                    <a:pt x="9597" y="7339"/>
                  </a:cubicBezTo>
                  <a:lnTo>
                    <a:pt x="9597" y="6297"/>
                  </a:lnTo>
                  <a:lnTo>
                    <a:pt x="9597" y="4234"/>
                  </a:lnTo>
                  <a:cubicBezTo>
                    <a:pt x="9597" y="3764"/>
                    <a:pt x="9218" y="3388"/>
                    <a:pt x="8751" y="3388"/>
                  </a:cubicBezTo>
                  <a:cubicBezTo>
                    <a:pt x="8281" y="3388"/>
                    <a:pt x="7905" y="3764"/>
                    <a:pt x="7905" y="4234"/>
                  </a:cubicBezTo>
                  <a:lnTo>
                    <a:pt x="7905" y="6210"/>
                  </a:lnTo>
                  <a:cubicBezTo>
                    <a:pt x="7905" y="6523"/>
                    <a:pt x="7652" y="6773"/>
                    <a:pt x="7339" y="6773"/>
                  </a:cubicBezTo>
                  <a:cubicBezTo>
                    <a:pt x="7025" y="6773"/>
                    <a:pt x="6776" y="6523"/>
                    <a:pt x="6776" y="6210"/>
                  </a:cubicBezTo>
                  <a:lnTo>
                    <a:pt x="6776" y="3105"/>
                  </a:lnTo>
                  <a:cubicBezTo>
                    <a:pt x="6776" y="2635"/>
                    <a:pt x="6396" y="2259"/>
                    <a:pt x="5926" y="2259"/>
                  </a:cubicBezTo>
                  <a:cubicBezTo>
                    <a:pt x="5460" y="2259"/>
                    <a:pt x="5080" y="2635"/>
                    <a:pt x="5080" y="3105"/>
                  </a:cubicBezTo>
                  <a:lnTo>
                    <a:pt x="5080" y="6210"/>
                  </a:lnTo>
                  <a:cubicBezTo>
                    <a:pt x="5080" y="6523"/>
                    <a:pt x="4827" y="6773"/>
                    <a:pt x="4517" y="6773"/>
                  </a:cubicBezTo>
                  <a:cubicBezTo>
                    <a:pt x="4204" y="6773"/>
                    <a:pt x="3951" y="6523"/>
                    <a:pt x="3951" y="6210"/>
                  </a:cubicBezTo>
                  <a:lnTo>
                    <a:pt x="3951" y="847"/>
                  </a:lnTo>
                  <a:cubicBezTo>
                    <a:pt x="3951" y="377"/>
                    <a:pt x="3572" y="0"/>
                    <a:pt x="31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7" name="Google Shape;617;p19"/>
          <p:cNvGrpSpPr/>
          <p:nvPr/>
        </p:nvGrpSpPr>
        <p:grpSpPr>
          <a:xfrm flipH="1">
            <a:off x="6004425" y="1283325"/>
            <a:ext cx="672700" cy="2635025"/>
            <a:chOff x="2440250" y="1283325"/>
            <a:chExt cx="672700" cy="2635025"/>
          </a:xfrm>
        </p:grpSpPr>
        <p:grpSp>
          <p:nvGrpSpPr>
            <p:cNvPr id="618" name="Google Shape;618;p19"/>
            <p:cNvGrpSpPr/>
            <p:nvPr/>
          </p:nvGrpSpPr>
          <p:grpSpPr>
            <a:xfrm>
              <a:off x="2440325" y="1283325"/>
              <a:ext cx="672625" cy="2635017"/>
              <a:chOff x="2440325" y="1283325"/>
              <a:chExt cx="672625" cy="2635017"/>
            </a:xfrm>
          </p:grpSpPr>
          <p:cxnSp>
            <p:nvCxnSpPr>
              <p:cNvPr id="619" name="Google Shape;619;p19"/>
              <p:cNvCxnSpPr/>
              <p:nvPr/>
            </p:nvCxnSpPr>
            <p:spPr>
              <a:xfrm rot="10800000">
                <a:off x="2706150" y="2984984"/>
                <a:ext cx="406800" cy="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0" name="Google Shape;620;p19"/>
              <p:cNvCxnSpPr/>
              <p:nvPr/>
            </p:nvCxnSpPr>
            <p:spPr>
              <a:xfrm rot="10800000">
                <a:off x="2683250" y="1283325"/>
                <a:ext cx="0" cy="262980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19"/>
              <p:cNvCxnSpPr/>
              <p:nvPr/>
            </p:nvCxnSpPr>
            <p:spPr>
              <a:xfrm rot="10800000">
                <a:off x="2440325" y="1296075"/>
                <a:ext cx="281100" cy="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19"/>
              <p:cNvCxnSpPr/>
              <p:nvPr/>
            </p:nvCxnSpPr>
            <p:spPr>
              <a:xfrm rot="10800000">
                <a:off x="2440325" y="3918342"/>
                <a:ext cx="281100" cy="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19"/>
              <p:cNvCxnSpPr/>
              <p:nvPr/>
            </p:nvCxnSpPr>
            <p:spPr>
              <a:xfrm rot="10800000">
                <a:off x="2440325" y="2607209"/>
                <a:ext cx="281100" cy="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24" name="Google Shape;624;p19"/>
            <p:cNvGrpSpPr/>
            <p:nvPr/>
          </p:nvGrpSpPr>
          <p:grpSpPr>
            <a:xfrm>
              <a:off x="2440250" y="1283325"/>
              <a:ext cx="672688" cy="2635025"/>
              <a:chOff x="2440263" y="1283325"/>
              <a:chExt cx="672688" cy="2635025"/>
            </a:xfrm>
          </p:grpSpPr>
          <p:cxnSp>
            <p:nvCxnSpPr>
              <p:cNvPr id="625" name="Google Shape;625;p19"/>
              <p:cNvCxnSpPr/>
              <p:nvPr/>
            </p:nvCxnSpPr>
            <p:spPr>
              <a:xfrm rot="10800000">
                <a:off x="2686050" y="2984984"/>
                <a:ext cx="4269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6" name="Google Shape;626;p19"/>
              <p:cNvCxnSpPr/>
              <p:nvPr/>
            </p:nvCxnSpPr>
            <p:spPr>
              <a:xfrm rot="10800000">
                <a:off x="2683250" y="1283325"/>
                <a:ext cx="0" cy="2629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7" name="Google Shape;627;p19"/>
              <p:cNvCxnSpPr/>
              <p:nvPr/>
            </p:nvCxnSpPr>
            <p:spPr>
              <a:xfrm rot="10800000">
                <a:off x="2440263" y="1296075"/>
                <a:ext cx="257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8" name="Google Shape;628;p19"/>
              <p:cNvCxnSpPr/>
              <p:nvPr/>
            </p:nvCxnSpPr>
            <p:spPr>
              <a:xfrm rot="10800000">
                <a:off x="2440263" y="3918350"/>
                <a:ext cx="257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9" name="Google Shape;629;p19"/>
              <p:cNvCxnSpPr/>
              <p:nvPr/>
            </p:nvCxnSpPr>
            <p:spPr>
              <a:xfrm rot="10800000">
                <a:off x="2440288" y="2607200"/>
                <a:ext cx="256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30" name="Google Shape;630;p19"/>
          <p:cNvGrpSpPr/>
          <p:nvPr/>
        </p:nvGrpSpPr>
        <p:grpSpPr>
          <a:xfrm>
            <a:off x="2440250" y="1283325"/>
            <a:ext cx="672700" cy="2635025"/>
            <a:chOff x="2440250" y="1283325"/>
            <a:chExt cx="672700" cy="2635025"/>
          </a:xfrm>
        </p:grpSpPr>
        <p:grpSp>
          <p:nvGrpSpPr>
            <p:cNvPr id="631" name="Google Shape;631;p19"/>
            <p:cNvGrpSpPr/>
            <p:nvPr/>
          </p:nvGrpSpPr>
          <p:grpSpPr>
            <a:xfrm>
              <a:off x="2440325" y="1283325"/>
              <a:ext cx="672625" cy="2635017"/>
              <a:chOff x="2440325" y="1283325"/>
              <a:chExt cx="672625" cy="2635017"/>
            </a:xfrm>
          </p:grpSpPr>
          <p:cxnSp>
            <p:nvCxnSpPr>
              <p:cNvPr id="632" name="Google Shape;632;p19"/>
              <p:cNvCxnSpPr/>
              <p:nvPr/>
            </p:nvCxnSpPr>
            <p:spPr>
              <a:xfrm rot="10800000">
                <a:off x="2706150" y="2984984"/>
                <a:ext cx="406800" cy="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3" name="Google Shape;633;p19"/>
              <p:cNvCxnSpPr/>
              <p:nvPr/>
            </p:nvCxnSpPr>
            <p:spPr>
              <a:xfrm rot="10800000">
                <a:off x="2683250" y="1283325"/>
                <a:ext cx="0" cy="262980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4" name="Google Shape;634;p19"/>
              <p:cNvCxnSpPr/>
              <p:nvPr/>
            </p:nvCxnSpPr>
            <p:spPr>
              <a:xfrm rot="10800000">
                <a:off x="2440325" y="1296075"/>
                <a:ext cx="281100" cy="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5" name="Google Shape;635;p19"/>
              <p:cNvCxnSpPr/>
              <p:nvPr/>
            </p:nvCxnSpPr>
            <p:spPr>
              <a:xfrm rot="10800000">
                <a:off x="2440325" y="3918342"/>
                <a:ext cx="281100" cy="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6" name="Google Shape;636;p19"/>
              <p:cNvCxnSpPr/>
              <p:nvPr/>
            </p:nvCxnSpPr>
            <p:spPr>
              <a:xfrm rot="10800000">
                <a:off x="2440325" y="2607209"/>
                <a:ext cx="281100" cy="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37" name="Google Shape;637;p19"/>
            <p:cNvGrpSpPr/>
            <p:nvPr/>
          </p:nvGrpSpPr>
          <p:grpSpPr>
            <a:xfrm>
              <a:off x="2440250" y="1283325"/>
              <a:ext cx="672688" cy="2635025"/>
              <a:chOff x="2440263" y="1283325"/>
              <a:chExt cx="672688" cy="2635025"/>
            </a:xfrm>
          </p:grpSpPr>
          <p:cxnSp>
            <p:nvCxnSpPr>
              <p:cNvPr id="638" name="Google Shape;638;p19"/>
              <p:cNvCxnSpPr/>
              <p:nvPr/>
            </p:nvCxnSpPr>
            <p:spPr>
              <a:xfrm rot="10800000">
                <a:off x="2686050" y="2984984"/>
                <a:ext cx="4269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9" name="Google Shape;639;p19"/>
              <p:cNvCxnSpPr/>
              <p:nvPr/>
            </p:nvCxnSpPr>
            <p:spPr>
              <a:xfrm rot="10800000">
                <a:off x="2683250" y="1283325"/>
                <a:ext cx="0" cy="2629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0" name="Google Shape;640;p19"/>
              <p:cNvCxnSpPr/>
              <p:nvPr/>
            </p:nvCxnSpPr>
            <p:spPr>
              <a:xfrm rot="10800000">
                <a:off x="2440263" y="1296075"/>
                <a:ext cx="257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1" name="Google Shape;641;p19"/>
              <p:cNvCxnSpPr/>
              <p:nvPr/>
            </p:nvCxnSpPr>
            <p:spPr>
              <a:xfrm rot="10800000">
                <a:off x="2440263" y="3918350"/>
                <a:ext cx="257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2" name="Google Shape;642;p19"/>
              <p:cNvCxnSpPr/>
              <p:nvPr/>
            </p:nvCxnSpPr>
            <p:spPr>
              <a:xfrm rot="10800000">
                <a:off x="2440288" y="2607200"/>
                <a:ext cx="256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643" name="Google Shape;643;p19"/>
          <p:cNvSpPr txBox="1">
            <a:spLocks noGrp="1"/>
          </p:cNvSpPr>
          <p:nvPr>
            <p:ph type="title"/>
          </p:nvPr>
        </p:nvSpPr>
        <p:spPr>
          <a:xfrm>
            <a:off x="512846" y="300757"/>
            <a:ext cx="8114400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600" b="1" dirty="0">
                <a:solidFill>
                  <a:schemeClr val="accent1"/>
                </a:solidFill>
                <a:latin typeface="Eras Demi ITC" panose="020B0805030504020804" pitchFamily="34" charset="0"/>
              </a:rPr>
              <a:t>Data migration process infographics</a:t>
            </a:r>
            <a:endParaRPr sz="3600" b="1" dirty="0">
              <a:solidFill>
                <a:schemeClr val="accent1"/>
              </a:solidFill>
              <a:latin typeface="Eras Demi ITC" panose="020B0805030504020804" pitchFamily="34" charset="0"/>
            </a:endParaRPr>
          </a:p>
        </p:txBody>
      </p:sp>
      <p:grpSp>
        <p:nvGrpSpPr>
          <p:cNvPr id="644" name="Google Shape;644;p19"/>
          <p:cNvGrpSpPr/>
          <p:nvPr/>
        </p:nvGrpSpPr>
        <p:grpSpPr>
          <a:xfrm>
            <a:off x="3018283" y="1634595"/>
            <a:ext cx="3050210" cy="2381866"/>
            <a:chOff x="3018283" y="1634595"/>
            <a:chExt cx="3050210" cy="2381866"/>
          </a:xfrm>
        </p:grpSpPr>
        <p:grpSp>
          <p:nvGrpSpPr>
            <p:cNvPr id="645" name="Google Shape;645;p19"/>
            <p:cNvGrpSpPr/>
            <p:nvPr/>
          </p:nvGrpSpPr>
          <p:grpSpPr>
            <a:xfrm rot="3697694">
              <a:off x="4488459" y="2222237"/>
              <a:ext cx="1157423" cy="699014"/>
              <a:chOff x="3441057" y="2206786"/>
              <a:chExt cx="1157400" cy="699000"/>
            </a:xfrm>
          </p:grpSpPr>
          <p:cxnSp>
            <p:nvCxnSpPr>
              <p:cNvPr id="646" name="Google Shape;646;p19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19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48" name="Google Shape;648;p19"/>
            <p:cNvGrpSpPr/>
            <p:nvPr/>
          </p:nvGrpSpPr>
          <p:grpSpPr>
            <a:xfrm rot="3697694">
              <a:off x="3953917" y="2602087"/>
              <a:ext cx="1157423" cy="699014"/>
              <a:chOff x="3441057" y="2206786"/>
              <a:chExt cx="1157400" cy="699000"/>
            </a:xfrm>
          </p:grpSpPr>
          <p:cxnSp>
            <p:nvCxnSpPr>
              <p:cNvPr id="649" name="Google Shape;649;p19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0" name="Google Shape;650;p19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51" name="Google Shape;651;p19"/>
            <p:cNvGrpSpPr/>
            <p:nvPr/>
          </p:nvGrpSpPr>
          <p:grpSpPr>
            <a:xfrm rot="3697694">
              <a:off x="3337463" y="2991674"/>
              <a:ext cx="1157423" cy="699014"/>
              <a:chOff x="3441057" y="2206786"/>
              <a:chExt cx="1157400" cy="699000"/>
            </a:xfrm>
          </p:grpSpPr>
          <p:cxnSp>
            <p:nvCxnSpPr>
              <p:cNvPr id="652" name="Google Shape;652;p19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3" name="Google Shape;653;p19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54" name="Google Shape;654;p19"/>
            <p:cNvGrpSpPr/>
            <p:nvPr/>
          </p:nvGrpSpPr>
          <p:grpSpPr>
            <a:xfrm>
              <a:off x="4028030" y="2544811"/>
              <a:ext cx="1157400" cy="699000"/>
              <a:chOff x="3441057" y="2206786"/>
              <a:chExt cx="1157400" cy="699000"/>
            </a:xfrm>
          </p:grpSpPr>
          <p:cxnSp>
            <p:nvCxnSpPr>
              <p:cNvPr id="655" name="Google Shape;655;p19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6" name="Google Shape;656;p19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57" name="Google Shape;657;p19"/>
            <p:cNvGrpSpPr/>
            <p:nvPr/>
          </p:nvGrpSpPr>
          <p:grpSpPr>
            <a:xfrm>
              <a:off x="4615002" y="2980236"/>
              <a:ext cx="1157400" cy="699000"/>
              <a:chOff x="3441057" y="2206786"/>
              <a:chExt cx="1157400" cy="699000"/>
            </a:xfrm>
          </p:grpSpPr>
          <p:cxnSp>
            <p:nvCxnSpPr>
              <p:cNvPr id="658" name="Google Shape;658;p19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9" name="Google Shape;659;p19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60" name="Google Shape;660;p19"/>
            <p:cNvGrpSpPr/>
            <p:nvPr/>
          </p:nvGrpSpPr>
          <p:grpSpPr>
            <a:xfrm>
              <a:off x="3441057" y="2206786"/>
              <a:ext cx="1157400" cy="699000"/>
              <a:chOff x="3441057" y="2206786"/>
              <a:chExt cx="1157400" cy="699000"/>
            </a:xfrm>
          </p:grpSpPr>
          <p:cxnSp>
            <p:nvCxnSpPr>
              <p:cNvPr id="661" name="Google Shape;661;p19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2" name="Google Shape;662;p19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63" name="Google Shape;663;p19"/>
            <p:cNvGrpSpPr/>
            <p:nvPr/>
          </p:nvGrpSpPr>
          <p:grpSpPr>
            <a:xfrm>
              <a:off x="4226889" y="1634595"/>
              <a:ext cx="598632" cy="805372"/>
              <a:chOff x="3478424" y="1308364"/>
              <a:chExt cx="2187185" cy="2942536"/>
            </a:xfrm>
          </p:grpSpPr>
          <p:sp>
            <p:nvSpPr>
              <p:cNvPr id="664" name="Google Shape;664;p19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19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19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19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19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19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19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19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19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19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19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19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19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19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19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19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19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19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19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19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19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19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19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19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19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19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19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19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19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19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19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19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19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19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19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19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19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19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19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19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19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19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19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07" name="Google Shape;707;p19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708" name="Google Shape;708;p19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9" name="Google Shape;709;p19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10" name="Google Shape;710;p19"/>
            <p:cNvGrpSpPr/>
            <p:nvPr/>
          </p:nvGrpSpPr>
          <p:grpSpPr>
            <a:xfrm>
              <a:off x="4819732" y="1979138"/>
              <a:ext cx="598632" cy="805372"/>
              <a:chOff x="3478424" y="1308364"/>
              <a:chExt cx="2187185" cy="2942536"/>
            </a:xfrm>
          </p:grpSpPr>
          <p:sp>
            <p:nvSpPr>
              <p:cNvPr id="711" name="Google Shape;711;p19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19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19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19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19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19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19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19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19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19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19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19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19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19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19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19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19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19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19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19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19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19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19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19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19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19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19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19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19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19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19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19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19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19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19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19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19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19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19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19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19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19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19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54" name="Google Shape;754;p19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755" name="Google Shape;755;p19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6" name="Google Shape;756;p19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57" name="Google Shape;757;p19"/>
            <p:cNvGrpSpPr/>
            <p:nvPr/>
          </p:nvGrpSpPr>
          <p:grpSpPr>
            <a:xfrm>
              <a:off x="5469860" y="2359776"/>
              <a:ext cx="598632" cy="805372"/>
              <a:chOff x="3478424" y="1308364"/>
              <a:chExt cx="2187185" cy="2942536"/>
            </a:xfrm>
          </p:grpSpPr>
          <p:sp>
            <p:nvSpPr>
              <p:cNvPr id="758" name="Google Shape;758;p19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19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19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19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19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19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19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19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19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19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19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19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19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19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19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19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19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19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19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19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19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19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19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19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19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19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19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9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19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19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9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19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790;p19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19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19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19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19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9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19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19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19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19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19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01" name="Google Shape;801;p19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802" name="Google Shape;802;p19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3" name="Google Shape;803;p19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804" name="Google Shape;804;p19"/>
            <p:cNvGrpSpPr/>
            <p:nvPr/>
          </p:nvGrpSpPr>
          <p:grpSpPr>
            <a:xfrm>
              <a:off x="3635042" y="1987866"/>
              <a:ext cx="598632" cy="805372"/>
              <a:chOff x="3478424" y="1308364"/>
              <a:chExt cx="2187185" cy="2942536"/>
            </a:xfrm>
          </p:grpSpPr>
          <p:sp>
            <p:nvSpPr>
              <p:cNvPr id="805" name="Google Shape;805;p19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19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19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19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19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19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19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19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19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19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19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19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19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19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19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19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19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19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19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19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19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19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19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19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19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19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19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19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19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19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19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19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19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19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19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19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19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19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19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19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19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19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19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48" name="Google Shape;848;p19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849" name="Google Shape;849;p19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0" name="Google Shape;850;p19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851" name="Google Shape;851;p19"/>
            <p:cNvGrpSpPr/>
            <p:nvPr/>
          </p:nvGrpSpPr>
          <p:grpSpPr>
            <a:xfrm>
              <a:off x="4227884" y="2332409"/>
              <a:ext cx="598632" cy="805372"/>
              <a:chOff x="3478424" y="1308364"/>
              <a:chExt cx="2187185" cy="2942536"/>
            </a:xfrm>
          </p:grpSpPr>
          <p:sp>
            <p:nvSpPr>
              <p:cNvPr id="852" name="Google Shape;852;p19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19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19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19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19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19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19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19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19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19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19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19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19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19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19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19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19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19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19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19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19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19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19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19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19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19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19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19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19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19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19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19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19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19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19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19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19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19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19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19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19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19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19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95" name="Google Shape;895;p19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896" name="Google Shape;896;p19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7" name="Google Shape;897;p19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898" name="Google Shape;898;p19"/>
            <p:cNvGrpSpPr/>
            <p:nvPr/>
          </p:nvGrpSpPr>
          <p:grpSpPr>
            <a:xfrm>
              <a:off x="4878013" y="2713047"/>
              <a:ext cx="598632" cy="805372"/>
              <a:chOff x="3478424" y="1308364"/>
              <a:chExt cx="2187185" cy="2942536"/>
            </a:xfrm>
          </p:grpSpPr>
          <p:sp>
            <p:nvSpPr>
              <p:cNvPr id="899" name="Google Shape;899;p19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19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19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19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19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19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19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19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19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19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19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19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19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19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19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19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19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19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19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19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19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19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19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19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19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19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19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19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19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19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19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19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19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19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19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19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19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19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19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19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19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19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19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42" name="Google Shape;942;p19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943" name="Google Shape;943;p19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4" name="Google Shape;944;p19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945" name="Google Shape;945;p19"/>
            <p:cNvGrpSpPr/>
            <p:nvPr/>
          </p:nvGrpSpPr>
          <p:grpSpPr>
            <a:xfrm>
              <a:off x="3018283" y="2357045"/>
              <a:ext cx="598632" cy="805372"/>
              <a:chOff x="3478424" y="1308364"/>
              <a:chExt cx="2187185" cy="2942536"/>
            </a:xfrm>
          </p:grpSpPr>
          <p:sp>
            <p:nvSpPr>
              <p:cNvPr id="946" name="Google Shape;946;p19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19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19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19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19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19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19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19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19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19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19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19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19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19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19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19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19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19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19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19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19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19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19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19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19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19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19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19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19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19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19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19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19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19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19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19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19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19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19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19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19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19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19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89" name="Google Shape;989;p19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990" name="Google Shape;990;p19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1" name="Google Shape;991;p19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992" name="Google Shape;992;p19"/>
            <p:cNvGrpSpPr/>
            <p:nvPr/>
          </p:nvGrpSpPr>
          <p:grpSpPr>
            <a:xfrm>
              <a:off x="3611125" y="2701588"/>
              <a:ext cx="598632" cy="805372"/>
              <a:chOff x="3478424" y="1308364"/>
              <a:chExt cx="2187185" cy="2942536"/>
            </a:xfrm>
          </p:grpSpPr>
          <p:sp>
            <p:nvSpPr>
              <p:cNvPr id="993" name="Google Shape;993;p19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19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19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19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19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19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19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19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19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19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19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19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19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19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19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19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19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19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19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19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19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19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19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19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19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19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19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19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19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19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19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19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19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19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19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19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19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19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19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19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19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19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19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36" name="Google Shape;1036;p19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1037" name="Google Shape;1037;p19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8" name="Google Shape;1038;p19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39" name="Google Shape;1039;p19"/>
            <p:cNvGrpSpPr/>
            <p:nvPr/>
          </p:nvGrpSpPr>
          <p:grpSpPr>
            <a:xfrm>
              <a:off x="4261254" y="3082226"/>
              <a:ext cx="598632" cy="805372"/>
              <a:chOff x="3478424" y="1308364"/>
              <a:chExt cx="2187185" cy="2942536"/>
            </a:xfrm>
          </p:grpSpPr>
          <p:sp>
            <p:nvSpPr>
              <p:cNvPr id="1040" name="Google Shape;1040;p19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19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19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19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19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19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19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19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19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19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19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19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19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19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19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19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19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19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19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19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19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19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19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19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19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19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19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19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19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19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19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19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19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19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19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19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19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19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19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19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19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19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19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83" name="Google Shape;1083;p19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1084" name="Google Shape;1084;p19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5" name="Google Shape;1085;p19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086" name="Google Shape;1086;p19"/>
          <p:cNvGrpSpPr/>
          <p:nvPr/>
        </p:nvGrpSpPr>
        <p:grpSpPr>
          <a:xfrm>
            <a:off x="6703688" y="1162324"/>
            <a:ext cx="1890900" cy="986587"/>
            <a:chOff x="6703688" y="1169337"/>
            <a:chExt cx="1890900" cy="986587"/>
          </a:xfrm>
        </p:grpSpPr>
        <p:sp>
          <p:nvSpPr>
            <p:cNvPr id="1087" name="Google Shape;1087;p19"/>
            <p:cNvSpPr txBox="1"/>
            <p:nvPr/>
          </p:nvSpPr>
          <p:spPr>
            <a:xfrm>
              <a:off x="6703688" y="1169337"/>
              <a:ext cx="1890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dirty="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Walmart</a:t>
              </a:r>
              <a:endParaRPr sz="1800" dirty="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088" name="Google Shape;1088;p19"/>
            <p:cNvSpPr txBox="1"/>
            <p:nvPr/>
          </p:nvSpPr>
          <p:spPr>
            <a:xfrm>
              <a:off x="6703688" y="1697224"/>
              <a:ext cx="1890900" cy="45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latin typeface="Roboto"/>
                  <a:ea typeface="Roboto"/>
                  <a:cs typeface="Roboto"/>
                  <a:sym typeface="Roboto"/>
                </a:rPr>
                <a:t>Walmart uses data warehousing to optimize inventory management and supply chain efficiency through sales analysis.</a:t>
              </a:r>
            </a:p>
          </p:txBody>
        </p:sp>
      </p:grpSp>
      <p:grpSp>
        <p:nvGrpSpPr>
          <p:cNvPr id="1089" name="Google Shape;1089;p19"/>
          <p:cNvGrpSpPr/>
          <p:nvPr/>
        </p:nvGrpSpPr>
        <p:grpSpPr>
          <a:xfrm>
            <a:off x="258449" y="2485637"/>
            <a:ext cx="2208389" cy="746923"/>
            <a:chOff x="231811" y="2469057"/>
            <a:chExt cx="2208389" cy="746923"/>
          </a:xfrm>
        </p:grpSpPr>
        <p:sp>
          <p:nvSpPr>
            <p:cNvPr id="1090" name="Google Shape;1090;p19"/>
            <p:cNvSpPr txBox="1"/>
            <p:nvPr/>
          </p:nvSpPr>
          <p:spPr>
            <a:xfrm>
              <a:off x="549300" y="2469057"/>
              <a:ext cx="1890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dirty="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Netflix</a:t>
              </a:r>
              <a:endParaRPr sz="1800" dirty="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091" name="Google Shape;1091;p19"/>
            <p:cNvSpPr txBox="1"/>
            <p:nvPr/>
          </p:nvSpPr>
          <p:spPr>
            <a:xfrm>
              <a:off x="231811" y="2760880"/>
              <a:ext cx="2204988" cy="45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latin typeface="Roboto"/>
                  <a:ea typeface="Roboto"/>
                  <a:cs typeface="Roboto"/>
                  <a:sym typeface="Roboto"/>
                </a:rPr>
                <a:t>"Netflix uses data warehousing for personalized content recommendations</a:t>
              </a:r>
            </a:p>
          </p:txBody>
        </p:sp>
      </p:grpSp>
      <p:grpSp>
        <p:nvGrpSpPr>
          <p:cNvPr id="1092" name="Google Shape;1092;p19"/>
          <p:cNvGrpSpPr/>
          <p:nvPr/>
        </p:nvGrpSpPr>
        <p:grpSpPr>
          <a:xfrm>
            <a:off x="-37844" y="1162325"/>
            <a:ext cx="2497977" cy="1000473"/>
            <a:chOff x="-37844" y="1169337"/>
            <a:chExt cx="2497977" cy="1000473"/>
          </a:xfrm>
        </p:grpSpPr>
        <p:sp>
          <p:nvSpPr>
            <p:cNvPr id="1093" name="Google Shape;1093;p19"/>
            <p:cNvSpPr txBox="1"/>
            <p:nvPr/>
          </p:nvSpPr>
          <p:spPr>
            <a:xfrm>
              <a:off x="549363" y="1169337"/>
              <a:ext cx="1890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dirty="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Amazon</a:t>
              </a:r>
            </a:p>
          </p:txBody>
        </p:sp>
        <p:sp>
          <p:nvSpPr>
            <p:cNvPr id="1094" name="Google Shape;1094;p19"/>
            <p:cNvSpPr txBox="1"/>
            <p:nvPr/>
          </p:nvSpPr>
          <p:spPr>
            <a:xfrm>
              <a:off x="-37844" y="1711110"/>
              <a:ext cx="2497977" cy="45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latin typeface="Roboto"/>
                  <a:ea typeface="Roboto"/>
                  <a:cs typeface="Roboto"/>
                  <a:sym typeface="Roboto"/>
                </a:rPr>
                <a:t>Amazon leverages data warehousing for personalized product recommendations, improving the shopping experience.</a:t>
              </a:r>
            </a:p>
          </p:txBody>
        </p:sp>
      </p:grpSp>
      <p:grpSp>
        <p:nvGrpSpPr>
          <p:cNvPr id="1095" name="Google Shape;1095;p19"/>
          <p:cNvGrpSpPr/>
          <p:nvPr/>
        </p:nvGrpSpPr>
        <p:grpSpPr>
          <a:xfrm>
            <a:off x="235260" y="3664385"/>
            <a:ext cx="2204988" cy="1457124"/>
            <a:chOff x="549363" y="3754662"/>
            <a:chExt cx="1890900" cy="819476"/>
          </a:xfrm>
        </p:grpSpPr>
        <p:sp>
          <p:nvSpPr>
            <p:cNvPr id="1096" name="Google Shape;1096;p19"/>
            <p:cNvSpPr txBox="1"/>
            <p:nvPr/>
          </p:nvSpPr>
          <p:spPr>
            <a:xfrm>
              <a:off x="549363" y="3754662"/>
              <a:ext cx="1890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dirty="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United Healthcare</a:t>
              </a:r>
              <a:endParaRPr sz="1800" dirty="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097" name="Google Shape;1097;p19"/>
            <p:cNvSpPr txBox="1"/>
            <p:nvPr/>
          </p:nvSpPr>
          <p:spPr>
            <a:xfrm>
              <a:off x="601140" y="4115438"/>
              <a:ext cx="1839082" cy="45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latin typeface="Roboto"/>
                  <a:ea typeface="Roboto"/>
                  <a:cs typeface="Roboto"/>
                  <a:sym typeface="Roboto"/>
                </a:rPr>
                <a:t>"United Healthcare uses data warehousing to optimize healthcare delivery and reduce costs."</a:t>
              </a: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200"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200"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200"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98" name="Google Shape;1098;p19"/>
          <p:cNvGrpSpPr/>
          <p:nvPr/>
        </p:nvGrpSpPr>
        <p:grpSpPr>
          <a:xfrm>
            <a:off x="6703688" y="2470810"/>
            <a:ext cx="1890900" cy="1009656"/>
            <a:chOff x="6703688" y="2464782"/>
            <a:chExt cx="1890900" cy="1009656"/>
          </a:xfrm>
        </p:grpSpPr>
        <p:sp>
          <p:nvSpPr>
            <p:cNvPr id="1099" name="Google Shape;1099;p19"/>
            <p:cNvSpPr txBox="1"/>
            <p:nvPr/>
          </p:nvSpPr>
          <p:spPr>
            <a:xfrm>
              <a:off x="6703688" y="2464782"/>
              <a:ext cx="1890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dirty="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American Express</a:t>
              </a:r>
              <a:endParaRPr sz="1800" dirty="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100" name="Google Shape;1100;p19"/>
            <p:cNvSpPr txBox="1"/>
            <p:nvPr/>
          </p:nvSpPr>
          <p:spPr>
            <a:xfrm>
              <a:off x="6703688" y="3019338"/>
              <a:ext cx="1890900" cy="45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latin typeface="Roboto"/>
                  <a:ea typeface="Roboto"/>
                  <a:cs typeface="Roboto"/>
                  <a:sym typeface="Roboto"/>
                </a:rPr>
                <a:t>American Express employs data warehousing for real-time fraud detection, protecting cardholders.</a:t>
              </a:r>
            </a:p>
          </p:txBody>
        </p:sp>
      </p:grpSp>
      <p:grpSp>
        <p:nvGrpSpPr>
          <p:cNvPr id="1101" name="Google Shape;1101;p19"/>
          <p:cNvGrpSpPr/>
          <p:nvPr/>
        </p:nvGrpSpPr>
        <p:grpSpPr>
          <a:xfrm>
            <a:off x="6703688" y="3775699"/>
            <a:ext cx="1890900" cy="1367801"/>
            <a:chOff x="6703688" y="3754662"/>
            <a:chExt cx="1890900" cy="1367801"/>
          </a:xfrm>
        </p:grpSpPr>
        <p:sp>
          <p:nvSpPr>
            <p:cNvPr id="1102" name="Google Shape;1102;p19"/>
            <p:cNvSpPr txBox="1"/>
            <p:nvPr/>
          </p:nvSpPr>
          <p:spPr>
            <a:xfrm>
              <a:off x="6703688" y="3754662"/>
              <a:ext cx="1890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dirty="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Starbucks</a:t>
              </a:r>
              <a:endParaRPr sz="1800" dirty="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103" name="Google Shape;1103;p19"/>
            <p:cNvSpPr txBox="1"/>
            <p:nvPr/>
          </p:nvSpPr>
          <p:spPr>
            <a:xfrm>
              <a:off x="6703688" y="4663763"/>
              <a:ext cx="1890900" cy="45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latin typeface="Roboto"/>
                  <a:ea typeface="Roboto"/>
                  <a:cs typeface="Roboto"/>
                  <a:sym typeface="Roboto"/>
                </a:rPr>
                <a:t>"Starbucks uses data warehousing to enhance customer experiences and drive revenue growth."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200"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200"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200"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24"/>
          <p:cNvSpPr/>
          <p:nvPr/>
        </p:nvSpPr>
        <p:spPr>
          <a:xfrm rot="10800000">
            <a:off x="5740525" y="2160971"/>
            <a:ext cx="475525" cy="996875"/>
          </a:xfrm>
          <a:custGeom>
            <a:avLst/>
            <a:gdLst/>
            <a:ahLst/>
            <a:cxnLst/>
            <a:rect l="l" t="t" r="r" b="b"/>
            <a:pathLst>
              <a:path w="19021" h="39875" extrusionOk="0">
                <a:moveTo>
                  <a:pt x="19021" y="39875"/>
                </a:moveTo>
                <a:lnTo>
                  <a:pt x="0" y="29105"/>
                </a:lnTo>
                <a:lnTo>
                  <a:pt x="0" y="0"/>
                </a:lnTo>
              </a:path>
            </a:pathLst>
          </a:custGeom>
          <a:noFill/>
          <a:ln w="762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27" name="Google Shape;1427;p24"/>
          <p:cNvSpPr/>
          <p:nvPr/>
        </p:nvSpPr>
        <p:spPr>
          <a:xfrm rot="10800000">
            <a:off x="5740525" y="2160971"/>
            <a:ext cx="475525" cy="996875"/>
          </a:xfrm>
          <a:custGeom>
            <a:avLst/>
            <a:gdLst/>
            <a:ahLst/>
            <a:cxnLst/>
            <a:rect l="l" t="t" r="r" b="b"/>
            <a:pathLst>
              <a:path w="19021" h="39875" extrusionOk="0">
                <a:moveTo>
                  <a:pt x="19021" y="39875"/>
                </a:moveTo>
                <a:lnTo>
                  <a:pt x="0" y="29105"/>
                </a:ln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28" name="Google Shape;1428;p24"/>
          <p:cNvSpPr/>
          <p:nvPr/>
        </p:nvSpPr>
        <p:spPr>
          <a:xfrm rot="10800000">
            <a:off x="7149825" y="1463713"/>
            <a:ext cx="475525" cy="996875"/>
          </a:xfrm>
          <a:custGeom>
            <a:avLst/>
            <a:gdLst/>
            <a:ahLst/>
            <a:cxnLst/>
            <a:rect l="l" t="t" r="r" b="b"/>
            <a:pathLst>
              <a:path w="19021" h="39875" extrusionOk="0">
                <a:moveTo>
                  <a:pt x="19021" y="39875"/>
                </a:moveTo>
                <a:lnTo>
                  <a:pt x="0" y="29105"/>
                </a:lnTo>
                <a:lnTo>
                  <a:pt x="0" y="0"/>
                </a:lnTo>
              </a:path>
            </a:pathLst>
          </a:custGeom>
          <a:noFill/>
          <a:ln w="762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29" name="Google Shape;1429;p24"/>
          <p:cNvSpPr/>
          <p:nvPr/>
        </p:nvSpPr>
        <p:spPr>
          <a:xfrm rot="10800000">
            <a:off x="7149825" y="1463713"/>
            <a:ext cx="475525" cy="996875"/>
          </a:xfrm>
          <a:custGeom>
            <a:avLst/>
            <a:gdLst/>
            <a:ahLst/>
            <a:cxnLst/>
            <a:rect l="l" t="t" r="r" b="b"/>
            <a:pathLst>
              <a:path w="19021" h="39875" extrusionOk="0">
                <a:moveTo>
                  <a:pt x="19021" y="39875"/>
                </a:moveTo>
                <a:lnTo>
                  <a:pt x="0" y="29105"/>
                </a:ln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30" name="Google Shape;1430;p24"/>
          <p:cNvSpPr/>
          <p:nvPr/>
        </p:nvSpPr>
        <p:spPr>
          <a:xfrm>
            <a:off x="2821375" y="2725475"/>
            <a:ext cx="475525" cy="996875"/>
          </a:xfrm>
          <a:custGeom>
            <a:avLst/>
            <a:gdLst/>
            <a:ahLst/>
            <a:cxnLst/>
            <a:rect l="l" t="t" r="r" b="b"/>
            <a:pathLst>
              <a:path w="19021" h="39875" extrusionOk="0">
                <a:moveTo>
                  <a:pt x="19021" y="39875"/>
                </a:moveTo>
                <a:lnTo>
                  <a:pt x="0" y="29105"/>
                </a:lnTo>
                <a:lnTo>
                  <a:pt x="0" y="0"/>
                </a:lnTo>
              </a:path>
            </a:pathLst>
          </a:custGeom>
          <a:noFill/>
          <a:ln w="762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31" name="Google Shape;1431;p24"/>
          <p:cNvSpPr/>
          <p:nvPr/>
        </p:nvSpPr>
        <p:spPr>
          <a:xfrm>
            <a:off x="2821375" y="2725475"/>
            <a:ext cx="475525" cy="996875"/>
          </a:xfrm>
          <a:custGeom>
            <a:avLst/>
            <a:gdLst/>
            <a:ahLst/>
            <a:cxnLst/>
            <a:rect l="l" t="t" r="r" b="b"/>
            <a:pathLst>
              <a:path w="19021" h="39875" extrusionOk="0">
                <a:moveTo>
                  <a:pt x="19021" y="39875"/>
                </a:moveTo>
                <a:lnTo>
                  <a:pt x="0" y="29105"/>
                </a:ln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32" name="Google Shape;1432;p24"/>
          <p:cNvSpPr/>
          <p:nvPr/>
        </p:nvSpPr>
        <p:spPr>
          <a:xfrm>
            <a:off x="4124175" y="1963475"/>
            <a:ext cx="475525" cy="996875"/>
          </a:xfrm>
          <a:custGeom>
            <a:avLst/>
            <a:gdLst/>
            <a:ahLst/>
            <a:cxnLst/>
            <a:rect l="l" t="t" r="r" b="b"/>
            <a:pathLst>
              <a:path w="19021" h="39875" extrusionOk="0">
                <a:moveTo>
                  <a:pt x="19021" y="39875"/>
                </a:moveTo>
                <a:lnTo>
                  <a:pt x="0" y="29105"/>
                </a:lnTo>
                <a:lnTo>
                  <a:pt x="0" y="0"/>
                </a:lnTo>
              </a:path>
            </a:pathLst>
          </a:custGeom>
          <a:noFill/>
          <a:ln w="762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33" name="Google Shape;1433;p24"/>
          <p:cNvSpPr/>
          <p:nvPr/>
        </p:nvSpPr>
        <p:spPr>
          <a:xfrm>
            <a:off x="4124175" y="1963475"/>
            <a:ext cx="475525" cy="996875"/>
          </a:xfrm>
          <a:custGeom>
            <a:avLst/>
            <a:gdLst/>
            <a:ahLst/>
            <a:cxnLst/>
            <a:rect l="l" t="t" r="r" b="b"/>
            <a:pathLst>
              <a:path w="19021" h="39875" extrusionOk="0">
                <a:moveTo>
                  <a:pt x="19021" y="39875"/>
                </a:moveTo>
                <a:lnTo>
                  <a:pt x="0" y="29105"/>
                </a:ln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1434" name="Google Shape;1434;p24"/>
          <p:cNvGrpSpPr/>
          <p:nvPr/>
        </p:nvGrpSpPr>
        <p:grpSpPr>
          <a:xfrm>
            <a:off x="1518575" y="3411275"/>
            <a:ext cx="475525" cy="996875"/>
            <a:chOff x="1518575" y="3411275"/>
            <a:chExt cx="475525" cy="996875"/>
          </a:xfrm>
        </p:grpSpPr>
        <p:sp>
          <p:nvSpPr>
            <p:cNvPr id="1435" name="Google Shape;1435;p24"/>
            <p:cNvSpPr/>
            <p:nvPr/>
          </p:nvSpPr>
          <p:spPr>
            <a:xfrm>
              <a:off x="1518575" y="3411275"/>
              <a:ext cx="475525" cy="996875"/>
            </a:xfrm>
            <a:custGeom>
              <a:avLst/>
              <a:gdLst/>
              <a:ahLst/>
              <a:cxnLst/>
              <a:rect l="l" t="t" r="r" b="b"/>
              <a:pathLst>
                <a:path w="19021" h="39875" extrusionOk="0">
                  <a:moveTo>
                    <a:pt x="19021" y="39875"/>
                  </a:moveTo>
                  <a:lnTo>
                    <a:pt x="0" y="29105"/>
                  </a:lnTo>
                  <a:lnTo>
                    <a:pt x="0" y="0"/>
                  </a:lnTo>
                </a:path>
              </a:pathLst>
            </a:cu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6" name="Google Shape;1436;p24"/>
            <p:cNvSpPr/>
            <p:nvPr/>
          </p:nvSpPr>
          <p:spPr>
            <a:xfrm>
              <a:off x="1518575" y="3411275"/>
              <a:ext cx="475525" cy="996875"/>
            </a:xfrm>
            <a:custGeom>
              <a:avLst/>
              <a:gdLst/>
              <a:ahLst/>
              <a:cxnLst/>
              <a:rect l="l" t="t" r="r" b="b"/>
              <a:pathLst>
                <a:path w="19021" h="39875" extrusionOk="0">
                  <a:moveTo>
                    <a:pt x="19021" y="39875"/>
                  </a:moveTo>
                  <a:lnTo>
                    <a:pt x="0" y="29105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37" name="Google Shape;1437;p24"/>
          <p:cNvSpPr txBox="1">
            <a:spLocks noGrp="1"/>
          </p:cNvSpPr>
          <p:nvPr>
            <p:ph type="title"/>
          </p:nvPr>
        </p:nvSpPr>
        <p:spPr>
          <a:xfrm>
            <a:off x="510181" y="239585"/>
            <a:ext cx="8114400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600" b="1" dirty="0">
                <a:solidFill>
                  <a:schemeClr val="accent1"/>
                </a:solidFill>
                <a:latin typeface="Eras Demi ITC" panose="020B0805030504020804" pitchFamily="34" charset="0"/>
              </a:rPr>
              <a:t>Data Warehouse Architecture</a:t>
            </a:r>
          </a:p>
        </p:txBody>
      </p:sp>
      <p:cxnSp>
        <p:nvCxnSpPr>
          <p:cNvPr id="1438" name="Google Shape;1438;p24"/>
          <p:cNvCxnSpPr/>
          <p:nvPr/>
        </p:nvCxnSpPr>
        <p:spPr>
          <a:xfrm flipH="1">
            <a:off x="1906775" y="1501325"/>
            <a:ext cx="5241600" cy="3026400"/>
          </a:xfrm>
          <a:prstGeom prst="straightConnector1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9" name="Google Shape;1439;p24"/>
          <p:cNvCxnSpPr/>
          <p:nvPr/>
        </p:nvCxnSpPr>
        <p:spPr>
          <a:xfrm flipH="1">
            <a:off x="1906775" y="1501325"/>
            <a:ext cx="5241600" cy="30264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440" name="Google Shape;1440;p24"/>
          <p:cNvGrpSpPr/>
          <p:nvPr/>
        </p:nvGrpSpPr>
        <p:grpSpPr>
          <a:xfrm>
            <a:off x="1661788" y="3999227"/>
            <a:ext cx="590840" cy="682345"/>
            <a:chOff x="3662369" y="2223718"/>
            <a:chExt cx="436237" cy="503799"/>
          </a:xfrm>
        </p:grpSpPr>
        <p:sp>
          <p:nvSpPr>
            <p:cNvPr id="1441" name="Google Shape;1441;p24"/>
            <p:cNvSpPr/>
            <p:nvPr/>
          </p:nvSpPr>
          <p:spPr>
            <a:xfrm>
              <a:off x="3662369" y="2223718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4"/>
            <p:cNvSpPr/>
            <p:nvPr/>
          </p:nvSpPr>
          <p:spPr>
            <a:xfrm>
              <a:off x="3669150" y="2349900"/>
              <a:ext cx="218363" cy="377616"/>
            </a:xfrm>
            <a:custGeom>
              <a:avLst/>
              <a:gdLst/>
              <a:ahLst/>
              <a:cxnLst/>
              <a:rect l="l" t="t" r="r" b="b"/>
              <a:pathLst>
                <a:path w="5811" h="10049" extrusionOk="0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4"/>
            <p:cNvSpPr/>
            <p:nvPr/>
          </p:nvSpPr>
          <p:spPr>
            <a:xfrm>
              <a:off x="3880688" y="2349900"/>
              <a:ext cx="217912" cy="377616"/>
            </a:xfrm>
            <a:custGeom>
              <a:avLst/>
              <a:gdLst/>
              <a:ahLst/>
              <a:cxnLst/>
              <a:rect l="l" t="t" r="r" b="b"/>
              <a:pathLst>
                <a:path w="5799" h="10049" extrusionOk="0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4" name="Google Shape;1444;p24"/>
          <p:cNvGrpSpPr/>
          <p:nvPr/>
        </p:nvGrpSpPr>
        <p:grpSpPr>
          <a:xfrm>
            <a:off x="2964579" y="3243609"/>
            <a:ext cx="590840" cy="682345"/>
            <a:chOff x="3662369" y="2223718"/>
            <a:chExt cx="436237" cy="503799"/>
          </a:xfrm>
        </p:grpSpPr>
        <p:sp>
          <p:nvSpPr>
            <p:cNvPr id="1445" name="Google Shape;1445;p24"/>
            <p:cNvSpPr/>
            <p:nvPr/>
          </p:nvSpPr>
          <p:spPr>
            <a:xfrm>
              <a:off x="3662369" y="2223718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4"/>
            <p:cNvSpPr/>
            <p:nvPr/>
          </p:nvSpPr>
          <p:spPr>
            <a:xfrm>
              <a:off x="3669150" y="2349900"/>
              <a:ext cx="218363" cy="377616"/>
            </a:xfrm>
            <a:custGeom>
              <a:avLst/>
              <a:gdLst/>
              <a:ahLst/>
              <a:cxnLst/>
              <a:rect l="l" t="t" r="r" b="b"/>
              <a:pathLst>
                <a:path w="5811" h="10049" extrusionOk="0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4"/>
            <p:cNvSpPr/>
            <p:nvPr/>
          </p:nvSpPr>
          <p:spPr>
            <a:xfrm>
              <a:off x="3880688" y="2349900"/>
              <a:ext cx="217912" cy="377616"/>
            </a:xfrm>
            <a:custGeom>
              <a:avLst/>
              <a:gdLst/>
              <a:ahLst/>
              <a:cxnLst/>
              <a:rect l="l" t="t" r="r" b="b"/>
              <a:pathLst>
                <a:path w="5799" h="10049" extrusionOk="0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8" name="Google Shape;1448;p24"/>
          <p:cNvGrpSpPr/>
          <p:nvPr/>
        </p:nvGrpSpPr>
        <p:grpSpPr>
          <a:xfrm>
            <a:off x="4271961" y="2502247"/>
            <a:ext cx="590840" cy="682345"/>
            <a:chOff x="3665759" y="2223718"/>
            <a:chExt cx="436237" cy="503799"/>
          </a:xfrm>
        </p:grpSpPr>
        <p:sp>
          <p:nvSpPr>
            <p:cNvPr id="1449" name="Google Shape;1449;p24"/>
            <p:cNvSpPr/>
            <p:nvPr/>
          </p:nvSpPr>
          <p:spPr>
            <a:xfrm>
              <a:off x="3665759" y="2223718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4"/>
            <p:cNvSpPr/>
            <p:nvPr/>
          </p:nvSpPr>
          <p:spPr>
            <a:xfrm>
              <a:off x="3669150" y="2349900"/>
              <a:ext cx="218363" cy="377616"/>
            </a:xfrm>
            <a:custGeom>
              <a:avLst/>
              <a:gdLst/>
              <a:ahLst/>
              <a:cxnLst/>
              <a:rect l="l" t="t" r="r" b="b"/>
              <a:pathLst>
                <a:path w="5811" h="10049" extrusionOk="0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4"/>
            <p:cNvSpPr/>
            <p:nvPr/>
          </p:nvSpPr>
          <p:spPr>
            <a:xfrm>
              <a:off x="3884079" y="2349900"/>
              <a:ext cx="217912" cy="377616"/>
            </a:xfrm>
            <a:custGeom>
              <a:avLst/>
              <a:gdLst/>
              <a:ahLst/>
              <a:cxnLst/>
              <a:rect l="l" t="t" r="r" b="b"/>
              <a:pathLst>
                <a:path w="5799" h="10049" extrusionOk="0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2" name="Google Shape;1452;p24"/>
          <p:cNvGrpSpPr/>
          <p:nvPr/>
        </p:nvGrpSpPr>
        <p:grpSpPr>
          <a:xfrm>
            <a:off x="5570159" y="1739180"/>
            <a:ext cx="590840" cy="682345"/>
            <a:chOff x="3662369" y="2223718"/>
            <a:chExt cx="436237" cy="503799"/>
          </a:xfrm>
        </p:grpSpPr>
        <p:sp>
          <p:nvSpPr>
            <p:cNvPr id="1453" name="Google Shape;1453;p24"/>
            <p:cNvSpPr/>
            <p:nvPr/>
          </p:nvSpPr>
          <p:spPr>
            <a:xfrm>
              <a:off x="3662369" y="2223718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4"/>
            <p:cNvSpPr/>
            <p:nvPr/>
          </p:nvSpPr>
          <p:spPr>
            <a:xfrm>
              <a:off x="3669150" y="2349900"/>
              <a:ext cx="218363" cy="377616"/>
            </a:xfrm>
            <a:custGeom>
              <a:avLst/>
              <a:gdLst/>
              <a:ahLst/>
              <a:cxnLst/>
              <a:rect l="l" t="t" r="r" b="b"/>
              <a:pathLst>
                <a:path w="5811" h="10049" extrusionOk="0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4"/>
            <p:cNvSpPr/>
            <p:nvPr/>
          </p:nvSpPr>
          <p:spPr>
            <a:xfrm>
              <a:off x="3880688" y="2349900"/>
              <a:ext cx="217912" cy="377616"/>
            </a:xfrm>
            <a:custGeom>
              <a:avLst/>
              <a:gdLst/>
              <a:ahLst/>
              <a:cxnLst/>
              <a:rect l="l" t="t" r="r" b="b"/>
              <a:pathLst>
                <a:path w="5799" h="10049" extrusionOk="0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6" name="Google Shape;1456;p24"/>
          <p:cNvGrpSpPr/>
          <p:nvPr/>
        </p:nvGrpSpPr>
        <p:grpSpPr>
          <a:xfrm>
            <a:off x="6872950" y="986347"/>
            <a:ext cx="590840" cy="682345"/>
            <a:chOff x="3662369" y="2223718"/>
            <a:chExt cx="436237" cy="503799"/>
          </a:xfrm>
        </p:grpSpPr>
        <p:sp>
          <p:nvSpPr>
            <p:cNvPr id="1457" name="Google Shape;1457;p24"/>
            <p:cNvSpPr/>
            <p:nvPr/>
          </p:nvSpPr>
          <p:spPr>
            <a:xfrm>
              <a:off x="3662369" y="2223718"/>
              <a:ext cx="436237" cy="251920"/>
            </a:xfrm>
            <a:custGeom>
              <a:avLst/>
              <a:gdLst/>
              <a:ahLst/>
              <a:cxnLst/>
              <a:rect l="l" t="t" r="r" b="b"/>
              <a:pathLst>
                <a:path w="11609" h="6704" extrusionOk="0">
                  <a:moveTo>
                    <a:pt x="5811" y="6704"/>
                  </a:moveTo>
                  <a:lnTo>
                    <a:pt x="0" y="3358"/>
                  </a:lnTo>
                  <a:lnTo>
                    <a:pt x="5811" y="1"/>
                  </a:lnTo>
                  <a:lnTo>
                    <a:pt x="11609" y="335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4"/>
            <p:cNvSpPr/>
            <p:nvPr/>
          </p:nvSpPr>
          <p:spPr>
            <a:xfrm>
              <a:off x="3669150" y="2349900"/>
              <a:ext cx="218363" cy="377616"/>
            </a:xfrm>
            <a:custGeom>
              <a:avLst/>
              <a:gdLst/>
              <a:ahLst/>
              <a:cxnLst/>
              <a:rect l="l" t="t" r="r" b="b"/>
              <a:pathLst>
                <a:path w="5811" h="10049" extrusionOk="0">
                  <a:moveTo>
                    <a:pt x="0" y="0"/>
                  </a:moveTo>
                  <a:lnTo>
                    <a:pt x="0" y="6703"/>
                  </a:lnTo>
                  <a:lnTo>
                    <a:pt x="5811" y="10049"/>
                  </a:lnTo>
                  <a:lnTo>
                    <a:pt x="5811" y="334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4"/>
            <p:cNvSpPr/>
            <p:nvPr/>
          </p:nvSpPr>
          <p:spPr>
            <a:xfrm>
              <a:off x="3880688" y="2349900"/>
              <a:ext cx="217912" cy="377616"/>
            </a:xfrm>
            <a:custGeom>
              <a:avLst/>
              <a:gdLst/>
              <a:ahLst/>
              <a:cxnLst/>
              <a:rect l="l" t="t" r="r" b="b"/>
              <a:pathLst>
                <a:path w="5799" h="10049" extrusionOk="0">
                  <a:moveTo>
                    <a:pt x="5799" y="0"/>
                  </a:moveTo>
                  <a:lnTo>
                    <a:pt x="1" y="3346"/>
                  </a:lnTo>
                  <a:lnTo>
                    <a:pt x="1" y="10049"/>
                  </a:lnTo>
                  <a:lnTo>
                    <a:pt x="5799" y="6703"/>
                  </a:lnTo>
                  <a:lnTo>
                    <a:pt x="579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0" name="Google Shape;1460;p24"/>
          <p:cNvGrpSpPr/>
          <p:nvPr/>
        </p:nvGrpSpPr>
        <p:grpSpPr>
          <a:xfrm>
            <a:off x="292963" y="2565084"/>
            <a:ext cx="2105455" cy="769989"/>
            <a:chOff x="292963" y="2565084"/>
            <a:chExt cx="2105455" cy="769989"/>
          </a:xfrm>
        </p:grpSpPr>
        <p:sp>
          <p:nvSpPr>
            <p:cNvPr id="1461" name="Google Shape;1461;p24"/>
            <p:cNvSpPr txBox="1"/>
            <p:nvPr/>
          </p:nvSpPr>
          <p:spPr>
            <a:xfrm>
              <a:off x="646418" y="2565084"/>
              <a:ext cx="17520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 dirty="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Components</a:t>
              </a:r>
              <a:endParaRPr sz="1800" b="1" dirty="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462" name="Google Shape;1462;p24"/>
            <p:cNvSpPr txBox="1"/>
            <p:nvPr/>
          </p:nvSpPr>
          <p:spPr>
            <a:xfrm>
              <a:off x="292963" y="2837373"/>
              <a:ext cx="2103805" cy="49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latin typeface="Roboto"/>
                  <a:ea typeface="Roboto"/>
                  <a:cs typeface="Roboto"/>
                  <a:sym typeface="Roboto"/>
                </a:rPr>
                <a:t>Data warehouse architecture: sources, ETL, database, tools.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63" name="Google Shape;1463;p24"/>
          <p:cNvGrpSpPr/>
          <p:nvPr/>
        </p:nvGrpSpPr>
        <p:grpSpPr>
          <a:xfrm>
            <a:off x="1766913" y="1742211"/>
            <a:ext cx="2322601" cy="814982"/>
            <a:chOff x="1766913" y="1742211"/>
            <a:chExt cx="2322601" cy="814982"/>
          </a:xfrm>
        </p:grpSpPr>
        <p:sp>
          <p:nvSpPr>
            <p:cNvPr id="1464" name="Google Shape;1464;p24"/>
            <p:cNvSpPr txBox="1"/>
            <p:nvPr/>
          </p:nvSpPr>
          <p:spPr>
            <a:xfrm>
              <a:off x="2011656" y="1742211"/>
              <a:ext cx="17520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 dirty="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Types</a:t>
              </a:r>
              <a:endParaRPr sz="1800" b="1" dirty="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465" name="Google Shape;1465;p24"/>
            <p:cNvSpPr txBox="1"/>
            <p:nvPr/>
          </p:nvSpPr>
          <p:spPr>
            <a:xfrm>
              <a:off x="1766913" y="2044193"/>
              <a:ext cx="2322601" cy="51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latin typeface="Roboto"/>
                  <a:ea typeface="Roboto"/>
                  <a:cs typeface="Roboto"/>
                  <a:sym typeface="Roboto"/>
                </a:rPr>
                <a:t>Kimball and </a:t>
              </a:r>
              <a:r>
                <a:rPr lang="en-US" sz="1200" dirty="0" err="1">
                  <a:latin typeface="Roboto"/>
                  <a:ea typeface="Roboto"/>
                  <a:cs typeface="Roboto"/>
                  <a:sym typeface="Roboto"/>
                </a:rPr>
                <a:t>Inmon</a:t>
              </a:r>
              <a:r>
                <a:rPr lang="en-US" sz="1200" dirty="0">
                  <a:latin typeface="Roboto"/>
                  <a:ea typeface="Roboto"/>
                  <a:cs typeface="Roboto"/>
                  <a:sym typeface="Roboto"/>
                </a:rPr>
                <a:t> architectures differ in data mart and integration methods."</a:t>
              </a:r>
            </a:p>
          </p:txBody>
        </p:sp>
      </p:grpSp>
      <p:grpSp>
        <p:nvGrpSpPr>
          <p:cNvPr id="1466" name="Google Shape;1466;p24"/>
          <p:cNvGrpSpPr/>
          <p:nvPr/>
        </p:nvGrpSpPr>
        <p:grpSpPr>
          <a:xfrm>
            <a:off x="5341385" y="3220259"/>
            <a:ext cx="1767130" cy="1534745"/>
            <a:chOff x="5341385" y="3220259"/>
            <a:chExt cx="1767130" cy="1534745"/>
          </a:xfrm>
        </p:grpSpPr>
        <p:sp>
          <p:nvSpPr>
            <p:cNvPr id="1467" name="Google Shape;1467;p24"/>
            <p:cNvSpPr txBox="1"/>
            <p:nvPr/>
          </p:nvSpPr>
          <p:spPr>
            <a:xfrm>
              <a:off x="5341385" y="3234047"/>
              <a:ext cx="17520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 dirty="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Layers</a:t>
              </a:r>
            </a:p>
          </p:txBody>
        </p:sp>
        <p:sp>
          <p:nvSpPr>
            <p:cNvPr id="1468" name="Google Shape;1468;p24"/>
            <p:cNvSpPr txBox="1"/>
            <p:nvPr/>
          </p:nvSpPr>
          <p:spPr>
            <a:xfrm>
              <a:off x="5356515" y="3220259"/>
              <a:ext cx="1752000" cy="1534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latin typeface="Roboto"/>
                  <a:ea typeface="Roboto"/>
                  <a:cs typeface="Roboto"/>
                  <a:sym typeface="Roboto"/>
                </a:rPr>
                <a:t>Architecture includes staging, integration, and presentation layers for efficient data management.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69" name="Google Shape;1469;p24"/>
          <p:cNvGrpSpPr/>
          <p:nvPr/>
        </p:nvGrpSpPr>
        <p:grpSpPr>
          <a:xfrm>
            <a:off x="6750765" y="2538450"/>
            <a:ext cx="1758840" cy="862963"/>
            <a:chOff x="6750765" y="2538450"/>
            <a:chExt cx="1758840" cy="862963"/>
          </a:xfrm>
        </p:grpSpPr>
        <p:sp>
          <p:nvSpPr>
            <p:cNvPr id="1470" name="Google Shape;1470;p24"/>
            <p:cNvSpPr txBox="1"/>
            <p:nvPr/>
          </p:nvSpPr>
          <p:spPr>
            <a:xfrm>
              <a:off x="6750765" y="2538450"/>
              <a:ext cx="17520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 dirty="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Scalability</a:t>
              </a:r>
              <a:endParaRPr sz="1800" b="1" dirty="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471" name="Google Shape;1471;p24"/>
            <p:cNvSpPr txBox="1"/>
            <p:nvPr/>
          </p:nvSpPr>
          <p:spPr>
            <a:xfrm>
              <a:off x="6757605" y="2888413"/>
              <a:ext cx="17520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latin typeface="Roboto"/>
                  <a:ea typeface="Roboto"/>
                  <a:cs typeface="Roboto"/>
                  <a:sym typeface="Roboto"/>
                </a:rPr>
                <a:t>Scalable design accommodates growing data and user needs.</a:t>
              </a:r>
            </a:p>
          </p:txBody>
        </p:sp>
      </p:grpSp>
      <p:grpSp>
        <p:nvGrpSpPr>
          <p:cNvPr id="1472" name="Google Shape;1472;p24"/>
          <p:cNvGrpSpPr/>
          <p:nvPr/>
        </p:nvGrpSpPr>
        <p:grpSpPr>
          <a:xfrm>
            <a:off x="3096064" y="925462"/>
            <a:ext cx="2038621" cy="887808"/>
            <a:chOff x="3096064" y="925462"/>
            <a:chExt cx="2038621" cy="887808"/>
          </a:xfrm>
        </p:grpSpPr>
        <p:sp>
          <p:nvSpPr>
            <p:cNvPr id="1473" name="Google Shape;1473;p24"/>
            <p:cNvSpPr txBox="1"/>
            <p:nvPr/>
          </p:nvSpPr>
          <p:spPr>
            <a:xfrm>
              <a:off x="3296900" y="925462"/>
              <a:ext cx="17520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 dirty="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Data Flow</a:t>
              </a:r>
              <a:endParaRPr sz="1800" b="1" dirty="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474" name="Google Shape;1474;p24"/>
            <p:cNvSpPr txBox="1"/>
            <p:nvPr/>
          </p:nvSpPr>
          <p:spPr>
            <a:xfrm>
              <a:off x="3096064" y="1300270"/>
              <a:ext cx="2038621" cy="51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latin typeface="Roboto"/>
                  <a:ea typeface="Roboto"/>
                  <a:cs typeface="Roboto"/>
                  <a:sym typeface="Roboto"/>
                </a:rPr>
                <a:t>Data flows from sources, through ETL, into the warehouse for storage and analysis.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25"/>
          <p:cNvSpPr txBox="1">
            <a:spLocks noGrp="1"/>
          </p:cNvSpPr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chemeClr val="accent2"/>
                </a:solidFill>
                <a:latin typeface="Eras Demi ITC" panose="020B0805030504020804" pitchFamily="34" charset="0"/>
              </a:rPr>
              <a:t>Conclusion</a:t>
            </a:r>
            <a:endParaRPr sz="3600" b="1" dirty="0">
              <a:solidFill>
                <a:schemeClr val="accent2"/>
              </a:solidFill>
              <a:latin typeface="Eras Demi ITC" panose="020B0805030504020804" pitchFamily="34" charset="0"/>
            </a:endParaRPr>
          </a:p>
        </p:txBody>
      </p:sp>
      <p:grpSp>
        <p:nvGrpSpPr>
          <p:cNvPr id="1480" name="Google Shape;1480;p25"/>
          <p:cNvGrpSpPr/>
          <p:nvPr/>
        </p:nvGrpSpPr>
        <p:grpSpPr>
          <a:xfrm>
            <a:off x="3255989" y="3097823"/>
            <a:ext cx="2631966" cy="1482582"/>
            <a:chOff x="1012725" y="2202350"/>
            <a:chExt cx="2668525" cy="1503175"/>
          </a:xfrm>
        </p:grpSpPr>
        <p:sp>
          <p:nvSpPr>
            <p:cNvPr id="1481" name="Google Shape;1481;p25"/>
            <p:cNvSpPr/>
            <p:nvPr/>
          </p:nvSpPr>
          <p:spPr>
            <a:xfrm>
              <a:off x="1142800" y="2262775"/>
              <a:ext cx="2408375" cy="1356725"/>
            </a:xfrm>
            <a:custGeom>
              <a:avLst/>
              <a:gdLst/>
              <a:ahLst/>
              <a:cxnLst/>
              <a:rect l="l" t="t" r="r" b="b"/>
              <a:pathLst>
                <a:path w="96335" h="54269" extrusionOk="0">
                  <a:moveTo>
                    <a:pt x="48590" y="0"/>
                  </a:moveTo>
                  <a:lnTo>
                    <a:pt x="1" y="25658"/>
                  </a:lnTo>
                  <a:lnTo>
                    <a:pt x="49626" y="54269"/>
                  </a:lnTo>
                  <a:lnTo>
                    <a:pt x="96334" y="27861"/>
                  </a:lnTo>
                  <a:lnTo>
                    <a:pt x="48590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5"/>
            <p:cNvSpPr/>
            <p:nvPr/>
          </p:nvSpPr>
          <p:spPr>
            <a:xfrm>
              <a:off x="2383425" y="2959275"/>
              <a:ext cx="1167750" cy="686425"/>
            </a:xfrm>
            <a:custGeom>
              <a:avLst/>
              <a:gdLst/>
              <a:ahLst/>
              <a:cxnLst/>
              <a:rect l="l" t="t" r="r" b="b"/>
              <a:pathLst>
                <a:path w="46710" h="27457" extrusionOk="0">
                  <a:moveTo>
                    <a:pt x="46709" y="1"/>
                  </a:moveTo>
                  <a:lnTo>
                    <a:pt x="1" y="26409"/>
                  </a:lnTo>
                  <a:lnTo>
                    <a:pt x="1" y="27457"/>
                  </a:lnTo>
                  <a:lnTo>
                    <a:pt x="46709" y="1049"/>
                  </a:lnTo>
                  <a:lnTo>
                    <a:pt x="46709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5"/>
            <p:cNvSpPr/>
            <p:nvPr/>
          </p:nvSpPr>
          <p:spPr>
            <a:xfrm>
              <a:off x="1142800" y="2903925"/>
              <a:ext cx="1240650" cy="741775"/>
            </a:xfrm>
            <a:custGeom>
              <a:avLst/>
              <a:gdLst/>
              <a:ahLst/>
              <a:cxnLst/>
              <a:rect l="l" t="t" r="r" b="b"/>
              <a:pathLst>
                <a:path w="49626" h="29671" extrusionOk="0">
                  <a:moveTo>
                    <a:pt x="1" y="0"/>
                  </a:moveTo>
                  <a:lnTo>
                    <a:pt x="1" y="1060"/>
                  </a:lnTo>
                  <a:lnTo>
                    <a:pt x="49626" y="29671"/>
                  </a:lnTo>
                  <a:lnTo>
                    <a:pt x="49626" y="2862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5"/>
            <p:cNvSpPr/>
            <p:nvPr/>
          </p:nvSpPr>
          <p:spPr>
            <a:xfrm>
              <a:off x="1012725" y="2202350"/>
              <a:ext cx="2668525" cy="1503175"/>
            </a:xfrm>
            <a:custGeom>
              <a:avLst/>
              <a:gdLst/>
              <a:ahLst/>
              <a:cxnLst/>
              <a:rect l="l" t="t" r="r" b="b"/>
              <a:pathLst>
                <a:path w="106741" h="60127" extrusionOk="0">
                  <a:moveTo>
                    <a:pt x="53829" y="238"/>
                  </a:moveTo>
                  <a:lnTo>
                    <a:pt x="106335" y="30885"/>
                  </a:lnTo>
                  <a:lnTo>
                    <a:pt x="54984" y="59900"/>
                  </a:lnTo>
                  <a:lnTo>
                    <a:pt x="417" y="28444"/>
                  </a:lnTo>
                  <a:lnTo>
                    <a:pt x="53829" y="238"/>
                  </a:lnTo>
                  <a:close/>
                  <a:moveTo>
                    <a:pt x="53841" y="0"/>
                  </a:moveTo>
                  <a:lnTo>
                    <a:pt x="155" y="28337"/>
                  </a:lnTo>
                  <a:lnTo>
                    <a:pt x="1" y="28432"/>
                  </a:lnTo>
                  <a:lnTo>
                    <a:pt x="54984" y="60127"/>
                  </a:lnTo>
                  <a:lnTo>
                    <a:pt x="106740" y="30873"/>
                  </a:lnTo>
                  <a:lnTo>
                    <a:pt x="538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5" name="Google Shape;1485;p25"/>
          <p:cNvGrpSpPr/>
          <p:nvPr/>
        </p:nvGrpSpPr>
        <p:grpSpPr>
          <a:xfrm>
            <a:off x="3813523" y="1279109"/>
            <a:ext cx="1581560" cy="3019039"/>
            <a:chOff x="1497487" y="1374192"/>
            <a:chExt cx="1262521" cy="2410026"/>
          </a:xfrm>
        </p:grpSpPr>
        <p:sp>
          <p:nvSpPr>
            <p:cNvPr id="1486" name="Google Shape;1486;p25"/>
            <p:cNvSpPr/>
            <p:nvPr/>
          </p:nvSpPr>
          <p:spPr>
            <a:xfrm>
              <a:off x="2128740" y="1735041"/>
              <a:ext cx="631267" cy="2049177"/>
            </a:xfrm>
            <a:custGeom>
              <a:avLst/>
              <a:gdLst/>
              <a:ahLst/>
              <a:cxnLst/>
              <a:rect l="l" t="t" r="r" b="b"/>
              <a:pathLst>
                <a:path w="13836" h="44911" extrusionOk="0">
                  <a:moveTo>
                    <a:pt x="1" y="44911"/>
                  </a:moveTo>
                  <a:lnTo>
                    <a:pt x="1" y="7978"/>
                  </a:lnTo>
                  <a:lnTo>
                    <a:pt x="13836" y="0"/>
                  </a:lnTo>
                  <a:lnTo>
                    <a:pt x="13836" y="3693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5"/>
            <p:cNvSpPr/>
            <p:nvPr/>
          </p:nvSpPr>
          <p:spPr>
            <a:xfrm>
              <a:off x="1497487" y="1374192"/>
              <a:ext cx="1262489" cy="728534"/>
            </a:xfrm>
            <a:custGeom>
              <a:avLst/>
              <a:gdLst/>
              <a:ahLst/>
              <a:cxnLst/>
              <a:rect l="l" t="t" r="r" b="b"/>
              <a:pathLst>
                <a:path w="27671" h="15967" extrusionOk="0">
                  <a:moveTo>
                    <a:pt x="1" y="7989"/>
                  </a:moveTo>
                  <a:lnTo>
                    <a:pt x="13836" y="0"/>
                  </a:lnTo>
                  <a:lnTo>
                    <a:pt x="27671" y="7989"/>
                  </a:lnTo>
                  <a:lnTo>
                    <a:pt x="13836" y="1596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5"/>
            <p:cNvSpPr/>
            <p:nvPr/>
          </p:nvSpPr>
          <p:spPr>
            <a:xfrm>
              <a:off x="1627890" y="1449158"/>
              <a:ext cx="1001742" cy="578602"/>
            </a:xfrm>
            <a:custGeom>
              <a:avLst/>
              <a:gdLst/>
              <a:ahLst/>
              <a:cxnLst/>
              <a:rect l="l" t="t" r="r" b="b"/>
              <a:pathLst>
                <a:path w="21956" h="12681" extrusionOk="0">
                  <a:moveTo>
                    <a:pt x="0" y="6346"/>
                  </a:moveTo>
                  <a:lnTo>
                    <a:pt x="10978" y="0"/>
                  </a:lnTo>
                  <a:lnTo>
                    <a:pt x="21955" y="6346"/>
                  </a:lnTo>
                  <a:lnTo>
                    <a:pt x="10978" y="1268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5"/>
            <p:cNvSpPr/>
            <p:nvPr/>
          </p:nvSpPr>
          <p:spPr>
            <a:xfrm>
              <a:off x="1497487" y="1735041"/>
              <a:ext cx="631268" cy="2049177"/>
            </a:xfrm>
            <a:custGeom>
              <a:avLst/>
              <a:gdLst/>
              <a:ahLst/>
              <a:cxnLst/>
              <a:rect l="l" t="t" r="r" b="b"/>
              <a:pathLst>
                <a:path w="13836" h="44911" extrusionOk="0">
                  <a:moveTo>
                    <a:pt x="13836" y="7978"/>
                  </a:moveTo>
                  <a:lnTo>
                    <a:pt x="1" y="0"/>
                  </a:lnTo>
                  <a:lnTo>
                    <a:pt x="1" y="36934"/>
                  </a:lnTo>
                  <a:lnTo>
                    <a:pt x="13836" y="4491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5"/>
            <p:cNvSpPr/>
            <p:nvPr/>
          </p:nvSpPr>
          <p:spPr>
            <a:xfrm>
              <a:off x="2168390" y="1825748"/>
              <a:ext cx="512871" cy="1742788"/>
            </a:xfrm>
            <a:custGeom>
              <a:avLst/>
              <a:gdLst/>
              <a:ahLst/>
              <a:cxnLst/>
              <a:rect l="l" t="t" r="r" b="b"/>
              <a:pathLst>
                <a:path w="11241" h="38196" extrusionOk="0">
                  <a:moveTo>
                    <a:pt x="11240" y="1"/>
                  </a:moveTo>
                  <a:lnTo>
                    <a:pt x="11240" y="31707"/>
                  </a:lnTo>
                  <a:lnTo>
                    <a:pt x="1" y="38196"/>
                  </a:lnTo>
                  <a:lnTo>
                    <a:pt x="1" y="64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5"/>
            <p:cNvSpPr/>
            <p:nvPr/>
          </p:nvSpPr>
          <p:spPr>
            <a:xfrm>
              <a:off x="2168390" y="2509151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90"/>
                  </a:moveTo>
                  <a:lnTo>
                    <a:pt x="1" y="8490"/>
                  </a:lnTo>
                  <a:lnTo>
                    <a:pt x="11240" y="1989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5"/>
            <p:cNvSpPr/>
            <p:nvPr/>
          </p:nvSpPr>
          <p:spPr>
            <a:xfrm>
              <a:off x="2200466" y="2683538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5"/>
            <p:cNvSpPr/>
            <p:nvPr/>
          </p:nvSpPr>
          <p:spPr>
            <a:xfrm>
              <a:off x="2453059" y="2621075"/>
              <a:ext cx="65791" cy="95133"/>
            </a:xfrm>
            <a:custGeom>
              <a:avLst/>
              <a:gdLst/>
              <a:ahLst/>
              <a:cxnLst/>
              <a:rect l="l" t="t" r="r" b="b"/>
              <a:pathLst>
                <a:path w="1442" h="2085" extrusionOk="0">
                  <a:moveTo>
                    <a:pt x="1441" y="0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5"/>
            <p:cNvSpPr/>
            <p:nvPr/>
          </p:nvSpPr>
          <p:spPr>
            <a:xfrm>
              <a:off x="2539979" y="2542824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25"/>
            <p:cNvSpPr/>
            <p:nvPr/>
          </p:nvSpPr>
          <p:spPr>
            <a:xfrm>
              <a:off x="2553575" y="2559706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50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50"/>
                  </a:lnTo>
                  <a:close/>
                  <a:moveTo>
                    <a:pt x="2298" y="357"/>
                  </a:moveTo>
                  <a:lnTo>
                    <a:pt x="2024" y="512"/>
                  </a:lnTo>
                  <a:lnTo>
                    <a:pt x="2024" y="750"/>
                  </a:lnTo>
                  <a:lnTo>
                    <a:pt x="2298" y="595"/>
                  </a:lnTo>
                  <a:lnTo>
                    <a:pt x="2298" y="357"/>
                  </a:lnTo>
                  <a:close/>
                  <a:moveTo>
                    <a:pt x="1489" y="476"/>
                  </a:moveTo>
                  <a:lnTo>
                    <a:pt x="1215" y="631"/>
                  </a:lnTo>
                  <a:lnTo>
                    <a:pt x="1215" y="869"/>
                  </a:lnTo>
                  <a:lnTo>
                    <a:pt x="1489" y="703"/>
                  </a:lnTo>
                  <a:lnTo>
                    <a:pt x="1489" y="476"/>
                  </a:lnTo>
                  <a:close/>
                  <a:moveTo>
                    <a:pt x="1893" y="595"/>
                  </a:moveTo>
                  <a:lnTo>
                    <a:pt x="1620" y="750"/>
                  </a:lnTo>
                  <a:lnTo>
                    <a:pt x="1620" y="988"/>
                  </a:lnTo>
                  <a:lnTo>
                    <a:pt x="1893" y="834"/>
                  </a:lnTo>
                  <a:lnTo>
                    <a:pt x="1893" y="595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5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6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41"/>
                  </a:moveTo>
                  <a:lnTo>
                    <a:pt x="405" y="1095"/>
                  </a:lnTo>
                  <a:lnTo>
                    <a:pt x="405" y="1334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86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24"/>
                  </a:lnTo>
                  <a:lnTo>
                    <a:pt x="679" y="1286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25"/>
            <p:cNvSpPr/>
            <p:nvPr/>
          </p:nvSpPr>
          <p:spPr>
            <a:xfrm>
              <a:off x="2467751" y="2650504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2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53"/>
                    <a:pt x="786" y="106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80"/>
                  </a:moveTo>
                  <a:cubicBezTo>
                    <a:pt x="424" y="180"/>
                    <a:pt x="415" y="183"/>
                    <a:pt x="405" y="189"/>
                  </a:cubicBezTo>
                  <a:cubicBezTo>
                    <a:pt x="357" y="225"/>
                    <a:pt x="334" y="272"/>
                    <a:pt x="322" y="320"/>
                  </a:cubicBezTo>
                  <a:cubicBezTo>
                    <a:pt x="322" y="355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8"/>
                  </a:cubicBezTo>
                  <a:cubicBezTo>
                    <a:pt x="453" y="344"/>
                    <a:pt x="476" y="284"/>
                    <a:pt x="476" y="237"/>
                  </a:cubicBezTo>
                  <a:cubicBezTo>
                    <a:pt x="476" y="202"/>
                    <a:pt x="457" y="180"/>
                    <a:pt x="433" y="180"/>
                  </a:cubicBezTo>
                  <a:close/>
                  <a:moveTo>
                    <a:pt x="757" y="356"/>
                  </a:moveTo>
                  <a:cubicBezTo>
                    <a:pt x="745" y="356"/>
                    <a:pt x="730" y="360"/>
                    <a:pt x="715" y="368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0"/>
                    <a:pt x="659" y="546"/>
                    <a:pt x="680" y="546"/>
                  </a:cubicBezTo>
                  <a:cubicBezTo>
                    <a:pt x="691" y="546"/>
                    <a:pt x="703" y="542"/>
                    <a:pt x="715" y="534"/>
                  </a:cubicBezTo>
                  <a:cubicBezTo>
                    <a:pt x="762" y="510"/>
                    <a:pt x="786" y="463"/>
                    <a:pt x="798" y="403"/>
                  </a:cubicBezTo>
                  <a:cubicBezTo>
                    <a:pt x="798" y="371"/>
                    <a:pt x="782" y="356"/>
                    <a:pt x="757" y="356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3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5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70"/>
                    <a:pt x="334" y="618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689"/>
                    <a:pt x="476" y="641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7"/>
                  </a:cubicBezTo>
                  <a:cubicBezTo>
                    <a:pt x="24" y="760"/>
                    <a:pt x="0" y="808"/>
                    <a:pt x="0" y="868"/>
                  </a:cubicBezTo>
                  <a:cubicBezTo>
                    <a:pt x="0" y="902"/>
                    <a:pt x="19" y="925"/>
                    <a:pt x="44" y="925"/>
                  </a:cubicBezTo>
                  <a:cubicBezTo>
                    <a:pt x="52" y="925"/>
                    <a:pt x="62" y="922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25"/>
            <p:cNvSpPr/>
            <p:nvPr/>
          </p:nvSpPr>
          <p:spPr>
            <a:xfrm>
              <a:off x="2168390" y="2486338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1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25"/>
            <p:cNvSpPr/>
            <p:nvPr/>
          </p:nvSpPr>
          <p:spPr>
            <a:xfrm>
              <a:off x="2168390" y="1825748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25"/>
            <p:cNvSpPr/>
            <p:nvPr/>
          </p:nvSpPr>
          <p:spPr>
            <a:xfrm>
              <a:off x="2200466" y="2000135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25"/>
            <p:cNvSpPr/>
            <p:nvPr/>
          </p:nvSpPr>
          <p:spPr>
            <a:xfrm>
              <a:off x="2453059" y="1937671"/>
              <a:ext cx="65791" cy="95635"/>
            </a:xfrm>
            <a:custGeom>
              <a:avLst/>
              <a:gdLst/>
              <a:ahLst/>
              <a:cxnLst/>
              <a:rect l="l" t="t" r="r" b="b"/>
              <a:pathLst>
                <a:path w="1442" h="2096" extrusionOk="0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25"/>
            <p:cNvSpPr/>
            <p:nvPr/>
          </p:nvSpPr>
          <p:spPr>
            <a:xfrm>
              <a:off x="2467751" y="1967101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4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8" y="189"/>
                  </a:moveTo>
                  <a:cubicBezTo>
                    <a:pt x="428" y="189"/>
                    <a:pt x="416" y="193"/>
                    <a:pt x="405" y="201"/>
                  </a:cubicBezTo>
                  <a:cubicBezTo>
                    <a:pt x="357" y="225"/>
                    <a:pt x="334" y="272"/>
                    <a:pt x="322" y="332"/>
                  </a:cubicBezTo>
                  <a:cubicBezTo>
                    <a:pt x="322" y="364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41" y="344"/>
                    <a:pt x="476" y="296"/>
                    <a:pt x="476" y="248"/>
                  </a:cubicBezTo>
                  <a:cubicBezTo>
                    <a:pt x="476" y="208"/>
                    <a:pt x="460" y="189"/>
                    <a:pt x="438" y="189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3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10" y="380"/>
                  </a:moveTo>
                  <a:cubicBezTo>
                    <a:pt x="99" y="380"/>
                    <a:pt x="87" y="384"/>
                    <a:pt x="72" y="391"/>
                  </a:cubicBezTo>
                  <a:cubicBezTo>
                    <a:pt x="24" y="415"/>
                    <a:pt x="0" y="463"/>
                    <a:pt x="0" y="522"/>
                  </a:cubicBezTo>
                  <a:cubicBezTo>
                    <a:pt x="0" y="548"/>
                    <a:pt x="19" y="568"/>
                    <a:pt x="42" y="568"/>
                  </a:cubicBezTo>
                  <a:cubicBezTo>
                    <a:pt x="52" y="568"/>
                    <a:pt x="62" y="565"/>
                    <a:pt x="72" y="558"/>
                  </a:cubicBezTo>
                  <a:cubicBezTo>
                    <a:pt x="119" y="534"/>
                    <a:pt x="143" y="487"/>
                    <a:pt x="143" y="439"/>
                  </a:cubicBezTo>
                  <a:cubicBezTo>
                    <a:pt x="143" y="398"/>
                    <a:pt x="132" y="380"/>
                    <a:pt x="110" y="38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82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701"/>
                    <a:pt x="476" y="653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7"/>
                  </a:cubicBezTo>
                  <a:cubicBezTo>
                    <a:pt x="24" y="772"/>
                    <a:pt x="0" y="820"/>
                    <a:pt x="0" y="868"/>
                  </a:cubicBezTo>
                  <a:cubicBezTo>
                    <a:pt x="0" y="902"/>
                    <a:pt x="19" y="925"/>
                    <a:pt x="44" y="925"/>
                  </a:cubicBezTo>
                  <a:cubicBezTo>
                    <a:pt x="52" y="925"/>
                    <a:pt x="62" y="922"/>
                    <a:pt x="72" y="915"/>
                  </a:cubicBezTo>
                  <a:cubicBezTo>
                    <a:pt x="119" y="891"/>
                    <a:pt x="143" y="844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25"/>
            <p:cNvSpPr/>
            <p:nvPr/>
          </p:nvSpPr>
          <p:spPr>
            <a:xfrm>
              <a:off x="2168390" y="2372270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25"/>
            <p:cNvSpPr/>
            <p:nvPr/>
          </p:nvSpPr>
          <p:spPr>
            <a:xfrm>
              <a:off x="2200466" y="2546657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25"/>
            <p:cNvSpPr/>
            <p:nvPr/>
          </p:nvSpPr>
          <p:spPr>
            <a:xfrm>
              <a:off x="2453059" y="2484193"/>
              <a:ext cx="65791" cy="95635"/>
            </a:xfrm>
            <a:custGeom>
              <a:avLst/>
              <a:gdLst/>
              <a:ahLst/>
              <a:cxnLst/>
              <a:rect l="l" t="t" r="r" b="b"/>
              <a:pathLst>
                <a:path w="1442" h="2096" extrusionOk="0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2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25"/>
            <p:cNvSpPr/>
            <p:nvPr/>
          </p:nvSpPr>
          <p:spPr>
            <a:xfrm>
              <a:off x="2539979" y="2405943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25"/>
            <p:cNvSpPr/>
            <p:nvPr/>
          </p:nvSpPr>
          <p:spPr>
            <a:xfrm>
              <a:off x="2553575" y="2423327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1"/>
                  </a:moveTo>
                  <a:lnTo>
                    <a:pt x="2024" y="155"/>
                  </a:lnTo>
                  <a:lnTo>
                    <a:pt x="2024" y="394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27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65"/>
                  </a:lnTo>
                  <a:lnTo>
                    <a:pt x="1893" y="227"/>
                  </a:lnTo>
                  <a:close/>
                  <a:moveTo>
                    <a:pt x="2298" y="358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96"/>
                  </a:lnTo>
                  <a:lnTo>
                    <a:pt x="2298" y="358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29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41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53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6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394"/>
                  </a:lnTo>
                  <a:lnTo>
                    <a:pt x="274" y="1156"/>
                  </a:lnTo>
                  <a:close/>
                  <a:moveTo>
                    <a:pt x="679" y="1275"/>
                  </a:moveTo>
                  <a:lnTo>
                    <a:pt x="405" y="1429"/>
                  </a:lnTo>
                  <a:lnTo>
                    <a:pt x="405" y="1667"/>
                  </a:lnTo>
                  <a:lnTo>
                    <a:pt x="679" y="1513"/>
                  </a:lnTo>
                  <a:lnTo>
                    <a:pt x="679" y="1275"/>
                  </a:lnTo>
                  <a:close/>
                  <a:moveTo>
                    <a:pt x="274" y="1513"/>
                  </a:moveTo>
                  <a:lnTo>
                    <a:pt x="0" y="1667"/>
                  </a:lnTo>
                  <a:lnTo>
                    <a:pt x="0" y="1906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25"/>
            <p:cNvSpPr/>
            <p:nvPr/>
          </p:nvSpPr>
          <p:spPr>
            <a:xfrm>
              <a:off x="2467751" y="2513623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0"/>
                  </a:cubicBezTo>
                  <a:cubicBezTo>
                    <a:pt x="357" y="224"/>
                    <a:pt x="334" y="272"/>
                    <a:pt x="322" y="331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53" y="343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50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2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05" y="382"/>
                  </a:moveTo>
                  <a:cubicBezTo>
                    <a:pt x="95" y="382"/>
                    <a:pt x="84" y="385"/>
                    <a:pt x="72" y="391"/>
                  </a:cubicBezTo>
                  <a:cubicBezTo>
                    <a:pt x="24" y="415"/>
                    <a:pt x="0" y="462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86"/>
                    <a:pt x="143" y="439"/>
                  </a:cubicBezTo>
                  <a:cubicBezTo>
                    <a:pt x="143" y="404"/>
                    <a:pt x="130" y="382"/>
                    <a:pt x="105" y="382"/>
                  </a:cubicBezTo>
                  <a:close/>
                  <a:moveTo>
                    <a:pt x="430" y="541"/>
                  </a:moveTo>
                  <a:cubicBezTo>
                    <a:pt x="422" y="541"/>
                    <a:pt x="413" y="543"/>
                    <a:pt x="405" y="546"/>
                  </a:cubicBezTo>
                  <a:cubicBezTo>
                    <a:pt x="357" y="581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41" y="701"/>
                    <a:pt x="476" y="653"/>
                    <a:pt x="476" y="593"/>
                  </a:cubicBezTo>
                  <a:cubicBezTo>
                    <a:pt x="476" y="557"/>
                    <a:pt x="456" y="541"/>
                    <a:pt x="430" y="541"/>
                  </a:cubicBezTo>
                  <a:close/>
                  <a:moveTo>
                    <a:pt x="101" y="732"/>
                  </a:moveTo>
                  <a:cubicBezTo>
                    <a:pt x="93" y="732"/>
                    <a:pt x="83" y="733"/>
                    <a:pt x="72" y="736"/>
                  </a:cubicBezTo>
                  <a:cubicBezTo>
                    <a:pt x="24" y="772"/>
                    <a:pt x="0" y="820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3"/>
                    <a:pt x="143" y="784"/>
                  </a:cubicBezTo>
                  <a:cubicBezTo>
                    <a:pt x="143" y="747"/>
                    <a:pt x="129" y="732"/>
                    <a:pt x="101" y="73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25"/>
            <p:cNvSpPr/>
            <p:nvPr/>
          </p:nvSpPr>
          <p:spPr>
            <a:xfrm>
              <a:off x="2168390" y="2350004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8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25"/>
            <p:cNvSpPr/>
            <p:nvPr/>
          </p:nvSpPr>
          <p:spPr>
            <a:xfrm>
              <a:off x="2168390" y="2235890"/>
              <a:ext cx="512871" cy="386876"/>
            </a:xfrm>
            <a:custGeom>
              <a:avLst/>
              <a:gdLst/>
              <a:ahLst/>
              <a:cxnLst/>
              <a:rect l="l" t="t" r="r" b="b"/>
              <a:pathLst>
                <a:path w="11241" h="8479" extrusionOk="0">
                  <a:moveTo>
                    <a:pt x="1" y="6490"/>
                  </a:moveTo>
                  <a:lnTo>
                    <a:pt x="1" y="8478"/>
                  </a:lnTo>
                  <a:lnTo>
                    <a:pt x="11240" y="1989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25"/>
            <p:cNvSpPr/>
            <p:nvPr/>
          </p:nvSpPr>
          <p:spPr>
            <a:xfrm>
              <a:off x="2200466" y="2410277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25"/>
            <p:cNvSpPr/>
            <p:nvPr/>
          </p:nvSpPr>
          <p:spPr>
            <a:xfrm>
              <a:off x="2453059" y="2347814"/>
              <a:ext cx="65791" cy="95133"/>
            </a:xfrm>
            <a:custGeom>
              <a:avLst/>
              <a:gdLst/>
              <a:ahLst/>
              <a:cxnLst/>
              <a:rect l="l" t="t" r="r" b="b"/>
              <a:pathLst>
                <a:path w="1442" h="2085" extrusionOk="0">
                  <a:moveTo>
                    <a:pt x="1441" y="1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25"/>
            <p:cNvSpPr/>
            <p:nvPr/>
          </p:nvSpPr>
          <p:spPr>
            <a:xfrm>
              <a:off x="2539979" y="2269609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19"/>
                  </a:moveTo>
                  <a:lnTo>
                    <a:pt x="1" y="2608"/>
                  </a:lnTo>
                  <a:lnTo>
                    <a:pt x="2822" y="976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25"/>
            <p:cNvSpPr/>
            <p:nvPr/>
          </p:nvSpPr>
          <p:spPr>
            <a:xfrm>
              <a:off x="2553575" y="2286993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38"/>
                  </a:lnTo>
                  <a:close/>
                  <a:moveTo>
                    <a:pt x="2298" y="357"/>
                  </a:moveTo>
                  <a:lnTo>
                    <a:pt x="2024" y="500"/>
                  </a:lnTo>
                  <a:lnTo>
                    <a:pt x="2024" y="738"/>
                  </a:lnTo>
                  <a:lnTo>
                    <a:pt x="2298" y="595"/>
                  </a:lnTo>
                  <a:lnTo>
                    <a:pt x="2298" y="357"/>
                  </a:lnTo>
                  <a:close/>
                  <a:moveTo>
                    <a:pt x="1489" y="464"/>
                  </a:moveTo>
                  <a:lnTo>
                    <a:pt x="1215" y="619"/>
                  </a:lnTo>
                  <a:lnTo>
                    <a:pt x="1215" y="857"/>
                  </a:lnTo>
                  <a:lnTo>
                    <a:pt x="1489" y="703"/>
                  </a:lnTo>
                  <a:lnTo>
                    <a:pt x="1489" y="464"/>
                  </a:lnTo>
                  <a:close/>
                  <a:moveTo>
                    <a:pt x="1893" y="584"/>
                  </a:moveTo>
                  <a:lnTo>
                    <a:pt x="1620" y="738"/>
                  </a:lnTo>
                  <a:lnTo>
                    <a:pt x="1620" y="976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76"/>
                  </a:lnTo>
                  <a:lnTo>
                    <a:pt x="1215" y="1215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10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25"/>
            <p:cNvSpPr/>
            <p:nvPr/>
          </p:nvSpPr>
          <p:spPr>
            <a:xfrm>
              <a:off x="2467751" y="2377289"/>
              <a:ext cx="36409" cy="42160"/>
            </a:xfrm>
            <a:custGeom>
              <a:avLst/>
              <a:gdLst/>
              <a:ahLst/>
              <a:cxnLst/>
              <a:rect l="l" t="t" r="r" b="b"/>
              <a:pathLst>
                <a:path w="798" h="924" extrusionOk="0">
                  <a:moveTo>
                    <a:pt x="750" y="0"/>
                  </a:moveTo>
                  <a:cubicBezTo>
                    <a:pt x="739" y="0"/>
                    <a:pt x="727" y="3"/>
                    <a:pt x="715" y="9"/>
                  </a:cubicBezTo>
                  <a:cubicBezTo>
                    <a:pt x="667" y="33"/>
                    <a:pt x="643" y="81"/>
                    <a:pt x="643" y="140"/>
                  </a:cubicBezTo>
                  <a:cubicBezTo>
                    <a:pt x="643" y="175"/>
                    <a:pt x="662" y="197"/>
                    <a:pt x="686" y="197"/>
                  </a:cubicBezTo>
                  <a:cubicBezTo>
                    <a:pt x="695" y="197"/>
                    <a:pt x="705" y="194"/>
                    <a:pt x="715" y="188"/>
                  </a:cubicBezTo>
                  <a:cubicBezTo>
                    <a:pt x="762" y="152"/>
                    <a:pt x="786" y="105"/>
                    <a:pt x="798" y="57"/>
                  </a:cubicBezTo>
                  <a:cubicBezTo>
                    <a:pt x="798" y="22"/>
                    <a:pt x="779" y="0"/>
                    <a:pt x="750" y="0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8"/>
                  </a:cubicBezTo>
                  <a:cubicBezTo>
                    <a:pt x="357" y="224"/>
                    <a:pt x="334" y="271"/>
                    <a:pt x="322" y="319"/>
                  </a:cubicBezTo>
                  <a:cubicBezTo>
                    <a:pt x="322" y="354"/>
                    <a:pt x="341" y="376"/>
                    <a:pt x="370" y="376"/>
                  </a:cubicBezTo>
                  <a:cubicBezTo>
                    <a:pt x="380" y="376"/>
                    <a:pt x="392" y="373"/>
                    <a:pt x="405" y="367"/>
                  </a:cubicBezTo>
                  <a:cubicBezTo>
                    <a:pt x="441" y="331"/>
                    <a:pt x="476" y="283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0"/>
                    <a:pt x="643" y="438"/>
                    <a:pt x="643" y="486"/>
                  </a:cubicBezTo>
                  <a:cubicBezTo>
                    <a:pt x="643" y="526"/>
                    <a:pt x="660" y="545"/>
                    <a:pt x="682" y="545"/>
                  </a:cubicBezTo>
                  <a:cubicBezTo>
                    <a:pt x="692" y="545"/>
                    <a:pt x="703" y="541"/>
                    <a:pt x="715" y="533"/>
                  </a:cubicBezTo>
                  <a:cubicBezTo>
                    <a:pt x="762" y="510"/>
                    <a:pt x="786" y="462"/>
                    <a:pt x="798" y="402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69"/>
                  </a:moveTo>
                  <a:cubicBezTo>
                    <a:pt x="95" y="369"/>
                    <a:pt x="84" y="372"/>
                    <a:pt x="72" y="379"/>
                  </a:cubicBezTo>
                  <a:cubicBezTo>
                    <a:pt x="24" y="414"/>
                    <a:pt x="0" y="462"/>
                    <a:pt x="0" y="510"/>
                  </a:cubicBezTo>
                  <a:cubicBezTo>
                    <a:pt x="0" y="544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3"/>
                    <a:pt x="143" y="474"/>
                    <a:pt x="143" y="426"/>
                  </a:cubicBezTo>
                  <a:cubicBezTo>
                    <a:pt x="143" y="391"/>
                    <a:pt x="130" y="369"/>
                    <a:pt x="105" y="369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5"/>
                  </a:cubicBezTo>
                  <a:cubicBezTo>
                    <a:pt x="357" y="569"/>
                    <a:pt x="334" y="617"/>
                    <a:pt x="322" y="676"/>
                  </a:cubicBezTo>
                  <a:cubicBezTo>
                    <a:pt x="322" y="711"/>
                    <a:pt x="341" y="733"/>
                    <a:pt x="370" y="733"/>
                  </a:cubicBezTo>
                  <a:cubicBezTo>
                    <a:pt x="380" y="733"/>
                    <a:pt x="392" y="730"/>
                    <a:pt x="405" y="724"/>
                  </a:cubicBezTo>
                  <a:cubicBezTo>
                    <a:pt x="441" y="688"/>
                    <a:pt x="476" y="641"/>
                    <a:pt x="476" y="593"/>
                  </a:cubicBezTo>
                  <a:cubicBezTo>
                    <a:pt x="476" y="558"/>
                    <a:pt x="457" y="536"/>
                    <a:pt x="433" y="536"/>
                  </a:cubicBezTo>
                  <a:close/>
                  <a:moveTo>
                    <a:pt x="105" y="726"/>
                  </a:moveTo>
                  <a:cubicBezTo>
                    <a:pt x="95" y="726"/>
                    <a:pt x="84" y="729"/>
                    <a:pt x="72" y="736"/>
                  </a:cubicBezTo>
                  <a:cubicBezTo>
                    <a:pt x="24" y="760"/>
                    <a:pt x="0" y="807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4"/>
                  </a:cubicBezTo>
                  <a:cubicBezTo>
                    <a:pt x="119" y="879"/>
                    <a:pt x="143" y="831"/>
                    <a:pt x="143" y="783"/>
                  </a:cubicBezTo>
                  <a:cubicBezTo>
                    <a:pt x="143" y="749"/>
                    <a:pt x="130" y="726"/>
                    <a:pt x="105" y="72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25"/>
            <p:cNvSpPr/>
            <p:nvPr/>
          </p:nvSpPr>
          <p:spPr>
            <a:xfrm>
              <a:off x="2168390" y="2213077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1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25"/>
            <p:cNvSpPr/>
            <p:nvPr/>
          </p:nvSpPr>
          <p:spPr>
            <a:xfrm>
              <a:off x="2168390" y="2099009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25"/>
            <p:cNvSpPr/>
            <p:nvPr/>
          </p:nvSpPr>
          <p:spPr>
            <a:xfrm>
              <a:off x="2200466" y="2273396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25"/>
            <p:cNvSpPr/>
            <p:nvPr/>
          </p:nvSpPr>
          <p:spPr>
            <a:xfrm>
              <a:off x="2453059" y="2210932"/>
              <a:ext cx="65791" cy="95635"/>
            </a:xfrm>
            <a:custGeom>
              <a:avLst/>
              <a:gdLst/>
              <a:ahLst/>
              <a:cxnLst/>
              <a:rect l="l" t="t" r="r" b="b"/>
              <a:pathLst>
                <a:path w="1442" h="2096" extrusionOk="0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2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25"/>
            <p:cNvSpPr/>
            <p:nvPr/>
          </p:nvSpPr>
          <p:spPr>
            <a:xfrm>
              <a:off x="2539979" y="2132682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25"/>
            <p:cNvSpPr/>
            <p:nvPr/>
          </p:nvSpPr>
          <p:spPr>
            <a:xfrm>
              <a:off x="2553575" y="2150066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1"/>
                  </a:moveTo>
                  <a:lnTo>
                    <a:pt x="2024" y="156"/>
                  </a:lnTo>
                  <a:lnTo>
                    <a:pt x="2024" y="394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46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822"/>
                  </a:moveTo>
                  <a:lnTo>
                    <a:pt x="1215" y="965"/>
                  </a:lnTo>
                  <a:lnTo>
                    <a:pt x="1215" y="1203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8"/>
                  </a:lnTo>
                  <a:lnTo>
                    <a:pt x="679" y="929"/>
                  </a:lnTo>
                  <a:close/>
                  <a:moveTo>
                    <a:pt x="1084" y="1049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7"/>
                  </a:lnTo>
                  <a:lnTo>
                    <a:pt x="1084" y="1049"/>
                  </a:lnTo>
                  <a:close/>
                  <a:moveTo>
                    <a:pt x="274" y="1156"/>
                  </a:moveTo>
                  <a:lnTo>
                    <a:pt x="0" y="1322"/>
                  </a:lnTo>
                  <a:lnTo>
                    <a:pt x="0" y="1561"/>
                  </a:lnTo>
                  <a:lnTo>
                    <a:pt x="274" y="1394"/>
                  </a:lnTo>
                  <a:lnTo>
                    <a:pt x="274" y="1156"/>
                  </a:lnTo>
                  <a:close/>
                  <a:moveTo>
                    <a:pt x="679" y="1275"/>
                  </a:moveTo>
                  <a:lnTo>
                    <a:pt x="405" y="1430"/>
                  </a:lnTo>
                  <a:lnTo>
                    <a:pt x="405" y="1668"/>
                  </a:lnTo>
                  <a:lnTo>
                    <a:pt x="679" y="1513"/>
                  </a:lnTo>
                  <a:lnTo>
                    <a:pt x="679" y="1275"/>
                  </a:lnTo>
                  <a:close/>
                  <a:moveTo>
                    <a:pt x="274" y="1513"/>
                  </a:moveTo>
                  <a:lnTo>
                    <a:pt x="0" y="1668"/>
                  </a:lnTo>
                  <a:lnTo>
                    <a:pt x="0" y="1906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25"/>
            <p:cNvSpPr/>
            <p:nvPr/>
          </p:nvSpPr>
          <p:spPr>
            <a:xfrm>
              <a:off x="2467751" y="2240362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1"/>
                  </a:cubicBezTo>
                  <a:cubicBezTo>
                    <a:pt x="357" y="224"/>
                    <a:pt x="334" y="272"/>
                    <a:pt x="322" y="332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41" y="344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3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05" y="382"/>
                  </a:moveTo>
                  <a:cubicBezTo>
                    <a:pt x="95" y="382"/>
                    <a:pt x="84" y="385"/>
                    <a:pt x="72" y="391"/>
                  </a:cubicBezTo>
                  <a:cubicBezTo>
                    <a:pt x="24" y="415"/>
                    <a:pt x="0" y="463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86"/>
                    <a:pt x="143" y="439"/>
                  </a:cubicBezTo>
                  <a:cubicBezTo>
                    <a:pt x="143" y="404"/>
                    <a:pt x="130" y="382"/>
                    <a:pt x="105" y="382"/>
                  </a:cubicBezTo>
                  <a:close/>
                  <a:moveTo>
                    <a:pt x="430" y="542"/>
                  </a:moveTo>
                  <a:cubicBezTo>
                    <a:pt x="422" y="542"/>
                    <a:pt x="413" y="543"/>
                    <a:pt x="405" y="546"/>
                  </a:cubicBezTo>
                  <a:cubicBezTo>
                    <a:pt x="357" y="582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701"/>
                    <a:pt x="476" y="653"/>
                    <a:pt x="476" y="594"/>
                  </a:cubicBezTo>
                  <a:cubicBezTo>
                    <a:pt x="476" y="557"/>
                    <a:pt x="456" y="542"/>
                    <a:pt x="430" y="542"/>
                  </a:cubicBezTo>
                  <a:close/>
                  <a:moveTo>
                    <a:pt x="101" y="732"/>
                  </a:moveTo>
                  <a:cubicBezTo>
                    <a:pt x="93" y="732"/>
                    <a:pt x="83" y="734"/>
                    <a:pt x="72" y="736"/>
                  </a:cubicBezTo>
                  <a:cubicBezTo>
                    <a:pt x="24" y="772"/>
                    <a:pt x="0" y="820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4"/>
                    <a:pt x="143" y="784"/>
                  </a:cubicBezTo>
                  <a:cubicBezTo>
                    <a:pt x="143" y="748"/>
                    <a:pt x="129" y="732"/>
                    <a:pt x="101" y="73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25"/>
            <p:cNvSpPr/>
            <p:nvPr/>
          </p:nvSpPr>
          <p:spPr>
            <a:xfrm>
              <a:off x="2168390" y="2076743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9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25"/>
            <p:cNvSpPr/>
            <p:nvPr/>
          </p:nvSpPr>
          <p:spPr>
            <a:xfrm>
              <a:off x="2168390" y="1962675"/>
              <a:ext cx="512871" cy="386830"/>
            </a:xfrm>
            <a:custGeom>
              <a:avLst/>
              <a:gdLst/>
              <a:ahLst/>
              <a:cxnLst/>
              <a:rect l="l" t="t" r="r" b="b"/>
              <a:pathLst>
                <a:path w="11241" h="8478" extrusionOk="0">
                  <a:moveTo>
                    <a:pt x="1" y="6489"/>
                  </a:moveTo>
                  <a:lnTo>
                    <a:pt x="1" y="8477"/>
                  </a:lnTo>
                  <a:lnTo>
                    <a:pt x="11240" y="1988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25"/>
            <p:cNvSpPr/>
            <p:nvPr/>
          </p:nvSpPr>
          <p:spPr>
            <a:xfrm>
              <a:off x="2200466" y="2137062"/>
              <a:ext cx="221646" cy="168959"/>
            </a:xfrm>
            <a:custGeom>
              <a:avLst/>
              <a:gdLst/>
              <a:ahLst/>
              <a:cxnLst/>
              <a:rect l="l" t="t" r="r" b="b"/>
              <a:pathLst>
                <a:path w="4858" h="3703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25"/>
            <p:cNvSpPr/>
            <p:nvPr/>
          </p:nvSpPr>
          <p:spPr>
            <a:xfrm>
              <a:off x="2453059" y="2074553"/>
              <a:ext cx="65791" cy="95133"/>
            </a:xfrm>
            <a:custGeom>
              <a:avLst/>
              <a:gdLst/>
              <a:ahLst/>
              <a:cxnLst/>
              <a:rect l="l" t="t" r="r" b="b"/>
              <a:pathLst>
                <a:path w="1442" h="2085" extrusionOk="0">
                  <a:moveTo>
                    <a:pt x="1441" y="1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25"/>
            <p:cNvSpPr/>
            <p:nvPr/>
          </p:nvSpPr>
          <p:spPr>
            <a:xfrm>
              <a:off x="2539979" y="1996348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25"/>
            <p:cNvSpPr/>
            <p:nvPr/>
          </p:nvSpPr>
          <p:spPr>
            <a:xfrm>
              <a:off x="2553575" y="2013732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81"/>
                  </a:lnTo>
                  <a:lnTo>
                    <a:pt x="1620" y="619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46"/>
                  </a:moveTo>
                  <a:lnTo>
                    <a:pt x="2024" y="500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53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53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34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46"/>
                  </a:lnTo>
                  <a:lnTo>
                    <a:pt x="810" y="1084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798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36"/>
                  </a:lnTo>
                  <a:lnTo>
                    <a:pt x="1489" y="798"/>
                  </a:lnTo>
                  <a:close/>
                  <a:moveTo>
                    <a:pt x="679" y="917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55"/>
                  </a:lnTo>
                  <a:lnTo>
                    <a:pt x="679" y="917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5"/>
                  </a:moveTo>
                  <a:lnTo>
                    <a:pt x="0" y="1310"/>
                  </a:lnTo>
                  <a:lnTo>
                    <a:pt x="0" y="1548"/>
                  </a:lnTo>
                  <a:lnTo>
                    <a:pt x="274" y="1393"/>
                  </a:lnTo>
                  <a:lnTo>
                    <a:pt x="274" y="1155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25"/>
            <p:cNvSpPr/>
            <p:nvPr/>
          </p:nvSpPr>
          <p:spPr>
            <a:xfrm>
              <a:off x="2467751" y="2104028"/>
              <a:ext cx="36409" cy="42160"/>
            </a:xfrm>
            <a:custGeom>
              <a:avLst/>
              <a:gdLst/>
              <a:ahLst/>
              <a:cxnLst/>
              <a:rect l="l" t="t" r="r" b="b"/>
              <a:pathLst>
                <a:path w="798" h="924" extrusionOk="0">
                  <a:moveTo>
                    <a:pt x="750" y="0"/>
                  </a:moveTo>
                  <a:cubicBezTo>
                    <a:pt x="739" y="0"/>
                    <a:pt x="727" y="3"/>
                    <a:pt x="715" y="10"/>
                  </a:cubicBezTo>
                  <a:cubicBezTo>
                    <a:pt x="667" y="33"/>
                    <a:pt x="643" y="81"/>
                    <a:pt x="643" y="141"/>
                  </a:cubicBezTo>
                  <a:cubicBezTo>
                    <a:pt x="643" y="177"/>
                    <a:pt x="664" y="193"/>
                    <a:pt x="690" y="193"/>
                  </a:cubicBezTo>
                  <a:cubicBezTo>
                    <a:pt x="698" y="193"/>
                    <a:pt x="706" y="191"/>
                    <a:pt x="715" y="188"/>
                  </a:cubicBezTo>
                  <a:cubicBezTo>
                    <a:pt x="762" y="153"/>
                    <a:pt x="786" y="105"/>
                    <a:pt x="798" y="57"/>
                  </a:cubicBezTo>
                  <a:cubicBezTo>
                    <a:pt x="798" y="22"/>
                    <a:pt x="779" y="0"/>
                    <a:pt x="750" y="0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8"/>
                  </a:cubicBezTo>
                  <a:cubicBezTo>
                    <a:pt x="357" y="224"/>
                    <a:pt x="334" y="272"/>
                    <a:pt x="322" y="319"/>
                  </a:cubicBezTo>
                  <a:cubicBezTo>
                    <a:pt x="322" y="354"/>
                    <a:pt x="341" y="376"/>
                    <a:pt x="370" y="376"/>
                  </a:cubicBezTo>
                  <a:cubicBezTo>
                    <a:pt x="380" y="376"/>
                    <a:pt x="392" y="373"/>
                    <a:pt x="405" y="367"/>
                  </a:cubicBezTo>
                  <a:cubicBezTo>
                    <a:pt x="441" y="331"/>
                    <a:pt x="476" y="284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8"/>
                    <a:pt x="643" y="486"/>
                  </a:cubicBezTo>
                  <a:cubicBezTo>
                    <a:pt x="643" y="527"/>
                    <a:pt x="660" y="545"/>
                    <a:pt x="682" y="545"/>
                  </a:cubicBezTo>
                  <a:cubicBezTo>
                    <a:pt x="692" y="545"/>
                    <a:pt x="703" y="541"/>
                    <a:pt x="715" y="534"/>
                  </a:cubicBezTo>
                  <a:cubicBezTo>
                    <a:pt x="762" y="510"/>
                    <a:pt x="786" y="462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69"/>
                  </a:moveTo>
                  <a:cubicBezTo>
                    <a:pt x="95" y="369"/>
                    <a:pt x="84" y="372"/>
                    <a:pt x="72" y="379"/>
                  </a:cubicBezTo>
                  <a:cubicBezTo>
                    <a:pt x="24" y="414"/>
                    <a:pt x="0" y="462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4"/>
                    <a:pt x="143" y="474"/>
                    <a:pt x="143" y="426"/>
                  </a:cubicBezTo>
                  <a:cubicBezTo>
                    <a:pt x="143" y="392"/>
                    <a:pt x="130" y="369"/>
                    <a:pt x="105" y="369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5"/>
                  </a:cubicBezTo>
                  <a:cubicBezTo>
                    <a:pt x="357" y="569"/>
                    <a:pt x="334" y="617"/>
                    <a:pt x="322" y="676"/>
                  </a:cubicBezTo>
                  <a:cubicBezTo>
                    <a:pt x="322" y="711"/>
                    <a:pt x="341" y="733"/>
                    <a:pt x="370" y="733"/>
                  </a:cubicBezTo>
                  <a:cubicBezTo>
                    <a:pt x="380" y="733"/>
                    <a:pt x="392" y="730"/>
                    <a:pt x="405" y="724"/>
                  </a:cubicBezTo>
                  <a:cubicBezTo>
                    <a:pt x="441" y="688"/>
                    <a:pt x="476" y="641"/>
                    <a:pt x="476" y="593"/>
                  </a:cubicBezTo>
                  <a:cubicBezTo>
                    <a:pt x="476" y="558"/>
                    <a:pt x="457" y="536"/>
                    <a:pt x="433" y="536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7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1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25"/>
            <p:cNvSpPr/>
            <p:nvPr/>
          </p:nvSpPr>
          <p:spPr>
            <a:xfrm>
              <a:off x="2168390" y="1939862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0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8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25"/>
            <p:cNvSpPr/>
            <p:nvPr/>
          </p:nvSpPr>
          <p:spPr>
            <a:xfrm>
              <a:off x="2168390" y="3192007"/>
              <a:ext cx="512871" cy="387423"/>
            </a:xfrm>
            <a:custGeom>
              <a:avLst/>
              <a:gdLst/>
              <a:ahLst/>
              <a:cxnLst/>
              <a:rect l="l" t="t" r="r" b="b"/>
              <a:pathLst>
                <a:path w="11241" h="8491" extrusionOk="0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25"/>
            <p:cNvSpPr/>
            <p:nvPr/>
          </p:nvSpPr>
          <p:spPr>
            <a:xfrm>
              <a:off x="2200466" y="3366394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25"/>
            <p:cNvSpPr/>
            <p:nvPr/>
          </p:nvSpPr>
          <p:spPr>
            <a:xfrm>
              <a:off x="2453059" y="3303930"/>
              <a:ext cx="65791" cy="95681"/>
            </a:xfrm>
            <a:custGeom>
              <a:avLst/>
              <a:gdLst/>
              <a:ahLst/>
              <a:cxnLst/>
              <a:rect l="l" t="t" r="r" b="b"/>
              <a:pathLst>
                <a:path w="1442" h="2097" extrusionOk="0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25"/>
            <p:cNvSpPr/>
            <p:nvPr/>
          </p:nvSpPr>
          <p:spPr>
            <a:xfrm>
              <a:off x="2539979" y="3225725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31"/>
                  </a:moveTo>
                  <a:lnTo>
                    <a:pt x="1" y="2608"/>
                  </a:lnTo>
                  <a:lnTo>
                    <a:pt x="2822" y="988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25"/>
            <p:cNvSpPr/>
            <p:nvPr/>
          </p:nvSpPr>
          <p:spPr>
            <a:xfrm>
              <a:off x="2553575" y="3243109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26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38"/>
                  </a:lnTo>
                  <a:close/>
                  <a:moveTo>
                    <a:pt x="2298" y="345"/>
                  </a:moveTo>
                  <a:lnTo>
                    <a:pt x="2024" y="500"/>
                  </a:lnTo>
                  <a:lnTo>
                    <a:pt x="2024" y="750"/>
                  </a:lnTo>
                  <a:lnTo>
                    <a:pt x="2298" y="584"/>
                  </a:lnTo>
                  <a:lnTo>
                    <a:pt x="2298" y="345"/>
                  </a:lnTo>
                  <a:close/>
                  <a:moveTo>
                    <a:pt x="1489" y="464"/>
                  </a:moveTo>
                  <a:lnTo>
                    <a:pt x="1215" y="619"/>
                  </a:lnTo>
                  <a:lnTo>
                    <a:pt x="1215" y="857"/>
                  </a:lnTo>
                  <a:lnTo>
                    <a:pt x="1489" y="703"/>
                  </a:lnTo>
                  <a:lnTo>
                    <a:pt x="1489" y="464"/>
                  </a:lnTo>
                  <a:close/>
                  <a:moveTo>
                    <a:pt x="1893" y="572"/>
                  </a:moveTo>
                  <a:lnTo>
                    <a:pt x="1620" y="738"/>
                  </a:lnTo>
                  <a:lnTo>
                    <a:pt x="1620" y="976"/>
                  </a:lnTo>
                  <a:lnTo>
                    <a:pt x="1893" y="810"/>
                  </a:lnTo>
                  <a:lnTo>
                    <a:pt x="1893" y="572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5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65"/>
                  </a:lnTo>
                  <a:lnTo>
                    <a:pt x="1215" y="1203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74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29"/>
                  </a:lnTo>
                  <a:lnTo>
                    <a:pt x="405" y="1667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00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38"/>
                  </a:lnTo>
                  <a:lnTo>
                    <a:pt x="274" y="15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25"/>
            <p:cNvSpPr/>
            <p:nvPr/>
          </p:nvSpPr>
          <p:spPr>
            <a:xfrm>
              <a:off x="2467751" y="3333633"/>
              <a:ext cx="36409" cy="41932"/>
            </a:xfrm>
            <a:custGeom>
              <a:avLst/>
              <a:gdLst/>
              <a:ahLst/>
              <a:cxnLst/>
              <a:rect l="l" t="t" r="r" b="b"/>
              <a:pathLst>
                <a:path w="798" h="919" extrusionOk="0">
                  <a:moveTo>
                    <a:pt x="746" y="0"/>
                  </a:moveTo>
                  <a:cubicBezTo>
                    <a:pt x="736" y="0"/>
                    <a:pt x="726" y="2"/>
                    <a:pt x="715" y="4"/>
                  </a:cubicBezTo>
                  <a:cubicBezTo>
                    <a:pt x="667" y="40"/>
                    <a:pt x="643" y="88"/>
                    <a:pt x="643" y="135"/>
                  </a:cubicBezTo>
                  <a:cubicBezTo>
                    <a:pt x="643" y="170"/>
                    <a:pt x="662" y="192"/>
                    <a:pt x="686" y="192"/>
                  </a:cubicBezTo>
                  <a:cubicBezTo>
                    <a:pt x="695" y="192"/>
                    <a:pt x="705" y="189"/>
                    <a:pt x="715" y="183"/>
                  </a:cubicBezTo>
                  <a:cubicBezTo>
                    <a:pt x="762" y="159"/>
                    <a:pt x="786" y="112"/>
                    <a:pt x="798" y="52"/>
                  </a:cubicBezTo>
                  <a:cubicBezTo>
                    <a:pt x="798" y="16"/>
                    <a:pt x="777" y="0"/>
                    <a:pt x="746" y="0"/>
                  </a:cubicBezTo>
                  <a:close/>
                  <a:moveTo>
                    <a:pt x="433" y="186"/>
                  </a:moveTo>
                  <a:cubicBezTo>
                    <a:pt x="424" y="186"/>
                    <a:pt x="415" y="189"/>
                    <a:pt x="405" y="195"/>
                  </a:cubicBezTo>
                  <a:cubicBezTo>
                    <a:pt x="357" y="219"/>
                    <a:pt x="334" y="266"/>
                    <a:pt x="322" y="326"/>
                  </a:cubicBezTo>
                  <a:cubicBezTo>
                    <a:pt x="322" y="362"/>
                    <a:pt x="342" y="378"/>
                    <a:pt x="374" y="378"/>
                  </a:cubicBezTo>
                  <a:cubicBezTo>
                    <a:pt x="383" y="378"/>
                    <a:pt x="394" y="376"/>
                    <a:pt x="405" y="374"/>
                  </a:cubicBezTo>
                  <a:cubicBezTo>
                    <a:pt x="441" y="338"/>
                    <a:pt x="476" y="290"/>
                    <a:pt x="476" y="243"/>
                  </a:cubicBezTo>
                  <a:cubicBezTo>
                    <a:pt x="476" y="208"/>
                    <a:pt x="457" y="186"/>
                    <a:pt x="433" y="186"/>
                  </a:cubicBezTo>
                  <a:close/>
                  <a:moveTo>
                    <a:pt x="750" y="352"/>
                  </a:moveTo>
                  <a:cubicBezTo>
                    <a:pt x="739" y="352"/>
                    <a:pt x="727" y="355"/>
                    <a:pt x="715" y="362"/>
                  </a:cubicBezTo>
                  <a:cubicBezTo>
                    <a:pt x="667" y="397"/>
                    <a:pt x="643" y="445"/>
                    <a:pt x="643" y="493"/>
                  </a:cubicBezTo>
                  <a:cubicBezTo>
                    <a:pt x="643" y="527"/>
                    <a:pt x="662" y="550"/>
                    <a:pt x="686" y="550"/>
                  </a:cubicBezTo>
                  <a:cubicBezTo>
                    <a:pt x="695" y="550"/>
                    <a:pt x="705" y="547"/>
                    <a:pt x="715" y="540"/>
                  </a:cubicBezTo>
                  <a:cubicBezTo>
                    <a:pt x="762" y="505"/>
                    <a:pt x="786" y="457"/>
                    <a:pt x="798" y="409"/>
                  </a:cubicBezTo>
                  <a:cubicBezTo>
                    <a:pt x="798" y="374"/>
                    <a:pt x="779" y="352"/>
                    <a:pt x="750" y="352"/>
                  </a:cubicBezTo>
                  <a:close/>
                  <a:moveTo>
                    <a:pt x="105" y="376"/>
                  </a:moveTo>
                  <a:cubicBezTo>
                    <a:pt x="95" y="376"/>
                    <a:pt x="84" y="379"/>
                    <a:pt x="72" y="385"/>
                  </a:cubicBezTo>
                  <a:cubicBezTo>
                    <a:pt x="24" y="409"/>
                    <a:pt x="0" y="457"/>
                    <a:pt x="0" y="516"/>
                  </a:cubicBezTo>
                  <a:cubicBezTo>
                    <a:pt x="0" y="542"/>
                    <a:pt x="19" y="562"/>
                    <a:pt x="42" y="562"/>
                  </a:cubicBezTo>
                  <a:cubicBezTo>
                    <a:pt x="52" y="562"/>
                    <a:pt x="62" y="559"/>
                    <a:pt x="72" y="552"/>
                  </a:cubicBezTo>
                  <a:cubicBezTo>
                    <a:pt x="119" y="528"/>
                    <a:pt x="143" y="481"/>
                    <a:pt x="143" y="433"/>
                  </a:cubicBezTo>
                  <a:cubicBezTo>
                    <a:pt x="143" y="398"/>
                    <a:pt x="130" y="376"/>
                    <a:pt x="105" y="376"/>
                  </a:cubicBezTo>
                  <a:close/>
                  <a:moveTo>
                    <a:pt x="434" y="543"/>
                  </a:moveTo>
                  <a:cubicBezTo>
                    <a:pt x="425" y="543"/>
                    <a:pt x="415" y="545"/>
                    <a:pt x="405" y="552"/>
                  </a:cubicBezTo>
                  <a:cubicBezTo>
                    <a:pt x="357" y="576"/>
                    <a:pt x="334" y="624"/>
                    <a:pt x="322" y="671"/>
                  </a:cubicBezTo>
                  <a:cubicBezTo>
                    <a:pt x="322" y="706"/>
                    <a:pt x="341" y="728"/>
                    <a:pt x="370" y="728"/>
                  </a:cubicBezTo>
                  <a:cubicBezTo>
                    <a:pt x="380" y="728"/>
                    <a:pt x="392" y="725"/>
                    <a:pt x="405" y="719"/>
                  </a:cubicBezTo>
                  <a:cubicBezTo>
                    <a:pt x="453" y="695"/>
                    <a:pt x="476" y="647"/>
                    <a:pt x="476" y="588"/>
                  </a:cubicBezTo>
                  <a:cubicBezTo>
                    <a:pt x="476" y="562"/>
                    <a:pt x="458" y="543"/>
                    <a:pt x="434" y="543"/>
                  </a:cubicBezTo>
                  <a:close/>
                  <a:moveTo>
                    <a:pt x="111" y="731"/>
                  </a:moveTo>
                  <a:cubicBezTo>
                    <a:pt x="101" y="731"/>
                    <a:pt x="87" y="735"/>
                    <a:pt x="72" y="743"/>
                  </a:cubicBezTo>
                  <a:cubicBezTo>
                    <a:pt x="24" y="766"/>
                    <a:pt x="0" y="814"/>
                    <a:pt x="0" y="862"/>
                  </a:cubicBezTo>
                  <a:cubicBezTo>
                    <a:pt x="0" y="897"/>
                    <a:pt x="19" y="919"/>
                    <a:pt x="44" y="919"/>
                  </a:cubicBezTo>
                  <a:cubicBezTo>
                    <a:pt x="52" y="919"/>
                    <a:pt x="62" y="916"/>
                    <a:pt x="72" y="909"/>
                  </a:cubicBezTo>
                  <a:cubicBezTo>
                    <a:pt x="119" y="886"/>
                    <a:pt x="143" y="838"/>
                    <a:pt x="143" y="778"/>
                  </a:cubicBezTo>
                  <a:cubicBezTo>
                    <a:pt x="143" y="747"/>
                    <a:pt x="132" y="731"/>
                    <a:pt x="111" y="7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25"/>
            <p:cNvSpPr/>
            <p:nvPr/>
          </p:nvSpPr>
          <p:spPr>
            <a:xfrm>
              <a:off x="2168390" y="3169741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9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7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25"/>
            <p:cNvSpPr/>
            <p:nvPr/>
          </p:nvSpPr>
          <p:spPr>
            <a:xfrm>
              <a:off x="2168390" y="3055673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25"/>
            <p:cNvSpPr/>
            <p:nvPr/>
          </p:nvSpPr>
          <p:spPr>
            <a:xfrm>
              <a:off x="2200466" y="3230060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25"/>
            <p:cNvSpPr/>
            <p:nvPr/>
          </p:nvSpPr>
          <p:spPr>
            <a:xfrm>
              <a:off x="2453059" y="3167596"/>
              <a:ext cx="65791" cy="95088"/>
            </a:xfrm>
            <a:custGeom>
              <a:avLst/>
              <a:gdLst/>
              <a:ahLst/>
              <a:cxnLst/>
              <a:rect l="l" t="t" r="r" b="b"/>
              <a:pathLst>
                <a:path w="1442" h="2084" extrusionOk="0">
                  <a:moveTo>
                    <a:pt x="1441" y="0"/>
                  </a:moveTo>
                  <a:lnTo>
                    <a:pt x="1" y="834"/>
                  </a:lnTo>
                  <a:lnTo>
                    <a:pt x="1" y="2084"/>
                  </a:lnTo>
                  <a:lnTo>
                    <a:pt x="1441" y="1250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25"/>
            <p:cNvSpPr/>
            <p:nvPr/>
          </p:nvSpPr>
          <p:spPr>
            <a:xfrm>
              <a:off x="2539979" y="3089346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25"/>
            <p:cNvSpPr/>
            <p:nvPr/>
          </p:nvSpPr>
          <p:spPr>
            <a:xfrm>
              <a:off x="2553575" y="3106182"/>
              <a:ext cx="104892" cy="87514"/>
            </a:xfrm>
            <a:custGeom>
              <a:avLst/>
              <a:gdLst/>
              <a:ahLst/>
              <a:cxnLst/>
              <a:rect l="l" t="t" r="r" b="b"/>
              <a:pathLst>
                <a:path w="2299" h="1918" extrusionOk="0">
                  <a:moveTo>
                    <a:pt x="2298" y="1"/>
                  </a:moveTo>
                  <a:lnTo>
                    <a:pt x="2024" y="167"/>
                  </a:lnTo>
                  <a:lnTo>
                    <a:pt x="2024" y="406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58"/>
                  </a:moveTo>
                  <a:lnTo>
                    <a:pt x="2024" y="513"/>
                  </a:lnTo>
                  <a:lnTo>
                    <a:pt x="2024" y="751"/>
                  </a:lnTo>
                  <a:lnTo>
                    <a:pt x="2298" y="596"/>
                  </a:lnTo>
                  <a:lnTo>
                    <a:pt x="2298" y="358"/>
                  </a:lnTo>
                  <a:close/>
                  <a:moveTo>
                    <a:pt x="1489" y="477"/>
                  </a:moveTo>
                  <a:lnTo>
                    <a:pt x="1215" y="632"/>
                  </a:lnTo>
                  <a:lnTo>
                    <a:pt x="1215" y="870"/>
                  </a:lnTo>
                  <a:lnTo>
                    <a:pt x="1489" y="715"/>
                  </a:lnTo>
                  <a:lnTo>
                    <a:pt x="1489" y="477"/>
                  </a:lnTo>
                  <a:close/>
                  <a:moveTo>
                    <a:pt x="1893" y="584"/>
                  </a:moveTo>
                  <a:lnTo>
                    <a:pt x="1620" y="751"/>
                  </a:lnTo>
                  <a:lnTo>
                    <a:pt x="1620" y="989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41"/>
                  </a:moveTo>
                  <a:lnTo>
                    <a:pt x="405" y="1096"/>
                  </a:lnTo>
                  <a:lnTo>
                    <a:pt x="405" y="1334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7"/>
                  </a:lnTo>
                  <a:lnTo>
                    <a:pt x="1084" y="1048"/>
                  </a:lnTo>
                  <a:close/>
                  <a:moveTo>
                    <a:pt x="274" y="1168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6"/>
                  </a:lnTo>
                  <a:lnTo>
                    <a:pt x="274" y="1168"/>
                  </a:lnTo>
                  <a:close/>
                  <a:moveTo>
                    <a:pt x="679" y="1287"/>
                  </a:moveTo>
                  <a:lnTo>
                    <a:pt x="405" y="1441"/>
                  </a:lnTo>
                  <a:lnTo>
                    <a:pt x="405" y="1680"/>
                  </a:lnTo>
                  <a:lnTo>
                    <a:pt x="679" y="1525"/>
                  </a:lnTo>
                  <a:lnTo>
                    <a:pt x="679" y="1287"/>
                  </a:lnTo>
                  <a:close/>
                  <a:moveTo>
                    <a:pt x="274" y="1513"/>
                  </a:moveTo>
                  <a:lnTo>
                    <a:pt x="0" y="1680"/>
                  </a:lnTo>
                  <a:lnTo>
                    <a:pt x="0" y="1918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25"/>
            <p:cNvSpPr/>
            <p:nvPr/>
          </p:nvSpPr>
          <p:spPr>
            <a:xfrm>
              <a:off x="2467751" y="3197026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1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53"/>
                    <a:pt x="786" y="105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9"/>
                  </a:cubicBezTo>
                  <a:cubicBezTo>
                    <a:pt x="357" y="224"/>
                    <a:pt x="334" y="272"/>
                    <a:pt x="322" y="320"/>
                  </a:cubicBezTo>
                  <a:cubicBezTo>
                    <a:pt x="322" y="354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7"/>
                  </a:cubicBezTo>
                  <a:cubicBezTo>
                    <a:pt x="453" y="343"/>
                    <a:pt x="476" y="296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0"/>
                    <a:pt x="659" y="546"/>
                    <a:pt x="680" y="546"/>
                  </a:cubicBezTo>
                  <a:cubicBezTo>
                    <a:pt x="691" y="546"/>
                    <a:pt x="703" y="542"/>
                    <a:pt x="715" y="534"/>
                  </a:cubicBezTo>
                  <a:cubicBezTo>
                    <a:pt x="762" y="510"/>
                    <a:pt x="786" y="462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2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4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6"/>
                  </a:cubicBezTo>
                  <a:cubicBezTo>
                    <a:pt x="357" y="570"/>
                    <a:pt x="334" y="617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53" y="689"/>
                    <a:pt x="476" y="641"/>
                    <a:pt x="476" y="593"/>
                  </a:cubicBezTo>
                  <a:cubicBezTo>
                    <a:pt x="476" y="559"/>
                    <a:pt x="457" y="536"/>
                    <a:pt x="433" y="536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8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25"/>
            <p:cNvSpPr/>
            <p:nvPr/>
          </p:nvSpPr>
          <p:spPr>
            <a:xfrm>
              <a:off x="2168390" y="3032859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0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8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25"/>
            <p:cNvSpPr/>
            <p:nvPr/>
          </p:nvSpPr>
          <p:spPr>
            <a:xfrm>
              <a:off x="2168390" y="2918792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89"/>
                  </a:lnTo>
                  <a:lnTo>
                    <a:pt x="11240" y="2000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25"/>
            <p:cNvSpPr/>
            <p:nvPr/>
          </p:nvSpPr>
          <p:spPr>
            <a:xfrm>
              <a:off x="2200466" y="3093133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25"/>
            <p:cNvSpPr/>
            <p:nvPr/>
          </p:nvSpPr>
          <p:spPr>
            <a:xfrm>
              <a:off x="2453059" y="3030669"/>
              <a:ext cx="65791" cy="95681"/>
            </a:xfrm>
            <a:custGeom>
              <a:avLst/>
              <a:gdLst/>
              <a:ahLst/>
              <a:cxnLst/>
              <a:rect l="l" t="t" r="r" b="b"/>
              <a:pathLst>
                <a:path w="1442" h="2097" extrusionOk="0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25"/>
            <p:cNvSpPr/>
            <p:nvPr/>
          </p:nvSpPr>
          <p:spPr>
            <a:xfrm>
              <a:off x="2539979" y="2952464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31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25"/>
            <p:cNvSpPr/>
            <p:nvPr/>
          </p:nvSpPr>
          <p:spPr>
            <a:xfrm>
              <a:off x="2553575" y="2969848"/>
              <a:ext cx="104892" cy="87514"/>
            </a:xfrm>
            <a:custGeom>
              <a:avLst/>
              <a:gdLst/>
              <a:ahLst/>
              <a:cxnLst/>
              <a:rect l="l" t="t" r="r" b="b"/>
              <a:pathLst>
                <a:path w="2299" h="1918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57"/>
                  </a:moveTo>
                  <a:lnTo>
                    <a:pt x="2024" y="512"/>
                  </a:lnTo>
                  <a:lnTo>
                    <a:pt x="2024" y="750"/>
                  </a:lnTo>
                  <a:lnTo>
                    <a:pt x="2298" y="596"/>
                  </a:lnTo>
                  <a:lnTo>
                    <a:pt x="2298" y="357"/>
                  </a:lnTo>
                  <a:close/>
                  <a:moveTo>
                    <a:pt x="1489" y="465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50"/>
                  </a:lnTo>
                  <a:lnTo>
                    <a:pt x="1620" y="988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86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24"/>
                  </a:lnTo>
                  <a:lnTo>
                    <a:pt x="679" y="1286"/>
                  </a:lnTo>
                  <a:close/>
                  <a:moveTo>
                    <a:pt x="274" y="1512"/>
                  </a:moveTo>
                  <a:lnTo>
                    <a:pt x="0" y="1679"/>
                  </a:lnTo>
                  <a:lnTo>
                    <a:pt x="0" y="1917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25"/>
            <p:cNvSpPr/>
            <p:nvPr/>
          </p:nvSpPr>
          <p:spPr>
            <a:xfrm>
              <a:off x="2467751" y="3060373"/>
              <a:ext cx="36409" cy="42479"/>
            </a:xfrm>
            <a:custGeom>
              <a:avLst/>
              <a:gdLst/>
              <a:ahLst/>
              <a:cxnLst/>
              <a:rect l="l" t="t" r="r" b="b"/>
              <a:pathLst>
                <a:path w="798" h="931" extrusionOk="0">
                  <a:moveTo>
                    <a:pt x="745" y="0"/>
                  </a:moveTo>
                  <a:cubicBezTo>
                    <a:pt x="735" y="0"/>
                    <a:pt x="725" y="2"/>
                    <a:pt x="715" y="5"/>
                  </a:cubicBezTo>
                  <a:lnTo>
                    <a:pt x="715" y="17"/>
                  </a:lnTo>
                  <a:cubicBezTo>
                    <a:pt x="667" y="40"/>
                    <a:pt x="643" y="88"/>
                    <a:pt x="643" y="147"/>
                  </a:cubicBezTo>
                  <a:cubicBezTo>
                    <a:pt x="643" y="182"/>
                    <a:pt x="662" y="204"/>
                    <a:pt x="686" y="204"/>
                  </a:cubicBezTo>
                  <a:cubicBezTo>
                    <a:pt x="695" y="204"/>
                    <a:pt x="705" y="202"/>
                    <a:pt x="715" y="195"/>
                  </a:cubicBezTo>
                  <a:cubicBezTo>
                    <a:pt x="762" y="159"/>
                    <a:pt x="786" y="112"/>
                    <a:pt x="798" y="64"/>
                  </a:cubicBezTo>
                  <a:cubicBezTo>
                    <a:pt x="798" y="18"/>
                    <a:pt x="776" y="0"/>
                    <a:pt x="745" y="0"/>
                  </a:cubicBezTo>
                  <a:close/>
                  <a:moveTo>
                    <a:pt x="433" y="186"/>
                  </a:moveTo>
                  <a:cubicBezTo>
                    <a:pt x="424" y="186"/>
                    <a:pt x="415" y="189"/>
                    <a:pt x="405" y="195"/>
                  </a:cubicBezTo>
                  <a:cubicBezTo>
                    <a:pt x="357" y="231"/>
                    <a:pt x="334" y="278"/>
                    <a:pt x="322" y="326"/>
                  </a:cubicBezTo>
                  <a:cubicBezTo>
                    <a:pt x="322" y="361"/>
                    <a:pt x="341" y="383"/>
                    <a:pt x="370" y="383"/>
                  </a:cubicBezTo>
                  <a:cubicBezTo>
                    <a:pt x="380" y="383"/>
                    <a:pt x="392" y="380"/>
                    <a:pt x="405" y="374"/>
                  </a:cubicBezTo>
                  <a:cubicBezTo>
                    <a:pt x="453" y="350"/>
                    <a:pt x="476" y="290"/>
                    <a:pt x="476" y="243"/>
                  </a:cubicBezTo>
                  <a:cubicBezTo>
                    <a:pt x="476" y="208"/>
                    <a:pt x="457" y="186"/>
                    <a:pt x="433" y="186"/>
                  </a:cubicBezTo>
                  <a:close/>
                  <a:moveTo>
                    <a:pt x="750" y="352"/>
                  </a:moveTo>
                  <a:cubicBezTo>
                    <a:pt x="739" y="352"/>
                    <a:pt x="727" y="355"/>
                    <a:pt x="715" y="362"/>
                  </a:cubicBezTo>
                  <a:lnTo>
                    <a:pt x="715" y="374"/>
                  </a:lnTo>
                  <a:cubicBezTo>
                    <a:pt x="667" y="398"/>
                    <a:pt x="643" y="445"/>
                    <a:pt x="643" y="505"/>
                  </a:cubicBezTo>
                  <a:cubicBezTo>
                    <a:pt x="643" y="536"/>
                    <a:pt x="659" y="552"/>
                    <a:pt x="680" y="552"/>
                  </a:cubicBezTo>
                  <a:cubicBezTo>
                    <a:pt x="691" y="552"/>
                    <a:pt x="703" y="548"/>
                    <a:pt x="715" y="540"/>
                  </a:cubicBezTo>
                  <a:cubicBezTo>
                    <a:pt x="762" y="517"/>
                    <a:pt x="786" y="469"/>
                    <a:pt x="798" y="409"/>
                  </a:cubicBezTo>
                  <a:cubicBezTo>
                    <a:pt x="798" y="375"/>
                    <a:pt x="779" y="352"/>
                    <a:pt x="750" y="352"/>
                  </a:cubicBezTo>
                  <a:close/>
                  <a:moveTo>
                    <a:pt x="105" y="376"/>
                  </a:moveTo>
                  <a:cubicBezTo>
                    <a:pt x="95" y="376"/>
                    <a:pt x="84" y="379"/>
                    <a:pt x="72" y="386"/>
                  </a:cubicBezTo>
                  <a:cubicBezTo>
                    <a:pt x="24" y="421"/>
                    <a:pt x="0" y="469"/>
                    <a:pt x="0" y="517"/>
                  </a:cubicBezTo>
                  <a:cubicBezTo>
                    <a:pt x="0" y="551"/>
                    <a:pt x="19" y="574"/>
                    <a:pt x="44" y="574"/>
                  </a:cubicBezTo>
                  <a:cubicBezTo>
                    <a:pt x="52" y="574"/>
                    <a:pt x="62" y="571"/>
                    <a:pt x="72" y="564"/>
                  </a:cubicBezTo>
                  <a:cubicBezTo>
                    <a:pt x="119" y="540"/>
                    <a:pt x="143" y="481"/>
                    <a:pt x="143" y="433"/>
                  </a:cubicBezTo>
                  <a:cubicBezTo>
                    <a:pt x="143" y="398"/>
                    <a:pt x="130" y="376"/>
                    <a:pt x="105" y="376"/>
                  </a:cubicBezTo>
                  <a:close/>
                  <a:moveTo>
                    <a:pt x="438" y="541"/>
                  </a:moveTo>
                  <a:cubicBezTo>
                    <a:pt x="428" y="541"/>
                    <a:pt x="416" y="545"/>
                    <a:pt x="405" y="552"/>
                  </a:cubicBezTo>
                  <a:cubicBezTo>
                    <a:pt x="357" y="576"/>
                    <a:pt x="334" y="624"/>
                    <a:pt x="322" y="683"/>
                  </a:cubicBezTo>
                  <a:cubicBezTo>
                    <a:pt x="322" y="718"/>
                    <a:pt x="341" y="740"/>
                    <a:pt x="370" y="740"/>
                  </a:cubicBezTo>
                  <a:cubicBezTo>
                    <a:pt x="380" y="740"/>
                    <a:pt x="392" y="737"/>
                    <a:pt x="405" y="731"/>
                  </a:cubicBezTo>
                  <a:cubicBezTo>
                    <a:pt x="453" y="695"/>
                    <a:pt x="476" y="648"/>
                    <a:pt x="476" y="600"/>
                  </a:cubicBezTo>
                  <a:cubicBezTo>
                    <a:pt x="476" y="559"/>
                    <a:pt x="460" y="541"/>
                    <a:pt x="438" y="541"/>
                  </a:cubicBezTo>
                  <a:close/>
                  <a:moveTo>
                    <a:pt x="100" y="727"/>
                  </a:moveTo>
                  <a:cubicBezTo>
                    <a:pt x="92" y="727"/>
                    <a:pt x="82" y="728"/>
                    <a:pt x="72" y="731"/>
                  </a:cubicBezTo>
                  <a:lnTo>
                    <a:pt x="72" y="743"/>
                  </a:lnTo>
                  <a:cubicBezTo>
                    <a:pt x="24" y="767"/>
                    <a:pt x="0" y="814"/>
                    <a:pt x="0" y="874"/>
                  </a:cubicBezTo>
                  <a:cubicBezTo>
                    <a:pt x="0" y="909"/>
                    <a:pt x="19" y="931"/>
                    <a:pt x="44" y="931"/>
                  </a:cubicBezTo>
                  <a:cubicBezTo>
                    <a:pt x="52" y="931"/>
                    <a:pt x="62" y="928"/>
                    <a:pt x="72" y="921"/>
                  </a:cubicBezTo>
                  <a:cubicBezTo>
                    <a:pt x="119" y="886"/>
                    <a:pt x="143" y="838"/>
                    <a:pt x="143" y="790"/>
                  </a:cubicBezTo>
                  <a:cubicBezTo>
                    <a:pt x="143" y="744"/>
                    <a:pt x="129" y="727"/>
                    <a:pt x="100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25"/>
            <p:cNvSpPr/>
            <p:nvPr/>
          </p:nvSpPr>
          <p:spPr>
            <a:xfrm>
              <a:off x="2168390" y="2896480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9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7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25"/>
            <p:cNvSpPr/>
            <p:nvPr/>
          </p:nvSpPr>
          <p:spPr>
            <a:xfrm>
              <a:off x="2168390" y="2782412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25"/>
            <p:cNvSpPr/>
            <p:nvPr/>
          </p:nvSpPr>
          <p:spPr>
            <a:xfrm>
              <a:off x="2200466" y="2956799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25"/>
            <p:cNvSpPr/>
            <p:nvPr/>
          </p:nvSpPr>
          <p:spPr>
            <a:xfrm>
              <a:off x="2453059" y="2894335"/>
              <a:ext cx="65791" cy="95088"/>
            </a:xfrm>
            <a:custGeom>
              <a:avLst/>
              <a:gdLst/>
              <a:ahLst/>
              <a:cxnLst/>
              <a:rect l="l" t="t" r="r" b="b"/>
              <a:pathLst>
                <a:path w="1442" h="2084" extrusionOk="0">
                  <a:moveTo>
                    <a:pt x="1441" y="0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0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25"/>
            <p:cNvSpPr/>
            <p:nvPr/>
          </p:nvSpPr>
          <p:spPr>
            <a:xfrm>
              <a:off x="2539979" y="2816085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25"/>
            <p:cNvSpPr/>
            <p:nvPr/>
          </p:nvSpPr>
          <p:spPr>
            <a:xfrm>
              <a:off x="2553575" y="2832921"/>
              <a:ext cx="104892" cy="87514"/>
            </a:xfrm>
            <a:custGeom>
              <a:avLst/>
              <a:gdLst/>
              <a:ahLst/>
              <a:cxnLst/>
              <a:rect l="l" t="t" r="r" b="b"/>
              <a:pathLst>
                <a:path w="2299" h="1918" extrusionOk="0">
                  <a:moveTo>
                    <a:pt x="2298" y="1"/>
                  </a:moveTo>
                  <a:lnTo>
                    <a:pt x="2024" y="168"/>
                  </a:lnTo>
                  <a:lnTo>
                    <a:pt x="2024" y="406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58"/>
                  </a:moveTo>
                  <a:lnTo>
                    <a:pt x="2024" y="513"/>
                  </a:lnTo>
                  <a:lnTo>
                    <a:pt x="2024" y="751"/>
                  </a:lnTo>
                  <a:lnTo>
                    <a:pt x="2298" y="584"/>
                  </a:lnTo>
                  <a:lnTo>
                    <a:pt x="2298" y="358"/>
                  </a:lnTo>
                  <a:close/>
                  <a:moveTo>
                    <a:pt x="1489" y="477"/>
                  </a:moveTo>
                  <a:lnTo>
                    <a:pt x="1215" y="632"/>
                  </a:lnTo>
                  <a:lnTo>
                    <a:pt x="1215" y="870"/>
                  </a:lnTo>
                  <a:lnTo>
                    <a:pt x="1489" y="715"/>
                  </a:lnTo>
                  <a:lnTo>
                    <a:pt x="1489" y="477"/>
                  </a:lnTo>
                  <a:close/>
                  <a:moveTo>
                    <a:pt x="1893" y="584"/>
                  </a:moveTo>
                  <a:lnTo>
                    <a:pt x="1620" y="751"/>
                  </a:lnTo>
                  <a:lnTo>
                    <a:pt x="1620" y="989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108"/>
                  </a:lnTo>
                  <a:lnTo>
                    <a:pt x="1084" y="942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1"/>
                  </a:lnTo>
                  <a:lnTo>
                    <a:pt x="1489" y="822"/>
                  </a:lnTo>
                  <a:close/>
                  <a:moveTo>
                    <a:pt x="679" y="942"/>
                  </a:moveTo>
                  <a:lnTo>
                    <a:pt x="405" y="1096"/>
                  </a:lnTo>
                  <a:lnTo>
                    <a:pt x="405" y="1334"/>
                  </a:lnTo>
                  <a:lnTo>
                    <a:pt x="679" y="1180"/>
                  </a:lnTo>
                  <a:lnTo>
                    <a:pt x="679" y="942"/>
                  </a:lnTo>
                  <a:close/>
                  <a:moveTo>
                    <a:pt x="1084" y="1049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7"/>
                  </a:lnTo>
                  <a:lnTo>
                    <a:pt x="1084" y="1049"/>
                  </a:lnTo>
                  <a:close/>
                  <a:moveTo>
                    <a:pt x="274" y="1168"/>
                  </a:moveTo>
                  <a:lnTo>
                    <a:pt x="0" y="1311"/>
                  </a:lnTo>
                  <a:lnTo>
                    <a:pt x="0" y="1549"/>
                  </a:lnTo>
                  <a:lnTo>
                    <a:pt x="274" y="1406"/>
                  </a:lnTo>
                  <a:lnTo>
                    <a:pt x="274" y="1168"/>
                  </a:lnTo>
                  <a:close/>
                  <a:moveTo>
                    <a:pt x="679" y="1287"/>
                  </a:moveTo>
                  <a:lnTo>
                    <a:pt x="405" y="1442"/>
                  </a:lnTo>
                  <a:lnTo>
                    <a:pt x="405" y="1680"/>
                  </a:lnTo>
                  <a:lnTo>
                    <a:pt x="679" y="1525"/>
                  </a:lnTo>
                  <a:lnTo>
                    <a:pt x="679" y="1287"/>
                  </a:lnTo>
                  <a:close/>
                  <a:moveTo>
                    <a:pt x="274" y="1513"/>
                  </a:moveTo>
                  <a:lnTo>
                    <a:pt x="0" y="1680"/>
                  </a:lnTo>
                  <a:lnTo>
                    <a:pt x="0" y="1918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25"/>
            <p:cNvSpPr/>
            <p:nvPr/>
          </p:nvSpPr>
          <p:spPr>
            <a:xfrm>
              <a:off x="2467751" y="2923765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2"/>
                    <a:pt x="643" y="141"/>
                  </a:cubicBezTo>
                  <a:cubicBezTo>
                    <a:pt x="643" y="178"/>
                    <a:pt x="664" y="193"/>
                    <a:pt x="690" y="193"/>
                  </a:cubicBezTo>
                  <a:cubicBezTo>
                    <a:pt x="698" y="193"/>
                    <a:pt x="706" y="192"/>
                    <a:pt x="715" y="189"/>
                  </a:cubicBezTo>
                  <a:cubicBezTo>
                    <a:pt x="762" y="153"/>
                    <a:pt x="786" y="105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9"/>
                  </a:cubicBezTo>
                  <a:cubicBezTo>
                    <a:pt x="357" y="224"/>
                    <a:pt x="334" y="272"/>
                    <a:pt x="322" y="320"/>
                  </a:cubicBezTo>
                  <a:cubicBezTo>
                    <a:pt x="322" y="355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7"/>
                  </a:cubicBezTo>
                  <a:cubicBezTo>
                    <a:pt x="453" y="344"/>
                    <a:pt x="476" y="284"/>
                    <a:pt x="476" y="236"/>
                  </a:cubicBezTo>
                  <a:cubicBezTo>
                    <a:pt x="476" y="202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9"/>
                    <a:pt x="643" y="486"/>
                  </a:cubicBezTo>
                  <a:cubicBezTo>
                    <a:pt x="643" y="521"/>
                    <a:pt x="662" y="543"/>
                    <a:pt x="686" y="543"/>
                  </a:cubicBezTo>
                  <a:cubicBezTo>
                    <a:pt x="695" y="543"/>
                    <a:pt x="705" y="540"/>
                    <a:pt x="715" y="534"/>
                  </a:cubicBezTo>
                  <a:cubicBezTo>
                    <a:pt x="762" y="510"/>
                    <a:pt x="786" y="463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3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5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70"/>
                    <a:pt x="334" y="617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53" y="689"/>
                    <a:pt x="476" y="641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8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25"/>
            <p:cNvSpPr/>
            <p:nvPr/>
          </p:nvSpPr>
          <p:spPr>
            <a:xfrm>
              <a:off x="2168390" y="2759599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1"/>
                  </a:moveTo>
                  <a:lnTo>
                    <a:pt x="10371" y="1"/>
                  </a:lnTo>
                  <a:lnTo>
                    <a:pt x="1" y="5989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25"/>
            <p:cNvSpPr/>
            <p:nvPr/>
          </p:nvSpPr>
          <p:spPr>
            <a:xfrm>
              <a:off x="2168390" y="2645531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89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25"/>
            <p:cNvSpPr/>
            <p:nvPr/>
          </p:nvSpPr>
          <p:spPr>
            <a:xfrm>
              <a:off x="2200466" y="2819918"/>
              <a:ext cx="221646" cy="168959"/>
            </a:xfrm>
            <a:custGeom>
              <a:avLst/>
              <a:gdLst/>
              <a:ahLst/>
              <a:cxnLst/>
              <a:rect l="l" t="t" r="r" b="b"/>
              <a:pathLst>
                <a:path w="4858" h="3703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25"/>
            <p:cNvSpPr/>
            <p:nvPr/>
          </p:nvSpPr>
          <p:spPr>
            <a:xfrm>
              <a:off x="2453059" y="2757408"/>
              <a:ext cx="65791" cy="95681"/>
            </a:xfrm>
            <a:custGeom>
              <a:avLst/>
              <a:gdLst/>
              <a:ahLst/>
              <a:cxnLst/>
              <a:rect l="l" t="t" r="r" b="b"/>
              <a:pathLst>
                <a:path w="1442" h="2097" extrusionOk="0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25"/>
            <p:cNvSpPr/>
            <p:nvPr/>
          </p:nvSpPr>
          <p:spPr>
            <a:xfrm>
              <a:off x="2539979" y="2679204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25"/>
            <p:cNvSpPr/>
            <p:nvPr/>
          </p:nvSpPr>
          <p:spPr>
            <a:xfrm>
              <a:off x="2553575" y="2696587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9"/>
                  </a:lnTo>
                  <a:lnTo>
                    <a:pt x="2298" y="0"/>
                  </a:lnTo>
                  <a:close/>
                  <a:moveTo>
                    <a:pt x="1893" y="239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46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48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3"/>
                  </a:lnTo>
                  <a:lnTo>
                    <a:pt x="679" y="1274"/>
                  </a:lnTo>
                  <a:close/>
                  <a:moveTo>
                    <a:pt x="274" y="1513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25"/>
            <p:cNvSpPr/>
            <p:nvPr/>
          </p:nvSpPr>
          <p:spPr>
            <a:xfrm>
              <a:off x="2467751" y="2786884"/>
              <a:ext cx="36409" cy="42160"/>
            </a:xfrm>
            <a:custGeom>
              <a:avLst/>
              <a:gdLst/>
              <a:ahLst/>
              <a:cxnLst/>
              <a:rect l="l" t="t" r="r" b="b"/>
              <a:pathLst>
                <a:path w="798" h="924" extrusionOk="0">
                  <a:moveTo>
                    <a:pt x="750" y="0"/>
                  </a:moveTo>
                  <a:cubicBezTo>
                    <a:pt x="739" y="0"/>
                    <a:pt x="727" y="3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8"/>
                  </a:cubicBezTo>
                  <a:cubicBezTo>
                    <a:pt x="762" y="165"/>
                    <a:pt x="786" y="117"/>
                    <a:pt x="798" y="57"/>
                  </a:cubicBezTo>
                  <a:cubicBezTo>
                    <a:pt x="798" y="23"/>
                    <a:pt x="779" y="0"/>
                    <a:pt x="750" y="0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0"/>
                  </a:cubicBezTo>
                  <a:cubicBezTo>
                    <a:pt x="357" y="224"/>
                    <a:pt x="334" y="272"/>
                    <a:pt x="322" y="331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53" y="343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50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2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10" y="379"/>
                  </a:moveTo>
                  <a:cubicBezTo>
                    <a:pt x="99" y="379"/>
                    <a:pt x="87" y="383"/>
                    <a:pt x="72" y="391"/>
                  </a:cubicBezTo>
                  <a:cubicBezTo>
                    <a:pt x="24" y="415"/>
                    <a:pt x="0" y="462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4"/>
                    <a:pt x="143" y="486"/>
                    <a:pt x="143" y="438"/>
                  </a:cubicBezTo>
                  <a:cubicBezTo>
                    <a:pt x="143" y="398"/>
                    <a:pt x="132" y="379"/>
                    <a:pt x="110" y="379"/>
                  </a:cubicBezTo>
                  <a:close/>
                  <a:moveTo>
                    <a:pt x="439" y="546"/>
                  </a:moveTo>
                  <a:cubicBezTo>
                    <a:pt x="429" y="546"/>
                    <a:pt x="417" y="550"/>
                    <a:pt x="405" y="557"/>
                  </a:cubicBezTo>
                  <a:cubicBezTo>
                    <a:pt x="357" y="581"/>
                    <a:pt x="334" y="629"/>
                    <a:pt x="322" y="677"/>
                  </a:cubicBezTo>
                  <a:cubicBezTo>
                    <a:pt x="322" y="711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53" y="700"/>
                    <a:pt x="476" y="653"/>
                    <a:pt x="476" y="593"/>
                  </a:cubicBezTo>
                  <a:cubicBezTo>
                    <a:pt x="476" y="561"/>
                    <a:pt x="461" y="546"/>
                    <a:pt x="439" y="546"/>
                  </a:cubicBezTo>
                  <a:close/>
                  <a:moveTo>
                    <a:pt x="111" y="736"/>
                  </a:moveTo>
                  <a:cubicBezTo>
                    <a:pt x="101" y="736"/>
                    <a:pt x="87" y="740"/>
                    <a:pt x="72" y="748"/>
                  </a:cubicBezTo>
                  <a:cubicBezTo>
                    <a:pt x="24" y="772"/>
                    <a:pt x="0" y="819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3"/>
                    <a:pt x="143" y="784"/>
                  </a:cubicBezTo>
                  <a:cubicBezTo>
                    <a:pt x="143" y="752"/>
                    <a:pt x="132" y="736"/>
                    <a:pt x="111" y="73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25"/>
            <p:cNvSpPr/>
            <p:nvPr/>
          </p:nvSpPr>
          <p:spPr>
            <a:xfrm>
              <a:off x="2168390" y="2623265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8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25"/>
            <p:cNvSpPr/>
            <p:nvPr/>
          </p:nvSpPr>
          <p:spPr>
            <a:xfrm>
              <a:off x="1576240" y="1917048"/>
              <a:ext cx="144038" cy="1465190"/>
            </a:xfrm>
            <a:custGeom>
              <a:avLst/>
              <a:gdLst/>
              <a:ahLst/>
              <a:cxnLst/>
              <a:rect l="l" t="t" r="r" b="b"/>
              <a:pathLst>
                <a:path w="3157" h="32112" extrusionOk="0">
                  <a:moveTo>
                    <a:pt x="1" y="0"/>
                  </a:moveTo>
                  <a:lnTo>
                    <a:pt x="561" y="321"/>
                  </a:lnTo>
                  <a:lnTo>
                    <a:pt x="561" y="3322"/>
                  </a:lnTo>
                  <a:lnTo>
                    <a:pt x="1" y="3000"/>
                  </a:lnTo>
                  <a:close/>
                  <a:moveTo>
                    <a:pt x="870" y="3489"/>
                  </a:moveTo>
                  <a:lnTo>
                    <a:pt x="1430" y="3810"/>
                  </a:lnTo>
                  <a:lnTo>
                    <a:pt x="1430" y="810"/>
                  </a:lnTo>
                  <a:lnTo>
                    <a:pt x="870" y="500"/>
                  </a:lnTo>
                  <a:close/>
                  <a:moveTo>
                    <a:pt x="1739" y="3989"/>
                  </a:moveTo>
                  <a:lnTo>
                    <a:pt x="2287" y="4310"/>
                  </a:lnTo>
                  <a:lnTo>
                    <a:pt x="2287" y="1322"/>
                  </a:lnTo>
                  <a:lnTo>
                    <a:pt x="1739" y="1000"/>
                  </a:lnTo>
                  <a:close/>
                  <a:moveTo>
                    <a:pt x="2597" y="4489"/>
                  </a:moveTo>
                  <a:lnTo>
                    <a:pt x="3156" y="4810"/>
                  </a:lnTo>
                  <a:lnTo>
                    <a:pt x="3156" y="1810"/>
                  </a:lnTo>
                  <a:lnTo>
                    <a:pt x="2597" y="1500"/>
                  </a:lnTo>
                  <a:close/>
                  <a:moveTo>
                    <a:pt x="1" y="6310"/>
                  </a:moveTo>
                  <a:lnTo>
                    <a:pt x="561" y="6620"/>
                  </a:lnTo>
                  <a:lnTo>
                    <a:pt x="561" y="3631"/>
                  </a:lnTo>
                  <a:lnTo>
                    <a:pt x="1" y="3310"/>
                  </a:lnTo>
                  <a:close/>
                  <a:moveTo>
                    <a:pt x="870" y="6810"/>
                  </a:moveTo>
                  <a:lnTo>
                    <a:pt x="1430" y="7120"/>
                  </a:lnTo>
                  <a:lnTo>
                    <a:pt x="1430" y="4131"/>
                  </a:lnTo>
                  <a:lnTo>
                    <a:pt x="870" y="3810"/>
                  </a:lnTo>
                  <a:close/>
                  <a:moveTo>
                    <a:pt x="1727" y="7310"/>
                  </a:moveTo>
                  <a:lnTo>
                    <a:pt x="2287" y="7620"/>
                  </a:lnTo>
                  <a:lnTo>
                    <a:pt x="2287" y="4632"/>
                  </a:lnTo>
                  <a:lnTo>
                    <a:pt x="1727" y="4310"/>
                  </a:lnTo>
                  <a:close/>
                  <a:moveTo>
                    <a:pt x="2597" y="7811"/>
                  </a:moveTo>
                  <a:lnTo>
                    <a:pt x="3156" y="8120"/>
                  </a:lnTo>
                  <a:lnTo>
                    <a:pt x="3156" y="5132"/>
                  </a:lnTo>
                  <a:lnTo>
                    <a:pt x="2608" y="4810"/>
                  </a:lnTo>
                  <a:close/>
                  <a:moveTo>
                    <a:pt x="1" y="9620"/>
                  </a:moveTo>
                  <a:lnTo>
                    <a:pt x="561" y="9942"/>
                  </a:lnTo>
                  <a:lnTo>
                    <a:pt x="561" y="6941"/>
                  </a:lnTo>
                  <a:lnTo>
                    <a:pt x="1" y="6620"/>
                  </a:lnTo>
                  <a:close/>
                  <a:moveTo>
                    <a:pt x="870" y="10120"/>
                  </a:moveTo>
                  <a:lnTo>
                    <a:pt x="1430" y="10442"/>
                  </a:lnTo>
                  <a:lnTo>
                    <a:pt x="1430" y="7441"/>
                  </a:lnTo>
                  <a:lnTo>
                    <a:pt x="870" y="7120"/>
                  </a:lnTo>
                  <a:close/>
                  <a:moveTo>
                    <a:pt x="1727" y="10620"/>
                  </a:moveTo>
                  <a:lnTo>
                    <a:pt x="2287" y="10942"/>
                  </a:lnTo>
                  <a:lnTo>
                    <a:pt x="2287" y="7941"/>
                  </a:lnTo>
                  <a:lnTo>
                    <a:pt x="1727" y="7620"/>
                  </a:lnTo>
                  <a:close/>
                  <a:moveTo>
                    <a:pt x="2597" y="11120"/>
                  </a:moveTo>
                  <a:lnTo>
                    <a:pt x="3156" y="11430"/>
                  </a:lnTo>
                  <a:lnTo>
                    <a:pt x="3156" y="8442"/>
                  </a:lnTo>
                  <a:lnTo>
                    <a:pt x="2608" y="8120"/>
                  </a:lnTo>
                  <a:close/>
                  <a:moveTo>
                    <a:pt x="1" y="23670"/>
                  </a:moveTo>
                  <a:lnTo>
                    <a:pt x="561" y="23991"/>
                  </a:lnTo>
                  <a:lnTo>
                    <a:pt x="561" y="20991"/>
                  </a:lnTo>
                  <a:lnTo>
                    <a:pt x="1" y="20669"/>
                  </a:lnTo>
                  <a:close/>
                  <a:moveTo>
                    <a:pt x="870" y="24170"/>
                  </a:moveTo>
                  <a:lnTo>
                    <a:pt x="1430" y="24491"/>
                  </a:lnTo>
                  <a:lnTo>
                    <a:pt x="1430" y="21491"/>
                  </a:lnTo>
                  <a:lnTo>
                    <a:pt x="870" y="21169"/>
                  </a:lnTo>
                  <a:close/>
                  <a:moveTo>
                    <a:pt x="1727" y="24670"/>
                  </a:moveTo>
                  <a:lnTo>
                    <a:pt x="2287" y="24991"/>
                  </a:lnTo>
                  <a:lnTo>
                    <a:pt x="2287" y="21991"/>
                  </a:lnTo>
                  <a:lnTo>
                    <a:pt x="1727" y="21669"/>
                  </a:lnTo>
                  <a:close/>
                  <a:moveTo>
                    <a:pt x="2597" y="25170"/>
                  </a:moveTo>
                  <a:lnTo>
                    <a:pt x="3156" y="25491"/>
                  </a:lnTo>
                  <a:lnTo>
                    <a:pt x="3156" y="22491"/>
                  </a:lnTo>
                  <a:lnTo>
                    <a:pt x="2608" y="22169"/>
                  </a:lnTo>
                  <a:close/>
                  <a:moveTo>
                    <a:pt x="1" y="26980"/>
                  </a:moveTo>
                  <a:lnTo>
                    <a:pt x="561" y="27301"/>
                  </a:lnTo>
                  <a:lnTo>
                    <a:pt x="561" y="24301"/>
                  </a:lnTo>
                  <a:lnTo>
                    <a:pt x="1" y="23979"/>
                  </a:lnTo>
                  <a:close/>
                  <a:moveTo>
                    <a:pt x="870" y="27480"/>
                  </a:moveTo>
                  <a:lnTo>
                    <a:pt x="1430" y="27801"/>
                  </a:lnTo>
                  <a:lnTo>
                    <a:pt x="1430" y="24801"/>
                  </a:lnTo>
                  <a:lnTo>
                    <a:pt x="870" y="24491"/>
                  </a:lnTo>
                  <a:close/>
                  <a:moveTo>
                    <a:pt x="1739" y="27980"/>
                  </a:moveTo>
                  <a:lnTo>
                    <a:pt x="2287" y="28301"/>
                  </a:lnTo>
                  <a:lnTo>
                    <a:pt x="2287" y="25301"/>
                  </a:lnTo>
                  <a:lnTo>
                    <a:pt x="1739" y="24991"/>
                  </a:lnTo>
                  <a:close/>
                  <a:moveTo>
                    <a:pt x="2597" y="28480"/>
                  </a:moveTo>
                  <a:lnTo>
                    <a:pt x="3156" y="28801"/>
                  </a:lnTo>
                  <a:lnTo>
                    <a:pt x="3156" y="25801"/>
                  </a:lnTo>
                  <a:lnTo>
                    <a:pt x="2608" y="25491"/>
                  </a:lnTo>
                  <a:close/>
                  <a:moveTo>
                    <a:pt x="1" y="30289"/>
                  </a:moveTo>
                  <a:lnTo>
                    <a:pt x="561" y="30611"/>
                  </a:lnTo>
                  <a:lnTo>
                    <a:pt x="561" y="27622"/>
                  </a:lnTo>
                  <a:lnTo>
                    <a:pt x="1" y="27301"/>
                  </a:lnTo>
                  <a:close/>
                  <a:moveTo>
                    <a:pt x="870" y="30790"/>
                  </a:moveTo>
                  <a:lnTo>
                    <a:pt x="1430" y="31111"/>
                  </a:lnTo>
                  <a:lnTo>
                    <a:pt x="1430" y="28123"/>
                  </a:lnTo>
                  <a:lnTo>
                    <a:pt x="870" y="27801"/>
                  </a:lnTo>
                  <a:close/>
                  <a:moveTo>
                    <a:pt x="1727" y="31290"/>
                  </a:moveTo>
                  <a:lnTo>
                    <a:pt x="2287" y="31611"/>
                  </a:lnTo>
                  <a:lnTo>
                    <a:pt x="2287" y="28623"/>
                  </a:lnTo>
                  <a:lnTo>
                    <a:pt x="1727" y="28301"/>
                  </a:lnTo>
                  <a:close/>
                  <a:moveTo>
                    <a:pt x="2597" y="31790"/>
                  </a:moveTo>
                  <a:lnTo>
                    <a:pt x="3156" y="32111"/>
                  </a:lnTo>
                  <a:lnTo>
                    <a:pt x="3156" y="29111"/>
                  </a:lnTo>
                  <a:lnTo>
                    <a:pt x="2597" y="288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25"/>
            <p:cNvSpPr/>
            <p:nvPr/>
          </p:nvSpPr>
          <p:spPr>
            <a:xfrm>
              <a:off x="2681241" y="1803482"/>
              <a:ext cx="39146" cy="1502696"/>
            </a:xfrm>
            <a:custGeom>
              <a:avLst/>
              <a:gdLst/>
              <a:ahLst/>
              <a:cxnLst/>
              <a:rect l="l" t="t" r="r" b="b"/>
              <a:pathLst>
                <a:path w="858" h="32934" extrusionOk="0">
                  <a:moveTo>
                    <a:pt x="858" y="32933"/>
                  </a:moveTo>
                  <a:lnTo>
                    <a:pt x="0" y="32433"/>
                  </a:lnTo>
                  <a:lnTo>
                    <a:pt x="0" y="489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25"/>
            <p:cNvSpPr/>
            <p:nvPr/>
          </p:nvSpPr>
          <p:spPr>
            <a:xfrm>
              <a:off x="2168390" y="3283307"/>
              <a:ext cx="551971" cy="341750"/>
            </a:xfrm>
            <a:custGeom>
              <a:avLst/>
              <a:gdLst/>
              <a:ahLst/>
              <a:cxnLst/>
              <a:rect l="l" t="t" r="r" b="b"/>
              <a:pathLst>
                <a:path w="12098" h="7490" extrusionOk="0">
                  <a:moveTo>
                    <a:pt x="1" y="7489"/>
                  </a:moveTo>
                  <a:lnTo>
                    <a:pt x="1" y="6489"/>
                  </a:lnTo>
                  <a:lnTo>
                    <a:pt x="11240" y="0"/>
                  </a:lnTo>
                  <a:lnTo>
                    <a:pt x="12098" y="50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25"/>
            <p:cNvSpPr/>
            <p:nvPr/>
          </p:nvSpPr>
          <p:spPr>
            <a:xfrm>
              <a:off x="2168390" y="3333816"/>
              <a:ext cx="551971" cy="427028"/>
            </a:xfrm>
            <a:custGeom>
              <a:avLst/>
              <a:gdLst/>
              <a:ahLst/>
              <a:cxnLst/>
              <a:rect l="l" t="t" r="r" b="b"/>
              <a:pathLst>
                <a:path w="12098" h="9359" extrusionOk="0">
                  <a:moveTo>
                    <a:pt x="1" y="6989"/>
                  </a:moveTo>
                  <a:lnTo>
                    <a:pt x="12098" y="0"/>
                  </a:lnTo>
                  <a:lnTo>
                    <a:pt x="12098" y="2370"/>
                  </a:lnTo>
                  <a:lnTo>
                    <a:pt x="1" y="9359"/>
                  </a:lnTo>
                  <a:close/>
                </a:path>
              </a:pathLst>
            </a:custGeom>
            <a:solidFill>
              <a:srgbClr val="3519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25"/>
            <p:cNvSpPr/>
            <p:nvPr/>
          </p:nvSpPr>
          <p:spPr>
            <a:xfrm>
              <a:off x="2168390" y="3306120"/>
              <a:ext cx="551971" cy="357491"/>
            </a:xfrm>
            <a:custGeom>
              <a:avLst/>
              <a:gdLst/>
              <a:ahLst/>
              <a:cxnLst/>
              <a:rect l="l" t="t" r="r" b="b"/>
              <a:pathLst>
                <a:path w="12098" h="7835" extrusionOk="0">
                  <a:moveTo>
                    <a:pt x="1" y="6989"/>
                  </a:moveTo>
                  <a:lnTo>
                    <a:pt x="12098" y="0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25"/>
            <p:cNvSpPr/>
            <p:nvPr/>
          </p:nvSpPr>
          <p:spPr>
            <a:xfrm>
              <a:off x="2168390" y="3403352"/>
              <a:ext cx="551971" cy="357491"/>
            </a:xfrm>
            <a:custGeom>
              <a:avLst/>
              <a:gdLst/>
              <a:ahLst/>
              <a:cxnLst/>
              <a:rect l="l" t="t" r="r" b="b"/>
              <a:pathLst>
                <a:path w="12098" h="7835" extrusionOk="0">
                  <a:moveTo>
                    <a:pt x="1" y="6989"/>
                  </a:moveTo>
                  <a:lnTo>
                    <a:pt x="12098" y="0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25"/>
            <p:cNvSpPr/>
            <p:nvPr/>
          </p:nvSpPr>
          <p:spPr>
            <a:xfrm>
              <a:off x="2168390" y="3354987"/>
              <a:ext cx="551971" cy="357537"/>
            </a:xfrm>
            <a:custGeom>
              <a:avLst/>
              <a:gdLst/>
              <a:ahLst/>
              <a:cxnLst/>
              <a:rect l="l" t="t" r="r" b="b"/>
              <a:pathLst>
                <a:path w="12098" h="7836" extrusionOk="0">
                  <a:moveTo>
                    <a:pt x="1" y="6978"/>
                  </a:moveTo>
                  <a:lnTo>
                    <a:pt x="12098" y="1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25"/>
            <p:cNvSpPr/>
            <p:nvPr/>
          </p:nvSpPr>
          <p:spPr>
            <a:xfrm>
              <a:off x="2143432" y="2797104"/>
              <a:ext cx="34264" cy="110829"/>
            </a:xfrm>
            <a:custGeom>
              <a:avLst/>
              <a:gdLst/>
              <a:ahLst/>
              <a:cxnLst/>
              <a:rect l="l" t="t" r="r" b="b"/>
              <a:pathLst>
                <a:path w="751" h="2429" extrusionOk="0">
                  <a:moveTo>
                    <a:pt x="524" y="2429"/>
                  </a:moveTo>
                  <a:cubicBezTo>
                    <a:pt x="476" y="2417"/>
                    <a:pt x="441" y="2417"/>
                    <a:pt x="405" y="2393"/>
                  </a:cubicBezTo>
                  <a:lnTo>
                    <a:pt x="107" y="2227"/>
                  </a:lnTo>
                  <a:cubicBezTo>
                    <a:pt x="60" y="2191"/>
                    <a:pt x="48" y="2131"/>
                    <a:pt x="72" y="2096"/>
                  </a:cubicBezTo>
                  <a:cubicBezTo>
                    <a:pt x="95" y="2048"/>
                    <a:pt x="155" y="2024"/>
                    <a:pt x="203" y="2060"/>
                  </a:cubicBezTo>
                  <a:lnTo>
                    <a:pt x="500" y="2227"/>
                  </a:lnTo>
                  <a:cubicBezTo>
                    <a:pt x="512" y="2238"/>
                    <a:pt x="536" y="2238"/>
                    <a:pt x="548" y="2227"/>
                  </a:cubicBezTo>
                  <a:cubicBezTo>
                    <a:pt x="560" y="2215"/>
                    <a:pt x="560" y="2203"/>
                    <a:pt x="560" y="2191"/>
                  </a:cubicBezTo>
                  <a:lnTo>
                    <a:pt x="560" y="619"/>
                  </a:lnTo>
                  <a:cubicBezTo>
                    <a:pt x="560" y="536"/>
                    <a:pt x="524" y="464"/>
                    <a:pt x="453" y="417"/>
                  </a:cubicBezTo>
                  <a:lnTo>
                    <a:pt x="107" y="226"/>
                  </a:lnTo>
                  <a:cubicBezTo>
                    <a:pt x="0" y="155"/>
                    <a:pt x="95" y="0"/>
                    <a:pt x="203" y="60"/>
                  </a:cubicBezTo>
                  <a:lnTo>
                    <a:pt x="548" y="250"/>
                  </a:lnTo>
                  <a:cubicBezTo>
                    <a:pt x="679" y="333"/>
                    <a:pt x="750" y="464"/>
                    <a:pt x="750" y="619"/>
                  </a:cubicBezTo>
                  <a:lnTo>
                    <a:pt x="750" y="2191"/>
                  </a:lnTo>
                  <a:cubicBezTo>
                    <a:pt x="750" y="2262"/>
                    <a:pt x="714" y="2346"/>
                    <a:pt x="643" y="2381"/>
                  </a:cubicBezTo>
                  <a:cubicBezTo>
                    <a:pt x="607" y="2405"/>
                    <a:pt x="560" y="2417"/>
                    <a:pt x="524" y="242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25"/>
            <p:cNvSpPr/>
            <p:nvPr/>
          </p:nvSpPr>
          <p:spPr>
            <a:xfrm>
              <a:off x="1676756" y="1477948"/>
              <a:ext cx="903968" cy="521568"/>
            </a:xfrm>
            <a:custGeom>
              <a:avLst/>
              <a:gdLst/>
              <a:ahLst/>
              <a:cxnLst/>
              <a:rect l="l" t="t" r="r" b="b"/>
              <a:pathLst>
                <a:path w="19813" h="11431" extrusionOk="0">
                  <a:moveTo>
                    <a:pt x="9895" y="286"/>
                  </a:moveTo>
                  <a:lnTo>
                    <a:pt x="19301" y="5715"/>
                  </a:lnTo>
                  <a:lnTo>
                    <a:pt x="9907" y="11145"/>
                  </a:lnTo>
                  <a:lnTo>
                    <a:pt x="501" y="5715"/>
                  </a:lnTo>
                  <a:lnTo>
                    <a:pt x="9895" y="286"/>
                  </a:lnTo>
                  <a:close/>
                  <a:moveTo>
                    <a:pt x="9907" y="0"/>
                  </a:moveTo>
                  <a:lnTo>
                    <a:pt x="1" y="5715"/>
                  </a:lnTo>
                  <a:lnTo>
                    <a:pt x="9907" y="11430"/>
                  </a:lnTo>
                  <a:lnTo>
                    <a:pt x="19813" y="5715"/>
                  </a:lnTo>
                  <a:lnTo>
                    <a:pt x="99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25"/>
            <p:cNvSpPr/>
            <p:nvPr/>
          </p:nvSpPr>
          <p:spPr>
            <a:xfrm>
              <a:off x="2086352" y="2071313"/>
              <a:ext cx="6022" cy="1695518"/>
            </a:xfrm>
            <a:custGeom>
              <a:avLst/>
              <a:gdLst/>
              <a:ahLst/>
              <a:cxnLst/>
              <a:rect l="l" t="t" r="r" b="b"/>
              <a:pathLst>
                <a:path w="132" h="37160" extrusionOk="0">
                  <a:moveTo>
                    <a:pt x="1" y="0"/>
                  </a:moveTo>
                  <a:lnTo>
                    <a:pt x="1" y="37076"/>
                  </a:lnTo>
                  <a:lnTo>
                    <a:pt x="132" y="37160"/>
                  </a:lnTo>
                  <a:lnTo>
                    <a:pt x="132" y="119"/>
                  </a:lnTo>
                  <a:lnTo>
                    <a:pt x="120" y="7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25"/>
            <p:cNvSpPr/>
            <p:nvPr/>
          </p:nvSpPr>
          <p:spPr>
            <a:xfrm>
              <a:off x="1533898" y="1752425"/>
              <a:ext cx="6023" cy="1695518"/>
            </a:xfrm>
            <a:custGeom>
              <a:avLst/>
              <a:gdLst/>
              <a:ahLst/>
              <a:cxnLst/>
              <a:rect l="l" t="t" r="r" b="b"/>
              <a:pathLst>
                <a:path w="132" h="37160" extrusionOk="0">
                  <a:moveTo>
                    <a:pt x="0" y="0"/>
                  </a:moveTo>
                  <a:lnTo>
                    <a:pt x="0" y="37076"/>
                  </a:lnTo>
                  <a:lnTo>
                    <a:pt x="131" y="37160"/>
                  </a:lnTo>
                  <a:lnTo>
                    <a:pt x="131" y="119"/>
                  </a:lnTo>
                  <a:lnTo>
                    <a:pt x="119" y="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25"/>
            <p:cNvSpPr/>
            <p:nvPr/>
          </p:nvSpPr>
          <p:spPr>
            <a:xfrm>
              <a:off x="2539979" y="1857847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25"/>
            <p:cNvSpPr/>
            <p:nvPr/>
          </p:nvSpPr>
          <p:spPr>
            <a:xfrm>
              <a:off x="2553575" y="1875231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81"/>
                  </a:lnTo>
                  <a:lnTo>
                    <a:pt x="1620" y="619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46"/>
                  </a:moveTo>
                  <a:lnTo>
                    <a:pt x="2024" y="500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53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53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34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46"/>
                  </a:lnTo>
                  <a:lnTo>
                    <a:pt x="810" y="1084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798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36"/>
                  </a:lnTo>
                  <a:lnTo>
                    <a:pt x="1489" y="798"/>
                  </a:lnTo>
                  <a:close/>
                  <a:moveTo>
                    <a:pt x="679" y="917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55"/>
                  </a:lnTo>
                  <a:lnTo>
                    <a:pt x="679" y="917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5"/>
                  </a:moveTo>
                  <a:lnTo>
                    <a:pt x="0" y="1310"/>
                  </a:lnTo>
                  <a:lnTo>
                    <a:pt x="0" y="1548"/>
                  </a:lnTo>
                  <a:lnTo>
                    <a:pt x="274" y="1393"/>
                  </a:lnTo>
                  <a:lnTo>
                    <a:pt x="274" y="1155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8" name="Google Shape;1578;p25"/>
          <p:cNvGrpSpPr/>
          <p:nvPr/>
        </p:nvGrpSpPr>
        <p:grpSpPr>
          <a:xfrm>
            <a:off x="486722" y="1198599"/>
            <a:ext cx="2555406" cy="1435631"/>
            <a:chOff x="487119" y="1402945"/>
            <a:chExt cx="2555406" cy="1435631"/>
          </a:xfrm>
        </p:grpSpPr>
        <p:grpSp>
          <p:nvGrpSpPr>
            <p:cNvPr id="1579" name="Google Shape;1579;p25"/>
            <p:cNvGrpSpPr/>
            <p:nvPr/>
          </p:nvGrpSpPr>
          <p:grpSpPr>
            <a:xfrm>
              <a:off x="487119" y="1837402"/>
              <a:ext cx="2555406" cy="1001174"/>
              <a:chOff x="487119" y="1837402"/>
              <a:chExt cx="2555406" cy="1001174"/>
            </a:xfrm>
          </p:grpSpPr>
          <p:sp>
            <p:nvSpPr>
              <p:cNvPr id="1580" name="Google Shape;1580;p25"/>
              <p:cNvSpPr txBox="1"/>
              <p:nvPr/>
            </p:nvSpPr>
            <p:spPr>
              <a:xfrm>
                <a:off x="487125" y="1837402"/>
                <a:ext cx="25554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 dirty="0">
                    <a:solidFill>
                      <a:schemeClr val="lt2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Role in Modern Data Management</a:t>
                </a:r>
              </a:p>
            </p:txBody>
          </p:sp>
          <p:sp>
            <p:nvSpPr>
              <p:cNvPr id="1581" name="Google Shape;1581;p25"/>
              <p:cNvSpPr txBox="1"/>
              <p:nvPr/>
            </p:nvSpPr>
            <p:spPr>
              <a:xfrm>
                <a:off x="487119" y="2404176"/>
                <a:ext cx="2555400" cy="43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Data warehousing plays a pivotal role in modern data management, providing centralized storage for data.</a:t>
                </a:r>
              </a:p>
            </p:txBody>
          </p:sp>
        </p:grpSp>
        <p:sp>
          <p:nvSpPr>
            <p:cNvPr id="1582" name="Google Shape;1582;p25"/>
            <p:cNvSpPr txBox="1"/>
            <p:nvPr/>
          </p:nvSpPr>
          <p:spPr>
            <a:xfrm>
              <a:off x="487119" y="1402945"/>
              <a:ext cx="2555400" cy="43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000">
                  <a:solidFill>
                    <a:srgbClr val="000000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01</a:t>
              </a:r>
              <a:endParaRPr sz="3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583" name="Google Shape;1583;p25"/>
          <p:cNvGrpSpPr/>
          <p:nvPr/>
        </p:nvGrpSpPr>
        <p:grpSpPr>
          <a:xfrm>
            <a:off x="6101878" y="1203928"/>
            <a:ext cx="2560543" cy="1478572"/>
            <a:chOff x="6101878" y="1173728"/>
            <a:chExt cx="2560543" cy="1478572"/>
          </a:xfrm>
        </p:grpSpPr>
        <p:grpSp>
          <p:nvGrpSpPr>
            <p:cNvPr id="1584" name="Google Shape;1584;p25"/>
            <p:cNvGrpSpPr/>
            <p:nvPr/>
          </p:nvGrpSpPr>
          <p:grpSpPr>
            <a:xfrm>
              <a:off x="6101878" y="1621479"/>
              <a:ext cx="2560543" cy="1030821"/>
              <a:chOff x="6101878" y="1621479"/>
              <a:chExt cx="2560543" cy="1030821"/>
            </a:xfrm>
          </p:grpSpPr>
          <p:sp>
            <p:nvSpPr>
              <p:cNvPr id="1585" name="Google Shape;1585;p25"/>
              <p:cNvSpPr txBox="1"/>
              <p:nvPr/>
            </p:nvSpPr>
            <p:spPr>
              <a:xfrm>
                <a:off x="6107021" y="1621479"/>
                <a:ext cx="25554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 dirty="0">
                    <a:solidFill>
                      <a:schemeClr val="lt2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Enhanced Decision-Making</a:t>
                </a:r>
              </a:p>
            </p:txBody>
          </p:sp>
          <p:sp>
            <p:nvSpPr>
              <p:cNvPr id="1586" name="Google Shape;1586;p25"/>
              <p:cNvSpPr txBox="1"/>
              <p:nvPr/>
            </p:nvSpPr>
            <p:spPr>
              <a:xfrm>
                <a:off x="6101878" y="2217900"/>
                <a:ext cx="2555400" cy="43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dirty="0">
                    <a:latin typeface="Roboto"/>
                    <a:ea typeface="Roboto"/>
                    <a:cs typeface="Roboto"/>
                    <a:sym typeface="Roboto"/>
                  </a:rPr>
                  <a:t>Data warehousing enhances decision-making by offering a consolidated view of data and enabling informed choices.</a:t>
                </a:r>
                <a:endParaRPr lang="en-US"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587" name="Google Shape;1587;p25"/>
            <p:cNvSpPr txBox="1"/>
            <p:nvPr/>
          </p:nvSpPr>
          <p:spPr>
            <a:xfrm>
              <a:off x="6107021" y="1173728"/>
              <a:ext cx="2555400" cy="43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000" dirty="0">
                  <a:solidFill>
                    <a:srgbClr val="000000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03</a:t>
              </a:r>
              <a:endParaRPr sz="3000" dirty="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588" name="Google Shape;1588;p25"/>
          <p:cNvGrpSpPr/>
          <p:nvPr/>
        </p:nvGrpSpPr>
        <p:grpSpPr>
          <a:xfrm>
            <a:off x="471299" y="2937170"/>
            <a:ext cx="2570837" cy="1481623"/>
            <a:chOff x="471299" y="2906970"/>
            <a:chExt cx="2570837" cy="1481623"/>
          </a:xfrm>
        </p:grpSpPr>
        <p:grpSp>
          <p:nvGrpSpPr>
            <p:cNvPr id="1589" name="Google Shape;1589;p25"/>
            <p:cNvGrpSpPr/>
            <p:nvPr/>
          </p:nvGrpSpPr>
          <p:grpSpPr>
            <a:xfrm>
              <a:off x="471299" y="3341503"/>
              <a:ext cx="2570826" cy="1047090"/>
              <a:chOff x="471299" y="3341503"/>
              <a:chExt cx="2570826" cy="1047090"/>
            </a:xfrm>
          </p:grpSpPr>
          <p:sp>
            <p:nvSpPr>
              <p:cNvPr id="1590" name="Google Shape;1590;p25"/>
              <p:cNvSpPr txBox="1"/>
              <p:nvPr/>
            </p:nvSpPr>
            <p:spPr>
              <a:xfrm>
                <a:off x="486725" y="3341503"/>
                <a:ext cx="25554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 dirty="0">
                    <a:solidFill>
                      <a:schemeClr val="lt2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Cornerstone in the Data-Driven Era</a:t>
                </a:r>
                <a:endParaRPr sz="1800" dirty="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1591" name="Google Shape;1591;p25"/>
              <p:cNvSpPr txBox="1"/>
              <p:nvPr/>
            </p:nvSpPr>
            <p:spPr>
              <a:xfrm>
                <a:off x="471299" y="3954193"/>
                <a:ext cx="2555400" cy="43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dirty="0">
                    <a:latin typeface="Roboto"/>
                    <a:ea typeface="Roboto"/>
                    <a:cs typeface="Roboto"/>
                    <a:sym typeface="Roboto"/>
                  </a:rPr>
                  <a:t>Data warehousing is a cornerstone in the data-driven era, offering diverse architectural options and unlocking valuable insights.</a:t>
                </a:r>
                <a:endParaRPr lang="en-US"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592" name="Google Shape;1592;p25"/>
            <p:cNvSpPr txBox="1"/>
            <p:nvPr/>
          </p:nvSpPr>
          <p:spPr>
            <a:xfrm>
              <a:off x="486736" y="2906970"/>
              <a:ext cx="2555400" cy="43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000">
                  <a:solidFill>
                    <a:srgbClr val="000000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02</a:t>
              </a:r>
              <a:endParaRPr sz="3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593" name="Google Shape;1593;p25"/>
          <p:cNvGrpSpPr/>
          <p:nvPr/>
        </p:nvGrpSpPr>
        <p:grpSpPr>
          <a:xfrm>
            <a:off x="6091383" y="2937166"/>
            <a:ext cx="2571039" cy="1860439"/>
            <a:chOff x="6091383" y="2906966"/>
            <a:chExt cx="2571039" cy="1860439"/>
          </a:xfrm>
        </p:grpSpPr>
        <p:grpSp>
          <p:nvGrpSpPr>
            <p:cNvPr id="1594" name="Google Shape;1594;p25"/>
            <p:cNvGrpSpPr/>
            <p:nvPr/>
          </p:nvGrpSpPr>
          <p:grpSpPr>
            <a:xfrm>
              <a:off x="6091383" y="3288833"/>
              <a:ext cx="2571038" cy="1478572"/>
              <a:chOff x="6091383" y="3288833"/>
              <a:chExt cx="2571038" cy="1478572"/>
            </a:xfrm>
          </p:grpSpPr>
          <p:sp>
            <p:nvSpPr>
              <p:cNvPr id="1595" name="Google Shape;1595;p25"/>
              <p:cNvSpPr txBox="1"/>
              <p:nvPr/>
            </p:nvSpPr>
            <p:spPr>
              <a:xfrm>
                <a:off x="6091383" y="3288833"/>
                <a:ext cx="25554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 dirty="0">
                    <a:solidFill>
                      <a:schemeClr val="lt2"/>
                    </a:solidFill>
                    <a:latin typeface="Fira Sans Extra Condensed SemiBold"/>
                    <a:ea typeface="Fira Sans Extra Condensed SemiBold"/>
                    <a:cs typeface="Fira Sans Extra Condensed SemiBold"/>
                    <a:sym typeface="Fira Sans Extra Condensed SemiBold"/>
                  </a:rPr>
                  <a:t>Success and Growth</a:t>
                </a:r>
                <a:endParaRPr sz="1800" dirty="0">
                  <a:solidFill>
                    <a:schemeClr val="l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1596" name="Google Shape;1596;p25"/>
              <p:cNvSpPr txBox="1"/>
              <p:nvPr/>
            </p:nvSpPr>
            <p:spPr>
              <a:xfrm>
                <a:off x="6107021" y="4333005"/>
                <a:ext cx="2555400" cy="43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dirty="0">
                    <a:latin typeface="Roboto"/>
                    <a:ea typeface="Roboto"/>
                    <a:cs typeface="Roboto"/>
                    <a:sym typeface="Roboto"/>
                  </a:rPr>
                  <a:t>Organizations leveraging data warehousing are better equipped to meet the challenges of a data-rich world, facilitating informed decisions that drive success and growth.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200" dirty="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200" dirty="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200" dirty="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200" dirty="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597" name="Google Shape;1597;p25"/>
            <p:cNvSpPr txBox="1"/>
            <p:nvPr/>
          </p:nvSpPr>
          <p:spPr>
            <a:xfrm>
              <a:off x="6107022" y="2906966"/>
              <a:ext cx="2555400" cy="43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000">
                  <a:solidFill>
                    <a:srgbClr val="000000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</a:t>
              </a:r>
              <a:r>
                <a:rPr lang="en-GB" sz="30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4</a:t>
              </a:r>
              <a:endParaRPr sz="3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Data Migration Process Infographics by Slidesgo">
  <a:themeElements>
    <a:clrScheme name="Simple Light">
      <a:dk1>
        <a:srgbClr val="000000"/>
      </a:dk1>
      <a:lt1>
        <a:srgbClr val="FFFFFF"/>
      </a:lt1>
      <a:dk2>
        <a:srgbClr val="DDDDDD"/>
      </a:dk2>
      <a:lt2>
        <a:srgbClr val="293E8D"/>
      </a:lt2>
      <a:accent1>
        <a:srgbClr val="4335AF"/>
      </a:accent1>
      <a:accent2>
        <a:srgbClr val="9659F4"/>
      </a:accent2>
      <a:accent3>
        <a:srgbClr val="5CCFFB"/>
      </a:accent3>
      <a:accent4>
        <a:srgbClr val="A0FDF1"/>
      </a:accent4>
      <a:accent5>
        <a:srgbClr val="FCCAF5"/>
      </a:accent5>
      <a:accent6>
        <a:srgbClr val="FA72DC"/>
      </a:accent6>
      <a:hlink>
        <a:srgbClr val="2134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</TotalTime>
  <Words>580</Words>
  <Application>Microsoft Office PowerPoint</Application>
  <PresentationFormat>On-screen Show (16:9)</PresentationFormat>
  <Paragraphs>74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Eras Demi ITC</vt:lpstr>
      <vt:lpstr>Fira Sans Extra Condensed Medium</vt:lpstr>
      <vt:lpstr>Fira Sans Extra Condensed SemiBold</vt:lpstr>
      <vt:lpstr>Garamond</vt:lpstr>
      <vt:lpstr>Roboto</vt:lpstr>
      <vt:lpstr>Data Migration Process Infographics by Slidesgo</vt:lpstr>
      <vt:lpstr>Unlocking the Power of Data Warehousing</vt:lpstr>
      <vt:lpstr>Defining Data Warehouse </vt:lpstr>
      <vt:lpstr>Anatomy of a Data Warehouse</vt:lpstr>
      <vt:lpstr>Why Use Data Warehousing?</vt:lpstr>
      <vt:lpstr>Data migration process infographics</vt:lpstr>
      <vt:lpstr>Data Warehouse Architecture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Unlocking the Power of Data Warehousing</dc:title>
  <dc:creator>Bharath K</dc:creator>
  <cp:lastModifiedBy>Bharath K</cp:lastModifiedBy>
  <cp:revision>2</cp:revision>
  <cp:lastPrinted>2023-10-30T04:14:26Z</cp:lastPrinted>
  <dcterms:modified xsi:type="dcterms:W3CDTF">2023-10-30T11:10:20Z</dcterms:modified>
</cp:coreProperties>
</file>